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3"/>
  </p:notesMasterIdLst>
  <p:sldIdLst>
    <p:sldId id="282" r:id="rId2"/>
    <p:sldId id="283" r:id="rId3"/>
    <p:sldId id="284" r:id="rId4"/>
    <p:sldId id="285" r:id="rId5"/>
    <p:sldId id="286" r:id="rId6"/>
    <p:sldId id="288" r:id="rId7"/>
    <p:sldId id="289" r:id="rId8"/>
    <p:sldId id="290" r:id="rId9"/>
    <p:sldId id="292" r:id="rId10"/>
    <p:sldId id="293" r:id="rId11"/>
    <p:sldId id="294" r:id="rId12"/>
  </p:sldIdLst>
  <p:sldSz cx="12192000" cy="6858000"/>
  <p:notesSz cx="6858000" cy="9144000"/>
  <p:embeddedFontLst>
    <p:embeddedFont>
      <p:font typeface="Aptos Light" panose="020B0604020202020204" charset="0"/>
      <p:regular r:id="rId14"/>
      <p:italic r:id="rId15"/>
    </p:embeddedFont>
    <p:embeddedFont>
      <p:font typeface="Play" panose="020B0604020202020204" charset="0"/>
      <p:regular r:id="rId16"/>
      <p:bold r:id="rId17"/>
    </p:embeddedFont>
    <p:embeddedFont>
      <p:font typeface="Trebuchet MS" panose="020B060302020202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45" roundtripDataSignature="AMtx7mgIoWk2XI8o1qaLFxKVZsFfmpna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9256"/>
    <a:srgbClr val="FFFFFF"/>
    <a:srgbClr val="012903"/>
    <a:srgbClr val="B2C7C8"/>
    <a:srgbClr val="D7CBBD"/>
    <a:srgbClr val="FFF7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01E3C5-8A2B-B3D0-3D7F-2827C4DD3115}" v="175" dt="2024-07-15T15:13:55.668"/>
    <p1510:client id="{80E53391-AC7F-08B1-A457-B24CEA118681}" v="65" dt="2024-07-17T13:42:45.703"/>
    <p1510:client id="{C5627623-3706-A56A-5B53-82305DE072EC}" v="160" dt="2024-07-17T15:07:03.460"/>
    <p1510:client id="{EF4DC953-465D-8904-BEE2-64593554FEC1}" v="581" dt="2024-07-17T13:31:06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 Lauren Davey" userId="S::eviedavey6_outlook.com#ext#@worldbankgroup.onmicrosoft.com::ae14ba05-11d6-4041-82d8-f2ed7e05eba3" providerId="AD" clId="Web-{80E53391-AC7F-08B1-A457-B24CEA118681}"/>
    <pc:docChg chg="addSld modSld">
      <pc:chgData name="Eve Lauren Davey" userId="S::eviedavey6_outlook.com#ext#@worldbankgroup.onmicrosoft.com::ae14ba05-11d6-4041-82d8-f2ed7e05eba3" providerId="AD" clId="Web-{80E53391-AC7F-08B1-A457-B24CEA118681}" dt="2024-07-17T13:42:45.703" v="54" actId="20577"/>
      <pc:docMkLst>
        <pc:docMk/>
      </pc:docMkLst>
      <pc:sldChg chg="modSp">
        <pc:chgData name="Eve Lauren Davey" userId="S::eviedavey6_outlook.com#ext#@worldbankgroup.onmicrosoft.com::ae14ba05-11d6-4041-82d8-f2ed7e05eba3" providerId="AD" clId="Web-{80E53391-AC7F-08B1-A457-B24CEA118681}" dt="2024-07-17T13:37:28.007" v="28" actId="20577"/>
        <pc:sldMkLst>
          <pc:docMk/>
          <pc:sldMk cId="447032351" sldId="282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37:28.007" v="28" actId="20577"/>
          <ac:spMkLst>
            <pc:docMk/>
            <pc:sldMk cId="447032351" sldId="282"/>
            <ac:spMk id="2" creationId="{2EDF3AB2-A27C-2BE3-051B-303897EF7A99}"/>
          </ac:spMkLst>
        </pc:spChg>
      </pc:sldChg>
      <pc:sldChg chg="modSp">
        <pc:chgData name="Eve Lauren Davey" userId="S::eviedavey6_outlook.com#ext#@worldbankgroup.onmicrosoft.com::ae14ba05-11d6-4041-82d8-f2ed7e05eba3" providerId="AD" clId="Web-{80E53391-AC7F-08B1-A457-B24CEA118681}" dt="2024-07-17T13:42:45.703" v="54" actId="20577"/>
        <pc:sldMkLst>
          <pc:docMk/>
          <pc:sldMk cId="0" sldId="283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42:45.703" v="54" actId="20577"/>
          <ac:spMkLst>
            <pc:docMk/>
            <pc:sldMk cId="0" sldId="283"/>
            <ac:spMk id="159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80E53391-AC7F-08B1-A457-B24CEA118681}" dt="2024-07-17T13:41:07.622" v="45" actId="20577"/>
        <pc:sldMkLst>
          <pc:docMk/>
          <pc:sldMk cId="0" sldId="284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41:07.622" v="45" actId="20577"/>
          <ac:spMkLst>
            <pc:docMk/>
            <pc:sldMk cId="0" sldId="284"/>
            <ac:spMk id="172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80E53391-AC7F-08B1-A457-B24CEA118681}" dt="2024-07-17T13:34:34.674" v="3" actId="14100"/>
        <pc:sldMkLst>
          <pc:docMk/>
          <pc:sldMk cId="0" sldId="288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34:34.674" v="3" actId="14100"/>
          <ac:spMkLst>
            <pc:docMk/>
            <pc:sldMk cId="0" sldId="288"/>
            <ac:spMk id="208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80E53391-AC7F-08B1-A457-B24CEA118681}" dt="2024-07-17T13:35:54.723" v="22" actId="1076"/>
        <pc:sldMkLst>
          <pc:docMk/>
          <pc:sldMk cId="0" sldId="290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35:40.004" v="15" actId="14100"/>
          <ac:spMkLst>
            <pc:docMk/>
            <pc:sldMk cId="0" sldId="290"/>
            <ac:spMk id="225" creationId="{00000000-0000-0000-0000-000000000000}"/>
          </ac:spMkLst>
        </pc:spChg>
        <pc:spChg chg="mod">
          <ac:chgData name="Eve Lauren Davey" userId="S::eviedavey6_outlook.com#ext#@worldbankgroup.onmicrosoft.com::ae14ba05-11d6-4041-82d8-f2ed7e05eba3" providerId="AD" clId="Web-{80E53391-AC7F-08B1-A457-B24CEA118681}" dt="2024-07-17T13:35:23.457" v="9" actId="20577"/>
          <ac:spMkLst>
            <pc:docMk/>
            <pc:sldMk cId="0" sldId="290"/>
            <ac:spMk id="226" creationId="{00000000-0000-0000-0000-000000000000}"/>
          </ac:spMkLst>
        </pc:spChg>
        <pc:picChg chg="mod">
          <ac:chgData name="Eve Lauren Davey" userId="S::eviedavey6_outlook.com#ext#@worldbankgroup.onmicrosoft.com::ae14ba05-11d6-4041-82d8-f2ed7e05eba3" providerId="AD" clId="Web-{80E53391-AC7F-08B1-A457-B24CEA118681}" dt="2024-07-17T13:35:48.848" v="19" actId="14100"/>
          <ac:picMkLst>
            <pc:docMk/>
            <pc:sldMk cId="0" sldId="290"/>
            <ac:picMk id="227" creationId="{00000000-0000-0000-0000-000000000000}"/>
          </ac:picMkLst>
        </pc:picChg>
        <pc:picChg chg="mod">
          <ac:chgData name="Eve Lauren Davey" userId="S::eviedavey6_outlook.com#ext#@worldbankgroup.onmicrosoft.com::ae14ba05-11d6-4041-82d8-f2ed7e05eba3" providerId="AD" clId="Web-{80E53391-AC7F-08B1-A457-B24CEA118681}" dt="2024-07-17T13:35:54.723" v="22" actId="1076"/>
          <ac:picMkLst>
            <pc:docMk/>
            <pc:sldMk cId="0" sldId="290"/>
            <ac:picMk id="228" creationId="{00000000-0000-0000-0000-000000000000}"/>
          </ac:picMkLst>
        </pc:picChg>
      </pc:sldChg>
      <pc:sldChg chg="modSp">
        <pc:chgData name="Eve Lauren Davey" userId="S::eviedavey6_outlook.com#ext#@worldbankgroup.onmicrosoft.com::ae14ba05-11d6-4041-82d8-f2ed7e05eba3" providerId="AD" clId="Web-{80E53391-AC7F-08B1-A457-B24CEA118681}" dt="2024-07-17T13:42:17.749" v="51" actId="20577"/>
        <pc:sldMkLst>
          <pc:docMk/>
          <pc:sldMk cId="4242768165" sldId="292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42:17.749" v="51" actId="20577"/>
          <ac:spMkLst>
            <pc:docMk/>
            <pc:sldMk cId="4242768165" sldId="292"/>
            <ac:spMk id="5" creationId="{81CC79D8-267D-9D96-9B6D-6C34CF244CF2}"/>
          </ac:spMkLst>
        </pc:spChg>
      </pc:sldChg>
      <pc:sldChg chg="modSp">
        <pc:chgData name="Eve Lauren Davey" userId="S::eviedavey6_outlook.com#ext#@worldbankgroup.onmicrosoft.com::ae14ba05-11d6-4041-82d8-f2ed7e05eba3" providerId="AD" clId="Web-{80E53391-AC7F-08B1-A457-B24CEA118681}" dt="2024-07-17T13:37:44.914" v="31" actId="20577"/>
        <pc:sldMkLst>
          <pc:docMk/>
          <pc:sldMk cId="2767627066" sldId="293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37:44.914" v="31" actId="20577"/>
          <ac:spMkLst>
            <pc:docMk/>
            <pc:sldMk cId="2767627066" sldId="293"/>
            <ac:spMk id="3" creationId="{36E0E87E-EE26-CCD1-9B37-DA65DBCEF6A1}"/>
          </ac:spMkLst>
        </pc:spChg>
      </pc:sldChg>
      <pc:sldChg chg="modSp new">
        <pc:chgData name="Eve Lauren Davey" userId="S::eviedavey6_outlook.com#ext#@worldbankgroup.onmicrosoft.com::ae14ba05-11d6-4041-82d8-f2ed7e05eba3" providerId="AD" clId="Web-{80E53391-AC7F-08B1-A457-B24CEA118681}" dt="2024-07-17T13:37:10.663" v="25" actId="20577"/>
        <pc:sldMkLst>
          <pc:docMk/>
          <pc:sldMk cId="1268964146" sldId="294"/>
        </pc:sldMkLst>
        <pc:spChg chg="mod">
          <ac:chgData name="Eve Lauren Davey" userId="S::eviedavey6_outlook.com#ext#@worldbankgroup.onmicrosoft.com::ae14ba05-11d6-4041-82d8-f2ed7e05eba3" providerId="AD" clId="Web-{80E53391-AC7F-08B1-A457-B24CEA118681}" dt="2024-07-17T13:37:10.663" v="25" actId="20577"/>
          <ac:spMkLst>
            <pc:docMk/>
            <pc:sldMk cId="1268964146" sldId="294"/>
            <ac:spMk id="2" creationId="{0DA68179-7E21-725E-A38A-C963CAFF752C}"/>
          </ac:spMkLst>
        </pc:spChg>
      </pc:sldChg>
    </pc:docChg>
  </pc:docChgLst>
  <pc:docChgLst>
    <pc:chgData name="Eve Lauren Davey" userId="S::eviedavey6_outlook.com#ext#@worldbankgroup.onmicrosoft.com::ae14ba05-11d6-4041-82d8-f2ed7e05eba3" providerId="AD" clId="Web-{EF4DC953-465D-8904-BEE2-64593554FEC1}"/>
    <pc:docChg chg="addSld delSld modSld">
      <pc:chgData name="Eve Lauren Davey" userId="S::eviedavey6_outlook.com#ext#@worldbankgroup.onmicrosoft.com::ae14ba05-11d6-4041-82d8-f2ed7e05eba3" providerId="AD" clId="Web-{EF4DC953-465D-8904-BEE2-64593554FEC1}" dt="2024-07-17T13:26:11.902" v="555" actId="20577"/>
      <pc:docMkLst>
        <pc:docMk/>
      </pc:docMkLst>
      <pc:sldChg chg="del">
        <pc:chgData name="Eve Lauren Davey" userId="S::eviedavey6_outlook.com#ext#@worldbankgroup.onmicrosoft.com::ae14ba05-11d6-4041-82d8-f2ed7e05eba3" providerId="AD" clId="Web-{EF4DC953-465D-8904-BEE2-64593554FEC1}" dt="2024-07-17T10:52:20.023" v="0"/>
        <pc:sldMkLst>
          <pc:docMk/>
          <pc:sldMk cId="0" sldId="256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2.133" v="2"/>
        <pc:sldMkLst>
          <pc:docMk/>
          <pc:sldMk cId="0" sldId="258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2.867" v="3"/>
        <pc:sldMkLst>
          <pc:docMk/>
          <pc:sldMk cId="0" sldId="259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3.648" v="4"/>
        <pc:sldMkLst>
          <pc:docMk/>
          <pc:sldMk cId="0" sldId="260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5.898" v="5"/>
        <pc:sldMkLst>
          <pc:docMk/>
          <pc:sldMk cId="0" sldId="261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7.586" v="6"/>
        <pc:sldMkLst>
          <pc:docMk/>
          <pc:sldMk cId="0" sldId="262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8.101" v="7"/>
        <pc:sldMkLst>
          <pc:docMk/>
          <pc:sldMk cId="0" sldId="263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9.133" v="8"/>
        <pc:sldMkLst>
          <pc:docMk/>
          <pc:sldMk cId="0" sldId="264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9.539" v="9"/>
        <pc:sldMkLst>
          <pc:docMk/>
          <pc:sldMk cId="0" sldId="265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0.883" v="10"/>
        <pc:sldMkLst>
          <pc:docMk/>
          <pc:sldMk cId="0" sldId="266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1.367" v="11"/>
        <pc:sldMkLst>
          <pc:docMk/>
          <pc:sldMk cId="0" sldId="267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1.680" v="12"/>
        <pc:sldMkLst>
          <pc:docMk/>
          <pc:sldMk cId="0" sldId="268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3.102" v="13"/>
        <pc:sldMkLst>
          <pc:docMk/>
          <pc:sldMk cId="0" sldId="269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3.711" v="14"/>
        <pc:sldMkLst>
          <pc:docMk/>
          <pc:sldMk cId="0" sldId="270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4.180" v="15"/>
        <pc:sldMkLst>
          <pc:docMk/>
          <pc:sldMk cId="0" sldId="271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4.727" v="16"/>
        <pc:sldMkLst>
          <pc:docMk/>
          <pc:sldMk cId="0" sldId="272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40.258" v="23"/>
        <pc:sldMkLst>
          <pc:docMk/>
          <pc:sldMk cId="0" sldId="273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9.774" v="22"/>
        <pc:sldMkLst>
          <pc:docMk/>
          <pc:sldMk cId="0" sldId="274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9.414" v="21"/>
        <pc:sldMkLst>
          <pc:docMk/>
          <pc:sldMk cId="0" sldId="275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9.055" v="20"/>
        <pc:sldMkLst>
          <pc:docMk/>
          <pc:sldMk cId="0" sldId="276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8.727" v="19"/>
        <pc:sldMkLst>
          <pc:docMk/>
          <pc:sldMk cId="0" sldId="277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8.180" v="18"/>
        <pc:sldMkLst>
          <pc:docMk/>
          <pc:sldMk cId="0" sldId="278"/>
        </pc:sldMkLst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37.774" v="17"/>
        <pc:sldMkLst>
          <pc:docMk/>
          <pc:sldMk cId="0" sldId="279"/>
        </pc:sldMkLst>
      </pc:sldChg>
      <pc:sldChg chg="modSp">
        <pc:chgData name="Eve Lauren Davey" userId="S::eviedavey6_outlook.com#ext#@worldbankgroup.onmicrosoft.com::ae14ba05-11d6-4041-82d8-f2ed7e05eba3" providerId="AD" clId="Web-{EF4DC953-465D-8904-BEE2-64593554FEC1}" dt="2024-07-17T12:19:33.444" v="390" actId="20577"/>
        <pc:sldMkLst>
          <pc:docMk/>
          <pc:sldMk cId="0" sldId="283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2:19:33.444" v="390" actId="20577"/>
          <ac:spMkLst>
            <pc:docMk/>
            <pc:sldMk cId="0" sldId="283"/>
            <ac:spMk id="159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EF4DC953-465D-8904-BEE2-64593554FEC1}" dt="2024-07-17T12:14:11.090" v="368" actId="20577"/>
        <pc:sldMkLst>
          <pc:docMk/>
          <pc:sldMk cId="0" sldId="284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2:13:38.636" v="346" actId="14100"/>
          <ac:spMkLst>
            <pc:docMk/>
            <pc:sldMk cId="0" sldId="284"/>
            <ac:spMk id="172" creationId="{00000000-0000-0000-0000-000000000000}"/>
          </ac:spMkLst>
        </pc:spChg>
        <pc:spChg chg="mod">
          <ac:chgData name="Eve Lauren Davey" userId="S::eviedavey6_outlook.com#ext#@worldbankgroup.onmicrosoft.com::ae14ba05-11d6-4041-82d8-f2ed7e05eba3" providerId="AD" clId="Web-{EF4DC953-465D-8904-BEE2-64593554FEC1}" dt="2024-07-17T12:14:11.090" v="368" actId="20577"/>
          <ac:spMkLst>
            <pc:docMk/>
            <pc:sldMk cId="0" sldId="284"/>
            <ac:spMk id="173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EF4DC953-465D-8904-BEE2-64593554FEC1}" dt="2024-07-17T12:14:54.013" v="371" actId="20577"/>
        <pc:sldMkLst>
          <pc:docMk/>
          <pc:sldMk cId="0" sldId="285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2:14:54.013" v="371" actId="20577"/>
          <ac:spMkLst>
            <pc:docMk/>
            <pc:sldMk cId="0" sldId="285"/>
            <ac:spMk id="181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EF4DC953-465D-8904-BEE2-64593554FEC1}" dt="2024-07-17T13:26:11.902" v="555" actId="20577"/>
        <pc:sldMkLst>
          <pc:docMk/>
          <pc:sldMk cId="0" sldId="286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3:26:11.902" v="555" actId="20577"/>
          <ac:spMkLst>
            <pc:docMk/>
            <pc:sldMk cId="0" sldId="286"/>
            <ac:spMk id="190" creationId="{00000000-0000-0000-0000-000000000000}"/>
          </ac:spMkLst>
        </pc:spChg>
        <pc:spChg chg="mod">
          <ac:chgData name="Eve Lauren Davey" userId="S::eviedavey6_outlook.com#ext#@worldbankgroup.onmicrosoft.com::ae14ba05-11d6-4041-82d8-f2ed7e05eba3" providerId="AD" clId="Web-{EF4DC953-465D-8904-BEE2-64593554FEC1}" dt="2024-07-17T13:25:18.870" v="552" actId="20577"/>
          <ac:spMkLst>
            <pc:docMk/>
            <pc:sldMk cId="0" sldId="286"/>
            <ac:spMk id="192" creationId="{00000000-0000-0000-0000-000000000000}"/>
          </ac:spMkLst>
        </pc:spChg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2:17:34.159" v="377"/>
        <pc:sldMkLst>
          <pc:docMk/>
          <pc:sldMk cId="0" sldId="287"/>
        </pc:sldMkLst>
      </pc:sldChg>
      <pc:sldChg chg="modSp">
        <pc:chgData name="Eve Lauren Davey" userId="S::eviedavey6_outlook.com#ext#@worldbankgroup.onmicrosoft.com::ae14ba05-11d6-4041-82d8-f2ed7e05eba3" providerId="AD" clId="Web-{EF4DC953-465D-8904-BEE2-64593554FEC1}" dt="2024-07-17T12:18:24.910" v="383" actId="20577"/>
        <pc:sldMkLst>
          <pc:docMk/>
          <pc:sldMk cId="0" sldId="288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2:18:24.910" v="383" actId="20577"/>
          <ac:spMkLst>
            <pc:docMk/>
            <pc:sldMk cId="0" sldId="288"/>
            <ac:spMk id="208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EF4DC953-465D-8904-BEE2-64593554FEC1}" dt="2024-07-17T12:11:19.460" v="342" actId="20577"/>
        <pc:sldMkLst>
          <pc:docMk/>
          <pc:sldMk cId="0" sldId="289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2:11:19.460" v="342" actId="20577"/>
          <ac:spMkLst>
            <pc:docMk/>
            <pc:sldMk cId="0" sldId="289"/>
            <ac:spMk id="217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EF4DC953-465D-8904-BEE2-64593554FEC1}" dt="2024-07-17T13:24:56.588" v="550" actId="20577"/>
        <pc:sldMkLst>
          <pc:docMk/>
          <pc:sldMk cId="0" sldId="290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3:24:56.588" v="550" actId="20577"/>
          <ac:spMkLst>
            <pc:docMk/>
            <pc:sldMk cId="0" sldId="290"/>
            <ac:spMk id="225" creationId="{00000000-0000-0000-0000-000000000000}"/>
          </ac:spMkLst>
        </pc:spChg>
        <pc:spChg chg="mod">
          <ac:chgData name="Eve Lauren Davey" userId="S::eviedavey6_outlook.com#ext#@worldbankgroup.onmicrosoft.com::ae14ba05-11d6-4041-82d8-f2ed7e05eba3" providerId="AD" clId="Web-{EF4DC953-465D-8904-BEE2-64593554FEC1}" dt="2024-07-17T13:14:12.164" v="533" actId="20577"/>
          <ac:spMkLst>
            <pc:docMk/>
            <pc:sldMk cId="0" sldId="290"/>
            <ac:spMk id="226" creationId="{00000000-0000-0000-0000-000000000000}"/>
          </ac:spMkLst>
        </pc:spChg>
      </pc:sldChg>
      <pc:sldChg chg="del">
        <pc:chgData name="Eve Lauren Davey" userId="S::eviedavey6_outlook.com#ext#@worldbankgroup.onmicrosoft.com::ae14ba05-11d6-4041-82d8-f2ed7e05eba3" providerId="AD" clId="Web-{EF4DC953-465D-8904-BEE2-64593554FEC1}" dt="2024-07-17T10:52:21.633" v="1"/>
        <pc:sldMkLst>
          <pc:docMk/>
          <pc:sldMk cId="819423927" sldId="291"/>
        </pc:sldMkLst>
      </pc:sldChg>
      <pc:sldChg chg="addSp delSp modSp mod modClrScheme chgLayout">
        <pc:chgData name="Eve Lauren Davey" userId="S::eviedavey6_outlook.com#ext#@worldbankgroup.onmicrosoft.com::ae14ba05-11d6-4041-82d8-f2ed7e05eba3" providerId="AD" clId="Web-{EF4DC953-465D-8904-BEE2-64593554FEC1}" dt="2024-07-17T13:25:04.307" v="551" actId="14100"/>
        <pc:sldMkLst>
          <pc:docMk/>
          <pc:sldMk cId="4242768165" sldId="292"/>
        </pc:sldMkLst>
        <pc:spChg chg="add del mod ord">
          <ac:chgData name="Eve Lauren Davey" userId="S::eviedavey6_outlook.com#ext#@worldbankgroup.onmicrosoft.com::ae14ba05-11d6-4041-82d8-f2ed7e05eba3" providerId="AD" clId="Web-{EF4DC953-465D-8904-BEE2-64593554FEC1}" dt="2024-07-17T10:57:56.330" v="27"/>
          <ac:spMkLst>
            <pc:docMk/>
            <pc:sldMk cId="4242768165" sldId="292"/>
            <ac:spMk id="2" creationId="{ACB21673-DF7F-2D9C-0CE1-FB22170CE19B}"/>
          </ac:spMkLst>
        </pc:spChg>
        <pc:spChg chg="mod ord">
          <ac:chgData name="Eve Lauren Davey" userId="S::eviedavey6_outlook.com#ext#@worldbankgroup.onmicrosoft.com::ae14ba05-11d6-4041-82d8-f2ed7e05eba3" providerId="AD" clId="Web-{EF4DC953-465D-8904-BEE2-64593554FEC1}" dt="2024-07-17T10:57:56.330" v="27"/>
          <ac:spMkLst>
            <pc:docMk/>
            <pc:sldMk cId="4242768165" sldId="292"/>
            <ac:spMk id="4" creationId="{A3DE3F10-64AD-923E-99BC-9C2B43F906A4}"/>
          </ac:spMkLst>
        </pc:spChg>
        <pc:spChg chg="add mod">
          <ac:chgData name="Eve Lauren Davey" userId="S::eviedavey6_outlook.com#ext#@worldbankgroup.onmicrosoft.com::ae14ba05-11d6-4041-82d8-f2ed7e05eba3" providerId="AD" clId="Web-{EF4DC953-465D-8904-BEE2-64593554FEC1}" dt="2024-07-17T13:25:04.307" v="551" actId="14100"/>
          <ac:spMkLst>
            <pc:docMk/>
            <pc:sldMk cId="4242768165" sldId="292"/>
            <ac:spMk id="5" creationId="{81CC79D8-267D-9D96-9B6D-6C34CF244CF2}"/>
          </ac:spMkLst>
        </pc:spChg>
        <pc:spChg chg="add del mod">
          <ac:chgData name="Eve Lauren Davey" userId="S::eviedavey6_outlook.com#ext#@worldbankgroup.onmicrosoft.com::ae14ba05-11d6-4041-82d8-f2ed7e05eba3" providerId="AD" clId="Web-{EF4DC953-465D-8904-BEE2-64593554FEC1}" dt="2024-07-17T10:58:29.206" v="34"/>
          <ac:spMkLst>
            <pc:docMk/>
            <pc:sldMk cId="4242768165" sldId="292"/>
            <ac:spMk id="5" creationId="{D30A2F7B-B683-595B-6B97-D98DE5D96A9D}"/>
          </ac:spMkLst>
        </pc:spChg>
        <pc:spChg chg="add del mod">
          <ac:chgData name="Eve Lauren Davey" userId="S::eviedavey6_outlook.com#ext#@worldbankgroup.onmicrosoft.com::ae14ba05-11d6-4041-82d8-f2ed7e05eba3" providerId="AD" clId="Web-{EF4DC953-465D-8904-BEE2-64593554FEC1}" dt="2024-07-17T12:04:30.462" v="285"/>
          <ac:spMkLst>
            <pc:docMk/>
            <pc:sldMk cId="4242768165" sldId="292"/>
            <ac:spMk id="6" creationId="{A44CF0E1-B378-C9E1-48D8-7FCDEE840A65}"/>
          </ac:spMkLst>
        </pc:spChg>
        <pc:spChg chg="add del">
          <ac:chgData name="Eve Lauren Davey" userId="S::eviedavey6_outlook.com#ext#@worldbankgroup.onmicrosoft.com::ae14ba05-11d6-4041-82d8-f2ed7e05eba3" providerId="AD" clId="Web-{EF4DC953-465D-8904-BEE2-64593554FEC1}" dt="2024-07-17T10:58:26.831" v="31"/>
          <ac:spMkLst>
            <pc:docMk/>
            <pc:sldMk cId="4242768165" sldId="292"/>
            <ac:spMk id="7" creationId="{0A09D93D-70FF-50C9-98F0-BCDE4A9A95F4}"/>
          </ac:spMkLst>
        </pc:spChg>
        <pc:spChg chg="add del mod">
          <ac:chgData name="Eve Lauren Davey" userId="S::eviedavey6_outlook.com#ext#@worldbankgroup.onmicrosoft.com::ae14ba05-11d6-4041-82d8-f2ed7e05eba3" providerId="AD" clId="Web-{EF4DC953-465D-8904-BEE2-64593554FEC1}" dt="2024-07-17T12:04:27.462" v="281"/>
          <ac:spMkLst>
            <pc:docMk/>
            <pc:sldMk cId="4242768165" sldId="292"/>
            <ac:spMk id="9" creationId="{453153DE-8CE2-320B-AFDC-BC8F7E98FF3D}"/>
          </ac:spMkLst>
        </pc:spChg>
        <pc:picChg chg="add mod">
          <ac:chgData name="Eve Lauren Davey" userId="S::eviedavey6_outlook.com#ext#@worldbankgroup.onmicrosoft.com::ae14ba05-11d6-4041-82d8-f2ed7e05eba3" providerId="AD" clId="Web-{EF4DC953-465D-8904-BEE2-64593554FEC1}" dt="2024-07-17T13:09:17.921" v="518" actId="14100"/>
          <ac:picMkLst>
            <pc:docMk/>
            <pc:sldMk cId="4242768165" sldId="292"/>
            <ac:picMk id="2" creationId="{AF613C7F-620A-E51D-4926-C2AFB5CF5423}"/>
          </ac:picMkLst>
        </pc:picChg>
        <pc:picChg chg="add del mod">
          <ac:chgData name="Eve Lauren Davey" userId="S::eviedavey6_outlook.com#ext#@worldbankgroup.onmicrosoft.com::ae14ba05-11d6-4041-82d8-f2ed7e05eba3" providerId="AD" clId="Web-{EF4DC953-465D-8904-BEE2-64593554FEC1}" dt="2024-07-17T12:05:11.057" v="291"/>
          <ac:picMkLst>
            <pc:docMk/>
            <pc:sldMk cId="4242768165" sldId="292"/>
            <ac:picMk id="2" creationId="{ED9FB8B7-175C-40FE-D37C-B5281FE76C47}"/>
          </ac:picMkLst>
        </pc:picChg>
        <pc:picChg chg="add mod">
          <ac:chgData name="Eve Lauren Davey" userId="S::eviedavey6_outlook.com#ext#@worldbankgroup.onmicrosoft.com::ae14ba05-11d6-4041-82d8-f2ed7e05eba3" providerId="AD" clId="Web-{EF4DC953-465D-8904-BEE2-64593554FEC1}" dt="2024-07-17T13:09:41.016" v="525" actId="14100"/>
          <ac:picMkLst>
            <pc:docMk/>
            <pc:sldMk cId="4242768165" sldId="292"/>
            <ac:picMk id="3" creationId="{CCC7368A-4EB8-E435-D61E-A48EB351A7BC}"/>
          </ac:picMkLst>
        </pc:picChg>
        <pc:picChg chg="add del mod">
          <ac:chgData name="Eve Lauren Davey" userId="S::eviedavey6_outlook.com#ext#@worldbankgroup.onmicrosoft.com::ae14ba05-11d6-4041-82d8-f2ed7e05eba3" providerId="AD" clId="Web-{EF4DC953-465D-8904-BEE2-64593554FEC1}" dt="2024-07-17T13:09:17.968" v="519"/>
          <ac:picMkLst>
            <pc:docMk/>
            <pc:sldMk cId="4242768165" sldId="292"/>
            <ac:picMk id="7" creationId="{066A94F3-9B0E-1AA0-62F1-9F37B33B6569}"/>
          </ac:picMkLst>
        </pc:picChg>
        <pc:picChg chg="del mod ord">
          <ac:chgData name="Eve Lauren Davey" userId="S::eviedavey6_outlook.com#ext#@worldbankgroup.onmicrosoft.com::ae14ba05-11d6-4041-82d8-f2ed7e05eba3" providerId="AD" clId="Web-{EF4DC953-465D-8904-BEE2-64593554FEC1}" dt="2024-07-17T12:03:35.867" v="261"/>
          <ac:picMkLst>
            <pc:docMk/>
            <pc:sldMk cId="4242768165" sldId="292"/>
            <ac:picMk id="12" creationId="{1AB7FC1B-7FCA-7EF9-7ADE-FEABB4A84D2C}"/>
          </ac:picMkLst>
        </pc:picChg>
      </pc:sldChg>
      <pc:sldChg chg="addSp modSp new">
        <pc:chgData name="Eve Lauren Davey" userId="S::eviedavey6_outlook.com#ext#@worldbankgroup.onmicrosoft.com::ae14ba05-11d6-4041-82d8-f2ed7e05eba3" providerId="AD" clId="Web-{EF4DC953-465D-8904-BEE2-64593554FEC1}" dt="2024-07-17T12:09:58.660" v="336" actId="20577"/>
        <pc:sldMkLst>
          <pc:docMk/>
          <pc:sldMk cId="2767627066" sldId="293"/>
        </pc:sldMkLst>
        <pc:spChg chg="mod">
          <ac:chgData name="Eve Lauren Davey" userId="S::eviedavey6_outlook.com#ext#@worldbankgroup.onmicrosoft.com::ae14ba05-11d6-4041-82d8-f2ed7e05eba3" providerId="AD" clId="Web-{EF4DC953-465D-8904-BEE2-64593554FEC1}" dt="2024-07-17T12:09:58.660" v="336" actId="20577"/>
          <ac:spMkLst>
            <pc:docMk/>
            <pc:sldMk cId="2767627066" sldId="293"/>
            <ac:spMk id="2" creationId="{0C46D7AB-9759-E4BA-EF14-0F4FE903C98A}"/>
          </ac:spMkLst>
        </pc:spChg>
        <pc:spChg chg="mod">
          <ac:chgData name="Eve Lauren Davey" userId="S::eviedavey6_outlook.com#ext#@worldbankgroup.onmicrosoft.com::ae14ba05-11d6-4041-82d8-f2ed7e05eba3" providerId="AD" clId="Web-{EF4DC953-465D-8904-BEE2-64593554FEC1}" dt="2024-07-17T12:05:28.074" v="301" actId="20577"/>
          <ac:spMkLst>
            <pc:docMk/>
            <pc:sldMk cId="2767627066" sldId="293"/>
            <ac:spMk id="3" creationId="{36E0E87E-EE26-CCD1-9B37-DA65DBCEF6A1}"/>
          </ac:spMkLst>
        </pc:spChg>
        <pc:picChg chg="add mod">
          <ac:chgData name="Eve Lauren Davey" userId="S::eviedavey6_outlook.com#ext#@worldbankgroup.onmicrosoft.com::ae14ba05-11d6-4041-82d8-f2ed7e05eba3" providerId="AD" clId="Web-{EF4DC953-465D-8904-BEE2-64593554FEC1}" dt="2024-07-17T12:03:40.242" v="263" actId="1076"/>
          <ac:picMkLst>
            <pc:docMk/>
            <pc:sldMk cId="2767627066" sldId="293"/>
            <ac:picMk id="4" creationId="{6BDCB024-35BA-35F5-C8AD-C1BBA7508917}"/>
          </ac:picMkLst>
        </pc:picChg>
      </pc:sldChg>
    </pc:docChg>
  </pc:docChgLst>
  <pc:docChgLst>
    <pc:chgData name="Eve Lauren Davey" userId="S::eviedavey6_outlook.com#ext#@worldbankgroup.onmicrosoft.com::ae14ba05-11d6-4041-82d8-f2ed7e05eba3" providerId="AD" clId="Web-{5001E3C5-8A2B-B3D0-3D7F-2827C4DD3115}"/>
    <pc:docChg chg="addSld delSld modSld">
      <pc:chgData name="Eve Lauren Davey" userId="S::eviedavey6_outlook.com#ext#@worldbankgroup.onmicrosoft.com::ae14ba05-11d6-4041-82d8-f2ed7e05eba3" providerId="AD" clId="Web-{5001E3C5-8A2B-B3D0-3D7F-2827C4DD3115}" dt="2024-07-15T15:13:55.668" v="153" actId="1076"/>
      <pc:docMkLst>
        <pc:docMk/>
      </pc:docMkLst>
      <pc:sldChg chg="addSp modSp del mod setBg">
        <pc:chgData name="Eve Lauren Davey" userId="S::eviedavey6_outlook.com#ext#@worldbankgroup.onmicrosoft.com::ae14ba05-11d6-4041-82d8-f2ed7e05eba3" providerId="AD" clId="Web-{5001E3C5-8A2B-B3D0-3D7F-2827C4DD3115}" dt="2024-07-15T14:57:09.730" v="86"/>
        <pc:sldMkLst>
          <pc:docMk/>
          <pc:sldMk cId="0" sldId="257"/>
        </pc:sldMkLst>
        <pc:spChg chg="mod">
          <ac:chgData name="Eve Lauren Davey" userId="S::eviedavey6_outlook.com#ext#@worldbankgroup.onmicrosoft.com::ae14ba05-11d6-4041-82d8-f2ed7e05eba3" providerId="AD" clId="Web-{5001E3C5-8A2B-B3D0-3D7F-2827C4DD3115}" dt="2024-07-15T14:54:17.537" v="45" actId="20577"/>
          <ac:spMkLst>
            <pc:docMk/>
            <pc:sldMk cId="0" sldId="257"/>
            <ac:spMk id="3" creationId="{8BDEB167-57B8-80AF-ED2B-02999405069B}"/>
          </ac:spMkLst>
        </pc:spChg>
        <pc:spChg chg="mod">
          <ac:chgData name="Eve Lauren Davey" userId="S::eviedavey6_outlook.com#ext#@worldbankgroup.onmicrosoft.com::ae14ba05-11d6-4041-82d8-f2ed7e05eba3" providerId="AD" clId="Web-{5001E3C5-8A2B-B3D0-3D7F-2827C4DD3115}" dt="2024-07-15T14:55:24.977" v="59" actId="14100"/>
          <ac:spMkLst>
            <pc:docMk/>
            <pc:sldMk cId="0" sldId="257"/>
            <ac:spMk id="393" creationId="{00000000-0000-0000-0000-000000000000}"/>
          </ac:spMkLst>
        </pc:spChg>
        <pc:picChg chg="add mod ord modCrop">
          <ac:chgData name="Eve Lauren Davey" userId="S::eviedavey6_outlook.com#ext#@worldbankgroup.onmicrosoft.com::ae14ba05-11d6-4041-82d8-f2ed7e05eba3" providerId="AD" clId="Web-{5001E3C5-8A2B-B3D0-3D7F-2827C4DD3115}" dt="2024-07-15T14:56:11.009" v="68"/>
          <ac:picMkLst>
            <pc:docMk/>
            <pc:sldMk cId="0" sldId="257"/>
            <ac:picMk id="2" creationId="{9BEE6ECA-4AFA-167E-014C-2836D5D41022}"/>
          </ac:picMkLst>
        </pc:picChg>
      </pc:sldChg>
      <pc:sldChg chg="modSp">
        <pc:chgData name="Eve Lauren Davey" userId="S::eviedavey6_outlook.com#ext#@worldbankgroup.onmicrosoft.com::ae14ba05-11d6-4041-82d8-f2ed7e05eba3" providerId="AD" clId="Web-{5001E3C5-8A2B-B3D0-3D7F-2827C4DD3115}" dt="2024-07-15T15:04:21.478" v="118" actId="14100"/>
        <pc:sldMkLst>
          <pc:docMk/>
          <pc:sldMk cId="0" sldId="284"/>
        </pc:sldMkLst>
        <pc:spChg chg="mod">
          <ac:chgData name="Eve Lauren Davey" userId="S::eviedavey6_outlook.com#ext#@worldbankgroup.onmicrosoft.com::ae14ba05-11d6-4041-82d8-f2ed7e05eba3" providerId="AD" clId="Web-{5001E3C5-8A2B-B3D0-3D7F-2827C4DD3115}" dt="2024-07-15T15:04:21.478" v="118" actId="14100"/>
          <ac:spMkLst>
            <pc:docMk/>
            <pc:sldMk cId="0" sldId="284"/>
            <ac:spMk id="172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5001E3C5-8A2B-B3D0-3D7F-2827C4DD3115}" dt="2024-07-15T15:04:40.322" v="119" actId="14100"/>
        <pc:sldMkLst>
          <pc:docMk/>
          <pc:sldMk cId="0" sldId="287"/>
        </pc:sldMkLst>
        <pc:spChg chg="mod">
          <ac:chgData name="Eve Lauren Davey" userId="S::eviedavey6_outlook.com#ext#@worldbankgroup.onmicrosoft.com::ae14ba05-11d6-4041-82d8-f2ed7e05eba3" providerId="AD" clId="Web-{5001E3C5-8A2B-B3D0-3D7F-2827C4DD3115}" dt="2024-07-15T15:04:40.322" v="119" actId="14100"/>
          <ac:spMkLst>
            <pc:docMk/>
            <pc:sldMk cId="0" sldId="287"/>
            <ac:spMk id="200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5001E3C5-8A2B-B3D0-3D7F-2827C4DD3115}" dt="2024-07-15T15:05:40.105" v="136" actId="20577"/>
        <pc:sldMkLst>
          <pc:docMk/>
          <pc:sldMk cId="0" sldId="290"/>
        </pc:sldMkLst>
        <pc:spChg chg="mod">
          <ac:chgData name="Eve Lauren Davey" userId="S::eviedavey6_outlook.com#ext#@worldbankgroup.onmicrosoft.com::ae14ba05-11d6-4041-82d8-f2ed7e05eba3" providerId="AD" clId="Web-{5001E3C5-8A2B-B3D0-3D7F-2827C4DD3115}" dt="2024-07-15T15:05:40.105" v="136" actId="20577"/>
          <ac:spMkLst>
            <pc:docMk/>
            <pc:sldMk cId="0" sldId="290"/>
            <ac:spMk id="225" creationId="{00000000-0000-0000-0000-000000000000}"/>
          </ac:spMkLst>
        </pc:spChg>
      </pc:sldChg>
      <pc:sldChg chg="addSp modSp new">
        <pc:chgData name="Eve Lauren Davey" userId="S::eviedavey6_outlook.com#ext#@worldbankgroup.onmicrosoft.com::ae14ba05-11d6-4041-82d8-f2ed7e05eba3" providerId="AD" clId="Web-{5001E3C5-8A2B-B3D0-3D7F-2827C4DD3115}" dt="2024-07-15T15:03:53.899" v="117" actId="20577"/>
        <pc:sldMkLst>
          <pc:docMk/>
          <pc:sldMk cId="819423927" sldId="291"/>
        </pc:sldMkLst>
        <pc:spChg chg="mod">
          <ac:chgData name="Eve Lauren Davey" userId="S::eviedavey6_outlook.com#ext#@worldbankgroup.onmicrosoft.com::ae14ba05-11d6-4041-82d8-f2ed7e05eba3" providerId="AD" clId="Web-{5001E3C5-8A2B-B3D0-3D7F-2827C4DD3115}" dt="2024-07-15T15:03:53.899" v="117" actId="20577"/>
          <ac:spMkLst>
            <pc:docMk/>
            <pc:sldMk cId="819423927" sldId="291"/>
            <ac:spMk id="2" creationId="{70931553-B30E-92AC-7A7F-7569D84F844A}"/>
          </ac:spMkLst>
        </pc:spChg>
        <pc:spChg chg="mod">
          <ac:chgData name="Eve Lauren Davey" userId="S::eviedavey6_outlook.com#ext#@worldbankgroup.onmicrosoft.com::ae14ba05-11d6-4041-82d8-f2ed7e05eba3" providerId="AD" clId="Web-{5001E3C5-8A2B-B3D0-3D7F-2827C4DD3115}" dt="2024-07-15T15:03:31.664" v="116" actId="20577"/>
          <ac:spMkLst>
            <pc:docMk/>
            <pc:sldMk cId="819423927" sldId="291"/>
            <ac:spMk id="3" creationId="{81F037E7-082F-16AD-6D3B-8303373ED944}"/>
          </ac:spMkLst>
        </pc:spChg>
        <pc:picChg chg="add mod ord modCrop">
          <ac:chgData name="Eve Lauren Davey" userId="S::eviedavey6_outlook.com#ext#@worldbankgroup.onmicrosoft.com::ae14ba05-11d6-4041-82d8-f2ed7e05eba3" providerId="AD" clId="Web-{5001E3C5-8A2B-B3D0-3D7F-2827C4DD3115}" dt="2024-07-15T15:03:23.820" v="114"/>
          <ac:picMkLst>
            <pc:docMk/>
            <pc:sldMk cId="819423927" sldId="291"/>
            <ac:picMk id="4" creationId="{BDF5E48E-8255-AF8B-0941-951E23925ED0}"/>
          </ac:picMkLst>
        </pc:picChg>
      </pc:sldChg>
      <pc:sldChg chg="addSp delSp modSp new">
        <pc:chgData name="Eve Lauren Davey" userId="S::eviedavey6_outlook.com#ext#@worldbankgroup.onmicrosoft.com::ae14ba05-11d6-4041-82d8-f2ed7e05eba3" providerId="AD" clId="Web-{5001E3C5-8A2B-B3D0-3D7F-2827C4DD3115}" dt="2024-07-15T15:13:55.668" v="153" actId="1076"/>
        <pc:sldMkLst>
          <pc:docMk/>
          <pc:sldMk cId="4242768165" sldId="292"/>
        </pc:sldMkLst>
        <pc:spChg chg="add del">
          <ac:chgData name="Eve Lauren Davey" userId="S::eviedavey6_outlook.com#ext#@worldbankgroup.onmicrosoft.com::ae14ba05-11d6-4041-82d8-f2ed7e05eba3" providerId="AD" clId="Web-{5001E3C5-8A2B-B3D0-3D7F-2827C4DD3115}" dt="2024-07-15T15:13:47.886" v="150"/>
          <ac:spMkLst>
            <pc:docMk/>
            <pc:sldMk cId="4242768165" sldId="292"/>
            <ac:spMk id="2" creationId="{2A444EBD-A134-AA18-9341-1D82A52CE165}"/>
          </ac:spMkLst>
        </pc:spChg>
        <pc:spChg chg="del">
          <ac:chgData name="Eve Lauren Davey" userId="S::eviedavey6_outlook.com#ext#@worldbankgroup.onmicrosoft.com::ae14ba05-11d6-4041-82d8-f2ed7e05eba3" providerId="AD" clId="Web-{5001E3C5-8A2B-B3D0-3D7F-2827C4DD3115}" dt="2024-07-15T15:13:49.230" v="151"/>
          <ac:spMkLst>
            <pc:docMk/>
            <pc:sldMk cId="4242768165" sldId="292"/>
            <ac:spMk id="3" creationId="{FE0E4817-7809-CAA3-5B90-0F5776FCCBE9}"/>
          </ac:spMkLst>
        </pc:spChg>
        <pc:spChg chg="mod">
          <ac:chgData name="Eve Lauren Davey" userId="S::eviedavey6_outlook.com#ext#@worldbankgroup.onmicrosoft.com::ae14ba05-11d6-4041-82d8-f2ed7e05eba3" providerId="AD" clId="Web-{5001E3C5-8A2B-B3D0-3D7F-2827C4DD3115}" dt="2024-07-15T15:09:41.254" v="147" actId="20577"/>
          <ac:spMkLst>
            <pc:docMk/>
            <pc:sldMk cId="4242768165" sldId="292"/>
            <ac:spMk id="4" creationId="{A3DE3F10-64AD-923E-99BC-9C2B43F906A4}"/>
          </ac:spMkLst>
        </pc:spChg>
        <pc:graphicFrameChg chg="add del mod ord modGraphic">
          <ac:chgData name="Eve Lauren Davey" userId="S::eviedavey6_outlook.com#ext#@worldbankgroup.onmicrosoft.com::ae14ba05-11d6-4041-82d8-f2ed7e05eba3" providerId="AD" clId="Web-{5001E3C5-8A2B-B3D0-3D7F-2827C4DD3115}" dt="2024-07-15T15:12:11.665" v="149"/>
          <ac:graphicFrameMkLst>
            <pc:docMk/>
            <pc:sldMk cId="4242768165" sldId="292"/>
            <ac:graphicFrameMk id="5" creationId="{74A50023-5B7F-1260-278A-2E076196CFED}"/>
          </ac:graphicFrameMkLst>
        </pc:graphicFrameChg>
        <pc:picChg chg="add mod ord">
          <ac:chgData name="Eve Lauren Davey" userId="S::eviedavey6_outlook.com#ext#@worldbankgroup.onmicrosoft.com::ae14ba05-11d6-4041-82d8-f2ed7e05eba3" providerId="AD" clId="Web-{5001E3C5-8A2B-B3D0-3D7F-2827C4DD3115}" dt="2024-07-15T15:13:55.668" v="153" actId="1076"/>
          <ac:picMkLst>
            <pc:docMk/>
            <pc:sldMk cId="4242768165" sldId="292"/>
            <ac:picMk id="12" creationId="{1AB7FC1B-7FCA-7EF9-7ADE-FEABB4A84D2C}"/>
          </ac:picMkLst>
        </pc:picChg>
      </pc:sldChg>
    </pc:docChg>
  </pc:docChgLst>
  <pc:docChgLst>
    <pc:chgData name="Stephen John Stretton" userId="S::sstretton@worldbank.org::da8c780b-1aa2-4e36-94fb-871dc8111504" providerId="AD" clId="Web-{C5627623-3706-A56A-5B53-82305DE072EC}"/>
    <pc:docChg chg="modSld">
      <pc:chgData name="Stephen John Stretton" userId="S::sstretton@worldbank.org::da8c780b-1aa2-4e36-94fb-871dc8111504" providerId="AD" clId="Web-{C5627623-3706-A56A-5B53-82305DE072EC}" dt="2024-07-17T14:59:44.685" v="158" actId="20577"/>
      <pc:docMkLst>
        <pc:docMk/>
      </pc:docMkLst>
      <pc:sldChg chg="modSp">
        <pc:chgData name="Stephen John Stretton" userId="S::sstretton@worldbank.org::da8c780b-1aa2-4e36-94fb-871dc8111504" providerId="AD" clId="Web-{C5627623-3706-A56A-5B53-82305DE072EC}" dt="2024-07-17T14:59:44.685" v="158" actId="20577"/>
        <pc:sldMkLst>
          <pc:docMk/>
          <pc:sldMk cId="1268964146" sldId="294"/>
        </pc:sldMkLst>
        <pc:spChg chg="mod">
          <ac:chgData name="Stephen John Stretton" userId="S::sstretton@worldbank.org::da8c780b-1aa2-4e36-94fb-871dc8111504" providerId="AD" clId="Web-{C5627623-3706-A56A-5B53-82305DE072EC}" dt="2024-07-17T14:59:44.685" v="158" actId="20577"/>
          <ac:spMkLst>
            <pc:docMk/>
            <pc:sldMk cId="1268964146" sldId="294"/>
            <ac:spMk id="3" creationId="{11B96BB5-2C2B-9603-1484-E04EAF729BE2}"/>
          </ac:spMkLst>
        </pc:spChg>
      </pc:sldChg>
    </pc:docChg>
  </pc:docChgLst>
  <pc:docChgLst>
    <pc:chgData name="Eve Lauren Davey" userId="S::eviedavey6_outlook.com#ext#@worldbankgroup.onmicrosoft.com::ae14ba05-11d6-4041-82d8-f2ed7e05eba3" providerId="AD" clId="Web-{90CC4C8B-FC1C-2121-7A71-C88F3344199A}"/>
    <pc:docChg chg="modSld">
      <pc:chgData name="Eve Lauren Davey" userId="S::eviedavey6_outlook.com#ext#@worldbankgroup.onmicrosoft.com::ae14ba05-11d6-4041-82d8-f2ed7e05eba3" providerId="AD" clId="Web-{90CC4C8B-FC1C-2121-7A71-C88F3344199A}" dt="2024-07-15T10:39:41.733" v="13" actId="20577"/>
      <pc:docMkLst>
        <pc:docMk/>
      </pc:docMkLst>
      <pc:sldChg chg="modSp">
        <pc:chgData name="Eve Lauren Davey" userId="S::eviedavey6_outlook.com#ext#@worldbankgroup.onmicrosoft.com::ae14ba05-11d6-4041-82d8-f2ed7e05eba3" providerId="AD" clId="Web-{90CC4C8B-FC1C-2121-7A71-C88F3344199A}" dt="2024-07-15T10:39:23.889" v="11" actId="20577"/>
        <pc:sldMkLst>
          <pc:docMk/>
          <pc:sldMk cId="0" sldId="257"/>
        </pc:sldMkLst>
        <pc:spChg chg="mod">
          <ac:chgData name="Eve Lauren Davey" userId="S::eviedavey6_outlook.com#ext#@worldbankgroup.onmicrosoft.com::ae14ba05-11d6-4041-82d8-f2ed7e05eba3" providerId="AD" clId="Web-{90CC4C8B-FC1C-2121-7A71-C88F3344199A}" dt="2024-07-15T10:39:23.889" v="11" actId="20577"/>
          <ac:spMkLst>
            <pc:docMk/>
            <pc:sldMk cId="0" sldId="257"/>
            <ac:spMk id="393" creationId="{00000000-0000-0000-0000-000000000000}"/>
          </ac:spMkLst>
        </pc:spChg>
      </pc:sldChg>
      <pc:sldChg chg="modSp">
        <pc:chgData name="Eve Lauren Davey" userId="S::eviedavey6_outlook.com#ext#@worldbankgroup.onmicrosoft.com::ae14ba05-11d6-4041-82d8-f2ed7e05eba3" providerId="AD" clId="Web-{90CC4C8B-FC1C-2121-7A71-C88F3344199A}" dt="2024-07-15T10:39:41.733" v="13" actId="20577"/>
        <pc:sldMkLst>
          <pc:docMk/>
          <pc:sldMk cId="0" sldId="259"/>
        </pc:sldMkLst>
        <pc:spChg chg="mod">
          <ac:chgData name="Eve Lauren Davey" userId="S::eviedavey6_outlook.com#ext#@worldbankgroup.onmicrosoft.com::ae14ba05-11d6-4041-82d8-f2ed7e05eba3" providerId="AD" clId="Web-{90CC4C8B-FC1C-2121-7A71-C88F3344199A}" dt="2024-07-15T10:39:41.733" v="13" actId="20577"/>
          <ac:spMkLst>
            <pc:docMk/>
            <pc:sldMk cId="0" sldId="259"/>
            <ac:spMk id="40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cfb641d87b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cfb641d87b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459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b4f9869af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2db4f9869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bbb9d44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dbbb9d4441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2dbbb9d4441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dbd9dc211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dbd9dc211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g2dbd9dc2110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be69a8af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dbe69a8af1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dbe69a8af1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dbbb9d444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dbbb9d4441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g2dbbb9d4441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be69a8af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be69a8af1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2dbe69a8af1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1"/>
            <a:ext cx="12192000" cy="4479924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lIns="0" tIns="0" rIns="0" bIns="0"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2536694"/>
            <a:ext cx="10955383" cy="1066818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EEF29-1660-B535-28CA-CDB76C2A9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308" y="3610452"/>
            <a:ext cx="10955383" cy="49129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DAEFB8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448157"/>
            <a:ext cx="12192000" cy="8309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0" name="Text Placeholder 331">
            <a:extLst>
              <a:ext uri="{FF2B5EF4-FFF2-40B4-BE49-F238E27FC236}">
                <a16:creationId xmlns:a16="http://schemas.microsoft.com/office/drawing/2014/main" id="{07F963C1-B46B-E73C-0D6F-78ACDC434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8062" y="5247968"/>
            <a:ext cx="3885629" cy="109393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r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Tx/>
              <a:buNone/>
              <a:tabLst/>
              <a:defRPr sz="1600" b="0" i="0" baseline="0">
                <a:solidFill>
                  <a:schemeClr val="tx1"/>
                </a:solidFill>
                <a:latin typeface="Aptos Light" panose="020B0004020202020204" pitchFamily="34" charset="0"/>
                <a:cs typeface="Arial"/>
              </a:defRPr>
            </a:lvl1pPr>
            <a:lvl2pPr marL="0" marR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 typeface="Wingdings" charset="0"/>
              <a:buNone/>
              <a:tabLst/>
              <a:defRPr sz="1600" b="0" i="0">
                <a:solidFill>
                  <a:schemeClr val="tx1"/>
                </a:solidFill>
                <a:latin typeface="Aptos Light" panose="020B0004020202020204" pitchFamily="34" charset="0"/>
                <a:cs typeface="Andes ExtraLight"/>
              </a:defRPr>
            </a:lvl2pPr>
            <a:lvl3pPr>
              <a:defRPr b="0" i="0">
                <a:latin typeface="Andes ExtraLight"/>
                <a:cs typeface="Andes ExtraLight"/>
              </a:defRPr>
            </a:lvl3pPr>
            <a:lvl4pPr>
              <a:defRPr b="0" i="0">
                <a:latin typeface="Andes ExtraLight"/>
                <a:cs typeface="Andes ExtraLight"/>
              </a:defRPr>
            </a:lvl4pPr>
            <a:lvl5pPr>
              <a:defRPr b="0" i="0">
                <a:latin typeface="Andes ExtraLight"/>
                <a:cs typeface="Ande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6062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93E89D5A-95FC-C9B6-1B0C-99FF0E10BC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716"/>
          <a:stretch/>
        </p:blipFill>
        <p:spPr>
          <a:xfrm>
            <a:off x="-1" y="152227"/>
            <a:ext cx="12192001" cy="6705774"/>
          </a:xfrm>
          <a:prstGeom prst="rect">
            <a:avLst/>
          </a:prstGeom>
        </p:spPr>
      </p:pic>
      <p:sp>
        <p:nvSpPr>
          <p:cNvPr id="28" name="Google Shape;10;p2">
            <a:extLst>
              <a:ext uri="{FF2B5EF4-FFF2-40B4-BE49-F238E27FC236}">
                <a16:creationId xmlns:a16="http://schemas.microsoft.com/office/drawing/2014/main" id="{5228A903-53C0-8F47-64A3-A47C5B74A222}"/>
              </a:ext>
            </a:extLst>
          </p:cNvPr>
          <p:cNvSpPr/>
          <p:nvPr userDrawn="1"/>
        </p:nvSpPr>
        <p:spPr>
          <a:xfrm>
            <a:off x="0" y="0"/>
            <a:ext cx="12192000" cy="64770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070" y="641434"/>
            <a:ext cx="1043178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012903"/>
                </a:solidFill>
                <a:latin typeface="+mj-lt"/>
                <a:cs typeface="Arial Hebrew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70" y="3238500"/>
            <a:ext cx="6172200" cy="6414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20615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305172B-6733-BD95-91C3-40B44DC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3660" y="5015753"/>
            <a:ext cx="2729566" cy="157554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235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  <a:solidFill>
            <a:schemeClr val="tx1"/>
          </a:solidFill>
        </p:spPr>
        <p:txBody>
          <a:bodyPr lIns="0" tIns="0" rIns="0" bIns="0" anchor="b"/>
          <a:lstStyle>
            <a:lvl1pPr algn="l">
              <a:defRPr sz="6000" b="1"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icture 3" descr="A road through a forest&#10;&#10;Description automatically generated">
            <a:extLst>
              <a:ext uri="{FF2B5EF4-FFF2-40B4-BE49-F238E27FC236}">
                <a16:creationId xmlns:a16="http://schemas.microsoft.com/office/drawing/2014/main" id="{968505F6-D10F-F3F2-069D-D9803AFF55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3" b="17096"/>
          <a:stretch/>
        </p:blipFill>
        <p:spPr>
          <a:xfrm>
            <a:off x="-1" y="-1077066"/>
            <a:ext cx="12191999" cy="57081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39B807-FF59-567E-4263-5A96FBAA9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631037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1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-3"/>
            <a:ext cx="4251962" cy="6858001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10" y="502920"/>
            <a:ext cx="3293290" cy="1676400"/>
          </a:xfrm>
        </p:spPr>
        <p:txBody>
          <a:bodyPr lIns="0" tIns="0" rIns="0" bIns="0" anchor="t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800103" y="3406141"/>
            <a:ext cx="6857999" cy="45719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605" y="502920"/>
            <a:ext cx="7027086" cy="6069330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latin typeface="Aptos Light" panose="020B0004020202020204" pitchFamily="34" charset="0"/>
              </a:defRPr>
            </a:lvl1pPr>
            <a:lvl2pPr marL="9144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2pPr>
            <a:lvl3pPr marL="13716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3pPr>
            <a:lvl4pPr marL="17145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4pPr>
            <a:lvl5pPr marL="21717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28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oking up view of trees in the forest&#10;&#10;Description automatically generated">
            <a:extLst>
              <a:ext uri="{FF2B5EF4-FFF2-40B4-BE49-F238E27FC236}">
                <a16:creationId xmlns:a16="http://schemas.microsoft.com/office/drawing/2014/main" id="{20B1A34C-0D90-B616-EFBB-FDB8D03F53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347" t="312" r="23757" b="1"/>
          <a:stretch/>
        </p:blipFill>
        <p:spPr>
          <a:xfrm>
            <a:off x="0" y="0"/>
            <a:ext cx="6096000" cy="685799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643" y="310551"/>
            <a:ext cx="5479304" cy="6261699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latin typeface="Aptos Light" panose="020B0004020202020204" pitchFamily="34" charset="0"/>
              </a:defRPr>
            </a:lvl1pPr>
            <a:lvl2pPr marL="9144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2pPr>
            <a:lvl3pPr marL="13716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3pPr>
            <a:lvl4pPr marL="17145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4pPr>
            <a:lvl5pPr marL="21717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DA41B-4AD7-BD9A-0D6A-42E85823E5F0}"/>
              </a:ext>
            </a:extLst>
          </p:cNvPr>
          <p:cNvSpPr/>
          <p:nvPr userDrawn="1"/>
        </p:nvSpPr>
        <p:spPr>
          <a:xfrm>
            <a:off x="0" y="-21442"/>
            <a:ext cx="6096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310" y="502920"/>
            <a:ext cx="3293290" cy="1676400"/>
          </a:xfrm>
        </p:spPr>
        <p:txBody>
          <a:bodyPr lIns="0" tIns="0" rIns="0" bIns="0" anchor="t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C46E-C07A-23B4-FD4E-7D2CB47B1BB7}"/>
              </a:ext>
            </a:extLst>
          </p:cNvPr>
          <p:cNvSpPr/>
          <p:nvPr userDrawn="1"/>
        </p:nvSpPr>
        <p:spPr>
          <a:xfrm>
            <a:off x="2110740" y="2028118"/>
            <a:ext cx="7970520" cy="100464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rgbClr val="EBF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3F7E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4ECE9-FB3A-2F1D-4F8A-B6156A14D49A}"/>
              </a:ext>
            </a:extLst>
          </p:cNvPr>
          <p:cNvSpPr/>
          <p:nvPr userDrawn="1"/>
        </p:nvSpPr>
        <p:spPr>
          <a:xfrm>
            <a:off x="2110740" y="3514283"/>
            <a:ext cx="7970520" cy="10046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DAF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35EB7-8A85-F1A7-484B-19DF5EDFBCF7}"/>
              </a:ext>
            </a:extLst>
          </p:cNvPr>
          <p:cNvSpPr/>
          <p:nvPr userDrawn="1"/>
        </p:nvSpPr>
        <p:spPr>
          <a:xfrm>
            <a:off x="2110740" y="5000448"/>
            <a:ext cx="7970520" cy="1004641"/>
          </a:xfrm>
          <a:prstGeom prst="rect">
            <a:avLst/>
          </a:prstGeom>
          <a:solidFill>
            <a:srgbClr val="EBF4D6"/>
          </a:solidFill>
          <a:ln>
            <a:solidFill>
              <a:srgbClr val="EC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F2199-3789-DB84-6347-50303262C3CB}"/>
              </a:ext>
            </a:extLst>
          </p:cNvPr>
          <p:cNvSpPr txBox="1"/>
          <p:nvPr userDrawn="1"/>
        </p:nvSpPr>
        <p:spPr>
          <a:xfrm>
            <a:off x="2331720" y="2028118"/>
            <a:ext cx="752856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>
              <a:solidFill>
                <a:srgbClr val="022A03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21D204-B214-EC89-8A00-774DF2A8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4260" y="2028118"/>
            <a:ext cx="6256020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11B325F-AC10-1656-7E35-68E4607B646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04259" y="3514283"/>
            <a:ext cx="6256019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9C0CB4-338D-ED40-8A54-E72C02A503A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04259" y="5000447"/>
            <a:ext cx="6256019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3633D-EB5D-A98F-07DA-3BA009619755}"/>
              </a:ext>
            </a:extLst>
          </p:cNvPr>
          <p:cNvSpPr txBox="1"/>
          <p:nvPr userDrawn="1"/>
        </p:nvSpPr>
        <p:spPr>
          <a:xfrm>
            <a:off x="2110740" y="2028118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6B016-9CAC-1A98-A39F-7A2C4634380B}"/>
              </a:ext>
            </a:extLst>
          </p:cNvPr>
          <p:cNvSpPr txBox="1"/>
          <p:nvPr userDrawn="1"/>
        </p:nvSpPr>
        <p:spPr>
          <a:xfrm>
            <a:off x="2110740" y="3508771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BA865-8E0C-574B-6D4E-A940B292CEC2}"/>
              </a:ext>
            </a:extLst>
          </p:cNvPr>
          <p:cNvSpPr txBox="1"/>
          <p:nvPr userDrawn="1"/>
        </p:nvSpPr>
        <p:spPr>
          <a:xfrm>
            <a:off x="2110740" y="4985593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D10C3E-C94C-ABFF-8AD4-E5A988B72F6E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70" y="2489725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AFB70-F0DE-04D2-6E4C-9C0E7BF36D9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9" y="3962951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9EB62E-E343-2D52-74C0-6A97CF75238C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8" y="5429432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2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ooden walkway in a forest&#10;&#10;Description automatically generated">
            <a:extLst>
              <a:ext uri="{FF2B5EF4-FFF2-40B4-BE49-F238E27FC236}">
                <a16:creationId xmlns:a16="http://schemas.microsoft.com/office/drawing/2014/main" id="{445ADA8B-D6F1-C84D-5945-C74A2801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348"/>
          <a:stretch/>
        </p:blipFill>
        <p:spPr>
          <a:xfrm>
            <a:off x="0" y="276351"/>
            <a:ext cx="12209253" cy="658164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3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ad through a forest&#10;&#10;Description automatically generated">
            <a:extLst>
              <a:ext uri="{FF2B5EF4-FFF2-40B4-BE49-F238E27FC236}">
                <a16:creationId xmlns:a16="http://schemas.microsoft.com/office/drawing/2014/main" id="{9832E27F-9C2A-365F-A163-4E3AAD2C87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977"/>
          <a:stretch/>
        </p:blipFill>
        <p:spPr>
          <a:xfrm>
            <a:off x="0" y="101601"/>
            <a:ext cx="12192000" cy="681853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6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through a forest&#10;&#10;Description automatically generated">
            <a:extLst>
              <a:ext uri="{FF2B5EF4-FFF2-40B4-BE49-F238E27FC236}">
                <a16:creationId xmlns:a16="http://schemas.microsoft.com/office/drawing/2014/main" id="{0AF91E05-FC38-FE38-4ECF-292EF2AA6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42" b="975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94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oking up at a bamboo forest&#10;&#10;Description automatically generated">
            <a:extLst>
              <a:ext uri="{FF2B5EF4-FFF2-40B4-BE49-F238E27FC236}">
                <a16:creationId xmlns:a16="http://schemas.microsoft.com/office/drawing/2014/main" id="{21929F2E-9082-1906-F698-F2DB66E77C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5" b="7335"/>
          <a:stretch/>
        </p:blipFill>
        <p:spPr>
          <a:xfrm>
            <a:off x="0" y="14909"/>
            <a:ext cx="12192000" cy="684309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42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7922-DC05-E090-3733-47F38B6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F33BF7-518E-D456-88E0-CC757E2446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252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5A3EFE-D4C6-CD71-FF12-B7BA4700E6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4199953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14FACF-FB05-C1DF-5ED5-B96388F7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0D7F58-F86D-8FFC-DE9C-F1B5AAA933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851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5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129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406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&amp;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10302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7F982E-7A3C-7545-FD99-AB3C694894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0998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3CA293-AF07-B48E-784E-090121C7D02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2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E58DB2A-9A7E-122D-D4B9-6C7666CF228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81000" y="6078583"/>
            <a:ext cx="11430000" cy="58782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ptos Light" panose="020B0004020202020204" pitchFamily="34" charset="0"/>
              </a:defRPr>
            </a:lvl1pPr>
            <a:lvl2pPr>
              <a:defRPr>
                <a:latin typeface="Aptos Light" panose="020B0004020202020204" pitchFamily="34" charset="0"/>
              </a:defRPr>
            </a:lvl2pPr>
            <a:lvl3pPr>
              <a:defRPr>
                <a:latin typeface="Aptos Light" panose="020B0004020202020204" pitchFamily="34" charset="0"/>
              </a:defRPr>
            </a:lvl3pPr>
            <a:lvl4pPr>
              <a:defRPr>
                <a:latin typeface="Aptos Light" panose="020B0004020202020204" pitchFamily="34" charset="0"/>
              </a:defRPr>
            </a:lvl4pPr>
            <a:lvl5pPr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8FD8D7-CA6B-F920-3AB1-CB8A5A95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1D5AFC-0440-485B-86C8-810AC47BC7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5425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C23E97-5B22-0A3A-F786-3D00A0AE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8C66A-A1B5-E52B-DD72-9B16AED5E2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867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15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ABAE81-F060-D0FD-2B68-9764A8A7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8CE43B-C898-AC6A-07F1-7A35FE4092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532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DD5961-ADE9-2181-33D2-EC5BE44F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4F587-94FB-7D0A-7054-897BD1844F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229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2E47B4-724D-A743-4C32-A99CFAC5C79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91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A7E6D-E8D4-E6DA-B873-7DD55BBEA6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1606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857C3D-DFAF-2C05-2FA1-0AE2EE70D8A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248912" y="4240679"/>
            <a:ext cx="3694176" cy="2414644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2311C06-D0D0-F28C-7A0E-2E1DBAFCEC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16062" y="424067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158A48-4088-8821-E336-55D08AAF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4887F-C1C1-1B12-7812-77CC727B0D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625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33F1A7-9B69-663A-6FCC-445F8A30671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8100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B16FC6-E5D0-5E3C-FD29-0F9A5CDE76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4815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3E00A60-14E6-D079-B651-45272189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0C8F2-C127-AF53-70B7-4952579458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8218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29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C4B1BB-C5E2-974C-81F3-2FF06120B3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0998" y="4201485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849F3D-31FF-F086-E4A6-F57D3C5BDB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97600" y="4201484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DDA1A4-E243-0BD0-0643-3DEA660D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7B879-CC67-E7A8-1C3D-AD59065A8C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2344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064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4665"/>
            <a:ext cx="5198293" cy="129614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7/17/2024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29DD13-E7CE-CD40-CC13-3D082FB68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7534" y="404660"/>
            <a:ext cx="3860799" cy="1296145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  <a:lvl2pPr marL="609494" indent="0">
              <a:buNone/>
              <a:defRPr sz="1800"/>
            </a:lvl2pPr>
            <a:lvl3pPr marL="1218986" indent="0">
              <a:buNone/>
              <a:defRPr sz="1800"/>
            </a:lvl3pPr>
            <a:lvl4pPr marL="1828480" indent="0">
              <a:buNone/>
              <a:defRPr sz="1800"/>
            </a:lvl4pPr>
            <a:lvl5pPr marL="2437973" indent="0">
              <a:buNone/>
              <a:defRPr sz="1800"/>
            </a:lvl5pPr>
          </a:lstStyle>
          <a:p>
            <a:pPr lvl="0"/>
            <a:r>
              <a:rPr lang="en-US"/>
              <a:t>Insert your desired text here.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496961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s">
  <p:cSld name="1_Key Poin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/>
          <p:nvPr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 w="12700" cap="flat" cmpd="sng">
            <a:solidFill>
              <a:srgbClr val="022A0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7"/>
          <p:cNvSpPr/>
          <p:nvPr/>
        </p:nvSpPr>
        <p:spPr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2110740" y="2028118"/>
            <a:ext cx="7970520" cy="1004641"/>
          </a:xfrm>
          <a:prstGeom prst="rect">
            <a:avLst/>
          </a:prstGeom>
          <a:solidFill>
            <a:srgbClr val="E9F0EE"/>
          </a:solidFill>
          <a:ln w="12700" cap="flat" cmpd="sng">
            <a:solidFill>
              <a:srgbClr val="EBF1E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3F7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/>
          <p:nvPr/>
        </p:nvSpPr>
        <p:spPr>
          <a:xfrm>
            <a:off x="2110740" y="3514283"/>
            <a:ext cx="7970520" cy="1004641"/>
          </a:xfrm>
          <a:prstGeom prst="rect">
            <a:avLst/>
          </a:prstGeom>
          <a:solidFill>
            <a:srgbClr val="D7F3EC"/>
          </a:solidFill>
          <a:ln w="12700" cap="flat" cmpd="sng">
            <a:solidFill>
              <a:srgbClr val="DAF4E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"/>
          <p:cNvSpPr/>
          <p:nvPr/>
        </p:nvSpPr>
        <p:spPr>
          <a:xfrm>
            <a:off x="2110740" y="5000448"/>
            <a:ext cx="7970520" cy="1004641"/>
          </a:xfrm>
          <a:prstGeom prst="rect">
            <a:avLst/>
          </a:prstGeom>
          <a:solidFill>
            <a:srgbClr val="EBF4D6"/>
          </a:solidFill>
          <a:ln w="12700" cap="flat" cmpd="sng">
            <a:solidFill>
              <a:srgbClr val="ECF4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"/>
          <p:cNvSpPr txBox="1"/>
          <p:nvPr/>
        </p:nvSpPr>
        <p:spPr>
          <a:xfrm>
            <a:off x="2331720" y="2028118"/>
            <a:ext cx="7528560" cy="46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22A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604260" y="2028118"/>
            <a:ext cx="6256020" cy="1004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2000"/>
              <a:buFont typeface="Play"/>
              <a:buNone/>
              <a:defRPr sz="2000" b="1">
                <a:solidFill>
                  <a:srgbClr val="022A03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2"/>
          </p:nvPr>
        </p:nvSpPr>
        <p:spPr>
          <a:xfrm>
            <a:off x="3604259" y="3514283"/>
            <a:ext cx="6256019" cy="1004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2000"/>
              <a:buFont typeface="Play"/>
              <a:buNone/>
              <a:defRPr sz="2000" b="1">
                <a:solidFill>
                  <a:srgbClr val="022A03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3"/>
          </p:nvPr>
        </p:nvSpPr>
        <p:spPr>
          <a:xfrm>
            <a:off x="3604259" y="5000447"/>
            <a:ext cx="6256019" cy="1004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2000"/>
              <a:buFont typeface="Play"/>
              <a:buNone/>
              <a:defRPr sz="2000" b="1">
                <a:solidFill>
                  <a:srgbClr val="022A03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/>
          <p:nvPr/>
        </p:nvSpPr>
        <p:spPr>
          <a:xfrm>
            <a:off x="2110740" y="2028118"/>
            <a:ext cx="12268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2A0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" name="Google Shape;30;p7"/>
          <p:cNvSpPr txBox="1"/>
          <p:nvPr/>
        </p:nvSpPr>
        <p:spPr>
          <a:xfrm>
            <a:off x="2110740" y="3508771"/>
            <a:ext cx="12268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2A0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" name="Google Shape;31;p7"/>
          <p:cNvSpPr txBox="1"/>
          <p:nvPr/>
        </p:nvSpPr>
        <p:spPr>
          <a:xfrm>
            <a:off x="2110740" y="4985593"/>
            <a:ext cx="12268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2A0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 rot="-5400000">
            <a:off x="2814370" y="2489725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7"/>
          <p:cNvSpPr/>
          <p:nvPr/>
        </p:nvSpPr>
        <p:spPr>
          <a:xfrm rot="-5400000">
            <a:off x="2814369" y="3962951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7"/>
          <p:cNvSpPr/>
          <p:nvPr/>
        </p:nvSpPr>
        <p:spPr>
          <a:xfrm rot="-5400000">
            <a:off x="2814368" y="5429432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60575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">
  <p:cSld name="1_2 Row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381000" y="1659430"/>
            <a:ext cx="11430000" cy="245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381000" y="4199953"/>
            <a:ext cx="11430000" cy="245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4400"/>
              <a:buFont typeface="Arial"/>
              <a:buNone/>
              <a:defRPr>
                <a:solidFill>
                  <a:srgbClr val="022A0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1443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83212-0AE2-29C1-9A4B-0250F406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85800"/>
            <a:ext cx="11439526" cy="100488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D208F-AA04-F314-4451-C85FCF1D9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4"/>
            <a:ext cx="11439525" cy="48296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14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12903"/>
          </a:solidFill>
          <a:latin typeface="Aptos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2903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cfb641d87b_0_268"/>
          <p:cNvSpPr txBox="1">
            <a:spLocks noGrp="1"/>
          </p:cNvSpPr>
          <p:nvPr>
            <p:ph type="ctrTitle"/>
          </p:nvPr>
        </p:nvSpPr>
        <p:spPr>
          <a:xfrm>
            <a:off x="560070" y="641434"/>
            <a:ext cx="10431780" cy="2387600"/>
          </a:xfr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/>
              <a:t>‘UK Fiscal Risks and Sustainability Report 2023’</a:t>
            </a:r>
            <a:endParaRPr lang="en-US">
              <a:sym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EDF3AB2-A27C-2BE3-051B-303897EF7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70" y="3238500"/>
            <a:ext cx="6172200" cy="641434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sym typeface="Arial"/>
              </a:rPr>
              <a:t>Overview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Background</a:t>
            </a:r>
            <a:endParaRPr/>
          </a:p>
        </p:txBody>
      </p:sp>
      <p:sp>
        <p:nvSpPr>
          <p:cNvPr id="157" name="Google Shape;157;p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ct val="100000"/>
              <a:buFont typeface="Play"/>
              <a:buNone/>
            </a:pPr>
            <a:r>
              <a:rPr lang="en-US"/>
              <a:t>High Risk Exposure: </a:t>
            </a:r>
            <a:r>
              <a:rPr lang="en-US" b="0"/>
              <a:t>The UK remains one of the most gas dependent economies in Europe, and now relies primarily on gas imports.</a:t>
            </a:r>
            <a:endParaRPr b="0"/>
          </a:p>
        </p:txBody>
      </p:sp>
      <p:sp>
        <p:nvSpPr>
          <p:cNvPr id="158" name="Google Shape;158;p2"/>
          <p:cNvSpPr txBox="1">
            <a:spLocks noGrp="1"/>
          </p:cNvSpPr>
          <p:nvPr>
            <p:ph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ct val="100000"/>
              <a:buFont typeface="Play"/>
              <a:buNone/>
            </a:pPr>
            <a:r>
              <a:rPr lang="en-US"/>
              <a:t>High Transition Costs: </a:t>
            </a:r>
            <a:r>
              <a:rPr lang="en-US" b="0"/>
              <a:t>The country faces significant residual costs to replace gas-fired power stations and gas-fuelled heating systems.</a:t>
            </a:r>
            <a:endParaRPr b="0"/>
          </a:p>
        </p:txBody>
      </p:sp>
      <p:sp>
        <p:nvSpPr>
          <p:cNvPr id="159" name="Google Shape;159;p2"/>
          <p:cNvSpPr txBox="1">
            <a:spLocks noGrp="1"/>
          </p:cNvSpPr>
          <p:nvPr>
            <p:ph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buClr>
                <a:srgbClr val="022A03"/>
              </a:buClr>
              <a:buSzPts val="2000"/>
            </a:pPr>
            <a:r>
              <a:rPr lang="en-US" sz="1700"/>
              <a:t>Strong Market Incentives: </a:t>
            </a:r>
            <a:r>
              <a:rPr lang="en-US" sz="1700" b="0"/>
              <a:t>Current high gas prices present a fiscal opportunity to move to cheaper renewable energy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b4f9869af_0_1"/>
          <p:cNvSpPr txBox="1">
            <a:spLocks noGrp="1"/>
          </p:cNvSpPr>
          <p:nvPr>
            <p:ph type="body" idx="1"/>
          </p:nvPr>
        </p:nvSpPr>
        <p:spPr>
          <a:xfrm>
            <a:off x="324556" y="1841335"/>
            <a:ext cx="5770754" cy="493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>
              <a:buSzPts val="2200"/>
            </a:pPr>
            <a:r>
              <a:rPr lang="en-US" sz="2200">
                <a:latin typeface="Aptos Light"/>
              </a:rPr>
              <a:t>Gas prices surged to 13 times their pre-crisis levels post-Russian invasion of Ukraine, subsequently moderating but anticipated to remain double their pre-pandemic levels through to 2025.</a:t>
            </a:r>
            <a:endParaRPr lang="en-US" sz="2200" b="1">
              <a:latin typeface="Aptos Light"/>
            </a:endParaRPr>
          </a:p>
          <a:p>
            <a:pPr>
              <a:buSzPts val="2200"/>
            </a:pPr>
            <a:r>
              <a:rPr lang="en-US" sz="2200" b="1">
                <a:latin typeface="Aptos Light"/>
              </a:rPr>
              <a:t>Impact</a:t>
            </a:r>
            <a:r>
              <a:rPr lang="en-US" sz="2200">
                <a:latin typeface="Aptos Light"/>
              </a:rPr>
              <a:t>: Energy price shock hit real household disposable incomes hardest.</a:t>
            </a:r>
            <a:endParaRPr lang="en-US"/>
          </a:p>
          <a:p>
            <a:pPr>
              <a:buSzPts val="2200"/>
            </a:pPr>
            <a:r>
              <a:rPr lang="en-US" sz="2200" b="1">
                <a:latin typeface="Aptos Light"/>
              </a:rPr>
              <a:t>Mitigation</a:t>
            </a:r>
            <a:r>
              <a:rPr lang="en-US" sz="2200">
                <a:latin typeface="Aptos Light"/>
              </a:rPr>
              <a:t>: 2.3% of GDP spent on energy support schemes and use of pandemic-era savings.</a:t>
            </a:r>
            <a:endParaRPr>
              <a:latin typeface="Aptos Light"/>
            </a:endParaRPr>
          </a:p>
          <a:p>
            <a:pPr lvl="1">
              <a:buSzPts val="2200"/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689256"/>
                </a:solidFill>
                <a:latin typeface="Aptos Light"/>
              </a:rPr>
              <a:t>UK fiscal support ~150% of European average over the past two years.</a:t>
            </a:r>
            <a:endParaRPr lang="en-US">
              <a:solidFill>
                <a:srgbClr val="689256"/>
              </a:solidFill>
              <a:latin typeface="Aptos Light"/>
            </a:endParaRPr>
          </a:p>
          <a:p>
            <a:pPr marL="8890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lang="en-US" sz="2200"/>
          </a:p>
        </p:txBody>
      </p:sp>
      <p:sp>
        <p:nvSpPr>
          <p:cNvPr id="173" name="Google Shape;173;g2db4f9869af_0_1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US">
                <a:latin typeface="Aptos"/>
              </a:rPr>
              <a:t>Energy Prices</a:t>
            </a:r>
            <a:endParaRPr lang="en-US"/>
          </a:p>
        </p:txBody>
      </p:sp>
      <p:pic>
        <p:nvPicPr>
          <p:cNvPr id="174" name="Google Shape;174;g2db4f9869a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700" y="169743"/>
            <a:ext cx="5892899" cy="3344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b4f9869af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0" y="3673341"/>
            <a:ext cx="5613301" cy="313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dbbb9d4441_0_5"/>
          <p:cNvSpPr txBox="1">
            <a:spLocks noGrp="1"/>
          </p:cNvSpPr>
          <p:nvPr>
            <p:ph type="body" idx="1"/>
          </p:nvPr>
        </p:nvSpPr>
        <p:spPr>
          <a:xfrm>
            <a:off x="381000" y="1799475"/>
            <a:ext cx="5613300" cy="48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>
              <a:buSzPct val="100000"/>
            </a:pPr>
            <a:r>
              <a:rPr lang="en-US" sz="2200" b="1">
                <a:latin typeface="Aptos Light"/>
              </a:rPr>
              <a:t>2022 Gas Consumption</a:t>
            </a:r>
            <a:r>
              <a:rPr lang="en-US" sz="2200">
                <a:latin typeface="Aptos Light"/>
              </a:rPr>
              <a:t>: Domestic down 10%, largest drop in a decade; industrial also fell gradually.</a:t>
            </a:r>
          </a:p>
          <a:p>
            <a:r>
              <a:rPr lang="en-US" sz="2200" b="1">
                <a:latin typeface="Aptos Light"/>
              </a:rPr>
              <a:t>Comparative Demand</a:t>
            </a:r>
            <a:r>
              <a:rPr lang="en-US" sz="2200">
                <a:latin typeface="Aptos Light"/>
              </a:rPr>
              <a:t>: UK's gas demand fell less than European average.</a:t>
            </a:r>
            <a:endParaRPr>
              <a:latin typeface="Aptos Light"/>
            </a:endParaRPr>
          </a:p>
          <a:p>
            <a:r>
              <a:rPr lang="en-US" sz="2200" b="1">
                <a:latin typeface="Aptos Light"/>
              </a:rPr>
              <a:t>Heat Pumps</a:t>
            </a:r>
            <a:r>
              <a:rPr lang="en-US" sz="2200">
                <a:latin typeface="Aptos Light"/>
              </a:rPr>
              <a:t>: Only 2.5 per 1,000 households bought, lowest among major European countries.</a:t>
            </a:r>
            <a:endParaRPr lang="en-US">
              <a:latin typeface="Aptos Light"/>
            </a:endParaRPr>
          </a:p>
          <a:p>
            <a:pPr marL="99695" lvl="0" indent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2200"/>
          </a:p>
        </p:txBody>
      </p:sp>
      <p:sp>
        <p:nvSpPr>
          <p:cNvPr id="182" name="Google Shape;182;g2dbbb9d4441_0_5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Demand Response</a:t>
            </a:r>
            <a:endParaRPr/>
          </a:p>
        </p:txBody>
      </p:sp>
      <p:pic>
        <p:nvPicPr>
          <p:cNvPr id="183" name="Google Shape;183;g2dbbb9d4441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050" y="787343"/>
            <a:ext cx="5892899" cy="312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2dbbb9d4441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6700" y="4065462"/>
            <a:ext cx="5427916" cy="2640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bd9dc2110_0_1"/>
          <p:cNvSpPr txBox="1">
            <a:spLocks noGrp="1"/>
          </p:cNvSpPr>
          <p:nvPr>
            <p:ph type="body" idx="1"/>
          </p:nvPr>
        </p:nvSpPr>
        <p:spPr>
          <a:xfrm>
            <a:off x="381000" y="1799475"/>
            <a:ext cx="5613300" cy="485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>
              <a:buSzPts val="2200"/>
            </a:pPr>
            <a:r>
              <a:rPr lang="en-US" sz="2200" b="1">
                <a:latin typeface="Aptos Light"/>
              </a:rPr>
              <a:t>Gas Production</a:t>
            </a:r>
            <a:r>
              <a:rPr lang="en-US" sz="2200">
                <a:latin typeface="Aptos Light"/>
              </a:rPr>
              <a:t>: Strong response to rising European prices; Russian production fell sharply; global output expected to remain flat.</a:t>
            </a:r>
          </a:p>
          <a:p>
            <a:pPr>
              <a:buSzPts val="2200"/>
            </a:pPr>
            <a:r>
              <a:rPr lang="en-US" sz="2200" b="1">
                <a:latin typeface="Aptos Light"/>
              </a:rPr>
              <a:t>UK Exports</a:t>
            </a:r>
            <a:r>
              <a:rPr lang="en-US" sz="2200">
                <a:latin typeface="Aptos Light"/>
              </a:rPr>
              <a:t>: More than doubled, processing and exporting LNG to Europe.</a:t>
            </a:r>
            <a:endParaRPr>
              <a:latin typeface="Aptos Light"/>
            </a:endParaRPr>
          </a:p>
          <a:p>
            <a:pPr>
              <a:buSzPts val="2200"/>
            </a:pPr>
            <a:r>
              <a:rPr lang="en-US" sz="2200" b="1">
                <a:latin typeface="Aptos Light"/>
              </a:rPr>
              <a:t>Investment</a:t>
            </a:r>
            <a:r>
              <a:rPr lang="en-US" sz="2200">
                <a:latin typeface="Aptos Light"/>
              </a:rPr>
              <a:t>: Significant expansion of global LNG** import/export capacity.</a:t>
            </a:r>
            <a:endParaRPr lang="en-US">
              <a:latin typeface="Aptos Light"/>
            </a:endParaRPr>
          </a:p>
          <a:p>
            <a:pPr marL="457200" lvl="0" indent="-36830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endParaRPr lang="en-US" sz="2200"/>
          </a:p>
        </p:txBody>
      </p:sp>
      <p:sp>
        <p:nvSpPr>
          <p:cNvPr id="191" name="Google Shape;191;g2dbd9dc2110_0_1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Supply Response</a:t>
            </a:r>
            <a:endParaRPr/>
          </a:p>
        </p:txBody>
      </p:sp>
      <p:sp>
        <p:nvSpPr>
          <p:cNvPr id="192" name="Google Shape;192;g2dbd9dc2110_0_1"/>
          <p:cNvSpPr txBox="1">
            <a:spLocks noGrp="1"/>
          </p:cNvSpPr>
          <p:nvPr>
            <p:ph type="body" idx="1"/>
          </p:nvPr>
        </p:nvSpPr>
        <p:spPr>
          <a:xfrm>
            <a:off x="571969" y="5895168"/>
            <a:ext cx="11129271" cy="764476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689256"/>
                </a:solidFill>
                <a:latin typeface="Aptos Light"/>
              </a:rPr>
              <a:t>**LNG is likely to be a more expensive and equally, if not more, price volatile source of energy than pipeline gas.</a:t>
            </a:r>
            <a:endParaRPr sz="2200">
              <a:solidFill>
                <a:srgbClr val="689256"/>
              </a:solidFill>
              <a:latin typeface="Aptos Light"/>
            </a:endParaRPr>
          </a:p>
        </p:txBody>
      </p:sp>
      <p:pic>
        <p:nvPicPr>
          <p:cNvPr id="193" name="Google Shape;193;g2dbd9dc211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825" y="204100"/>
            <a:ext cx="5101200" cy="293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2dbd9dc2110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8013" y="3295900"/>
            <a:ext cx="5210826" cy="24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dbe69a8af1_0_19"/>
          <p:cNvSpPr txBox="1">
            <a:spLocks noGrp="1"/>
          </p:cNvSpPr>
          <p:nvPr>
            <p:ph type="body" idx="1"/>
          </p:nvPr>
        </p:nvSpPr>
        <p:spPr>
          <a:xfrm>
            <a:off x="381000" y="1754272"/>
            <a:ext cx="5148351" cy="4901003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>
              <a:buSzPct val="100000"/>
            </a:pPr>
            <a:r>
              <a:rPr lang="en-US" sz="2200" b="1">
                <a:latin typeface="Aptos Light"/>
              </a:rPr>
              <a:t>Gas Cost</a:t>
            </a:r>
            <a:r>
              <a:rPr lang="en-US" sz="2200">
                <a:latin typeface="Aptos Light"/>
              </a:rPr>
              <a:t>: Now the most expensive fuel per megawatt hour in the UK.</a:t>
            </a:r>
          </a:p>
          <a:p>
            <a:r>
              <a:rPr lang="en-US" sz="2200" b="1">
                <a:latin typeface="Aptos Light"/>
              </a:rPr>
              <a:t>Renewables Growth</a:t>
            </a:r>
            <a:r>
              <a:rPr lang="en-US" sz="2200">
                <a:latin typeface="Aptos Light"/>
              </a:rPr>
              <a:t>: Modest increases in 2022:</a:t>
            </a:r>
            <a:endParaRPr>
              <a:latin typeface="Aptos Light"/>
            </a:endParaRPr>
          </a:p>
          <a:p>
            <a:pPr lvl="1"/>
            <a:r>
              <a:rPr lang="en-US" sz="1800">
                <a:solidFill>
                  <a:srgbClr val="689256"/>
                </a:solidFill>
                <a:latin typeface="Aptos Light"/>
              </a:rPr>
              <a:t>11% rise in wind generation capacity.</a:t>
            </a:r>
            <a:endParaRPr>
              <a:solidFill>
                <a:srgbClr val="689256"/>
              </a:solidFill>
              <a:latin typeface="Aptos Light"/>
            </a:endParaRPr>
          </a:p>
          <a:p>
            <a:pPr lvl="1"/>
            <a:r>
              <a:rPr lang="en-US" sz="1800">
                <a:solidFill>
                  <a:srgbClr val="689256"/>
                </a:solidFill>
                <a:latin typeface="Aptos Light"/>
              </a:rPr>
              <a:t>4% increase in UK solar capacity.</a:t>
            </a:r>
            <a:endParaRPr>
              <a:solidFill>
                <a:srgbClr val="689256"/>
              </a:solidFill>
              <a:latin typeface="Aptos Light"/>
            </a:endParaRPr>
          </a:p>
          <a:p>
            <a:pPr lvl="1"/>
            <a:r>
              <a:rPr lang="en-US" sz="1800">
                <a:solidFill>
                  <a:srgbClr val="689256"/>
                </a:solidFill>
                <a:latin typeface="Aptos Light"/>
              </a:rPr>
              <a:t>Rest of Europe experienced a stronger 22% expansion in solar power.</a:t>
            </a:r>
          </a:p>
          <a:p>
            <a:pPr marL="457200" lvl="0" indent="-357505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endParaRPr lang="en-US" sz="2200"/>
          </a:p>
        </p:txBody>
      </p:sp>
      <p:sp>
        <p:nvSpPr>
          <p:cNvPr id="209" name="Google Shape;209;g2dbe69a8af1_0_19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Alternative Supply Response </a:t>
            </a:r>
            <a:endParaRPr/>
          </a:p>
        </p:txBody>
      </p:sp>
      <p:pic>
        <p:nvPicPr>
          <p:cNvPr id="210" name="Google Shape;210;g2dbe69a8af1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7663" y="1303018"/>
            <a:ext cx="5386467" cy="254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2dbe69a8af1_0_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4600" y="3948026"/>
            <a:ext cx="5592607" cy="270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bbb9d4441_0_18"/>
          <p:cNvSpPr txBox="1">
            <a:spLocks noGrp="1"/>
          </p:cNvSpPr>
          <p:nvPr>
            <p:ph type="body" idx="1"/>
          </p:nvPr>
        </p:nvSpPr>
        <p:spPr>
          <a:xfrm>
            <a:off x="381000" y="2100426"/>
            <a:ext cx="5613300" cy="4554999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>
              <a:buSzPts val="2100"/>
            </a:pPr>
            <a:r>
              <a:rPr lang="en-US" sz="2100" b="1">
                <a:latin typeface="Aptos Light"/>
              </a:rPr>
              <a:t>Renewables</a:t>
            </a:r>
            <a:r>
              <a:rPr lang="en-US" sz="2100">
                <a:latin typeface="Aptos Light"/>
              </a:rPr>
              <a:t>: Less volatile with zero fuel costs and predictable construction costs.</a:t>
            </a:r>
          </a:p>
          <a:p>
            <a:pPr>
              <a:buSzPts val="2100"/>
            </a:pPr>
            <a:r>
              <a:rPr lang="en-US" sz="2100" b="1">
                <a:latin typeface="Aptos Light"/>
              </a:rPr>
              <a:t>Influencing Factors</a:t>
            </a:r>
            <a:r>
              <a:rPr lang="en-US" sz="2100">
                <a:latin typeface="Aptos Light"/>
              </a:rPr>
              <a:t>: Planning system, government, and regulators affect power system response.</a:t>
            </a:r>
            <a:endParaRPr>
              <a:latin typeface="Aptos Light"/>
            </a:endParaRPr>
          </a:p>
          <a:p>
            <a:pPr>
              <a:buSzPts val="2100"/>
            </a:pPr>
            <a:r>
              <a:rPr lang="en-US" sz="2100" b="1">
                <a:latin typeface="Aptos Light"/>
              </a:rPr>
              <a:t>Investment Impediments</a:t>
            </a:r>
            <a:r>
              <a:rPr lang="en-US" sz="2100">
                <a:latin typeface="Aptos Light"/>
              </a:rPr>
              <a:t>: Long, uncertain permitting system and grid connection wait times in the UK.</a:t>
            </a:r>
            <a:endParaRPr lang="en-US">
              <a:latin typeface="Aptos Light"/>
            </a:endParaRPr>
          </a:p>
          <a:p>
            <a:pPr marL="9525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lang="en-US" sz="2100"/>
          </a:p>
        </p:txBody>
      </p:sp>
      <p:sp>
        <p:nvSpPr>
          <p:cNvPr id="218" name="Google Shape;218;g2dbbb9d4441_0_18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 Opportunity</a:t>
            </a:r>
            <a:endParaRPr/>
          </a:p>
        </p:txBody>
      </p:sp>
      <p:pic>
        <p:nvPicPr>
          <p:cNvPr id="219" name="Google Shape;219;g2dbbb9d4441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300" y="2362643"/>
            <a:ext cx="6197700" cy="349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be69a8af1_0_13"/>
          <p:cNvSpPr txBox="1">
            <a:spLocks noGrp="1"/>
          </p:cNvSpPr>
          <p:nvPr>
            <p:ph type="body" idx="1"/>
          </p:nvPr>
        </p:nvSpPr>
        <p:spPr>
          <a:xfrm>
            <a:off x="381000" y="1909035"/>
            <a:ext cx="4818413" cy="464609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1970"/>
            </a:pPr>
            <a:r>
              <a:rPr lang="en-US" sz="2400" b="1">
                <a:latin typeface="Aptos Light"/>
              </a:rPr>
              <a:t>Increased Exposure</a:t>
            </a:r>
            <a:r>
              <a:rPr lang="en-US" sz="2400">
                <a:latin typeface="Aptos Light"/>
              </a:rPr>
              <a:t>: UK 200% more exposed during price spikes by late 2030s.</a:t>
            </a:r>
            <a:endParaRPr lang="en-US" sz="2400"/>
          </a:p>
          <a:p>
            <a:pPr>
              <a:buSzPts val="1970"/>
            </a:pPr>
            <a:r>
              <a:rPr lang="en-US" sz="2400" b="1">
                <a:latin typeface="Aptos Light"/>
              </a:rPr>
              <a:t>Fiscal Impact</a:t>
            </a:r>
            <a:r>
              <a:rPr lang="en-US" sz="2400">
                <a:latin typeface="Aptos Light"/>
              </a:rPr>
              <a:t>:</a:t>
            </a:r>
            <a:endParaRPr lang="en-US" sz="2400"/>
          </a:p>
          <a:p>
            <a:pPr lvl="1">
              <a:buSzPts val="1970"/>
              <a:buFont typeface="Courier New" panose="020B0604020202020204" pitchFamily="34" charset="0"/>
              <a:buChar char="o"/>
            </a:pPr>
            <a:r>
              <a:rPr lang="en-US" sz="1800">
                <a:latin typeface="Aptos Light"/>
              </a:rPr>
              <a:t>Wider primary deficit and higher debt.</a:t>
            </a:r>
            <a:endParaRPr sz="1800"/>
          </a:p>
          <a:p>
            <a:pPr lvl="1">
              <a:buSzPts val="1970"/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689256"/>
                </a:solidFill>
                <a:latin typeface="Aptos Light"/>
              </a:rPr>
              <a:t>Future gas price volatility costs (13% of GDP) less than achieving net zero (21%), but more than direct public investment (6%) and gas-related costs (3%).</a:t>
            </a:r>
            <a:endParaRPr lang="en-US" sz="1800">
              <a:solidFill>
                <a:srgbClr val="689256"/>
              </a:solidFill>
            </a:endParaRPr>
          </a:p>
          <a:p>
            <a:pPr marL="457200" lvl="0" indent="-353695" algn="l">
              <a:spcBef>
                <a:spcPts val="0"/>
              </a:spcBef>
              <a:spcAft>
                <a:spcPts val="0"/>
              </a:spcAft>
              <a:buSzPts val="1970"/>
              <a:buChar char="•"/>
            </a:pPr>
            <a:endParaRPr lang="en-US" sz="1950" b="1">
              <a:latin typeface="Aptos Light"/>
            </a:endParaRPr>
          </a:p>
        </p:txBody>
      </p:sp>
      <p:sp>
        <p:nvSpPr>
          <p:cNvPr id="226" name="Google Shape;226;g2dbe69a8af1_0_13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US">
                <a:latin typeface="Aptos"/>
              </a:rPr>
              <a:t>Continued Gas Reliance Scenario</a:t>
            </a:r>
            <a:endParaRPr/>
          </a:p>
        </p:txBody>
      </p:sp>
      <p:pic>
        <p:nvPicPr>
          <p:cNvPr id="227" name="Google Shape;227;g2dbe69a8af1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099" y="3947156"/>
            <a:ext cx="5229896" cy="2912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2dbe69a8af1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0295" y="1181686"/>
            <a:ext cx="4651706" cy="2762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DE3F10-64AD-923E-99BC-9C2B43F9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Updated Fiscal Cost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CC79D8-267D-9D96-9B6D-6C34CF244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60812"/>
            <a:ext cx="4992511" cy="4771935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r>
              <a:rPr lang="en-US" sz="2000" b="1">
                <a:latin typeface="Aptos Light"/>
                <a:cs typeface="Arial"/>
              </a:rPr>
              <a:t>Private Sector Projection</a:t>
            </a:r>
            <a:r>
              <a:rPr lang="en-US" sz="2000">
                <a:latin typeface="Aptos Light"/>
                <a:cs typeface="Arial"/>
              </a:rPr>
              <a:t>: The 2021 Report predicted most costs would be borne by the private sector.</a:t>
            </a:r>
            <a:endParaRPr lang="en-US" sz="2000">
              <a:solidFill>
                <a:srgbClr val="FFFFFF"/>
              </a:solidFill>
              <a:latin typeface="Aptos Light"/>
              <a:cs typeface="Arial"/>
            </a:endParaRPr>
          </a:p>
          <a:p>
            <a:r>
              <a:rPr lang="en-US" sz="2000" b="1">
                <a:latin typeface="Aptos Light"/>
                <a:cs typeface="Arial"/>
              </a:rPr>
              <a:t>Current Assessment</a:t>
            </a:r>
            <a:r>
              <a:rPr lang="en-US" sz="2000">
                <a:latin typeface="Aptos Light"/>
                <a:cs typeface="Arial"/>
              </a:rPr>
              <a:t>: Limited response from private energy investors to renewable energy price changes heightens risks to public finances.</a:t>
            </a:r>
            <a:endParaRPr lang="en-US"/>
          </a:p>
          <a:p>
            <a:r>
              <a:rPr lang="en-US" sz="2000">
                <a:latin typeface="Aptos Light"/>
                <a:cs typeface="Arial"/>
              </a:rPr>
              <a:t>The 2021 Report remains the sole published estimate of fiscal costs for achieving net zero in the UK.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rgbClr val="689256"/>
                </a:solidFill>
                <a:latin typeface="Aptos Light"/>
                <a:cs typeface="Arial"/>
              </a:rPr>
              <a:t>Recent strategies lack a clear breakdown of intended public-private investment split.</a:t>
            </a:r>
            <a:endParaRPr lang="en-US" sz="1600">
              <a:solidFill>
                <a:srgbClr val="689256"/>
              </a:solidFill>
              <a:latin typeface="Aptos Light"/>
              <a:cs typeface="Arial"/>
            </a:endParaRPr>
          </a:p>
          <a:p>
            <a:endParaRPr lang="en-US" sz="2000">
              <a:latin typeface="Aptos Light"/>
              <a:cs typeface="Arial"/>
            </a:endParaRPr>
          </a:p>
          <a:p>
            <a:pPr marL="457200" indent="-353695"/>
            <a:endParaRPr lang="en-US" sz="2000">
              <a:solidFill>
                <a:srgbClr val="FFFFFF"/>
              </a:solidFill>
              <a:latin typeface="Arial"/>
              <a:cs typeface="Arial"/>
            </a:endParaRPr>
          </a:p>
          <a:p>
            <a:endParaRPr lang="en-US">
              <a:solidFill>
                <a:srgbClr val="FFFFFF"/>
              </a:solidFill>
              <a:cs typeface="Arial"/>
            </a:endParaRPr>
          </a:p>
          <a:p>
            <a:endParaRPr lang="en-US"/>
          </a:p>
        </p:txBody>
      </p:sp>
      <p:pic>
        <p:nvPicPr>
          <p:cNvPr id="2" name="Picture 1" descr="A table with numbers and text&#10;&#10;Description automatically generated">
            <a:extLst>
              <a:ext uri="{FF2B5EF4-FFF2-40B4-BE49-F238E27FC236}">
                <a16:creationId xmlns:a16="http://schemas.microsoft.com/office/drawing/2014/main" id="{AF613C7F-620A-E51D-4926-C2AFB5CF5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799" y="3912475"/>
            <a:ext cx="5921023" cy="27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C7368A-4EB8-E435-D61E-A48EB351A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448" y="316090"/>
            <a:ext cx="5707636" cy="338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68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46D7AB-9759-E4BA-EF14-0F4FE903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07785"/>
            <a:ext cx="5635977" cy="4747539"/>
          </a:xfrm>
        </p:spPr>
        <p:txBody>
          <a:bodyPr vert="horz" lIns="0" tIns="0" rIns="0" bIns="0" rtlCol="0" anchor="t">
            <a:normAutofit fontScale="77500" lnSpcReduction="20000"/>
          </a:bodyPr>
          <a:lstStyle/>
          <a:p>
            <a:r>
              <a:rPr lang="en-US" b="1">
                <a:latin typeface="Aptos Light"/>
              </a:rPr>
              <a:t>Cross-country comparisons</a:t>
            </a:r>
            <a:r>
              <a:rPr lang="en-US">
                <a:latin typeface="Aptos Light"/>
              </a:rPr>
              <a:t>: IMF analyzes primary borrowing impacts under a 'global deal scenario' for net zero.</a:t>
            </a:r>
            <a:endParaRPr lang="en-US"/>
          </a:p>
          <a:p>
            <a:r>
              <a:rPr lang="en-US" b="1">
                <a:latin typeface="Aptos Light"/>
              </a:rPr>
              <a:t>UK, Germany, France</a:t>
            </a:r>
            <a:r>
              <a:rPr lang="en-US">
                <a:latin typeface="Aptos Light"/>
              </a:rPr>
              <a:t>: Carbon tax likely insufficient to cover fuel tax erosion and public investment costs for net zero.</a:t>
            </a:r>
            <a:endParaRPr lang="en-US"/>
          </a:p>
          <a:p>
            <a:r>
              <a:rPr lang="en-US" b="1">
                <a:latin typeface="Aptos Light"/>
              </a:rPr>
              <a:t>Assumptions</a:t>
            </a:r>
            <a:r>
              <a:rPr lang="en-US">
                <a:latin typeface="Aptos Light"/>
              </a:rPr>
              <a:t>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689256"/>
                </a:solidFill>
                <a:latin typeface="Aptos Light"/>
              </a:rPr>
              <a:t>Less public spending for building sector decarbonization.</a:t>
            </a:r>
            <a:endParaRPr lang="en-US">
              <a:solidFill>
                <a:srgbClr val="689256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689256"/>
                </a:solidFill>
                <a:latin typeface="Aptos Light"/>
              </a:rPr>
              <a:t>Compensation for bottom three income deciles.</a:t>
            </a:r>
            <a:endParaRPr lang="en-US">
              <a:solidFill>
                <a:srgbClr val="689256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rgbClr val="689256"/>
                </a:solidFill>
                <a:latin typeface="Aptos Light"/>
              </a:rPr>
              <a:t>Modest transfers to low-income countries.</a:t>
            </a:r>
            <a:endParaRPr lang="en-US">
              <a:solidFill>
                <a:srgbClr val="31511B"/>
              </a:solidFill>
            </a:endParaRPr>
          </a:p>
          <a:p>
            <a:pPr marL="0" indent="0">
              <a:buNone/>
            </a:pPr>
            <a:endParaRPr lang="en-US">
              <a:latin typeface="Aptos Ligh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E0E87E-EE26-CCD1-9B37-DA65DBCEF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IMF Updated Fiscal Cost</a:t>
            </a:r>
            <a:endParaRPr lang="en-US" b="0">
              <a:solidFill>
                <a:srgbClr val="000000"/>
              </a:solidFill>
            </a:endParaRPr>
          </a:p>
        </p:txBody>
      </p:sp>
      <p:pic>
        <p:nvPicPr>
          <p:cNvPr id="4" name="Picture 3" descr="A chart of different colored squares&#10;&#10;Description automatically generated">
            <a:extLst>
              <a:ext uri="{FF2B5EF4-FFF2-40B4-BE49-F238E27FC236}">
                <a16:creationId xmlns:a16="http://schemas.microsoft.com/office/drawing/2014/main" id="{6BDCB024-35BA-35F5-C8AD-C1BBA750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7369" y="2209800"/>
            <a:ext cx="56197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27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8179-7E21-725E-A38A-C963CAFF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Discussion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96BB5-2C2B-9603-1484-E04EAF729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Aptos Light"/>
              </a:rPr>
              <a:t>Does this form the basis for a framework for fiscal risks from energy? </a:t>
            </a:r>
            <a:endParaRPr lang="en-US"/>
          </a:p>
          <a:p>
            <a:r>
              <a:rPr lang="en-US">
                <a:latin typeface="Aptos Light"/>
              </a:rPr>
              <a:t>How does the short term response to fiscal shocks from energy prices vary by country?</a:t>
            </a:r>
          </a:p>
          <a:p>
            <a:r>
              <a:rPr lang="en-US">
                <a:latin typeface="Aptos Light"/>
              </a:rPr>
              <a:t>What are the standardized charts and scenarios in such a report?</a:t>
            </a:r>
            <a:endParaRPr lang="en-US"/>
          </a:p>
          <a:p>
            <a:r>
              <a:rPr lang="en-US">
                <a:latin typeface="Aptos Light"/>
              </a:rPr>
              <a:t>What about the long term fiscal costs/benefits of climate mitigation: are these adequately represented?</a:t>
            </a:r>
          </a:p>
          <a:p>
            <a:endParaRPr lang="en-US">
              <a:latin typeface="Apto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689641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D0AC83C3-44F1-354B-A406-D13BE5088D18}" vid="{0CBD1C04-D24F-2B40-A831-D8EA9EDDF6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Theme1</vt:lpstr>
      <vt:lpstr>‘UK Fiscal Risks and Sustainability Report 2023’</vt:lpstr>
      <vt:lpstr>Background</vt:lpstr>
      <vt:lpstr>Energy Prices</vt:lpstr>
      <vt:lpstr>Demand Response</vt:lpstr>
      <vt:lpstr>Supply Response</vt:lpstr>
      <vt:lpstr>Alternative Supply Response </vt:lpstr>
      <vt:lpstr>Transition Opportunity</vt:lpstr>
      <vt:lpstr>Continued Gas Reliance Scenario</vt:lpstr>
      <vt:lpstr>Updated Fiscal Cost</vt:lpstr>
      <vt:lpstr>IMF Updated Fiscal Cost</vt:lpstr>
      <vt:lpstr>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 Course on Macro-Fiscal Climate Economics</dc:title>
  <dc:creator>Evie Davey</dc:creator>
  <cp:revision>1</cp:revision>
  <dcterms:created xsi:type="dcterms:W3CDTF">2024-01-31T10:57:03Z</dcterms:created>
  <dcterms:modified xsi:type="dcterms:W3CDTF">2024-07-17T15:07:04Z</dcterms:modified>
</cp:coreProperties>
</file>