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83" r:id="rId1"/>
  </p:sldMasterIdLst>
  <p:notesMasterIdLst>
    <p:notesMasterId r:id="rId20"/>
  </p:notesMasterIdLst>
  <p:sldIdLst>
    <p:sldId id="256" r:id="rId2"/>
    <p:sldId id="291" r:id="rId3"/>
    <p:sldId id="294" r:id="rId4"/>
    <p:sldId id="350" r:id="rId5"/>
    <p:sldId id="351" r:id="rId6"/>
    <p:sldId id="360" r:id="rId7"/>
    <p:sldId id="364" r:id="rId8"/>
    <p:sldId id="363" r:id="rId9"/>
    <p:sldId id="359" r:id="rId10"/>
    <p:sldId id="354" r:id="rId11"/>
    <p:sldId id="355" r:id="rId12"/>
    <p:sldId id="356" r:id="rId13"/>
    <p:sldId id="357" r:id="rId14"/>
    <p:sldId id="320" r:id="rId15"/>
    <p:sldId id="358" r:id="rId16"/>
    <p:sldId id="365" r:id="rId17"/>
    <p:sldId id="366" r:id="rId18"/>
    <p:sldId id="367"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45" roundtripDataSignature="AMtx7mgIoWk2XI8o1qaLFxKVZsFfmpna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2903"/>
    <a:srgbClr val="FFFFFF"/>
    <a:srgbClr val="B2DCEA"/>
    <a:srgbClr val="FFC6B1"/>
    <a:srgbClr val="025353"/>
    <a:srgbClr val="6283A6"/>
    <a:srgbClr val="62AA7B"/>
    <a:srgbClr val="99CB38"/>
    <a:srgbClr val="FC8E6F"/>
    <a:srgbClr val="0046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719"/>
  </p:normalViewPr>
  <p:slideViewPr>
    <p:cSldViewPr snapToGrid="0">
      <p:cViewPr varScale="1">
        <p:scale>
          <a:sx n="60" d="100"/>
          <a:sy n="60" d="100"/>
        </p:scale>
        <p:origin x="81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4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2cfb641d87b_0_5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5" name="Google Shape;385;g2cfb641d87b_0_5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518734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Remediation for who?</a:t>
            </a:r>
          </a:p>
        </p:txBody>
      </p:sp>
    </p:spTree>
    <p:extLst>
      <p:ext uri="{BB962C8B-B14F-4D97-AF65-F5344CB8AC3E}">
        <p14:creationId xmlns:p14="http://schemas.microsoft.com/office/powerpoint/2010/main" val="2171154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00870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4A1690-501B-E3A8-EC14-F39DD4830685}"/>
              </a:ext>
            </a:extLst>
          </p:cNvPr>
          <p:cNvSpPr>
            <a:spLocks noChangeArrowheads="1"/>
          </p:cNvSpPr>
          <p:nvPr userDrawn="1"/>
        </p:nvSpPr>
        <p:spPr bwMode="auto">
          <a:xfrm flipV="1">
            <a:off x="0" y="1"/>
            <a:ext cx="12192000" cy="4479924"/>
          </a:xfrm>
          <a:prstGeom prst="rect">
            <a:avLst/>
          </a:prstGeom>
          <a:solidFill>
            <a:srgbClr val="022A03"/>
          </a:solidFill>
          <a:ln>
            <a:noFill/>
          </a:ln>
        </p:spPr>
        <p:txBody>
          <a:bodyPr lIns="0" tIns="0" rIns="0" bIns="0"/>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p>
        </p:txBody>
      </p:sp>
      <p:sp>
        <p:nvSpPr>
          <p:cNvPr id="2" name="Title 1">
            <a:extLst>
              <a:ext uri="{FF2B5EF4-FFF2-40B4-BE49-F238E27FC236}">
                <a16:creationId xmlns:a16="http://schemas.microsoft.com/office/drawing/2014/main" id="{DDF460CF-7279-C343-F39E-33739C82BFAC}"/>
              </a:ext>
            </a:extLst>
          </p:cNvPr>
          <p:cNvSpPr>
            <a:spLocks noGrp="1"/>
          </p:cNvSpPr>
          <p:nvPr>
            <p:ph type="ctrTitle"/>
          </p:nvPr>
        </p:nvSpPr>
        <p:spPr>
          <a:xfrm>
            <a:off x="618308" y="2536694"/>
            <a:ext cx="10955383" cy="1066818"/>
          </a:xfrm>
        </p:spPr>
        <p:txBody>
          <a:bodyPr anchor="b"/>
          <a:lstStyle>
            <a:lvl1pPr algn="l">
              <a:defRPr sz="6000" b="1">
                <a:solidFill>
                  <a:schemeClr val="tx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CD8EEF29-1660-B535-28CA-CDB76C2A94FB}"/>
              </a:ext>
            </a:extLst>
          </p:cNvPr>
          <p:cNvSpPr>
            <a:spLocks noGrp="1"/>
          </p:cNvSpPr>
          <p:nvPr>
            <p:ph type="subTitle" idx="1"/>
          </p:nvPr>
        </p:nvSpPr>
        <p:spPr>
          <a:xfrm>
            <a:off x="618308" y="3610452"/>
            <a:ext cx="10955383" cy="491290"/>
          </a:xfrm>
        </p:spPr>
        <p:txBody>
          <a:bodyPr/>
          <a:lstStyle>
            <a:lvl1pPr marL="0" indent="0" algn="l">
              <a:buNone/>
              <a:defRPr sz="2400">
                <a:solidFill>
                  <a:srgbClr val="DAEFB8"/>
                </a:solidFill>
                <a:latin typeface="Aptos Light"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8" name="Rectangle 7">
            <a:extLst>
              <a:ext uri="{FF2B5EF4-FFF2-40B4-BE49-F238E27FC236}">
                <a16:creationId xmlns:a16="http://schemas.microsoft.com/office/drawing/2014/main" id="{61D466BD-30A3-5235-DD6E-0AE34EA4C34A}"/>
              </a:ext>
            </a:extLst>
          </p:cNvPr>
          <p:cNvSpPr>
            <a:spLocks noChangeArrowheads="1"/>
          </p:cNvSpPr>
          <p:nvPr userDrawn="1"/>
        </p:nvSpPr>
        <p:spPr bwMode="auto">
          <a:xfrm>
            <a:off x="0" y="4448157"/>
            <a:ext cx="12192000" cy="8309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10" name="Text Placeholder 331">
            <a:extLst>
              <a:ext uri="{FF2B5EF4-FFF2-40B4-BE49-F238E27FC236}">
                <a16:creationId xmlns:a16="http://schemas.microsoft.com/office/drawing/2014/main" id="{07F963C1-B46B-E73C-0D6F-78ACDC434F34}"/>
              </a:ext>
            </a:extLst>
          </p:cNvPr>
          <p:cNvSpPr>
            <a:spLocks noGrp="1"/>
          </p:cNvSpPr>
          <p:nvPr>
            <p:ph type="body" sz="quarter" idx="14" hasCustomPrompt="1"/>
          </p:nvPr>
        </p:nvSpPr>
        <p:spPr>
          <a:xfrm>
            <a:off x="7688062" y="5247968"/>
            <a:ext cx="3885629" cy="1093938"/>
          </a:xfrm>
          <a:prstGeom prst="rect">
            <a:avLst/>
          </a:prstGeom>
        </p:spPr>
        <p:txBody>
          <a:bodyPr lIns="0" tIns="0" rIns="0" bIns="0" anchor="t">
            <a:normAutofit/>
          </a:bodyPr>
          <a:lstStyle>
            <a:lvl1pPr marL="0" marR="0" indent="0" algn="r" defTabSz="914400" rtl="0" eaLnBrk="1" fontAlgn="base" latinLnBrk="0" hangingPunct="1">
              <a:lnSpc>
                <a:spcPct val="115000"/>
              </a:lnSpc>
              <a:spcBef>
                <a:spcPts val="0"/>
              </a:spcBef>
              <a:spcAft>
                <a:spcPct val="0"/>
              </a:spcAft>
              <a:buClr>
                <a:srgbClr val="00783C"/>
              </a:buClr>
              <a:buSzTx/>
              <a:buFontTx/>
              <a:buNone/>
              <a:tabLst/>
              <a:defRPr sz="1600" b="0" i="0" baseline="0">
                <a:solidFill>
                  <a:schemeClr val="tx1"/>
                </a:solidFill>
                <a:latin typeface="Aptos Light" panose="020B0004020202020204" pitchFamily="34" charset="0"/>
                <a:cs typeface="Arial"/>
              </a:defRPr>
            </a:lvl1pPr>
            <a:lvl2pPr marL="0" marR="0" indent="0" algn="r" defTabSz="914400" rtl="0" eaLnBrk="1" fontAlgn="base" latinLnBrk="0" hangingPunct="1">
              <a:lnSpc>
                <a:spcPct val="100000"/>
              </a:lnSpc>
              <a:spcBef>
                <a:spcPts val="0"/>
              </a:spcBef>
              <a:spcAft>
                <a:spcPct val="0"/>
              </a:spcAft>
              <a:buClr>
                <a:srgbClr val="00783C"/>
              </a:buClr>
              <a:buSzTx/>
              <a:buFont typeface="Wingdings" charset="0"/>
              <a:buNone/>
              <a:tabLst/>
              <a:defRPr sz="1600" b="0" i="0">
                <a:solidFill>
                  <a:schemeClr val="tx1"/>
                </a:solidFill>
                <a:latin typeface="Aptos Light" panose="020B0004020202020204" pitchFamily="34" charset="0"/>
                <a:cs typeface="Andes ExtraLight"/>
              </a:defRPr>
            </a:lvl2pPr>
            <a:lvl3pPr>
              <a:defRPr b="0" i="0">
                <a:latin typeface="Andes ExtraLight"/>
                <a:cs typeface="Andes ExtraLight"/>
              </a:defRPr>
            </a:lvl3pPr>
            <a:lvl4pPr>
              <a:defRPr b="0" i="0">
                <a:latin typeface="Andes ExtraLight"/>
                <a:cs typeface="Andes ExtraLight"/>
              </a:defRPr>
            </a:lvl4pPr>
            <a:lvl5pPr>
              <a:defRPr b="0" i="0">
                <a:latin typeface="Andes ExtraLight"/>
                <a:cs typeface="Andes ExtraLight"/>
              </a:defRPr>
            </a:lvl5pPr>
          </a:lstStyle>
          <a:p>
            <a:pPr lvl="0"/>
            <a:r>
              <a:rPr lang="en-US"/>
              <a:t>Edit Master text styles</a:t>
            </a:r>
          </a:p>
          <a:p>
            <a:pPr lvl="1"/>
            <a:r>
              <a:rPr lang="en-US"/>
              <a:t>Second level</a:t>
            </a:r>
          </a:p>
        </p:txBody>
      </p:sp>
    </p:spTree>
    <p:extLst>
      <p:ext uri="{BB962C8B-B14F-4D97-AF65-F5344CB8AC3E}">
        <p14:creationId xmlns:p14="http://schemas.microsoft.com/office/powerpoint/2010/main" val="3860621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7" name="Picture 6" descr="Looking up at the sky through the trees&#10;&#10;Description automatically generated">
            <a:extLst>
              <a:ext uri="{FF2B5EF4-FFF2-40B4-BE49-F238E27FC236}">
                <a16:creationId xmlns:a16="http://schemas.microsoft.com/office/drawing/2014/main" id="{93E89D5A-95FC-C9B6-1B0C-99FF0E10BC1A}"/>
              </a:ext>
            </a:extLst>
          </p:cNvPr>
          <p:cNvPicPr>
            <a:picLocks noChangeAspect="1"/>
          </p:cNvPicPr>
          <p:nvPr userDrawn="1"/>
        </p:nvPicPr>
        <p:blipFill rotWithShape="1">
          <a:blip r:embed="rId2"/>
          <a:srcRect r="1716"/>
          <a:stretch/>
        </p:blipFill>
        <p:spPr>
          <a:xfrm>
            <a:off x="-1" y="152227"/>
            <a:ext cx="12192001" cy="6705774"/>
          </a:xfrm>
          <a:prstGeom prst="rect">
            <a:avLst/>
          </a:prstGeom>
        </p:spPr>
      </p:pic>
      <p:sp>
        <p:nvSpPr>
          <p:cNvPr id="28" name="Google Shape;10;p2">
            <a:extLst>
              <a:ext uri="{FF2B5EF4-FFF2-40B4-BE49-F238E27FC236}">
                <a16:creationId xmlns:a16="http://schemas.microsoft.com/office/drawing/2014/main" id="{5228A903-53C0-8F47-64A3-A47C5B74A222}"/>
              </a:ext>
            </a:extLst>
          </p:cNvPr>
          <p:cNvSpPr/>
          <p:nvPr userDrawn="1"/>
        </p:nvSpPr>
        <p:spPr>
          <a:xfrm>
            <a:off x="0" y="0"/>
            <a:ext cx="12192000" cy="6477000"/>
          </a:xfrm>
          <a:custGeom>
            <a:avLst/>
            <a:gdLst/>
            <a:ahLst/>
            <a:cxnLst/>
            <a:rect l="l" t="t" r="r" b="b"/>
            <a:pathLst>
              <a:path w="365770" h="175924" extrusionOk="0">
                <a:moveTo>
                  <a:pt x="0" y="0"/>
                </a:moveTo>
                <a:lnTo>
                  <a:pt x="365770" y="0"/>
                </a:lnTo>
                <a:lnTo>
                  <a:pt x="365760" y="70914"/>
                </a:lnTo>
                <a:lnTo>
                  <a:pt x="0" y="175924"/>
                </a:lnTo>
                <a:close/>
              </a:path>
            </a:pathLst>
          </a:custGeom>
          <a:solidFill>
            <a:schemeClr val="tx1"/>
          </a:solidFill>
          <a:ln>
            <a:noFill/>
          </a:ln>
        </p:spPr>
      </p:sp>
      <p:sp>
        <p:nvSpPr>
          <p:cNvPr id="2" name="Title 1">
            <a:extLst>
              <a:ext uri="{FF2B5EF4-FFF2-40B4-BE49-F238E27FC236}">
                <a16:creationId xmlns:a16="http://schemas.microsoft.com/office/drawing/2014/main" id="{568529B4-9A66-3967-93D1-B1E1D764EED2}"/>
              </a:ext>
            </a:extLst>
          </p:cNvPr>
          <p:cNvSpPr>
            <a:spLocks noGrp="1"/>
          </p:cNvSpPr>
          <p:nvPr>
            <p:ph type="ctrTitle"/>
          </p:nvPr>
        </p:nvSpPr>
        <p:spPr>
          <a:xfrm>
            <a:off x="560070" y="641434"/>
            <a:ext cx="10431780" cy="2387600"/>
          </a:xfrm>
          <a:prstGeom prst="rect">
            <a:avLst/>
          </a:prstGeom>
        </p:spPr>
        <p:txBody>
          <a:bodyPr anchor="b">
            <a:normAutofit/>
          </a:bodyPr>
          <a:lstStyle>
            <a:lvl1pPr algn="l">
              <a:defRPr sz="5400" b="1" i="0">
                <a:solidFill>
                  <a:srgbClr val="012903"/>
                </a:solidFill>
                <a:latin typeface="+mj-lt"/>
                <a:cs typeface="Arial Hebrew" pitchFamily="2" charset="-79"/>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p:nvPr>
        </p:nvSpPr>
        <p:spPr>
          <a:xfrm>
            <a:off x="560070" y="3238500"/>
            <a:ext cx="6172200" cy="641434"/>
          </a:xfrm>
          <a:prstGeom prst="rect">
            <a:avLst/>
          </a:prstGeom>
        </p:spPr>
        <p:txBody>
          <a:bodyPr/>
          <a:lstStyle>
            <a:lvl1pPr marL="0" indent="0" algn="l">
              <a:buNone/>
              <a:defRPr sz="2400" b="0" i="0">
                <a:solidFill>
                  <a:srgbClr val="20615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C305172B-6733-BD95-91C3-40B44DC1B93D}"/>
              </a:ext>
            </a:extLst>
          </p:cNvPr>
          <p:cNvSpPr>
            <a:spLocks noGrp="1"/>
          </p:cNvSpPr>
          <p:nvPr>
            <p:ph type="body" sz="quarter" idx="10"/>
          </p:nvPr>
        </p:nvSpPr>
        <p:spPr>
          <a:xfrm>
            <a:off x="9103660" y="5015753"/>
            <a:ext cx="2729566" cy="1575547"/>
          </a:xfrm>
          <a:prstGeom prst="rect">
            <a:avLst/>
          </a:prstGeom>
        </p:spPr>
        <p:txBody>
          <a:bodyPr/>
          <a:lstStyle>
            <a:lvl1pPr marL="0" indent="0" algn="r">
              <a:lnSpc>
                <a:spcPct val="150000"/>
              </a:lnSpc>
              <a:spcBef>
                <a:spcPts val="0"/>
              </a:spcBef>
              <a:buNone/>
              <a:defRPr sz="1600">
                <a:solidFill>
                  <a:schemeClr val="tx1"/>
                </a:solidFill>
                <a:latin typeface="+mn-lt"/>
                <a:ea typeface="Roboto" panose="02000000000000000000" pitchFamily="2" charset="0"/>
                <a:cs typeface="Roboto" panose="02000000000000000000" pitchFamily="2" charset="0"/>
              </a:defRPr>
            </a:lvl1pPr>
          </a:lstStyle>
          <a:p>
            <a:pPr lvl="0"/>
            <a:r>
              <a:rPr lang="en-GB"/>
              <a:t>Click to edit Master text styles</a:t>
            </a:r>
          </a:p>
        </p:txBody>
      </p:sp>
    </p:spTree>
    <p:extLst>
      <p:ext uri="{BB962C8B-B14F-4D97-AF65-F5344CB8AC3E}">
        <p14:creationId xmlns:p14="http://schemas.microsoft.com/office/powerpoint/2010/main" val="2962355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60CF-7279-C343-F39E-33739C82BFAC}"/>
              </a:ext>
            </a:extLst>
          </p:cNvPr>
          <p:cNvSpPr>
            <a:spLocks noGrp="1"/>
          </p:cNvSpPr>
          <p:nvPr>
            <p:ph type="ctrTitle"/>
          </p:nvPr>
        </p:nvSpPr>
        <p:spPr>
          <a:xfrm>
            <a:off x="618308" y="5279894"/>
            <a:ext cx="10955383" cy="1066818"/>
          </a:xfrm>
          <a:solidFill>
            <a:schemeClr val="tx1"/>
          </a:solidFill>
        </p:spPr>
        <p:txBody>
          <a:bodyPr lIns="0" tIns="0" rIns="0" bIns="0" anchor="b"/>
          <a:lstStyle>
            <a:lvl1pPr algn="l">
              <a:defRPr sz="6000" b="1">
                <a:solidFill>
                  <a:srgbClr val="022A03"/>
                </a:solidFill>
              </a:defRPr>
            </a:lvl1pPr>
          </a:lstStyle>
          <a:p>
            <a:r>
              <a:rPr lang="en-GB"/>
              <a:t>Click to edit Master title style</a:t>
            </a:r>
            <a:endParaRPr lang="en-US"/>
          </a:p>
        </p:txBody>
      </p:sp>
      <p:pic>
        <p:nvPicPr>
          <p:cNvPr id="4" name="Picture 3" descr="A road through a forest&#10;&#10;Description automatically generated">
            <a:extLst>
              <a:ext uri="{FF2B5EF4-FFF2-40B4-BE49-F238E27FC236}">
                <a16:creationId xmlns:a16="http://schemas.microsoft.com/office/drawing/2014/main" id="{968505F6-D10F-F3F2-069D-D9803AFF55B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1573" b="17096"/>
          <a:stretch/>
        </p:blipFill>
        <p:spPr>
          <a:xfrm>
            <a:off x="-1" y="-1077066"/>
            <a:ext cx="12191999" cy="5708103"/>
          </a:xfrm>
          <a:prstGeom prst="rect">
            <a:avLst/>
          </a:prstGeom>
        </p:spPr>
      </p:pic>
      <p:sp>
        <p:nvSpPr>
          <p:cNvPr id="5" name="Rectangle 4">
            <a:extLst>
              <a:ext uri="{FF2B5EF4-FFF2-40B4-BE49-F238E27FC236}">
                <a16:creationId xmlns:a16="http://schemas.microsoft.com/office/drawing/2014/main" id="{B739B807-FF59-567E-4263-5A96FBAA9828}"/>
              </a:ext>
            </a:extLst>
          </p:cNvPr>
          <p:cNvSpPr>
            <a:spLocks noChangeArrowheads="1"/>
          </p:cNvSpPr>
          <p:nvPr userDrawn="1"/>
        </p:nvSpPr>
        <p:spPr bwMode="auto">
          <a:xfrm>
            <a:off x="0" y="4631037"/>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516915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ub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60CF-7279-C343-F39E-33739C82BFAC}"/>
              </a:ext>
            </a:extLst>
          </p:cNvPr>
          <p:cNvSpPr>
            <a:spLocks noGrp="1"/>
          </p:cNvSpPr>
          <p:nvPr>
            <p:ph type="ctrTitle"/>
          </p:nvPr>
        </p:nvSpPr>
        <p:spPr>
          <a:xfrm>
            <a:off x="618308" y="5279894"/>
            <a:ext cx="10955383" cy="1066818"/>
          </a:xfrm>
          <a:solidFill>
            <a:schemeClr val="tx1"/>
          </a:solidFill>
        </p:spPr>
        <p:txBody>
          <a:bodyPr lIns="0" tIns="0" rIns="0" bIns="0" anchor="b"/>
          <a:lstStyle>
            <a:lvl1pPr algn="l">
              <a:defRPr sz="6000" b="1">
                <a:solidFill>
                  <a:srgbClr val="022A03"/>
                </a:solidFill>
              </a:defRPr>
            </a:lvl1pPr>
          </a:lstStyle>
          <a:p>
            <a:r>
              <a:rPr lang="en-GB"/>
              <a:t>Click to edit Master title style</a:t>
            </a:r>
            <a:endParaRPr lang="en-US"/>
          </a:p>
        </p:txBody>
      </p:sp>
      <p:sp>
        <p:nvSpPr>
          <p:cNvPr id="5" name="Rectangle 4">
            <a:extLst>
              <a:ext uri="{FF2B5EF4-FFF2-40B4-BE49-F238E27FC236}">
                <a16:creationId xmlns:a16="http://schemas.microsoft.com/office/drawing/2014/main" id="{B739B807-FF59-567E-4263-5A96FBAA9828}"/>
              </a:ext>
            </a:extLst>
          </p:cNvPr>
          <p:cNvSpPr>
            <a:spLocks noChangeArrowheads="1"/>
          </p:cNvSpPr>
          <p:nvPr userDrawn="1"/>
        </p:nvSpPr>
        <p:spPr bwMode="auto">
          <a:xfrm>
            <a:off x="0" y="4631037"/>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pic>
        <p:nvPicPr>
          <p:cNvPr id="6" name="Picture 5" descr="A solar panels in a field&#10;&#10;Description automatically generated">
            <a:extLst>
              <a:ext uri="{FF2B5EF4-FFF2-40B4-BE49-F238E27FC236}">
                <a16:creationId xmlns:a16="http://schemas.microsoft.com/office/drawing/2014/main" id="{B527EF49-ED44-8886-1A6D-4891E1E99F97}"/>
              </a:ext>
            </a:extLst>
          </p:cNvPr>
          <p:cNvPicPr>
            <a:picLocks noChangeAspect="1"/>
          </p:cNvPicPr>
          <p:nvPr userDrawn="1"/>
        </p:nvPicPr>
        <p:blipFill rotWithShape="1">
          <a:blip r:embed="rId2"/>
          <a:srcRect t="18561" b="24593"/>
          <a:stretch/>
        </p:blipFill>
        <p:spPr>
          <a:xfrm>
            <a:off x="-1" y="0"/>
            <a:ext cx="12191999" cy="4786964"/>
          </a:xfrm>
          <a:prstGeom prst="rect">
            <a:avLst/>
          </a:prstGeom>
        </p:spPr>
      </p:pic>
    </p:spTree>
    <p:extLst>
      <p:ext uri="{BB962C8B-B14F-4D97-AF65-F5344CB8AC3E}">
        <p14:creationId xmlns:p14="http://schemas.microsoft.com/office/powerpoint/2010/main" val="859656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Sub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60CF-7279-C343-F39E-33739C82BFAC}"/>
              </a:ext>
            </a:extLst>
          </p:cNvPr>
          <p:cNvSpPr>
            <a:spLocks noGrp="1"/>
          </p:cNvSpPr>
          <p:nvPr>
            <p:ph type="ctrTitle"/>
          </p:nvPr>
        </p:nvSpPr>
        <p:spPr>
          <a:xfrm>
            <a:off x="618308" y="5279894"/>
            <a:ext cx="10955383" cy="1066818"/>
          </a:xfrm>
          <a:solidFill>
            <a:schemeClr val="tx1"/>
          </a:solidFill>
        </p:spPr>
        <p:txBody>
          <a:bodyPr lIns="0" tIns="0" rIns="0" bIns="0" anchor="b"/>
          <a:lstStyle>
            <a:lvl1pPr algn="l">
              <a:defRPr sz="6000" b="1">
                <a:solidFill>
                  <a:srgbClr val="022A03"/>
                </a:solidFill>
              </a:defRPr>
            </a:lvl1pPr>
          </a:lstStyle>
          <a:p>
            <a:r>
              <a:rPr lang="en-GB"/>
              <a:t>Click to edit Master title style</a:t>
            </a:r>
            <a:endParaRPr lang="en-US"/>
          </a:p>
        </p:txBody>
      </p:sp>
      <p:sp>
        <p:nvSpPr>
          <p:cNvPr id="5" name="Rectangle 4">
            <a:extLst>
              <a:ext uri="{FF2B5EF4-FFF2-40B4-BE49-F238E27FC236}">
                <a16:creationId xmlns:a16="http://schemas.microsoft.com/office/drawing/2014/main" id="{B739B807-FF59-567E-4263-5A96FBAA9828}"/>
              </a:ext>
            </a:extLst>
          </p:cNvPr>
          <p:cNvSpPr>
            <a:spLocks noChangeArrowheads="1"/>
          </p:cNvSpPr>
          <p:nvPr userDrawn="1"/>
        </p:nvSpPr>
        <p:spPr bwMode="auto">
          <a:xfrm>
            <a:off x="0" y="4631037"/>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pic>
        <p:nvPicPr>
          <p:cNvPr id="6" name="Picture 5" descr="A group of flags on poles&#10;&#10;Description automatically generated">
            <a:extLst>
              <a:ext uri="{FF2B5EF4-FFF2-40B4-BE49-F238E27FC236}">
                <a16:creationId xmlns:a16="http://schemas.microsoft.com/office/drawing/2014/main" id="{64E47F4D-B06C-ABA1-D497-E17376B2BD90}"/>
              </a:ext>
            </a:extLst>
          </p:cNvPr>
          <p:cNvPicPr>
            <a:picLocks noChangeAspect="1"/>
          </p:cNvPicPr>
          <p:nvPr userDrawn="1"/>
        </p:nvPicPr>
        <p:blipFill rotWithShape="1">
          <a:blip r:embed="rId2"/>
          <a:srcRect t="19868" b="10277"/>
          <a:stretch/>
        </p:blipFill>
        <p:spPr>
          <a:xfrm>
            <a:off x="0" y="0"/>
            <a:ext cx="12201577" cy="4786964"/>
          </a:xfrm>
          <a:prstGeom prst="rect">
            <a:avLst/>
          </a:prstGeom>
        </p:spPr>
      </p:pic>
    </p:spTree>
    <p:extLst>
      <p:ext uri="{BB962C8B-B14F-4D97-AF65-F5344CB8AC3E}">
        <p14:creationId xmlns:p14="http://schemas.microsoft.com/office/powerpoint/2010/main" val="861463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4A1690-501B-E3A8-EC14-F39DD4830685}"/>
              </a:ext>
            </a:extLst>
          </p:cNvPr>
          <p:cNvSpPr>
            <a:spLocks noChangeArrowheads="1"/>
          </p:cNvSpPr>
          <p:nvPr userDrawn="1"/>
        </p:nvSpPr>
        <p:spPr bwMode="auto">
          <a:xfrm flipV="1">
            <a:off x="0" y="-3"/>
            <a:ext cx="4251962" cy="6858001"/>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p>
        </p:txBody>
      </p:sp>
      <p:sp>
        <p:nvSpPr>
          <p:cNvPr id="2" name="Title 1">
            <a:extLst>
              <a:ext uri="{FF2B5EF4-FFF2-40B4-BE49-F238E27FC236}">
                <a16:creationId xmlns:a16="http://schemas.microsoft.com/office/drawing/2014/main" id="{DDF460CF-7279-C343-F39E-33739C82BFAC}"/>
              </a:ext>
            </a:extLst>
          </p:cNvPr>
          <p:cNvSpPr>
            <a:spLocks noGrp="1"/>
          </p:cNvSpPr>
          <p:nvPr>
            <p:ph type="ctrTitle"/>
          </p:nvPr>
        </p:nvSpPr>
        <p:spPr>
          <a:xfrm>
            <a:off x="618310" y="502920"/>
            <a:ext cx="3293290" cy="1676400"/>
          </a:xfrm>
        </p:spPr>
        <p:txBody>
          <a:bodyPr lIns="0" tIns="0" rIns="0" bIns="0" anchor="t">
            <a:normAutofit/>
          </a:bodyPr>
          <a:lstStyle>
            <a:lvl1pPr algn="l">
              <a:defRPr sz="4800" b="1">
                <a:solidFill>
                  <a:schemeClr val="tx1"/>
                </a:solidFill>
              </a:defRPr>
            </a:lvl1pPr>
          </a:lstStyle>
          <a:p>
            <a:r>
              <a:rPr lang="en-GB"/>
              <a:t>Click to edit Master title style</a:t>
            </a:r>
            <a:endParaRPr lang="en-US"/>
          </a:p>
        </p:txBody>
      </p:sp>
      <p:sp>
        <p:nvSpPr>
          <p:cNvPr id="8" name="Rectangle 7">
            <a:extLst>
              <a:ext uri="{FF2B5EF4-FFF2-40B4-BE49-F238E27FC236}">
                <a16:creationId xmlns:a16="http://schemas.microsoft.com/office/drawing/2014/main" id="{61D466BD-30A3-5235-DD6E-0AE34EA4C34A}"/>
              </a:ext>
            </a:extLst>
          </p:cNvPr>
          <p:cNvSpPr>
            <a:spLocks noChangeArrowheads="1"/>
          </p:cNvSpPr>
          <p:nvPr userDrawn="1"/>
        </p:nvSpPr>
        <p:spPr bwMode="auto">
          <a:xfrm rot="16200000">
            <a:off x="800103" y="3406141"/>
            <a:ext cx="6857999" cy="45719"/>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bg1"/>
              </a:solidFill>
            </a:endParaRPr>
          </a:p>
        </p:txBody>
      </p:sp>
      <p:sp>
        <p:nvSpPr>
          <p:cNvPr id="4" name="Content Placeholder 3">
            <a:extLst>
              <a:ext uri="{FF2B5EF4-FFF2-40B4-BE49-F238E27FC236}">
                <a16:creationId xmlns:a16="http://schemas.microsoft.com/office/drawing/2014/main" id="{8A7EED4C-3CAC-6637-0225-8789721FD08D}"/>
              </a:ext>
            </a:extLst>
          </p:cNvPr>
          <p:cNvSpPr>
            <a:spLocks noGrp="1"/>
          </p:cNvSpPr>
          <p:nvPr>
            <p:ph sz="half" idx="2"/>
          </p:nvPr>
        </p:nvSpPr>
        <p:spPr>
          <a:xfrm>
            <a:off x="4546605" y="502920"/>
            <a:ext cx="7027086" cy="6069330"/>
          </a:xfrm>
        </p:spPr>
        <p:txBody>
          <a:bodyPr/>
          <a:lstStyle>
            <a:lvl1pPr marL="514350" indent="-514350">
              <a:buFont typeface="+mj-lt"/>
              <a:buAutoNum type="arabicPeriod"/>
              <a:defRPr>
                <a:latin typeface="Aptos Light" panose="020B0004020202020204" pitchFamily="34" charset="0"/>
              </a:defRPr>
            </a:lvl1pPr>
            <a:lvl2pPr marL="914400" indent="-457200">
              <a:buFont typeface="+mj-lt"/>
              <a:buAutoNum type="alphaLcPeriod"/>
              <a:defRPr>
                <a:latin typeface="Aptos Light" panose="020B0004020202020204" pitchFamily="34" charset="0"/>
              </a:defRPr>
            </a:lvl2pPr>
            <a:lvl3pPr marL="1371600" indent="-457200">
              <a:buFont typeface="+mj-lt"/>
              <a:buAutoNum type="alphaLcPeriod"/>
              <a:defRPr>
                <a:latin typeface="Aptos Light" panose="020B0004020202020204" pitchFamily="34" charset="0"/>
              </a:defRPr>
            </a:lvl3pPr>
            <a:lvl4pPr marL="1714500" indent="-342900">
              <a:buFont typeface="+mj-lt"/>
              <a:buAutoNum type="alphaLcPeriod"/>
              <a:defRPr>
                <a:latin typeface="Aptos Light" panose="020B0004020202020204" pitchFamily="34" charset="0"/>
              </a:defRPr>
            </a:lvl4pPr>
            <a:lvl5pPr marL="2171700" indent="-342900">
              <a:buFont typeface="+mj-lt"/>
              <a:buAutoNum type="alphaLcPeriod"/>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470828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pic>
        <p:nvPicPr>
          <p:cNvPr id="3" name="Picture 2" descr="Looking up view of trees in the forest&#10;&#10;Description automatically generated">
            <a:extLst>
              <a:ext uri="{FF2B5EF4-FFF2-40B4-BE49-F238E27FC236}">
                <a16:creationId xmlns:a16="http://schemas.microsoft.com/office/drawing/2014/main" id="{20B1A34C-0D90-B616-EFBB-FDB8D03F5361}"/>
              </a:ext>
            </a:extLst>
          </p:cNvPr>
          <p:cNvPicPr>
            <a:picLocks noChangeAspect="1"/>
          </p:cNvPicPr>
          <p:nvPr userDrawn="1"/>
        </p:nvPicPr>
        <p:blipFill rotWithShape="1">
          <a:blip r:embed="rId2"/>
          <a:srcRect l="18347" t="312" r="23757" b="1"/>
          <a:stretch/>
        </p:blipFill>
        <p:spPr>
          <a:xfrm>
            <a:off x="0" y="0"/>
            <a:ext cx="6096000" cy="6857999"/>
          </a:xfrm>
          <a:prstGeom prst="rect">
            <a:avLst/>
          </a:prstGeom>
        </p:spPr>
      </p:pic>
      <p:sp>
        <p:nvSpPr>
          <p:cNvPr id="4" name="Content Placeholder 3">
            <a:extLst>
              <a:ext uri="{FF2B5EF4-FFF2-40B4-BE49-F238E27FC236}">
                <a16:creationId xmlns:a16="http://schemas.microsoft.com/office/drawing/2014/main" id="{8A7EED4C-3CAC-6637-0225-8789721FD08D}"/>
              </a:ext>
            </a:extLst>
          </p:cNvPr>
          <p:cNvSpPr>
            <a:spLocks noGrp="1"/>
          </p:cNvSpPr>
          <p:nvPr>
            <p:ph sz="half" idx="2"/>
          </p:nvPr>
        </p:nvSpPr>
        <p:spPr>
          <a:xfrm>
            <a:off x="6390643" y="310551"/>
            <a:ext cx="5479304" cy="6261699"/>
          </a:xfrm>
        </p:spPr>
        <p:txBody>
          <a:bodyPr/>
          <a:lstStyle>
            <a:lvl1pPr marL="514350" indent="-514350">
              <a:buFont typeface="+mj-lt"/>
              <a:buAutoNum type="arabicPeriod"/>
              <a:defRPr>
                <a:latin typeface="Aptos Light" panose="020B0004020202020204" pitchFamily="34" charset="0"/>
              </a:defRPr>
            </a:lvl1pPr>
            <a:lvl2pPr marL="914400" indent="-457200">
              <a:buFont typeface="+mj-lt"/>
              <a:buAutoNum type="alphaLcPeriod"/>
              <a:defRPr>
                <a:latin typeface="Aptos Light" panose="020B0004020202020204" pitchFamily="34" charset="0"/>
              </a:defRPr>
            </a:lvl2pPr>
            <a:lvl3pPr marL="1371600" indent="-457200">
              <a:buFont typeface="+mj-lt"/>
              <a:buAutoNum type="alphaLcPeriod"/>
              <a:defRPr>
                <a:latin typeface="Aptos Light" panose="020B0004020202020204" pitchFamily="34" charset="0"/>
              </a:defRPr>
            </a:lvl3pPr>
            <a:lvl4pPr marL="1714500" indent="-342900">
              <a:buFont typeface="+mj-lt"/>
              <a:buAutoNum type="alphaLcPeriod"/>
              <a:defRPr>
                <a:latin typeface="Aptos Light" panose="020B0004020202020204" pitchFamily="34" charset="0"/>
              </a:defRPr>
            </a:lvl4pPr>
            <a:lvl5pPr marL="2171700" indent="-342900">
              <a:buFont typeface="+mj-lt"/>
              <a:buAutoNum type="alphaLcPeriod"/>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0BEDA41B-4AD7-BD9A-0D6A-42E85823E5F0}"/>
              </a:ext>
            </a:extLst>
          </p:cNvPr>
          <p:cNvSpPr/>
          <p:nvPr userDrawn="1"/>
        </p:nvSpPr>
        <p:spPr>
          <a:xfrm>
            <a:off x="0" y="-21442"/>
            <a:ext cx="6096000" cy="1351398"/>
          </a:xfrm>
          <a:prstGeom prst="rect">
            <a:avLst/>
          </a:prstGeom>
          <a:solidFill>
            <a:srgbClr val="022A03"/>
          </a:solidFill>
          <a:ln>
            <a:solidFill>
              <a:srgbClr val="022A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F460CF-7279-C343-F39E-33739C82BFAC}"/>
              </a:ext>
            </a:extLst>
          </p:cNvPr>
          <p:cNvSpPr>
            <a:spLocks noGrp="1"/>
          </p:cNvSpPr>
          <p:nvPr>
            <p:ph type="ctrTitle" hasCustomPrompt="1"/>
          </p:nvPr>
        </p:nvSpPr>
        <p:spPr>
          <a:xfrm>
            <a:off x="618310" y="502920"/>
            <a:ext cx="3293290" cy="1676400"/>
          </a:xfrm>
        </p:spPr>
        <p:txBody>
          <a:bodyPr lIns="0" tIns="0" rIns="0" bIns="0" anchor="t">
            <a:normAutofit/>
          </a:bodyPr>
          <a:lstStyle>
            <a:lvl1pPr algn="l">
              <a:defRPr sz="4800" b="1">
                <a:solidFill>
                  <a:schemeClr val="tx1"/>
                </a:solidFill>
              </a:defRPr>
            </a:lvl1pPr>
          </a:lstStyle>
          <a:p>
            <a:r>
              <a:rPr lang="en-GB"/>
              <a:t>Content</a:t>
            </a:r>
            <a:endParaRPr lang="en-US"/>
          </a:p>
        </p:txBody>
      </p:sp>
    </p:spTree>
    <p:extLst>
      <p:ext uri="{BB962C8B-B14F-4D97-AF65-F5344CB8AC3E}">
        <p14:creationId xmlns:p14="http://schemas.microsoft.com/office/powerpoint/2010/main" val="3464033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ey Point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8F486A1-5B10-30DF-7DA3-04446568B480}"/>
              </a:ext>
            </a:extLst>
          </p:cNvPr>
          <p:cNvSpPr/>
          <p:nvPr userDrawn="1"/>
        </p:nvSpPr>
        <p:spPr>
          <a:xfrm>
            <a:off x="0" y="1"/>
            <a:ext cx="12192000" cy="1351398"/>
          </a:xfrm>
          <a:prstGeom prst="rect">
            <a:avLst/>
          </a:prstGeom>
          <a:solidFill>
            <a:srgbClr val="022A03"/>
          </a:solidFill>
          <a:ln>
            <a:solidFill>
              <a:srgbClr val="022A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E871FA0-D799-C1BA-C553-079B442A2679}"/>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5" name="Rectangle 4">
            <a:extLst>
              <a:ext uri="{FF2B5EF4-FFF2-40B4-BE49-F238E27FC236}">
                <a16:creationId xmlns:a16="http://schemas.microsoft.com/office/drawing/2014/main" id="{BE21C46E-C07A-23B4-FD4E-7D2CB47B1BB7}"/>
              </a:ext>
            </a:extLst>
          </p:cNvPr>
          <p:cNvSpPr/>
          <p:nvPr userDrawn="1"/>
        </p:nvSpPr>
        <p:spPr>
          <a:xfrm>
            <a:off x="2110740" y="2028118"/>
            <a:ext cx="7970520" cy="1004641"/>
          </a:xfrm>
          <a:prstGeom prst="rect">
            <a:avLst/>
          </a:prstGeom>
          <a:solidFill>
            <a:schemeClr val="bg2">
              <a:lumMod val="10000"/>
              <a:lumOff val="90000"/>
            </a:schemeClr>
          </a:solidFill>
          <a:ln>
            <a:solidFill>
              <a:srgbClr val="EBF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3F7E2"/>
              </a:solidFill>
            </a:endParaRPr>
          </a:p>
        </p:txBody>
      </p:sp>
      <p:sp>
        <p:nvSpPr>
          <p:cNvPr id="6" name="Title 1">
            <a:extLst>
              <a:ext uri="{FF2B5EF4-FFF2-40B4-BE49-F238E27FC236}">
                <a16:creationId xmlns:a16="http://schemas.microsoft.com/office/drawing/2014/main" id="{FD8120CB-5858-2E84-94BD-3B2A0D7924AE}"/>
              </a:ext>
            </a:extLst>
          </p:cNvPr>
          <p:cNvSpPr>
            <a:spLocks noGrp="1"/>
          </p:cNvSpPr>
          <p:nvPr>
            <p:ph type="title"/>
          </p:nvPr>
        </p:nvSpPr>
        <p:spPr>
          <a:xfrm>
            <a:off x="381000" y="451968"/>
            <a:ext cx="11430000" cy="782584"/>
          </a:xfrm>
        </p:spPr>
        <p:txBody>
          <a:bodyPr lIns="0" tIns="0" rIns="0" bIns="0"/>
          <a:lstStyle>
            <a:lvl1pPr>
              <a:lnSpc>
                <a:spcPct val="100000"/>
              </a:lnSpc>
              <a:defRPr>
                <a:solidFill>
                  <a:schemeClr val="tx1"/>
                </a:solidFill>
              </a:defRPr>
            </a:lvl1pPr>
          </a:lstStyle>
          <a:p>
            <a:r>
              <a:rPr lang="en-GB"/>
              <a:t>Click to edit Master title style</a:t>
            </a:r>
            <a:endParaRPr lang="en-US"/>
          </a:p>
        </p:txBody>
      </p:sp>
      <p:sp>
        <p:nvSpPr>
          <p:cNvPr id="7" name="Rectangle 6">
            <a:extLst>
              <a:ext uri="{FF2B5EF4-FFF2-40B4-BE49-F238E27FC236}">
                <a16:creationId xmlns:a16="http://schemas.microsoft.com/office/drawing/2014/main" id="{0284ECE9-FB3A-2F1D-4F8A-B6156A14D49A}"/>
              </a:ext>
            </a:extLst>
          </p:cNvPr>
          <p:cNvSpPr/>
          <p:nvPr userDrawn="1"/>
        </p:nvSpPr>
        <p:spPr>
          <a:xfrm>
            <a:off x="2110740" y="3514283"/>
            <a:ext cx="7970520" cy="1004641"/>
          </a:xfrm>
          <a:prstGeom prst="rect">
            <a:avLst/>
          </a:prstGeom>
          <a:solidFill>
            <a:schemeClr val="accent4">
              <a:lumMod val="20000"/>
              <a:lumOff val="80000"/>
            </a:schemeClr>
          </a:solidFill>
          <a:ln>
            <a:solidFill>
              <a:srgbClr val="DAF4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D735EB7-8A85-F1A7-484B-19DF5EDFBCF7}"/>
              </a:ext>
            </a:extLst>
          </p:cNvPr>
          <p:cNvSpPr/>
          <p:nvPr userDrawn="1"/>
        </p:nvSpPr>
        <p:spPr>
          <a:xfrm>
            <a:off x="2110740" y="5000448"/>
            <a:ext cx="7970520" cy="1004641"/>
          </a:xfrm>
          <a:prstGeom prst="rect">
            <a:avLst/>
          </a:prstGeom>
          <a:solidFill>
            <a:srgbClr val="EBF4D6"/>
          </a:solidFill>
          <a:ln>
            <a:solidFill>
              <a:srgbClr val="ECF4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3DF2199-3789-DB84-6347-50303262C3CB}"/>
              </a:ext>
            </a:extLst>
          </p:cNvPr>
          <p:cNvSpPr txBox="1"/>
          <p:nvPr userDrawn="1"/>
        </p:nvSpPr>
        <p:spPr>
          <a:xfrm>
            <a:off x="2331720" y="2028118"/>
            <a:ext cx="7528560" cy="467885"/>
          </a:xfrm>
          <a:prstGeom prst="rect">
            <a:avLst/>
          </a:prstGeom>
          <a:noFill/>
        </p:spPr>
        <p:txBody>
          <a:bodyPr wrap="square" rtlCol="0">
            <a:spAutoFit/>
          </a:bodyPr>
          <a:lstStyle/>
          <a:p>
            <a:pPr>
              <a:lnSpc>
                <a:spcPct val="150000"/>
              </a:lnSpc>
            </a:pPr>
            <a:endParaRPr lang="en-US">
              <a:solidFill>
                <a:srgbClr val="022A03"/>
              </a:solidFill>
            </a:endParaRPr>
          </a:p>
        </p:txBody>
      </p:sp>
      <p:sp>
        <p:nvSpPr>
          <p:cNvPr id="10" name="Content Placeholder 2">
            <a:extLst>
              <a:ext uri="{FF2B5EF4-FFF2-40B4-BE49-F238E27FC236}">
                <a16:creationId xmlns:a16="http://schemas.microsoft.com/office/drawing/2014/main" id="{1121D204-B214-EC89-8A00-774DF2A83F19}"/>
              </a:ext>
            </a:extLst>
          </p:cNvPr>
          <p:cNvSpPr>
            <a:spLocks noGrp="1"/>
          </p:cNvSpPr>
          <p:nvPr>
            <p:ph idx="1"/>
          </p:nvPr>
        </p:nvSpPr>
        <p:spPr>
          <a:xfrm>
            <a:off x="3604260" y="2028118"/>
            <a:ext cx="6256020" cy="1004641"/>
          </a:xfrm>
        </p:spPr>
        <p:txBody>
          <a:bodyPr lIns="0" tIns="0" rIns="0" bIns="0" anchor="ctr">
            <a:normAutofit/>
          </a:bodyPr>
          <a:lstStyle>
            <a:lvl1pPr marL="0" indent="0" algn="ctr">
              <a:lnSpc>
                <a:spcPct val="150000"/>
              </a:lnSpc>
              <a:spcBef>
                <a:spcPts val="0"/>
              </a:spcBef>
              <a:buFontTx/>
              <a:buNone/>
              <a:defRPr sz="2000" b="1">
                <a:solidFill>
                  <a:srgbClr val="022A03"/>
                </a:solidFill>
                <a:latin typeface="+mj-lt"/>
              </a:defRPr>
            </a:lvl1pPr>
            <a:lvl2pPr marL="180000" indent="0">
              <a:lnSpc>
                <a:spcPct val="150000"/>
              </a:lnSpc>
              <a:spcBef>
                <a:spcPts val="0"/>
              </a:spcBef>
              <a:buFontTx/>
              <a:buNone/>
              <a:defRPr sz="1600" b="1">
                <a:latin typeface="Aptos Light" panose="020B0004020202020204" pitchFamily="34" charset="0"/>
              </a:defRPr>
            </a:lvl2pPr>
            <a:lvl3pPr marL="180000" indent="0">
              <a:lnSpc>
                <a:spcPct val="150000"/>
              </a:lnSpc>
              <a:spcBef>
                <a:spcPts val="0"/>
              </a:spcBef>
              <a:buFontTx/>
              <a:buNone/>
              <a:defRPr sz="1200">
                <a:latin typeface="Aptos Light" panose="020B0004020202020204" pitchFamily="34" charset="0"/>
              </a:defRPr>
            </a:lvl3pPr>
            <a:lvl4pPr marL="180000" indent="0">
              <a:lnSpc>
                <a:spcPct val="150000"/>
              </a:lnSpc>
              <a:spcBef>
                <a:spcPts val="0"/>
              </a:spcBef>
              <a:buFontTx/>
              <a:buNone/>
              <a:defRPr sz="1100">
                <a:latin typeface="Aptos Light" panose="020B0004020202020204" pitchFamily="34" charset="0"/>
              </a:defRPr>
            </a:lvl4pPr>
            <a:lvl5pPr marL="180000" indent="0">
              <a:lnSpc>
                <a:spcPct val="150000"/>
              </a:lnSpc>
              <a:spcBef>
                <a:spcPts val="0"/>
              </a:spcBef>
              <a:buFontTx/>
              <a:buNone/>
              <a:defRPr sz="1100">
                <a:latin typeface="Aptos Light" panose="020B0004020202020204" pitchFamily="34" charset="0"/>
              </a:defRPr>
            </a:lvl5pPr>
          </a:lstStyle>
          <a:p>
            <a:pPr lvl="0"/>
            <a:r>
              <a:rPr lang="en-GB"/>
              <a:t>Click to edit Master text styles</a:t>
            </a:r>
          </a:p>
        </p:txBody>
      </p:sp>
      <p:sp>
        <p:nvSpPr>
          <p:cNvPr id="11" name="Content Placeholder 2">
            <a:extLst>
              <a:ext uri="{FF2B5EF4-FFF2-40B4-BE49-F238E27FC236}">
                <a16:creationId xmlns:a16="http://schemas.microsoft.com/office/drawing/2014/main" id="{B11B325F-AC10-1656-7E35-68E4607B6464}"/>
              </a:ext>
            </a:extLst>
          </p:cNvPr>
          <p:cNvSpPr>
            <a:spLocks noGrp="1"/>
          </p:cNvSpPr>
          <p:nvPr>
            <p:ph idx="10"/>
          </p:nvPr>
        </p:nvSpPr>
        <p:spPr>
          <a:xfrm>
            <a:off x="3604259" y="3514283"/>
            <a:ext cx="6256019" cy="1004641"/>
          </a:xfrm>
        </p:spPr>
        <p:txBody>
          <a:bodyPr lIns="0" tIns="0" rIns="0" bIns="0" anchor="ctr">
            <a:normAutofit/>
          </a:bodyPr>
          <a:lstStyle>
            <a:lvl1pPr marL="0" indent="0" algn="ctr">
              <a:lnSpc>
                <a:spcPct val="150000"/>
              </a:lnSpc>
              <a:spcBef>
                <a:spcPts val="0"/>
              </a:spcBef>
              <a:buFontTx/>
              <a:buNone/>
              <a:defRPr sz="2000" b="1">
                <a:solidFill>
                  <a:srgbClr val="022A03"/>
                </a:solidFill>
                <a:latin typeface="+mj-lt"/>
              </a:defRPr>
            </a:lvl1pPr>
            <a:lvl2pPr marL="180000" indent="0">
              <a:lnSpc>
                <a:spcPct val="150000"/>
              </a:lnSpc>
              <a:spcBef>
                <a:spcPts val="0"/>
              </a:spcBef>
              <a:buFontTx/>
              <a:buNone/>
              <a:defRPr sz="1600" b="1">
                <a:latin typeface="Aptos Light" panose="020B0004020202020204" pitchFamily="34" charset="0"/>
              </a:defRPr>
            </a:lvl2pPr>
            <a:lvl3pPr marL="180000" indent="0">
              <a:lnSpc>
                <a:spcPct val="150000"/>
              </a:lnSpc>
              <a:spcBef>
                <a:spcPts val="0"/>
              </a:spcBef>
              <a:buFontTx/>
              <a:buNone/>
              <a:defRPr sz="1200">
                <a:latin typeface="Aptos Light" panose="020B0004020202020204" pitchFamily="34" charset="0"/>
              </a:defRPr>
            </a:lvl3pPr>
            <a:lvl4pPr marL="180000" indent="0">
              <a:lnSpc>
                <a:spcPct val="150000"/>
              </a:lnSpc>
              <a:spcBef>
                <a:spcPts val="0"/>
              </a:spcBef>
              <a:buFontTx/>
              <a:buNone/>
              <a:defRPr sz="1100">
                <a:latin typeface="Aptos Light" panose="020B0004020202020204" pitchFamily="34" charset="0"/>
              </a:defRPr>
            </a:lvl4pPr>
            <a:lvl5pPr marL="180000" indent="0">
              <a:lnSpc>
                <a:spcPct val="150000"/>
              </a:lnSpc>
              <a:spcBef>
                <a:spcPts val="0"/>
              </a:spcBef>
              <a:buFontTx/>
              <a:buNone/>
              <a:defRPr sz="1100">
                <a:latin typeface="Aptos Light" panose="020B0004020202020204" pitchFamily="34" charset="0"/>
              </a:defRPr>
            </a:lvl5pPr>
          </a:lstStyle>
          <a:p>
            <a:pPr lvl="0"/>
            <a:r>
              <a:rPr lang="en-GB"/>
              <a:t>Click to edit Master text styles</a:t>
            </a:r>
          </a:p>
        </p:txBody>
      </p:sp>
      <p:sp>
        <p:nvSpPr>
          <p:cNvPr id="12" name="Content Placeholder 2">
            <a:extLst>
              <a:ext uri="{FF2B5EF4-FFF2-40B4-BE49-F238E27FC236}">
                <a16:creationId xmlns:a16="http://schemas.microsoft.com/office/drawing/2014/main" id="{159C0CB4-338D-ED40-8A54-E72C02A503A5}"/>
              </a:ext>
            </a:extLst>
          </p:cNvPr>
          <p:cNvSpPr>
            <a:spLocks noGrp="1"/>
          </p:cNvSpPr>
          <p:nvPr>
            <p:ph idx="11"/>
          </p:nvPr>
        </p:nvSpPr>
        <p:spPr>
          <a:xfrm>
            <a:off x="3604259" y="5000447"/>
            <a:ext cx="6256019" cy="1004641"/>
          </a:xfrm>
        </p:spPr>
        <p:txBody>
          <a:bodyPr lIns="0" tIns="0" rIns="0" bIns="0" anchor="ctr">
            <a:normAutofit/>
          </a:bodyPr>
          <a:lstStyle>
            <a:lvl1pPr marL="0" indent="0" algn="ctr">
              <a:lnSpc>
                <a:spcPct val="150000"/>
              </a:lnSpc>
              <a:spcBef>
                <a:spcPts val="0"/>
              </a:spcBef>
              <a:buFontTx/>
              <a:buNone/>
              <a:defRPr sz="2000" b="1">
                <a:solidFill>
                  <a:srgbClr val="022A03"/>
                </a:solidFill>
                <a:latin typeface="+mj-lt"/>
              </a:defRPr>
            </a:lvl1pPr>
            <a:lvl2pPr marL="180000" indent="0">
              <a:lnSpc>
                <a:spcPct val="150000"/>
              </a:lnSpc>
              <a:spcBef>
                <a:spcPts val="0"/>
              </a:spcBef>
              <a:buFontTx/>
              <a:buNone/>
              <a:defRPr sz="1600" b="1">
                <a:latin typeface="Aptos Light" panose="020B0004020202020204" pitchFamily="34" charset="0"/>
              </a:defRPr>
            </a:lvl2pPr>
            <a:lvl3pPr marL="180000" indent="0">
              <a:lnSpc>
                <a:spcPct val="150000"/>
              </a:lnSpc>
              <a:spcBef>
                <a:spcPts val="0"/>
              </a:spcBef>
              <a:buFontTx/>
              <a:buNone/>
              <a:defRPr sz="1200">
                <a:latin typeface="Aptos Light" panose="020B0004020202020204" pitchFamily="34" charset="0"/>
              </a:defRPr>
            </a:lvl3pPr>
            <a:lvl4pPr marL="180000" indent="0">
              <a:lnSpc>
                <a:spcPct val="150000"/>
              </a:lnSpc>
              <a:spcBef>
                <a:spcPts val="0"/>
              </a:spcBef>
              <a:buFontTx/>
              <a:buNone/>
              <a:defRPr sz="1100">
                <a:latin typeface="Aptos Light" panose="020B0004020202020204" pitchFamily="34" charset="0"/>
              </a:defRPr>
            </a:lvl4pPr>
            <a:lvl5pPr marL="180000" indent="0">
              <a:lnSpc>
                <a:spcPct val="150000"/>
              </a:lnSpc>
              <a:spcBef>
                <a:spcPts val="0"/>
              </a:spcBef>
              <a:buFontTx/>
              <a:buNone/>
              <a:defRPr sz="1100">
                <a:latin typeface="Aptos Light" panose="020B0004020202020204" pitchFamily="34" charset="0"/>
              </a:defRPr>
            </a:lvl5pPr>
          </a:lstStyle>
          <a:p>
            <a:pPr lvl="0"/>
            <a:r>
              <a:rPr lang="en-GB"/>
              <a:t>Click to edit Master text styles</a:t>
            </a:r>
          </a:p>
        </p:txBody>
      </p:sp>
      <p:sp>
        <p:nvSpPr>
          <p:cNvPr id="13" name="TextBox 12">
            <a:extLst>
              <a:ext uri="{FF2B5EF4-FFF2-40B4-BE49-F238E27FC236}">
                <a16:creationId xmlns:a16="http://schemas.microsoft.com/office/drawing/2014/main" id="{2A63633D-EB5D-A98F-07DA-3BA009619755}"/>
              </a:ext>
            </a:extLst>
          </p:cNvPr>
          <p:cNvSpPr txBox="1"/>
          <p:nvPr userDrawn="1"/>
        </p:nvSpPr>
        <p:spPr>
          <a:xfrm>
            <a:off x="2110740" y="2028118"/>
            <a:ext cx="1226820" cy="1015663"/>
          </a:xfrm>
          <a:prstGeom prst="rect">
            <a:avLst/>
          </a:prstGeom>
          <a:noFill/>
        </p:spPr>
        <p:txBody>
          <a:bodyPr wrap="square" rtlCol="0">
            <a:spAutoFit/>
          </a:bodyPr>
          <a:lstStyle/>
          <a:p>
            <a:pPr algn="ctr"/>
            <a:r>
              <a:rPr lang="en-US" sz="6000" b="1">
                <a:solidFill>
                  <a:srgbClr val="022A03"/>
                </a:solidFill>
              </a:rPr>
              <a:t>1</a:t>
            </a:r>
          </a:p>
        </p:txBody>
      </p:sp>
      <p:sp>
        <p:nvSpPr>
          <p:cNvPr id="14" name="TextBox 13">
            <a:extLst>
              <a:ext uri="{FF2B5EF4-FFF2-40B4-BE49-F238E27FC236}">
                <a16:creationId xmlns:a16="http://schemas.microsoft.com/office/drawing/2014/main" id="{5966B016-9CAC-1A98-A39F-7A2C4634380B}"/>
              </a:ext>
            </a:extLst>
          </p:cNvPr>
          <p:cNvSpPr txBox="1"/>
          <p:nvPr userDrawn="1"/>
        </p:nvSpPr>
        <p:spPr>
          <a:xfrm>
            <a:off x="2110740" y="3508771"/>
            <a:ext cx="1226820" cy="1015663"/>
          </a:xfrm>
          <a:prstGeom prst="rect">
            <a:avLst/>
          </a:prstGeom>
          <a:noFill/>
        </p:spPr>
        <p:txBody>
          <a:bodyPr wrap="square" rtlCol="0">
            <a:spAutoFit/>
          </a:bodyPr>
          <a:lstStyle/>
          <a:p>
            <a:pPr algn="ctr"/>
            <a:r>
              <a:rPr lang="en-US" sz="6000" b="1">
                <a:solidFill>
                  <a:srgbClr val="022A03"/>
                </a:solidFill>
              </a:rPr>
              <a:t>2</a:t>
            </a:r>
          </a:p>
        </p:txBody>
      </p:sp>
      <p:sp>
        <p:nvSpPr>
          <p:cNvPr id="15" name="TextBox 14">
            <a:extLst>
              <a:ext uri="{FF2B5EF4-FFF2-40B4-BE49-F238E27FC236}">
                <a16:creationId xmlns:a16="http://schemas.microsoft.com/office/drawing/2014/main" id="{9BEBA865-8E0C-574B-6D4E-A940B292CEC2}"/>
              </a:ext>
            </a:extLst>
          </p:cNvPr>
          <p:cNvSpPr txBox="1"/>
          <p:nvPr userDrawn="1"/>
        </p:nvSpPr>
        <p:spPr>
          <a:xfrm>
            <a:off x="2110740" y="4985593"/>
            <a:ext cx="1226820" cy="1015663"/>
          </a:xfrm>
          <a:prstGeom prst="rect">
            <a:avLst/>
          </a:prstGeom>
          <a:noFill/>
        </p:spPr>
        <p:txBody>
          <a:bodyPr wrap="square" rtlCol="0">
            <a:spAutoFit/>
          </a:bodyPr>
          <a:lstStyle/>
          <a:p>
            <a:pPr algn="ctr"/>
            <a:r>
              <a:rPr lang="en-US" sz="6000" b="1">
                <a:solidFill>
                  <a:srgbClr val="022A03"/>
                </a:solidFill>
              </a:rPr>
              <a:t>3</a:t>
            </a:r>
          </a:p>
        </p:txBody>
      </p:sp>
      <p:sp>
        <p:nvSpPr>
          <p:cNvPr id="17" name="Rectangle 16">
            <a:extLst>
              <a:ext uri="{FF2B5EF4-FFF2-40B4-BE49-F238E27FC236}">
                <a16:creationId xmlns:a16="http://schemas.microsoft.com/office/drawing/2014/main" id="{01D10C3E-C94C-ABFF-8AD4-E5A988B72F6E}"/>
              </a:ext>
            </a:extLst>
          </p:cNvPr>
          <p:cNvSpPr>
            <a:spLocks noChangeArrowheads="1"/>
          </p:cNvSpPr>
          <p:nvPr userDrawn="1"/>
        </p:nvSpPr>
        <p:spPr bwMode="auto">
          <a:xfrm rot="16200000">
            <a:off x="2814370" y="2489725"/>
            <a:ext cx="1030518" cy="107303"/>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18" name="Rectangle 17">
            <a:extLst>
              <a:ext uri="{FF2B5EF4-FFF2-40B4-BE49-F238E27FC236}">
                <a16:creationId xmlns:a16="http://schemas.microsoft.com/office/drawing/2014/main" id="{3DCAFB70-F0DE-04D2-6E4C-9C0E7BF36D9A}"/>
              </a:ext>
            </a:extLst>
          </p:cNvPr>
          <p:cNvSpPr>
            <a:spLocks noChangeArrowheads="1"/>
          </p:cNvSpPr>
          <p:nvPr userDrawn="1"/>
        </p:nvSpPr>
        <p:spPr bwMode="auto">
          <a:xfrm rot="16200000">
            <a:off x="2814369" y="3962951"/>
            <a:ext cx="1030518" cy="107303"/>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19" name="Rectangle 18">
            <a:extLst>
              <a:ext uri="{FF2B5EF4-FFF2-40B4-BE49-F238E27FC236}">
                <a16:creationId xmlns:a16="http://schemas.microsoft.com/office/drawing/2014/main" id="{3D9EB62E-E343-2D52-74C0-6A97CF75238C}"/>
              </a:ext>
            </a:extLst>
          </p:cNvPr>
          <p:cNvSpPr>
            <a:spLocks noChangeArrowheads="1"/>
          </p:cNvSpPr>
          <p:nvPr userDrawn="1"/>
        </p:nvSpPr>
        <p:spPr bwMode="auto">
          <a:xfrm rot="16200000">
            <a:off x="2814368" y="5429432"/>
            <a:ext cx="1030518" cy="107303"/>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3855226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Blank">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8F486A1-5B10-30DF-7DA3-04446568B480}"/>
              </a:ext>
            </a:extLst>
          </p:cNvPr>
          <p:cNvSpPr/>
          <p:nvPr userDrawn="1"/>
        </p:nvSpPr>
        <p:spPr>
          <a:xfrm>
            <a:off x="0" y="1"/>
            <a:ext cx="12192000" cy="1351398"/>
          </a:xfrm>
          <a:prstGeom prst="rect">
            <a:avLst/>
          </a:prstGeom>
          <a:solidFill>
            <a:srgbClr val="022A03"/>
          </a:solidFill>
          <a:ln>
            <a:solidFill>
              <a:srgbClr val="022A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E871FA0-D799-C1BA-C553-079B442A2679}"/>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6" name="Title 1">
            <a:extLst>
              <a:ext uri="{FF2B5EF4-FFF2-40B4-BE49-F238E27FC236}">
                <a16:creationId xmlns:a16="http://schemas.microsoft.com/office/drawing/2014/main" id="{FD8120CB-5858-2E84-94BD-3B2A0D7924AE}"/>
              </a:ext>
            </a:extLst>
          </p:cNvPr>
          <p:cNvSpPr>
            <a:spLocks noGrp="1"/>
          </p:cNvSpPr>
          <p:nvPr>
            <p:ph type="title"/>
          </p:nvPr>
        </p:nvSpPr>
        <p:spPr>
          <a:xfrm>
            <a:off x="381000" y="451968"/>
            <a:ext cx="11430000" cy="782584"/>
          </a:xfrm>
        </p:spPr>
        <p:txBody>
          <a:bodyPr lIns="0" tIns="0" rIns="0" bIns="0"/>
          <a:lstStyle>
            <a:lvl1pPr>
              <a:lnSpc>
                <a:spcPct val="100000"/>
              </a:lnSpc>
              <a:defRPr>
                <a:solidFill>
                  <a:schemeClr val="tx1"/>
                </a:solidFill>
              </a:defRPr>
            </a:lvl1pPr>
          </a:lstStyle>
          <a:p>
            <a:r>
              <a:rPr lang="en-GB"/>
              <a:t>Click to edit Master title style</a:t>
            </a:r>
            <a:endParaRPr lang="en-US"/>
          </a:p>
        </p:txBody>
      </p:sp>
    </p:spTree>
    <p:extLst>
      <p:ext uri="{BB962C8B-B14F-4D97-AF65-F5344CB8AC3E}">
        <p14:creationId xmlns:p14="http://schemas.microsoft.com/office/powerpoint/2010/main" val="141308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Background 1">
    <p:spTree>
      <p:nvGrpSpPr>
        <p:cNvPr id="1" name=""/>
        <p:cNvGrpSpPr/>
        <p:nvPr/>
      </p:nvGrpSpPr>
      <p:grpSpPr>
        <a:xfrm>
          <a:off x="0" y="0"/>
          <a:ext cx="0" cy="0"/>
          <a:chOff x="0" y="0"/>
          <a:chExt cx="0" cy="0"/>
        </a:xfrm>
      </p:grpSpPr>
      <p:pic>
        <p:nvPicPr>
          <p:cNvPr id="2" name="Picture 1" descr="A wooden walkway in a forest&#10;&#10;Description automatically generated">
            <a:extLst>
              <a:ext uri="{FF2B5EF4-FFF2-40B4-BE49-F238E27FC236}">
                <a16:creationId xmlns:a16="http://schemas.microsoft.com/office/drawing/2014/main" id="{445ADA8B-D6F1-C84D-5945-C74A28012D87}"/>
              </a:ext>
            </a:extLst>
          </p:cNvPr>
          <p:cNvPicPr>
            <a:picLocks noChangeAspect="1"/>
          </p:cNvPicPr>
          <p:nvPr userDrawn="1"/>
        </p:nvPicPr>
        <p:blipFill rotWithShape="1">
          <a:blip r:embed="rId2"/>
          <a:srcRect b="8348"/>
          <a:stretch/>
        </p:blipFill>
        <p:spPr>
          <a:xfrm>
            <a:off x="0" y="276351"/>
            <a:ext cx="12209253" cy="6581649"/>
          </a:xfrm>
          <a:prstGeom prst="rect">
            <a:avLst/>
          </a:prstGeom>
        </p:spPr>
      </p:pic>
      <p:sp>
        <p:nvSpPr>
          <p:cNvPr id="16" name="Rectangle 15">
            <a:extLst>
              <a:ext uri="{FF2B5EF4-FFF2-40B4-BE49-F238E27FC236}">
                <a16:creationId xmlns:a16="http://schemas.microsoft.com/office/drawing/2014/main" id="{D8F486A1-5B10-30DF-7DA3-04446568B480}"/>
              </a:ext>
            </a:extLst>
          </p:cNvPr>
          <p:cNvSpPr/>
          <p:nvPr userDrawn="1"/>
        </p:nvSpPr>
        <p:spPr>
          <a:xfrm>
            <a:off x="0" y="1"/>
            <a:ext cx="12192000" cy="1351398"/>
          </a:xfrm>
          <a:prstGeom prst="rect">
            <a:avLst/>
          </a:prstGeom>
          <a:solidFill>
            <a:srgbClr val="022A03"/>
          </a:solidFill>
          <a:ln>
            <a:solidFill>
              <a:srgbClr val="022A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E871FA0-D799-C1BA-C553-079B442A2679}"/>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6" name="Title 1">
            <a:extLst>
              <a:ext uri="{FF2B5EF4-FFF2-40B4-BE49-F238E27FC236}">
                <a16:creationId xmlns:a16="http://schemas.microsoft.com/office/drawing/2014/main" id="{FD8120CB-5858-2E84-94BD-3B2A0D7924AE}"/>
              </a:ext>
            </a:extLst>
          </p:cNvPr>
          <p:cNvSpPr>
            <a:spLocks noGrp="1"/>
          </p:cNvSpPr>
          <p:nvPr>
            <p:ph type="title"/>
          </p:nvPr>
        </p:nvSpPr>
        <p:spPr>
          <a:xfrm>
            <a:off x="381000" y="451968"/>
            <a:ext cx="11430000" cy="782584"/>
          </a:xfrm>
        </p:spPr>
        <p:txBody>
          <a:bodyPr lIns="0" tIns="0" rIns="0" bIns="0"/>
          <a:lstStyle>
            <a:lvl1pPr>
              <a:lnSpc>
                <a:spcPct val="100000"/>
              </a:lnSpc>
              <a:defRPr>
                <a:solidFill>
                  <a:schemeClr val="tx1"/>
                </a:solidFill>
              </a:defRPr>
            </a:lvl1pPr>
          </a:lstStyle>
          <a:p>
            <a:r>
              <a:rPr lang="en-GB"/>
              <a:t>Click to edit Master title style</a:t>
            </a:r>
            <a:endParaRPr lang="en-US"/>
          </a:p>
        </p:txBody>
      </p:sp>
    </p:spTree>
    <p:extLst>
      <p:ext uri="{BB962C8B-B14F-4D97-AF65-F5344CB8AC3E}">
        <p14:creationId xmlns:p14="http://schemas.microsoft.com/office/powerpoint/2010/main" val="659934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Background 2">
    <p:spTree>
      <p:nvGrpSpPr>
        <p:cNvPr id="1" name=""/>
        <p:cNvGrpSpPr/>
        <p:nvPr/>
      </p:nvGrpSpPr>
      <p:grpSpPr>
        <a:xfrm>
          <a:off x="0" y="0"/>
          <a:ext cx="0" cy="0"/>
          <a:chOff x="0" y="0"/>
          <a:chExt cx="0" cy="0"/>
        </a:xfrm>
      </p:grpSpPr>
      <p:pic>
        <p:nvPicPr>
          <p:cNvPr id="3" name="Picture 2" descr="A road through a forest&#10;&#10;Description automatically generated">
            <a:extLst>
              <a:ext uri="{FF2B5EF4-FFF2-40B4-BE49-F238E27FC236}">
                <a16:creationId xmlns:a16="http://schemas.microsoft.com/office/drawing/2014/main" id="{9832E27F-9C2A-365F-A163-4E3AAD2C8751}"/>
              </a:ext>
            </a:extLst>
          </p:cNvPr>
          <p:cNvPicPr>
            <a:picLocks noChangeAspect="1"/>
          </p:cNvPicPr>
          <p:nvPr userDrawn="1"/>
        </p:nvPicPr>
        <p:blipFill rotWithShape="1">
          <a:blip r:embed="rId2"/>
          <a:srcRect t="14977"/>
          <a:stretch/>
        </p:blipFill>
        <p:spPr>
          <a:xfrm>
            <a:off x="0" y="101601"/>
            <a:ext cx="12192000" cy="6818530"/>
          </a:xfrm>
          <a:prstGeom prst="rect">
            <a:avLst/>
          </a:prstGeom>
        </p:spPr>
      </p:pic>
      <p:sp>
        <p:nvSpPr>
          <p:cNvPr id="16" name="Rectangle 15">
            <a:extLst>
              <a:ext uri="{FF2B5EF4-FFF2-40B4-BE49-F238E27FC236}">
                <a16:creationId xmlns:a16="http://schemas.microsoft.com/office/drawing/2014/main" id="{D8F486A1-5B10-30DF-7DA3-04446568B480}"/>
              </a:ext>
            </a:extLst>
          </p:cNvPr>
          <p:cNvSpPr/>
          <p:nvPr userDrawn="1"/>
        </p:nvSpPr>
        <p:spPr>
          <a:xfrm>
            <a:off x="0" y="1"/>
            <a:ext cx="12192000" cy="1351398"/>
          </a:xfrm>
          <a:prstGeom prst="rect">
            <a:avLst/>
          </a:prstGeom>
          <a:solidFill>
            <a:srgbClr val="022A03"/>
          </a:solidFill>
          <a:ln>
            <a:solidFill>
              <a:srgbClr val="022A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E871FA0-D799-C1BA-C553-079B442A2679}"/>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6" name="Title 1">
            <a:extLst>
              <a:ext uri="{FF2B5EF4-FFF2-40B4-BE49-F238E27FC236}">
                <a16:creationId xmlns:a16="http://schemas.microsoft.com/office/drawing/2014/main" id="{FD8120CB-5858-2E84-94BD-3B2A0D7924AE}"/>
              </a:ext>
            </a:extLst>
          </p:cNvPr>
          <p:cNvSpPr>
            <a:spLocks noGrp="1"/>
          </p:cNvSpPr>
          <p:nvPr>
            <p:ph type="title"/>
          </p:nvPr>
        </p:nvSpPr>
        <p:spPr>
          <a:xfrm>
            <a:off x="381000" y="451968"/>
            <a:ext cx="11430000" cy="782584"/>
          </a:xfrm>
        </p:spPr>
        <p:txBody>
          <a:bodyPr lIns="0" tIns="0" rIns="0" bIns="0"/>
          <a:lstStyle>
            <a:lvl1pPr>
              <a:lnSpc>
                <a:spcPct val="100000"/>
              </a:lnSpc>
              <a:defRPr>
                <a:solidFill>
                  <a:schemeClr val="tx1"/>
                </a:solidFill>
              </a:defRPr>
            </a:lvl1pPr>
          </a:lstStyle>
          <a:p>
            <a:r>
              <a:rPr lang="en-GB"/>
              <a:t>Click to edit Master title style</a:t>
            </a:r>
            <a:endParaRPr lang="en-US"/>
          </a:p>
        </p:txBody>
      </p:sp>
    </p:spTree>
    <p:extLst>
      <p:ext uri="{BB962C8B-B14F-4D97-AF65-F5344CB8AC3E}">
        <p14:creationId xmlns:p14="http://schemas.microsoft.com/office/powerpoint/2010/main" val="15323683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Background 3">
    <p:spTree>
      <p:nvGrpSpPr>
        <p:cNvPr id="1" name=""/>
        <p:cNvGrpSpPr/>
        <p:nvPr/>
      </p:nvGrpSpPr>
      <p:grpSpPr>
        <a:xfrm>
          <a:off x="0" y="0"/>
          <a:ext cx="0" cy="0"/>
          <a:chOff x="0" y="0"/>
          <a:chExt cx="0" cy="0"/>
        </a:xfrm>
      </p:grpSpPr>
      <p:pic>
        <p:nvPicPr>
          <p:cNvPr id="2" name="Picture 1" descr="A road through a forest&#10;&#10;Description automatically generated">
            <a:extLst>
              <a:ext uri="{FF2B5EF4-FFF2-40B4-BE49-F238E27FC236}">
                <a16:creationId xmlns:a16="http://schemas.microsoft.com/office/drawing/2014/main" id="{0AF91E05-FC38-FE38-4ECF-292EF2AA62ED}"/>
              </a:ext>
            </a:extLst>
          </p:cNvPr>
          <p:cNvPicPr>
            <a:picLocks noChangeAspect="1"/>
          </p:cNvPicPr>
          <p:nvPr userDrawn="1"/>
        </p:nvPicPr>
        <p:blipFill rotWithShape="1">
          <a:blip r:embed="rId2"/>
          <a:srcRect t="4542" b="9757"/>
          <a:stretch/>
        </p:blipFill>
        <p:spPr>
          <a:xfrm>
            <a:off x="0" y="-1"/>
            <a:ext cx="12192000" cy="6858001"/>
          </a:xfrm>
          <a:prstGeom prst="rect">
            <a:avLst/>
          </a:prstGeom>
        </p:spPr>
      </p:pic>
      <p:sp>
        <p:nvSpPr>
          <p:cNvPr id="16" name="Rectangle 15">
            <a:extLst>
              <a:ext uri="{FF2B5EF4-FFF2-40B4-BE49-F238E27FC236}">
                <a16:creationId xmlns:a16="http://schemas.microsoft.com/office/drawing/2014/main" id="{D8F486A1-5B10-30DF-7DA3-04446568B480}"/>
              </a:ext>
            </a:extLst>
          </p:cNvPr>
          <p:cNvSpPr/>
          <p:nvPr userDrawn="1"/>
        </p:nvSpPr>
        <p:spPr>
          <a:xfrm>
            <a:off x="0" y="1"/>
            <a:ext cx="12192000" cy="1351398"/>
          </a:xfrm>
          <a:prstGeom prst="rect">
            <a:avLst/>
          </a:prstGeom>
          <a:solidFill>
            <a:srgbClr val="022A03"/>
          </a:solidFill>
          <a:ln>
            <a:solidFill>
              <a:srgbClr val="022A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E871FA0-D799-C1BA-C553-079B442A2679}"/>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6" name="Title 1">
            <a:extLst>
              <a:ext uri="{FF2B5EF4-FFF2-40B4-BE49-F238E27FC236}">
                <a16:creationId xmlns:a16="http://schemas.microsoft.com/office/drawing/2014/main" id="{FD8120CB-5858-2E84-94BD-3B2A0D7924AE}"/>
              </a:ext>
            </a:extLst>
          </p:cNvPr>
          <p:cNvSpPr>
            <a:spLocks noGrp="1"/>
          </p:cNvSpPr>
          <p:nvPr>
            <p:ph type="title"/>
          </p:nvPr>
        </p:nvSpPr>
        <p:spPr>
          <a:xfrm>
            <a:off x="381000" y="451968"/>
            <a:ext cx="11430000" cy="782584"/>
          </a:xfrm>
        </p:spPr>
        <p:txBody>
          <a:bodyPr lIns="0" tIns="0" rIns="0" bIns="0"/>
          <a:lstStyle>
            <a:lvl1pPr>
              <a:lnSpc>
                <a:spcPct val="100000"/>
              </a:lnSpc>
              <a:defRPr>
                <a:solidFill>
                  <a:schemeClr val="tx1"/>
                </a:solidFill>
              </a:defRPr>
            </a:lvl1pPr>
          </a:lstStyle>
          <a:p>
            <a:r>
              <a:rPr lang="en-GB"/>
              <a:t>Click to edit Master title style</a:t>
            </a:r>
            <a:endParaRPr lang="en-US"/>
          </a:p>
        </p:txBody>
      </p:sp>
    </p:spTree>
    <p:extLst>
      <p:ext uri="{BB962C8B-B14F-4D97-AF65-F5344CB8AC3E}">
        <p14:creationId xmlns:p14="http://schemas.microsoft.com/office/powerpoint/2010/main" val="38514949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Background 4">
    <p:spTree>
      <p:nvGrpSpPr>
        <p:cNvPr id="1" name=""/>
        <p:cNvGrpSpPr/>
        <p:nvPr/>
      </p:nvGrpSpPr>
      <p:grpSpPr>
        <a:xfrm>
          <a:off x="0" y="0"/>
          <a:ext cx="0" cy="0"/>
          <a:chOff x="0" y="0"/>
          <a:chExt cx="0" cy="0"/>
        </a:xfrm>
      </p:grpSpPr>
      <p:pic>
        <p:nvPicPr>
          <p:cNvPr id="3" name="Picture 2" descr="Looking up at a bamboo forest&#10;&#10;Description automatically generated">
            <a:extLst>
              <a:ext uri="{FF2B5EF4-FFF2-40B4-BE49-F238E27FC236}">
                <a16:creationId xmlns:a16="http://schemas.microsoft.com/office/drawing/2014/main" id="{21929F2E-9082-1906-F698-F2DB66E77C11}"/>
              </a:ext>
            </a:extLst>
          </p:cNvPr>
          <p:cNvPicPr>
            <a:picLocks noChangeAspect="1"/>
          </p:cNvPicPr>
          <p:nvPr userDrawn="1"/>
        </p:nvPicPr>
        <p:blipFill rotWithShape="1">
          <a:blip r:embed="rId2"/>
          <a:srcRect t="7335" b="7335"/>
          <a:stretch/>
        </p:blipFill>
        <p:spPr>
          <a:xfrm>
            <a:off x="0" y="14909"/>
            <a:ext cx="12192000" cy="6843091"/>
          </a:xfrm>
          <a:prstGeom prst="rect">
            <a:avLst/>
          </a:prstGeom>
        </p:spPr>
      </p:pic>
      <p:sp>
        <p:nvSpPr>
          <p:cNvPr id="16" name="Rectangle 15">
            <a:extLst>
              <a:ext uri="{FF2B5EF4-FFF2-40B4-BE49-F238E27FC236}">
                <a16:creationId xmlns:a16="http://schemas.microsoft.com/office/drawing/2014/main" id="{D8F486A1-5B10-30DF-7DA3-04446568B480}"/>
              </a:ext>
            </a:extLst>
          </p:cNvPr>
          <p:cNvSpPr/>
          <p:nvPr userDrawn="1"/>
        </p:nvSpPr>
        <p:spPr>
          <a:xfrm>
            <a:off x="0" y="1"/>
            <a:ext cx="12192000" cy="1351398"/>
          </a:xfrm>
          <a:prstGeom prst="rect">
            <a:avLst/>
          </a:prstGeom>
          <a:solidFill>
            <a:srgbClr val="022A03"/>
          </a:solidFill>
          <a:ln>
            <a:solidFill>
              <a:srgbClr val="022A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E871FA0-D799-C1BA-C553-079B442A2679}"/>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
        <p:nvSpPr>
          <p:cNvPr id="6" name="Title 1">
            <a:extLst>
              <a:ext uri="{FF2B5EF4-FFF2-40B4-BE49-F238E27FC236}">
                <a16:creationId xmlns:a16="http://schemas.microsoft.com/office/drawing/2014/main" id="{FD8120CB-5858-2E84-94BD-3B2A0D7924AE}"/>
              </a:ext>
            </a:extLst>
          </p:cNvPr>
          <p:cNvSpPr>
            <a:spLocks noGrp="1"/>
          </p:cNvSpPr>
          <p:nvPr>
            <p:ph type="title"/>
          </p:nvPr>
        </p:nvSpPr>
        <p:spPr>
          <a:xfrm>
            <a:off x="381000" y="451968"/>
            <a:ext cx="11430000" cy="782584"/>
          </a:xfrm>
        </p:spPr>
        <p:txBody>
          <a:bodyPr lIns="0" tIns="0" rIns="0" bIns="0"/>
          <a:lstStyle>
            <a:lvl1pPr>
              <a:lnSpc>
                <a:spcPct val="100000"/>
              </a:lnSpc>
              <a:defRPr>
                <a:solidFill>
                  <a:schemeClr val="tx1"/>
                </a:solidFill>
              </a:defRPr>
            </a:lvl1pPr>
          </a:lstStyle>
          <a:p>
            <a:r>
              <a:rPr lang="en-GB"/>
              <a:t>Click to edit Master title style</a:t>
            </a:r>
            <a:endParaRPr lang="en-US"/>
          </a:p>
        </p:txBody>
      </p:sp>
    </p:spTree>
    <p:extLst>
      <p:ext uri="{BB962C8B-B14F-4D97-AF65-F5344CB8AC3E}">
        <p14:creationId xmlns:p14="http://schemas.microsoft.com/office/powerpoint/2010/main" val="1341442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A7922-DC05-E090-3733-47F38B64A6B9}"/>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11430000"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3">
            <a:extLst>
              <a:ext uri="{FF2B5EF4-FFF2-40B4-BE49-F238E27FC236}">
                <a16:creationId xmlns:a16="http://schemas.microsoft.com/office/drawing/2014/main" id="{BDF33BF7-518E-D456-88E0-CC757E244600}"/>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4542529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Row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11430000" cy="2451016"/>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FA5A3EFE-D4C6-CD71-FF12-B7BA4700E696}"/>
              </a:ext>
            </a:extLst>
          </p:cNvPr>
          <p:cNvSpPr>
            <a:spLocks noGrp="1"/>
          </p:cNvSpPr>
          <p:nvPr>
            <p:ph idx="10"/>
          </p:nvPr>
        </p:nvSpPr>
        <p:spPr>
          <a:xfrm>
            <a:off x="381000" y="4199953"/>
            <a:ext cx="11430000" cy="2451016"/>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1">
            <a:extLst>
              <a:ext uri="{FF2B5EF4-FFF2-40B4-BE49-F238E27FC236}">
                <a16:creationId xmlns:a16="http://schemas.microsoft.com/office/drawing/2014/main" id="{6A14FACF-FB05-C1DF-5ED5-B96388F76E41}"/>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790D7F58-F86D-8FFC-DE9C-F1B5AAA9332C}"/>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10888517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5613400"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6197602" y="1659430"/>
            <a:ext cx="5613400"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1">
            <a:extLst>
              <a:ext uri="{FF2B5EF4-FFF2-40B4-BE49-F238E27FC236}">
                <a16:creationId xmlns:a16="http://schemas.microsoft.com/office/drawing/2014/main" id="{97DF5A4A-C504-EC4B-9173-257B619ED874}"/>
              </a:ext>
            </a:extLst>
          </p:cNvPr>
          <p:cNvSpPr>
            <a:spLocks noGrp="1"/>
          </p:cNvSpPr>
          <p:nvPr>
            <p:ph type="title"/>
          </p:nvPr>
        </p:nvSpPr>
        <p:spPr>
          <a:xfrm>
            <a:off x="381000" y="451968"/>
            <a:ext cx="11430000" cy="782584"/>
          </a:xfrm>
        </p:spPr>
        <p:txBody>
          <a:bodyPr lIns="0" tIns="0" rIns="0" bIns="0"/>
          <a:lstStyle>
            <a:lvl1pPr>
              <a:lnSpc>
                <a:spcPct val="100000"/>
              </a:lnSpc>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74B6DE8E-8099-E1A6-5857-888283BBFBEF}"/>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1847352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lumn and Graphic">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5613400"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1">
            <a:extLst>
              <a:ext uri="{FF2B5EF4-FFF2-40B4-BE49-F238E27FC236}">
                <a16:creationId xmlns:a16="http://schemas.microsoft.com/office/drawing/2014/main" id="{97DF5A4A-C504-EC4B-9173-257B619ED874}"/>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129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74B6DE8E-8099-E1A6-5857-888283BBFBEF}"/>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33724062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s &amp; Footno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2090057"/>
            <a:ext cx="5600700" cy="3988526"/>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6210302" y="2090057"/>
            <a:ext cx="5600700" cy="3988526"/>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Content Placeholder 2">
            <a:extLst>
              <a:ext uri="{FF2B5EF4-FFF2-40B4-BE49-F238E27FC236}">
                <a16:creationId xmlns:a16="http://schemas.microsoft.com/office/drawing/2014/main" id="{B57F982E-7A3C-7545-FD99-AB3C6948944C}"/>
              </a:ext>
            </a:extLst>
          </p:cNvPr>
          <p:cNvSpPr>
            <a:spLocks noGrp="1"/>
          </p:cNvSpPr>
          <p:nvPr>
            <p:ph idx="13"/>
          </p:nvPr>
        </p:nvSpPr>
        <p:spPr>
          <a:xfrm>
            <a:off x="380998" y="1659429"/>
            <a:ext cx="5600700" cy="430628"/>
          </a:xfrm>
        </p:spPr>
        <p:txBody>
          <a:bodyPr lIns="0" tIns="0" rIns="0" bIns="0">
            <a:normAutofit/>
          </a:bodyPr>
          <a:lstStyle>
            <a:lvl1pPr marL="0" indent="0">
              <a:lnSpc>
                <a:spcPct val="100000"/>
              </a:lnSpc>
              <a:spcBef>
                <a:spcPts val="0"/>
              </a:spcBef>
              <a:buNone/>
              <a:defRPr sz="1400" b="1">
                <a:latin typeface="Aptos Light" panose="020B0004020202020204" pitchFamily="34" charset="0"/>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GB"/>
              <a:t>Click to edit Master text styles</a:t>
            </a:r>
          </a:p>
        </p:txBody>
      </p:sp>
      <p:sp>
        <p:nvSpPr>
          <p:cNvPr id="9" name="Content Placeholder 2">
            <a:extLst>
              <a:ext uri="{FF2B5EF4-FFF2-40B4-BE49-F238E27FC236}">
                <a16:creationId xmlns:a16="http://schemas.microsoft.com/office/drawing/2014/main" id="{A63CA293-AF07-B48E-784E-090121C7D02A}"/>
              </a:ext>
            </a:extLst>
          </p:cNvPr>
          <p:cNvSpPr>
            <a:spLocks noGrp="1"/>
          </p:cNvSpPr>
          <p:nvPr>
            <p:ph idx="14"/>
          </p:nvPr>
        </p:nvSpPr>
        <p:spPr>
          <a:xfrm>
            <a:off x="6210302" y="1659429"/>
            <a:ext cx="5600700" cy="430628"/>
          </a:xfrm>
        </p:spPr>
        <p:txBody>
          <a:bodyPr lIns="0" tIns="0" rIns="0" bIns="0">
            <a:normAutofit/>
          </a:bodyPr>
          <a:lstStyle>
            <a:lvl1pPr marL="0" indent="0">
              <a:lnSpc>
                <a:spcPct val="100000"/>
              </a:lnSpc>
              <a:spcBef>
                <a:spcPts val="0"/>
              </a:spcBef>
              <a:buNone/>
              <a:defRPr sz="1400" b="1">
                <a:latin typeface="Aptos Light" panose="020B0004020202020204" pitchFamily="34" charset="0"/>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GB"/>
              <a:t>Click to edit Master text styles</a:t>
            </a:r>
          </a:p>
        </p:txBody>
      </p:sp>
      <p:sp>
        <p:nvSpPr>
          <p:cNvPr id="5" name="Content Placeholder 3">
            <a:extLst>
              <a:ext uri="{FF2B5EF4-FFF2-40B4-BE49-F238E27FC236}">
                <a16:creationId xmlns:a16="http://schemas.microsoft.com/office/drawing/2014/main" id="{5E58DB2A-9A7E-122D-D4B9-6C7666CF2281}"/>
              </a:ext>
            </a:extLst>
          </p:cNvPr>
          <p:cNvSpPr>
            <a:spLocks noGrp="1"/>
          </p:cNvSpPr>
          <p:nvPr>
            <p:ph sz="half" idx="15"/>
          </p:nvPr>
        </p:nvSpPr>
        <p:spPr>
          <a:xfrm>
            <a:off x="381000" y="6078583"/>
            <a:ext cx="11430000" cy="587828"/>
          </a:xfrm>
        </p:spPr>
        <p:txBody>
          <a:bodyPr>
            <a:normAutofit/>
          </a:bodyPr>
          <a:lstStyle>
            <a:lvl1pPr marL="0" indent="0">
              <a:buNone/>
              <a:defRPr sz="1400">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GB"/>
              <a:t>Click to edit Master text styles</a:t>
            </a:r>
          </a:p>
        </p:txBody>
      </p:sp>
      <p:sp>
        <p:nvSpPr>
          <p:cNvPr id="6" name="Title 1">
            <a:extLst>
              <a:ext uri="{FF2B5EF4-FFF2-40B4-BE49-F238E27FC236}">
                <a16:creationId xmlns:a16="http://schemas.microsoft.com/office/drawing/2014/main" id="{F28FD8D7-CA6B-F920-3AB1-CB8A5A95CA5B}"/>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051D5AFC-0440-485B-86C8-810AC47BC789}"/>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31185425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3694176"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8115300" y="1659430"/>
            <a:ext cx="3694176"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Content Placeholder 2">
            <a:extLst>
              <a:ext uri="{FF2B5EF4-FFF2-40B4-BE49-F238E27FC236}">
                <a16:creationId xmlns:a16="http://schemas.microsoft.com/office/drawing/2014/main" id="{3C6CF8AF-8E7F-C392-6B60-25F939B99E87}"/>
              </a:ext>
            </a:extLst>
          </p:cNvPr>
          <p:cNvSpPr>
            <a:spLocks noGrp="1"/>
          </p:cNvSpPr>
          <p:nvPr>
            <p:ph idx="11"/>
          </p:nvPr>
        </p:nvSpPr>
        <p:spPr>
          <a:xfrm>
            <a:off x="4248150" y="1659430"/>
            <a:ext cx="3694176"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Title 1">
            <a:extLst>
              <a:ext uri="{FF2B5EF4-FFF2-40B4-BE49-F238E27FC236}">
                <a16:creationId xmlns:a16="http://schemas.microsoft.com/office/drawing/2014/main" id="{14C23E97-5B22-0A3A-F786-3D00A0AE101C}"/>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6328C66A-A1B5-E52B-DD72-9B16AED5E2DC}"/>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318886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Uneven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3694176"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4248150" y="1659430"/>
            <a:ext cx="7561326"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1">
            <a:extLst>
              <a:ext uri="{FF2B5EF4-FFF2-40B4-BE49-F238E27FC236}">
                <a16:creationId xmlns:a16="http://schemas.microsoft.com/office/drawing/2014/main" id="{EFABAE81-F060-D0FD-2B68-9764A8A75E6B}"/>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B38CE43B-C898-AC6A-07F1-7A35FE409241}"/>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36505323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Uneven Columns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7561326" cy="4995894"/>
          </a:xfrm>
        </p:spPr>
        <p:txBody>
          <a:bodyPr lIns="0" tIns="0" rIns="0" bIns="0"/>
          <a:lstStyle>
            <a:lvl1pPr>
              <a:lnSpc>
                <a:spcPct val="150000"/>
              </a:lnSpc>
              <a:spcBef>
                <a:spcPts val="0"/>
              </a:spcBef>
              <a:defRPr/>
            </a:lvl1pPr>
            <a:lvl2pPr>
              <a:lnSpc>
                <a:spcPct val="150000"/>
              </a:lnSpc>
              <a:spcBef>
                <a:spcPts val="0"/>
              </a:spcBef>
              <a:defRPr/>
            </a:lvl2pPr>
            <a:lvl3pPr>
              <a:lnSpc>
                <a:spcPct val="150000"/>
              </a:lnSpc>
              <a:spcBef>
                <a:spcPts val="0"/>
              </a:spcBef>
              <a:defRPr/>
            </a:lvl3pPr>
            <a:lvl4pPr>
              <a:lnSpc>
                <a:spcPct val="150000"/>
              </a:lnSpc>
              <a:spcBef>
                <a:spcPts val="0"/>
              </a:spcBef>
              <a:defRPr/>
            </a:lvl4pPr>
            <a:lvl5pPr>
              <a:lnSpc>
                <a:spcPct val="150000"/>
              </a:lnSpc>
              <a:spcBef>
                <a:spcPts val="0"/>
              </a:spcBef>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8115300" y="1659430"/>
            <a:ext cx="3694176" cy="4995894"/>
          </a:xfrm>
        </p:spPr>
        <p:txBody>
          <a:bodyPr lIns="0" tIns="0" rIns="0" bIns="0"/>
          <a:lstStyle>
            <a:lvl1pPr>
              <a:lnSpc>
                <a:spcPct val="150000"/>
              </a:lnSpc>
              <a:spcBef>
                <a:spcPts val="0"/>
              </a:spcBef>
              <a:defRPr/>
            </a:lvl1pPr>
            <a:lvl2pPr>
              <a:lnSpc>
                <a:spcPct val="150000"/>
              </a:lnSpc>
              <a:spcBef>
                <a:spcPts val="0"/>
              </a:spcBef>
              <a:defRPr/>
            </a:lvl2pPr>
            <a:lvl3pPr>
              <a:lnSpc>
                <a:spcPct val="150000"/>
              </a:lnSpc>
              <a:spcBef>
                <a:spcPts val="0"/>
              </a:spcBef>
              <a:defRPr/>
            </a:lvl3pPr>
            <a:lvl4pPr>
              <a:lnSpc>
                <a:spcPct val="150000"/>
              </a:lnSpc>
              <a:spcBef>
                <a:spcPts val="0"/>
              </a:spcBef>
              <a:defRPr/>
            </a:lvl4pPr>
            <a:lvl5pPr>
              <a:lnSpc>
                <a:spcPct val="150000"/>
              </a:lnSpc>
              <a:spcBef>
                <a:spcPts val="0"/>
              </a:spcBef>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1">
            <a:extLst>
              <a:ext uri="{FF2B5EF4-FFF2-40B4-BE49-F238E27FC236}">
                <a16:creationId xmlns:a16="http://schemas.microsoft.com/office/drawing/2014/main" id="{D1DD5961-ADE9-2181-33D2-EC5BE44F2EDD}"/>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2344F587-94FB-7D0A-7054-897BD1844FF5}"/>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17872295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ulti Sec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3694176" cy="4995894"/>
          </a:xfrm>
        </p:spPr>
        <p:txBody>
          <a:bodyPr lIns="0" tIns="0" rIns="0" bIns="0"/>
          <a:lstStyle>
            <a:lvl1pPr>
              <a:lnSpc>
                <a:spcPct val="150000"/>
              </a:lnSpc>
              <a:spcBef>
                <a:spcPts val="0"/>
              </a:spcBef>
              <a:defRPr/>
            </a:lvl1pPr>
            <a:lvl2pPr>
              <a:lnSpc>
                <a:spcPct val="150000"/>
              </a:lnSpc>
              <a:spcBef>
                <a:spcPts val="0"/>
              </a:spcBef>
              <a:defRPr/>
            </a:lvl2pPr>
            <a:lvl3pPr>
              <a:lnSpc>
                <a:spcPct val="150000"/>
              </a:lnSpc>
              <a:spcBef>
                <a:spcPts val="0"/>
              </a:spcBef>
              <a:defRPr/>
            </a:lvl3pPr>
            <a:lvl4pPr>
              <a:lnSpc>
                <a:spcPct val="150000"/>
              </a:lnSpc>
              <a:spcBef>
                <a:spcPts val="0"/>
              </a:spcBef>
              <a:defRPr/>
            </a:lvl4pPr>
            <a:lvl5pPr>
              <a:lnSpc>
                <a:spcPct val="150000"/>
              </a:lnSpc>
              <a:spcBef>
                <a:spcPts val="0"/>
              </a:spcBef>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Content Placeholder 2">
            <a:extLst>
              <a:ext uri="{FF2B5EF4-FFF2-40B4-BE49-F238E27FC236}">
                <a16:creationId xmlns:a16="http://schemas.microsoft.com/office/drawing/2014/main" id="{242E47B4-724D-A743-4C32-A99CFAC5C79A}"/>
              </a:ext>
            </a:extLst>
          </p:cNvPr>
          <p:cNvSpPr>
            <a:spLocks noGrp="1"/>
          </p:cNvSpPr>
          <p:nvPr>
            <p:ph idx="10"/>
          </p:nvPr>
        </p:nvSpPr>
        <p:spPr>
          <a:xfrm>
            <a:off x="4248912" y="1659429"/>
            <a:ext cx="3694176" cy="2397673"/>
          </a:xfrm>
        </p:spPr>
        <p:txBody>
          <a:bodyPr lIns="0" tIns="0" rIns="0" bIns="0">
            <a:normAutofit/>
          </a:bodyPr>
          <a:lstStyle>
            <a:lvl1pPr>
              <a:lnSpc>
                <a:spcPct val="150000"/>
              </a:lnSpc>
              <a:spcBef>
                <a:spcPts val="0"/>
              </a:spcBef>
              <a:defRPr sz="1800"/>
            </a:lvl1pPr>
            <a:lvl2pPr>
              <a:lnSpc>
                <a:spcPct val="150000"/>
              </a:lnSpc>
              <a:spcBef>
                <a:spcPts val="0"/>
              </a:spcBef>
              <a:defRPr sz="1600"/>
            </a:lvl2pPr>
            <a:lvl3pPr>
              <a:lnSpc>
                <a:spcPct val="150000"/>
              </a:lnSpc>
              <a:spcBef>
                <a:spcPts val="0"/>
              </a:spcBef>
              <a:defRPr sz="1400"/>
            </a:lvl3pPr>
            <a:lvl4pPr>
              <a:lnSpc>
                <a:spcPct val="150000"/>
              </a:lnSpc>
              <a:spcBef>
                <a:spcPts val="0"/>
              </a:spcBef>
              <a:defRPr sz="1200"/>
            </a:lvl4pPr>
            <a:lvl5pPr>
              <a:lnSpc>
                <a:spcPct val="150000"/>
              </a:lnSpc>
              <a:spcBef>
                <a:spcPts val="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Content Placeholder 2">
            <a:extLst>
              <a:ext uri="{FF2B5EF4-FFF2-40B4-BE49-F238E27FC236}">
                <a16:creationId xmlns:a16="http://schemas.microsoft.com/office/drawing/2014/main" id="{535A7E6D-E8D4-E6DA-B873-7DD55BBEA6E4}"/>
              </a:ext>
            </a:extLst>
          </p:cNvPr>
          <p:cNvSpPr>
            <a:spLocks noGrp="1"/>
          </p:cNvSpPr>
          <p:nvPr>
            <p:ph idx="11"/>
          </p:nvPr>
        </p:nvSpPr>
        <p:spPr>
          <a:xfrm>
            <a:off x="8116062" y="1659429"/>
            <a:ext cx="3694176" cy="2397673"/>
          </a:xfrm>
        </p:spPr>
        <p:txBody>
          <a:bodyPr lIns="0" tIns="0" rIns="0" bIns="0">
            <a:normAutofit/>
          </a:bodyPr>
          <a:lstStyle>
            <a:lvl1pPr>
              <a:lnSpc>
                <a:spcPct val="150000"/>
              </a:lnSpc>
              <a:spcBef>
                <a:spcPts val="0"/>
              </a:spcBef>
              <a:defRPr sz="1800"/>
            </a:lvl1pPr>
            <a:lvl2pPr>
              <a:lnSpc>
                <a:spcPct val="150000"/>
              </a:lnSpc>
              <a:spcBef>
                <a:spcPts val="0"/>
              </a:spcBef>
              <a:defRPr sz="1600"/>
            </a:lvl2pPr>
            <a:lvl3pPr>
              <a:lnSpc>
                <a:spcPct val="150000"/>
              </a:lnSpc>
              <a:spcBef>
                <a:spcPts val="0"/>
              </a:spcBef>
              <a:defRPr sz="1400"/>
            </a:lvl3pPr>
            <a:lvl4pPr>
              <a:lnSpc>
                <a:spcPct val="150000"/>
              </a:lnSpc>
              <a:spcBef>
                <a:spcPts val="0"/>
              </a:spcBef>
              <a:defRPr sz="1200"/>
            </a:lvl4pPr>
            <a:lvl5pPr>
              <a:lnSpc>
                <a:spcPct val="150000"/>
              </a:lnSpc>
              <a:spcBef>
                <a:spcPts val="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Content Placeholder 2">
            <a:extLst>
              <a:ext uri="{FF2B5EF4-FFF2-40B4-BE49-F238E27FC236}">
                <a16:creationId xmlns:a16="http://schemas.microsoft.com/office/drawing/2014/main" id="{86857C3D-DFAF-2C05-2FA1-0AE2EE70D8A4}"/>
              </a:ext>
            </a:extLst>
          </p:cNvPr>
          <p:cNvSpPr>
            <a:spLocks noGrp="1"/>
          </p:cNvSpPr>
          <p:nvPr>
            <p:ph idx="12"/>
          </p:nvPr>
        </p:nvSpPr>
        <p:spPr>
          <a:xfrm>
            <a:off x="4248912" y="4240679"/>
            <a:ext cx="3694176" cy="2414644"/>
          </a:xfrm>
        </p:spPr>
        <p:txBody>
          <a:bodyPr lIns="0" tIns="0" rIns="0" bIns="0">
            <a:normAutofit/>
          </a:bodyPr>
          <a:lstStyle>
            <a:lvl1pPr>
              <a:lnSpc>
                <a:spcPct val="150000"/>
              </a:lnSpc>
              <a:spcBef>
                <a:spcPts val="0"/>
              </a:spcBef>
              <a:defRPr sz="1800"/>
            </a:lvl1pPr>
            <a:lvl2pPr>
              <a:lnSpc>
                <a:spcPct val="150000"/>
              </a:lnSpc>
              <a:spcBef>
                <a:spcPts val="0"/>
              </a:spcBef>
              <a:defRPr sz="1600"/>
            </a:lvl2pPr>
            <a:lvl3pPr>
              <a:lnSpc>
                <a:spcPct val="150000"/>
              </a:lnSpc>
              <a:spcBef>
                <a:spcPts val="0"/>
              </a:spcBef>
              <a:defRPr sz="1400"/>
            </a:lvl3pPr>
            <a:lvl4pPr>
              <a:lnSpc>
                <a:spcPct val="150000"/>
              </a:lnSpc>
              <a:spcBef>
                <a:spcPts val="0"/>
              </a:spcBef>
              <a:defRPr sz="1200"/>
            </a:lvl4pPr>
            <a:lvl5pPr>
              <a:lnSpc>
                <a:spcPct val="150000"/>
              </a:lnSpc>
              <a:spcBef>
                <a:spcPts val="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ontent Placeholder 2">
            <a:extLst>
              <a:ext uri="{FF2B5EF4-FFF2-40B4-BE49-F238E27FC236}">
                <a16:creationId xmlns:a16="http://schemas.microsoft.com/office/drawing/2014/main" id="{C2311C06-D0D0-F28C-7A0E-2E1DBAFCECEB}"/>
              </a:ext>
            </a:extLst>
          </p:cNvPr>
          <p:cNvSpPr>
            <a:spLocks noGrp="1"/>
          </p:cNvSpPr>
          <p:nvPr>
            <p:ph idx="13"/>
          </p:nvPr>
        </p:nvSpPr>
        <p:spPr>
          <a:xfrm>
            <a:off x="8116062" y="4240679"/>
            <a:ext cx="3694176" cy="2397673"/>
          </a:xfrm>
        </p:spPr>
        <p:txBody>
          <a:bodyPr lIns="0" tIns="0" rIns="0" bIns="0">
            <a:normAutofit/>
          </a:bodyPr>
          <a:lstStyle>
            <a:lvl1pPr>
              <a:lnSpc>
                <a:spcPct val="150000"/>
              </a:lnSpc>
              <a:spcBef>
                <a:spcPts val="0"/>
              </a:spcBef>
              <a:defRPr sz="1800"/>
            </a:lvl1pPr>
            <a:lvl2pPr>
              <a:lnSpc>
                <a:spcPct val="150000"/>
              </a:lnSpc>
              <a:spcBef>
                <a:spcPts val="0"/>
              </a:spcBef>
              <a:defRPr sz="1600"/>
            </a:lvl2pPr>
            <a:lvl3pPr>
              <a:lnSpc>
                <a:spcPct val="150000"/>
              </a:lnSpc>
              <a:spcBef>
                <a:spcPts val="0"/>
              </a:spcBef>
              <a:defRPr sz="1400"/>
            </a:lvl3pPr>
            <a:lvl4pPr>
              <a:lnSpc>
                <a:spcPct val="150000"/>
              </a:lnSpc>
              <a:spcBef>
                <a:spcPts val="0"/>
              </a:spcBef>
              <a:defRPr sz="1200"/>
            </a:lvl4pPr>
            <a:lvl5pPr>
              <a:lnSpc>
                <a:spcPct val="150000"/>
              </a:lnSpc>
              <a:spcBef>
                <a:spcPts val="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itle 1">
            <a:extLst>
              <a:ext uri="{FF2B5EF4-FFF2-40B4-BE49-F238E27FC236}">
                <a16:creationId xmlns:a16="http://schemas.microsoft.com/office/drawing/2014/main" id="{CB158A48-4088-8821-E336-55D08AAF82AC}"/>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53A4887F-C1C1-1B12-7812-77CC727B0DB1}"/>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5386251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ulti Section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3694176" cy="23976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8115300" y="1659430"/>
            <a:ext cx="3694176" cy="4995894"/>
          </a:xfrm>
        </p:spPr>
        <p:txBody>
          <a:bodyPr lIns="0" tIns="0" rIns="0" bIns="0"/>
          <a:lstStyle>
            <a:lvl1pPr>
              <a:lnSpc>
                <a:spcPct val="150000"/>
              </a:lnSpc>
              <a:spcBef>
                <a:spcPts val="0"/>
              </a:spcBef>
              <a:defRPr>
                <a:latin typeface="Aptos Light" panose="020B0004020202020204" pitchFamily="34" charset="0"/>
              </a:defRPr>
            </a:lvl1pPr>
            <a:lvl2pPr>
              <a:lnSpc>
                <a:spcPct val="150000"/>
              </a:lnSpc>
              <a:spcBef>
                <a:spcPts val="0"/>
              </a:spcBef>
              <a:defRPr>
                <a:latin typeface="Aptos Light" panose="020B0004020202020204" pitchFamily="34" charset="0"/>
              </a:defRPr>
            </a:lvl2pPr>
            <a:lvl3pPr>
              <a:lnSpc>
                <a:spcPct val="150000"/>
              </a:lnSpc>
              <a:spcBef>
                <a:spcPts val="0"/>
              </a:spcBef>
              <a:defRPr>
                <a:latin typeface="Aptos Light" panose="020B0004020202020204" pitchFamily="34" charset="0"/>
              </a:defRPr>
            </a:lvl3pPr>
            <a:lvl4pPr>
              <a:lnSpc>
                <a:spcPct val="150000"/>
              </a:lnSpc>
              <a:spcBef>
                <a:spcPts val="0"/>
              </a:spcBef>
              <a:defRPr>
                <a:latin typeface="Aptos Light" panose="020B0004020202020204" pitchFamily="34" charset="0"/>
              </a:defRPr>
            </a:lvl4pPr>
            <a:lvl5pPr>
              <a:lnSpc>
                <a:spcPct val="150000"/>
              </a:lnSpc>
              <a:spcBef>
                <a:spcPts val="0"/>
              </a:spcBef>
              <a:defRPr>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Content Placeholder 2">
            <a:extLst>
              <a:ext uri="{FF2B5EF4-FFF2-40B4-BE49-F238E27FC236}">
                <a16:creationId xmlns:a16="http://schemas.microsoft.com/office/drawing/2014/main" id="{3C6CF8AF-8E7F-C392-6B60-25F939B99E87}"/>
              </a:ext>
            </a:extLst>
          </p:cNvPr>
          <p:cNvSpPr>
            <a:spLocks noGrp="1"/>
          </p:cNvSpPr>
          <p:nvPr>
            <p:ph idx="11"/>
          </p:nvPr>
        </p:nvSpPr>
        <p:spPr>
          <a:xfrm>
            <a:off x="4248150" y="1659430"/>
            <a:ext cx="3694176" cy="23976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Content Placeholder 2">
            <a:extLst>
              <a:ext uri="{FF2B5EF4-FFF2-40B4-BE49-F238E27FC236}">
                <a16:creationId xmlns:a16="http://schemas.microsoft.com/office/drawing/2014/main" id="{DE33F1A7-9B69-663A-6FCC-445F8A306714}"/>
              </a:ext>
            </a:extLst>
          </p:cNvPr>
          <p:cNvSpPr>
            <a:spLocks noGrp="1"/>
          </p:cNvSpPr>
          <p:nvPr>
            <p:ph idx="12"/>
          </p:nvPr>
        </p:nvSpPr>
        <p:spPr>
          <a:xfrm>
            <a:off x="381000" y="4240680"/>
            <a:ext cx="3694176" cy="23976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Content Placeholder 2">
            <a:extLst>
              <a:ext uri="{FF2B5EF4-FFF2-40B4-BE49-F238E27FC236}">
                <a16:creationId xmlns:a16="http://schemas.microsoft.com/office/drawing/2014/main" id="{55B16FC6-E5D0-5E3C-FD29-0F9A5CDE76E6}"/>
              </a:ext>
            </a:extLst>
          </p:cNvPr>
          <p:cNvSpPr>
            <a:spLocks noGrp="1"/>
          </p:cNvSpPr>
          <p:nvPr>
            <p:ph idx="13"/>
          </p:nvPr>
        </p:nvSpPr>
        <p:spPr>
          <a:xfrm>
            <a:off x="4248150" y="4240680"/>
            <a:ext cx="3694176" cy="23976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itle 1">
            <a:extLst>
              <a:ext uri="{FF2B5EF4-FFF2-40B4-BE49-F238E27FC236}">
                <a16:creationId xmlns:a16="http://schemas.microsoft.com/office/drawing/2014/main" id="{03E00A60-14E6-D079-B651-45272189B32D}"/>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5F70C8F2-C127-AF53-70B7-4952579458D2}"/>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4598218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Sectio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A38DF-7FA1-2EEE-B727-FE50B7F9FEA0}"/>
              </a:ext>
            </a:extLst>
          </p:cNvPr>
          <p:cNvSpPr>
            <a:spLocks noGrp="1"/>
          </p:cNvSpPr>
          <p:nvPr>
            <p:ph idx="1"/>
          </p:nvPr>
        </p:nvSpPr>
        <p:spPr>
          <a:xfrm>
            <a:off x="381000" y="1659430"/>
            <a:ext cx="5613400" cy="23849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2">
            <a:extLst>
              <a:ext uri="{FF2B5EF4-FFF2-40B4-BE49-F238E27FC236}">
                <a16:creationId xmlns:a16="http://schemas.microsoft.com/office/drawing/2014/main" id="{B69D9041-DAB5-C930-72C5-3F3800198FC4}"/>
              </a:ext>
            </a:extLst>
          </p:cNvPr>
          <p:cNvSpPr>
            <a:spLocks noGrp="1"/>
          </p:cNvSpPr>
          <p:nvPr>
            <p:ph idx="10"/>
          </p:nvPr>
        </p:nvSpPr>
        <p:spPr>
          <a:xfrm>
            <a:off x="6197602" y="1659429"/>
            <a:ext cx="5613400" cy="23849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Content Placeholder 2">
            <a:extLst>
              <a:ext uri="{FF2B5EF4-FFF2-40B4-BE49-F238E27FC236}">
                <a16:creationId xmlns:a16="http://schemas.microsoft.com/office/drawing/2014/main" id="{B6C4B1BB-C5E2-974C-81F3-2FF06120B36C}"/>
              </a:ext>
            </a:extLst>
          </p:cNvPr>
          <p:cNvSpPr>
            <a:spLocks noGrp="1"/>
          </p:cNvSpPr>
          <p:nvPr>
            <p:ph idx="11"/>
          </p:nvPr>
        </p:nvSpPr>
        <p:spPr>
          <a:xfrm>
            <a:off x="380998" y="4201485"/>
            <a:ext cx="5613400" cy="23849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Content Placeholder 2">
            <a:extLst>
              <a:ext uri="{FF2B5EF4-FFF2-40B4-BE49-F238E27FC236}">
                <a16:creationId xmlns:a16="http://schemas.microsoft.com/office/drawing/2014/main" id="{87849F3D-31FF-F086-E4A6-F57D3C5BDB6F}"/>
              </a:ext>
            </a:extLst>
          </p:cNvPr>
          <p:cNvSpPr>
            <a:spLocks noGrp="1"/>
          </p:cNvSpPr>
          <p:nvPr>
            <p:ph idx="12"/>
          </p:nvPr>
        </p:nvSpPr>
        <p:spPr>
          <a:xfrm>
            <a:off x="6197600" y="4201484"/>
            <a:ext cx="5613400" cy="2384973"/>
          </a:xfrm>
        </p:spPr>
        <p:txBody>
          <a:bodyPr lIns="0" tIns="0" rIns="0" bIns="0">
            <a:normAutofit/>
          </a:bodyPr>
          <a:lstStyle>
            <a:lvl1pPr>
              <a:lnSpc>
                <a:spcPct val="150000"/>
              </a:lnSpc>
              <a:spcBef>
                <a:spcPts val="0"/>
              </a:spcBef>
              <a:defRPr sz="1800">
                <a:latin typeface="Aptos Light" panose="020B0004020202020204" pitchFamily="34" charset="0"/>
              </a:defRPr>
            </a:lvl1pPr>
            <a:lvl2pPr>
              <a:lnSpc>
                <a:spcPct val="150000"/>
              </a:lnSpc>
              <a:spcBef>
                <a:spcPts val="0"/>
              </a:spcBef>
              <a:defRPr sz="1600">
                <a:latin typeface="Aptos Light" panose="020B0004020202020204" pitchFamily="34" charset="0"/>
              </a:defRPr>
            </a:lvl2pPr>
            <a:lvl3pPr>
              <a:lnSpc>
                <a:spcPct val="150000"/>
              </a:lnSpc>
              <a:spcBef>
                <a:spcPts val="0"/>
              </a:spcBef>
              <a:defRPr sz="1400">
                <a:latin typeface="Aptos Light" panose="020B0004020202020204" pitchFamily="34" charset="0"/>
              </a:defRPr>
            </a:lvl3pPr>
            <a:lvl4pPr>
              <a:lnSpc>
                <a:spcPct val="150000"/>
              </a:lnSpc>
              <a:spcBef>
                <a:spcPts val="0"/>
              </a:spcBef>
              <a:defRPr sz="1200">
                <a:latin typeface="Aptos Light" panose="020B0004020202020204" pitchFamily="34" charset="0"/>
              </a:defRPr>
            </a:lvl4pPr>
            <a:lvl5pPr>
              <a:lnSpc>
                <a:spcPct val="150000"/>
              </a:lnSpc>
              <a:spcBef>
                <a:spcPts val="0"/>
              </a:spcBef>
              <a:defRPr sz="1200">
                <a:latin typeface="Aptos Light" panose="020B00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Title 1">
            <a:extLst>
              <a:ext uri="{FF2B5EF4-FFF2-40B4-BE49-F238E27FC236}">
                <a16:creationId xmlns:a16="http://schemas.microsoft.com/office/drawing/2014/main" id="{F7DDA1A4-E243-0BD0-0643-3DEA660DC7C9}"/>
              </a:ext>
            </a:extLst>
          </p:cNvPr>
          <p:cNvSpPr>
            <a:spLocks noGrp="1"/>
          </p:cNvSpPr>
          <p:nvPr>
            <p:ph type="title"/>
          </p:nvPr>
        </p:nvSpPr>
        <p:spPr>
          <a:xfrm>
            <a:off x="381000" y="451968"/>
            <a:ext cx="11430000" cy="782584"/>
          </a:xfrm>
        </p:spPr>
        <p:txBody>
          <a:bodyPr lIns="0" tIns="0" rIns="0" bIns="0"/>
          <a:lstStyle>
            <a:lvl1pPr>
              <a:lnSpc>
                <a:spcPct val="100000"/>
              </a:lnSpc>
              <a:defRPr>
                <a:solidFill>
                  <a:srgbClr val="022A03"/>
                </a:solidFill>
              </a:defRPr>
            </a:lvl1pPr>
          </a:lstStyle>
          <a:p>
            <a:r>
              <a:rPr lang="en-GB"/>
              <a:t>Click to edit Master title style</a:t>
            </a:r>
            <a:endParaRPr lang="en-US"/>
          </a:p>
        </p:txBody>
      </p:sp>
      <p:sp>
        <p:nvSpPr>
          <p:cNvPr id="2" name="Rectangle 1">
            <a:extLst>
              <a:ext uri="{FF2B5EF4-FFF2-40B4-BE49-F238E27FC236}">
                <a16:creationId xmlns:a16="http://schemas.microsoft.com/office/drawing/2014/main" id="{E637B879-CC67-E7A8-1C3D-AD59065A8CE5}"/>
              </a:ext>
            </a:extLst>
          </p:cNvPr>
          <p:cNvSpPr>
            <a:spLocks noChangeArrowheads="1"/>
          </p:cNvSpPr>
          <p:nvPr userDrawn="1"/>
        </p:nvSpPr>
        <p:spPr bwMode="auto">
          <a:xfrm>
            <a:off x="0" y="1355231"/>
            <a:ext cx="12192000" cy="155927"/>
          </a:xfrm>
          <a:prstGeom prst="rect">
            <a:avLst/>
          </a:prstGeom>
          <a:solidFill>
            <a:srgbClr val="022A03"/>
          </a:solidFill>
          <a:ln>
            <a:noFill/>
          </a:ln>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1300" b="0">
              <a:solidFill>
                <a:schemeClr val="tx1"/>
              </a:solidFill>
            </a:endParaRPr>
          </a:p>
        </p:txBody>
      </p:sp>
    </p:spTree>
    <p:extLst>
      <p:ext uri="{BB962C8B-B14F-4D97-AF65-F5344CB8AC3E}">
        <p14:creationId xmlns:p14="http://schemas.microsoft.com/office/powerpoint/2010/main" val="14012344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20646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4" name="Picture 3" descr="A factory with smoke coming out of it&#10;&#10;Description automatically generated">
            <a:extLst>
              <a:ext uri="{FF2B5EF4-FFF2-40B4-BE49-F238E27FC236}">
                <a16:creationId xmlns:a16="http://schemas.microsoft.com/office/drawing/2014/main" id="{A9157873-58AD-4AA2-6D8E-F03598A35D92}"/>
              </a:ext>
            </a:extLst>
          </p:cNvPr>
          <p:cNvPicPr>
            <a:picLocks noChangeAspect="1"/>
          </p:cNvPicPr>
          <p:nvPr userDrawn="1"/>
        </p:nvPicPr>
        <p:blipFill rotWithShape="1">
          <a:blip r:embed="rId2"/>
          <a:srcRect l="3707" t="-2" b="15321"/>
          <a:stretch/>
        </p:blipFill>
        <p:spPr>
          <a:xfrm>
            <a:off x="0" y="-1"/>
            <a:ext cx="12445594" cy="6858001"/>
          </a:xfrm>
          <a:prstGeom prst="rect">
            <a:avLst/>
          </a:prstGeom>
        </p:spPr>
      </p:pic>
      <p:sp>
        <p:nvSpPr>
          <p:cNvPr id="6" name="Google Shape;90;p19">
            <a:extLst>
              <a:ext uri="{FF2B5EF4-FFF2-40B4-BE49-F238E27FC236}">
                <a16:creationId xmlns:a16="http://schemas.microsoft.com/office/drawing/2014/main" id="{39AFFF43-5BE9-F318-34BD-0DC6CEA6A8AA}"/>
              </a:ext>
            </a:extLst>
          </p:cNvPr>
          <p:cNvSpPr txBox="1">
            <a:spLocks noGrp="1"/>
          </p:cNvSpPr>
          <p:nvPr>
            <p:ph type="title"/>
          </p:nvPr>
        </p:nvSpPr>
        <p:spPr>
          <a:xfrm>
            <a:off x="381000" y="451968"/>
            <a:ext cx="11430000" cy="782584"/>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rgbClr val="022A03"/>
              </a:buClr>
              <a:buSzPts val="4400"/>
              <a:buFont typeface="Arial"/>
              <a:buNone/>
              <a:defRPr>
                <a:solidFill>
                  <a:schemeClr val="tx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28549758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pic>
        <p:nvPicPr>
          <p:cNvPr id="4" name="Picture 3" descr="A factory with smoke coming out of it&#10;&#10;Description automatically generated">
            <a:extLst>
              <a:ext uri="{FF2B5EF4-FFF2-40B4-BE49-F238E27FC236}">
                <a16:creationId xmlns:a16="http://schemas.microsoft.com/office/drawing/2014/main" id="{A9157873-58AD-4AA2-6D8E-F03598A35D92}"/>
              </a:ext>
            </a:extLst>
          </p:cNvPr>
          <p:cNvPicPr>
            <a:picLocks noChangeAspect="1"/>
          </p:cNvPicPr>
          <p:nvPr userDrawn="1"/>
        </p:nvPicPr>
        <p:blipFill rotWithShape="1">
          <a:blip r:embed="rId2"/>
          <a:srcRect l="3707" t="-2" b="81342"/>
          <a:stretch/>
        </p:blipFill>
        <p:spPr>
          <a:xfrm>
            <a:off x="0" y="-1"/>
            <a:ext cx="12445594" cy="1511159"/>
          </a:xfrm>
          <a:prstGeom prst="rect">
            <a:avLst/>
          </a:prstGeom>
        </p:spPr>
      </p:pic>
      <p:sp>
        <p:nvSpPr>
          <p:cNvPr id="6" name="Google Shape;90;p19">
            <a:extLst>
              <a:ext uri="{FF2B5EF4-FFF2-40B4-BE49-F238E27FC236}">
                <a16:creationId xmlns:a16="http://schemas.microsoft.com/office/drawing/2014/main" id="{39AFFF43-5BE9-F318-34BD-0DC6CEA6A8AA}"/>
              </a:ext>
            </a:extLst>
          </p:cNvPr>
          <p:cNvSpPr txBox="1">
            <a:spLocks noGrp="1"/>
          </p:cNvSpPr>
          <p:nvPr>
            <p:ph type="title"/>
          </p:nvPr>
        </p:nvSpPr>
        <p:spPr>
          <a:xfrm>
            <a:off x="381000" y="451968"/>
            <a:ext cx="11430000" cy="782584"/>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rgbClr val="022A03"/>
              </a:buClr>
              <a:buSzPts val="4400"/>
              <a:buFont typeface="Arial"/>
              <a:buNone/>
              <a:defRPr>
                <a:solidFill>
                  <a:schemeClr val="tx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41357664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3" name="Picture 2" descr="A solar panels in a field&#10;&#10;Description automatically generated">
            <a:extLst>
              <a:ext uri="{FF2B5EF4-FFF2-40B4-BE49-F238E27FC236}">
                <a16:creationId xmlns:a16="http://schemas.microsoft.com/office/drawing/2014/main" id="{532817DF-7DF3-EA26-7E2E-0CD799FCD730}"/>
              </a:ext>
            </a:extLst>
          </p:cNvPr>
          <p:cNvPicPr>
            <a:picLocks noChangeAspect="1"/>
          </p:cNvPicPr>
          <p:nvPr userDrawn="1"/>
        </p:nvPicPr>
        <p:blipFill rotWithShape="1">
          <a:blip r:embed="rId2"/>
          <a:srcRect b="17104"/>
          <a:stretch/>
        </p:blipFill>
        <p:spPr>
          <a:xfrm>
            <a:off x="0" y="0"/>
            <a:ext cx="12192000" cy="6980663"/>
          </a:xfrm>
          <a:prstGeom prst="rect">
            <a:avLst/>
          </a:prstGeom>
        </p:spPr>
      </p:pic>
      <p:sp>
        <p:nvSpPr>
          <p:cNvPr id="5" name="Rectangle 4">
            <a:extLst>
              <a:ext uri="{FF2B5EF4-FFF2-40B4-BE49-F238E27FC236}">
                <a16:creationId xmlns:a16="http://schemas.microsoft.com/office/drawing/2014/main" id="{D31A8E33-5F87-A167-2351-B1EE03685320}"/>
              </a:ext>
            </a:extLst>
          </p:cNvPr>
          <p:cNvSpPr/>
          <p:nvPr userDrawn="1"/>
        </p:nvSpPr>
        <p:spPr>
          <a:xfrm>
            <a:off x="0" y="1"/>
            <a:ext cx="12192000" cy="1351398"/>
          </a:xfrm>
          <a:prstGeom prst="rect">
            <a:avLst/>
          </a:prstGeom>
          <a:solidFill>
            <a:srgbClr val="022A03"/>
          </a:solidFill>
          <a:ln>
            <a:solidFill>
              <a:srgbClr val="022A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90;p19">
            <a:extLst>
              <a:ext uri="{FF2B5EF4-FFF2-40B4-BE49-F238E27FC236}">
                <a16:creationId xmlns:a16="http://schemas.microsoft.com/office/drawing/2014/main" id="{39AFFF43-5BE9-F318-34BD-0DC6CEA6A8AA}"/>
              </a:ext>
            </a:extLst>
          </p:cNvPr>
          <p:cNvSpPr txBox="1">
            <a:spLocks noGrp="1"/>
          </p:cNvSpPr>
          <p:nvPr>
            <p:ph type="title"/>
          </p:nvPr>
        </p:nvSpPr>
        <p:spPr>
          <a:xfrm>
            <a:off x="381000" y="451968"/>
            <a:ext cx="11430000" cy="782584"/>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rgbClr val="022A03"/>
              </a:buClr>
              <a:buSzPts val="4400"/>
              <a:buFont typeface="Arial"/>
              <a:buNone/>
              <a:defRPr>
                <a:solidFill>
                  <a:schemeClr val="tx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37923099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04665"/>
            <a:ext cx="5198293" cy="1296145"/>
          </a:xfrm>
        </p:spPr>
        <p:txBody>
          <a:bodyPr>
            <a:noAutofit/>
          </a:bodyPr>
          <a:lstStyle>
            <a:lvl1pPr>
              <a:lnSpc>
                <a:spcPct val="90000"/>
              </a:lnSpc>
              <a:defRPr sz="3600">
                <a:solidFill>
                  <a:schemeClr val="accent3">
                    <a:lumMod val="50000"/>
                  </a:schemeClr>
                </a:solidFill>
              </a:defRPr>
            </a:lvl1pPr>
          </a:lstStyle>
          <a:p>
            <a:r>
              <a:rPr lang="en-GB"/>
              <a:t>Click to edit Master title style</a:t>
            </a:r>
            <a:endParaRPr lang="en-US"/>
          </a:p>
        </p:txBody>
      </p:sp>
      <p:sp>
        <p:nvSpPr>
          <p:cNvPr id="3" name="Date Placeholder 2"/>
          <p:cNvSpPr>
            <a:spLocks noGrp="1"/>
          </p:cNvSpPr>
          <p:nvPr>
            <p:ph type="dt" sz="half" idx="10"/>
          </p:nvPr>
        </p:nvSpPr>
        <p:spPr/>
        <p:txBody>
          <a:bodyPr/>
          <a:lstStyle/>
          <a:p>
            <a:fld id="{425404F2-BE9A-4460-8815-8F645183555F}" type="datetimeFigureOut">
              <a:rPr lang="en-US" smtClean="0"/>
              <a:pPr/>
              <a:t>9/12/2024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
        <p:nvSpPr>
          <p:cNvPr id="17" name="Text Placeholder 16">
            <a:extLst>
              <a:ext uri="{FF2B5EF4-FFF2-40B4-BE49-F238E27FC236}">
                <a16:creationId xmlns:a16="http://schemas.microsoft.com/office/drawing/2014/main" id="{AD29DD13-E7CE-CD40-CC13-3D082FB689DB}"/>
              </a:ext>
            </a:extLst>
          </p:cNvPr>
          <p:cNvSpPr>
            <a:spLocks noGrp="1"/>
          </p:cNvSpPr>
          <p:nvPr>
            <p:ph type="body" sz="quarter" idx="13" hasCustomPrompt="1"/>
          </p:nvPr>
        </p:nvSpPr>
        <p:spPr>
          <a:xfrm>
            <a:off x="5967534" y="404660"/>
            <a:ext cx="3860799" cy="1296145"/>
          </a:xfrm>
        </p:spPr>
        <p:txBody>
          <a:bodyPr anchor="ctr">
            <a:noAutofit/>
          </a:bodyPr>
          <a:lstStyle>
            <a:lvl1pPr marL="0" indent="0">
              <a:buNone/>
              <a:defRPr sz="1800"/>
            </a:lvl1pPr>
            <a:lvl2pPr marL="609494" indent="0">
              <a:buNone/>
              <a:defRPr sz="1800"/>
            </a:lvl2pPr>
            <a:lvl3pPr marL="1218986" indent="0">
              <a:buNone/>
              <a:defRPr sz="1800"/>
            </a:lvl3pPr>
            <a:lvl4pPr marL="1828480" indent="0">
              <a:buNone/>
              <a:defRPr sz="1800"/>
            </a:lvl4pPr>
            <a:lvl5pPr marL="2437973" indent="0">
              <a:buNone/>
              <a:defRPr sz="1800"/>
            </a:lvl5pPr>
          </a:lstStyle>
          <a:p>
            <a:pPr lvl="0"/>
            <a:r>
              <a:rPr lang="en-US"/>
              <a:t>Insert your desired text here. This is a sample text.</a:t>
            </a:r>
          </a:p>
        </p:txBody>
      </p:sp>
    </p:spTree>
    <p:extLst>
      <p:ext uri="{BB962C8B-B14F-4D97-AF65-F5344CB8AC3E}">
        <p14:creationId xmlns:p14="http://schemas.microsoft.com/office/powerpoint/2010/main" val="4969611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Key Points">
  <p:cSld name="1_Key Points">
    <p:spTree>
      <p:nvGrpSpPr>
        <p:cNvPr id="1" name="Shape 18"/>
        <p:cNvGrpSpPr/>
        <p:nvPr/>
      </p:nvGrpSpPr>
      <p:grpSpPr>
        <a:xfrm>
          <a:off x="0" y="0"/>
          <a:ext cx="0" cy="0"/>
          <a:chOff x="0" y="0"/>
          <a:chExt cx="0" cy="0"/>
        </a:xfrm>
      </p:grpSpPr>
      <p:sp>
        <p:nvSpPr>
          <p:cNvPr id="19" name="Google Shape;19;p7"/>
          <p:cNvSpPr/>
          <p:nvPr/>
        </p:nvSpPr>
        <p:spPr>
          <a:xfrm>
            <a:off x="0" y="1"/>
            <a:ext cx="12192000" cy="1351398"/>
          </a:xfrm>
          <a:prstGeom prst="rect">
            <a:avLst/>
          </a:prstGeom>
          <a:solidFill>
            <a:srgbClr val="022A03"/>
          </a:solidFill>
          <a:ln w="12700" cap="flat" cmpd="sng">
            <a:solidFill>
              <a:srgbClr val="022A0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0" name="Google Shape;20;p7"/>
          <p:cNvSpPr/>
          <p:nvPr/>
        </p:nvSpPr>
        <p:spPr>
          <a:xfrm>
            <a:off x="0" y="1355231"/>
            <a:ext cx="12192000" cy="155927"/>
          </a:xfrm>
          <a:prstGeom prst="rect">
            <a:avLst/>
          </a:prstGeom>
          <a:solidFill>
            <a:srgbClr val="022A03"/>
          </a:solidFill>
          <a:ln>
            <a:noFill/>
          </a:ln>
        </p:spPr>
        <p:txBody>
          <a:bodyPr spcFirstLastPara="1" wrap="square" lIns="91425" tIns="45700" rIns="91425" bIns="45700" anchor="t" anchorCtr="0">
            <a:noAutofit/>
          </a:bodyPr>
          <a:lstStyle/>
          <a:p>
            <a:pPr marL="115888" marR="0" lvl="0" indent="-33337" algn="l" rtl="0">
              <a:spcBef>
                <a:spcPts val="0"/>
              </a:spcBef>
              <a:spcAft>
                <a:spcPts val="0"/>
              </a:spcAft>
              <a:buClr>
                <a:schemeClr val="lt1"/>
              </a:buClr>
              <a:buSzPts val="1300"/>
              <a:buFont typeface="Trebuchet MS"/>
              <a:buNone/>
            </a:pPr>
            <a:endParaRPr sz="1300" b="0" i="0" u="none" strike="noStrike" cap="none">
              <a:solidFill>
                <a:schemeClr val="lt1"/>
              </a:solidFill>
              <a:latin typeface="Trebuchet MS"/>
              <a:ea typeface="Trebuchet MS"/>
              <a:cs typeface="Trebuchet MS"/>
              <a:sym typeface="Trebuchet MS"/>
            </a:endParaRPr>
          </a:p>
        </p:txBody>
      </p:sp>
      <p:sp>
        <p:nvSpPr>
          <p:cNvPr id="21" name="Google Shape;21;p7"/>
          <p:cNvSpPr/>
          <p:nvPr/>
        </p:nvSpPr>
        <p:spPr>
          <a:xfrm>
            <a:off x="2110740" y="2028118"/>
            <a:ext cx="7970520" cy="1004641"/>
          </a:xfrm>
          <a:prstGeom prst="rect">
            <a:avLst/>
          </a:prstGeom>
          <a:solidFill>
            <a:srgbClr val="E9F0EE"/>
          </a:solidFill>
          <a:ln w="12700" cap="flat" cmpd="sng">
            <a:solidFill>
              <a:srgbClr val="EBF1E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3F7E2"/>
              </a:solidFill>
              <a:latin typeface="Arial"/>
              <a:ea typeface="Arial"/>
              <a:cs typeface="Arial"/>
              <a:sym typeface="Arial"/>
            </a:endParaRPr>
          </a:p>
        </p:txBody>
      </p:sp>
      <p:sp>
        <p:nvSpPr>
          <p:cNvPr id="22" name="Google Shape;22;p7"/>
          <p:cNvSpPr txBox="1">
            <a:spLocks noGrp="1"/>
          </p:cNvSpPr>
          <p:nvPr>
            <p:ph type="title"/>
          </p:nvPr>
        </p:nvSpPr>
        <p:spPr>
          <a:xfrm>
            <a:off x="381000" y="451968"/>
            <a:ext cx="11430000" cy="782584"/>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chemeClr val="lt1"/>
              </a:buClr>
              <a:buSzPts val="4400"/>
              <a:buFont typeface="Arial"/>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7"/>
          <p:cNvSpPr/>
          <p:nvPr/>
        </p:nvSpPr>
        <p:spPr>
          <a:xfrm>
            <a:off x="2110740" y="3514283"/>
            <a:ext cx="7970520" cy="1004641"/>
          </a:xfrm>
          <a:prstGeom prst="rect">
            <a:avLst/>
          </a:prstGeom>
          <a:solidFill>
            <a:srgbClr val="D7F3EC"/>
          </a:solidFill>
          <a:ln w="12700" cap="flat" cmpd="sng">
            <a:solidFill>
              <a:srgbClr val="DAF4E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 name="Google Shape;24;p7"/>
          <p:cNvSpPr/>
          <p:nvPr/>
        </p:nvSpPr>
        <p:spPr>
          <a:xfrm>
            <a:off x="2110740" y="5000448"/>
            <a:ext cx="7970520" cy="1004641"/>
          </a:xfrm>
          <a:prstGeom prst="rect">
            <a:avLst/>
          </a:prstGeom>
          <a:solidFill>
            <a:srgbClr val="EBF4D6"/>
          </a:solidFill>
          <a:ln w="12700" cap="flat" cmpd="sng">
            <a:solidFill>
              <a:srgbClr val="ECF4D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5" name="Google Shape;25;p7"/>
          <p:cNvSpPr txBox="1"/>
          <p:nvPr/>
        </p:nvSpPr>
        <p:spPr>
          <a:xfrm>
            <a:off x="2331720" y="2028118"/>
            <a:ext cx="7528560" cy="46788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800" b="0" i="0" u="none" strike="noStrike" cap="none">
              <a:solidFill>
                <a:srgbClr val="022A03"/>
              </a:solidFill>
              <a:latin typeface="Arial"/>
              <a:ea typeface="Arial"/>
              <a:cs typeface="Arial"/>
              <a:sym typeface="Arial"/>
            </a:endParaRPr>
          </a:p>
        </p:txBody>
      </p:sp>
      <p:sp>
        <p:nvSpPr>
          <p:cNvPr id="26" name="Google Shape;26;p7"/>
          <p:cNvSpPr txBox="1">
            <a:spLocks noGrp="1"/>
          </p:cNvSpPr>
          <p:nvPr>
            <p:ph type="body" idx="1"/>
          </p:nvPr>
        </p:nvSpPr>
        <p:spPr>
          <a:xfrm>
            <a:off x="3604260" y="2028118"/>
            <a:ext cx="6256020" cy="1004641"/>
          </a:xfrm>
          <a:prstGeom prst="rect">
            <a:avLst/>
          </a:prstGeom>
          <a:noFill/>
          <a:ln>
            <a:noFill/>
          </a:ln>
        </p:spPr>
        <p:txBody>
          <a:bodyPr spcFirstLastPara="1" wrap="square" lIns="0" tIns="0" rIns="0" bIns="0" anchor="ctr" anchorCtr="0">
            <a:normAutofit/>
          </a:bodyPr>
          <a:lstStyle>
            <a:lvl1pPr marL="457200" lvl="0" indent="-228600" algn="ctr">
              <a:lnSpc>
                <a:spcPct val="150000"/>
              </a:lnSpc>
              <a:spcBef>
                <a:spcPts val="0"/>
              </a:spcBef>
              <a:spcAft>
                <a:spcPts val="0"/>
              </a:spcAft>
              <a:buClr>
                <a:srgbClr val="022A03"/>
              </a:buClr>
              <a:buSzPts val="2000"/>
              <a:buFont typeface="Play"/>
              <a:buNone/>
              <a:defRPr sz="2000" b="1">
                <a:solidFill>
                  <a:srgbClr val="022A03"/>
                </a:solidFill>
                <a:latin typeface="Play"/>
                <a:ea typeface="Play"/>
                <a:cs typeface="Play"/>
                <a:sym typeface="Play"/>
              </a:defRPr>
            </a:lvl1pPr>
            <a:lvl2pPr marL="914400" lvl="1" indent="-228600" algn="l">
              <a:lnSpc>
                <a:spcPct val="150000"/>
              </a:lnSpc>
              <a:spcBef>
                <a:spcPts val="0"/>
              </a:spcBef>
              <a:spcAft>
                <a:spcPts val="0"/>
              </a:spcAft>
              <a:buClr>
                <a:srgbClr val="356D18"/>
              </a:buClr>
              <a:buSzPts val="1600"/>
              <a:buFont typeface="Arial"/>
              <a:buNone/>
              <a:defRPr sz="1600" b="1">
                <a:latin typeface="Arial"/>
                <a:ea typeface="Arial"/>
                <a:cs typeface="Arial"/>
                <a:sym typeface="Arial"/>
              </a:defRPr>
            </a:lvl2pPr>
            <a:lvl3pPr marL="1371600" lvl="2" indent="-228600" algn="l">
              <a:lnSpc>
                <a:spcPct val="150000"/>
              </a:lnSpc>
              <a:spcBef>
                <a:spcPts val="0"/>
              </a:spcBef>
              <a:spcAft>
                <a:spcPts val="0"/>
              </a:spcAft>
              <a:buClr>
                <a:srgbClr val="356D18"/>
              </a:buClr>
              <a:buSzPts val="1200"/>
              <a:buFont typeface="Arial"/>
              <a:buNone/>
              <a:defRPr sz="1200">
                <a:latin typeface="Arial"/>
                <a:ea typeface="Arial"/>
                <a:cs typeface="Arial"/>
                <a:sym typeface="Arial"/>
              </a:defRPr>
            </a:lvl3pPr>
            <a:lvl4pPr marL="1828800" lvl="3" indent="-228600" algn="l">
              <a:lnSpc>
                <a:spcPct val="150000"/>
              </a:lnSpc>
              <a:spcBef>
                <a:spcPts val="0"/>
              </a:spcBef>
              <a:spcAft>
                <a:spcPts val="0"/>
              </a:spcAft>
              <a:buClr>
                <a:srgbClr val="356D18"/>
              </a:buClr>
              <a:buSzPts val="1100"/>
              <a:buFont typeface="Arial"/>
              <a:buNone/>
              <a:defRPr sz="1100">
                <a:latin typeface="Arial"/>
                <a:ea typeface="Arial"/>
                <a:cs typeface="Arial"/>
                <a:sym typeface="Arial"/>
              </a:defRPr>
            </a:lvl4pPr>
            <a:lvl5pPr marL="2286000" lvl="4" indent="-228600" algn="l">
              <a:lnSpc>
                <a:spcPct val="150000"/>
              </a:lnSpc>
              <a:spcBef>
                <a:spcPts val="0"/>
              </a:spcBef>
              <a:spcAft>
                <a:spcPts val="0"/>
              </a:spcAft>
              <a:buClr>
                <a:srgbClr val="356D18"/>
              </a:buClr>
              <a:buSzPts val="1100"/>
              <a:buFont typeface="Arial"/>
              <a:buNone/>
              <a:defRPr sz="1100">
                <a:latin typeface="Arial"/>
                <a:ea typeface="Arial"/>
                <a:cs typeface="Arial"/>
                <a:sym typeface="Aria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 name="Google Shape;27;p7"/>
          <p:cNvSpPr txBox="1">
            <a:spLocks noGrp="1"/>
          </p:cNvSpPr>
          <p:nvPr>
            <p:ph type="body" idx="2"/>
          </p:nvPr>
        </p:nvSpPr>
        <p:spPr>
          <a:xfrm>
            <a:off x="3604259" y="3514283"/>
            <a:ext cx="6256019" cy="1004641"/>
          </a:xfrm>
          <a:prstGeom prst="rect">
            <a:avLst/>
          </a:prstGeom>
          <a:noFill/>
          <a:ln>
            <a:noFill/>
          </a:ln>
        </p:spPr>
        <p:txBody>
          <a:bodyPr spcFirstLastPara="1" wrap="square" lIns="0" tIns="0" rIns="0" bIns="0" anchor="ctr" anchorCtr="0">
            <a:normAutofit/>
          </a:bodyPr>
          <a:lstStyle>
            <a:lvl1pPr marL="457200" lvl="0" indent="-228600" algn="ctr">
              <a:lnSpc>
                <a:spcPct val="150000"/>
              </a:lnSpc>
              <a:spcBef>
                <a:spcPts val="0"/>
              </a:spcBef>
              <a:spcAft>
                <a:spcPts val="0"/>
              </a:spcAft>
              <a:buClr>
                <a:srgbClr val="022A03"/>
              </a:buClr>
              <a:buSzPts val="2000"/>
              <a:buFont typeface="Play"/>
              <a:buNone/>
              <a:defRPr sz="2000" b="1">
                <a:solidFill>
                  <a:srgbClr val="022A03"/>
                </a:solidFill>
                <a:latin typeface="Play"/>
                <a:ea typeface="Play"/>
                <a:cs typeface="Play"/>
                <a:sym typeface="Play"/>
              </a:defRPr>
            </a:lvl1pPr>
            <a:lvl2pPr marL="914400" lvl="1" indent="-228600" algn="l">
              <a:lnSpc>
                <a:spcPct val="150000"/>
              </a:lnSpc>
              <a:spcBef>
                <a:spcPts val="0"/>
              </a:spcBef>
              <a:spcAft>
                <a:spcPts val="0"/>
              </a:spcAft>
              <a:buClr>
                <a:srgbClr val="356D18"/>
              </a:buClr>
              <a:buSzPts val="1600"/>
              <a:buFont typeface="Arial"/>
              <a:buNone/>
              <a:defRPr sz="1600" b="1">
                <a:latin typeface="Arial"/>
                <a:ea typeface="Arial"/>
                <a:cs typeface="Arial"/>
                <a:sym typeface="Arial"/>
              </a:defRPr>
            </a:lvl2pPr>
            <a:lvl3pPr marL="1371600" lvl="2" indent="-228600" algn="l">
              <a:lnSpc>
                <a:spcPct val="150000"/>
              </a:lnSpc>
              <a:spcBef>
                <a:spcPts val="0"/>
              </a:spcBef>
              <a:spcAft>
                <a:spcPts val="0"/>
              </a:spcAft>
              <a:buClr>
                <a:srgbClr val="356D18"/>
              </a:buClr>
              <a:buSzPts val="1200"/>
              <a:buFont typeface="Arial"/>
              <a:buNone/>
              <a:defRPr sz="1200">
                <a:latin typeface="Arial"/>
                <a:ea typeface="Arial"/>
                <a:cs typeface="Arial"/>
                <a:sym typeface="Arial"/>
              </a:defRPr>
            </a:lvl3pPr>
            <a:lvl4pPr marL="1828800" lvl="3" indent="-228600" algn="l">
              <a:lnSpc>
                <a:spcPct val="150000"/>
              </a:lnSpc>
              <a:spcBef>
                <a:spcPts val="0"/>
              </a:spcBef>
              <a:spcAft>
                <a:spcPts val="0"/>
              </a:spcAft>
              <a:buClr>
                <a:srgbClr val="356D18"/>
              </a:buClr>
              <a:buSzPts val="1100"/>
              <a:buFont typeface="Arial"/>
              <a:buNone/>
              <a:defRPr sz="1100">
                <a:latin typeface="Arial"/>
                <a:ea typeface="Arial"/>
                <a:cs typeface="Arial"/>
                <a:sym typeface="Arial"/>
              </a:defRPr>
            </a:lvl4pPr>
            <a:lvl5pPr marL="2286000" lvl="4" indent="-228600" algn="l">
              <a:lnSpc>
                <a:spcPct val="150000"/>
              </a:lnSpc>
              <a:spcBef>
                <a:spcPts val="0"/>
              </a:spcBef>
              <a:spcAft>
                <a:spcPts val="0"/>
              </a:spcAft>
              <a:buClr>
                <a:srgbClr val="356D18"/>
              </a:buClr>
              <a:buSzPts val="1100"/>
              <a:buFont typeface="Arial"/>
              <a:buNone/>
              <a:defRPr sz="1100">
                <a:latin typeface="Arial"/>
                <a:ea typeface="Arial"/>
                <a:cs typeface="Arial"/>
                <a:sym typeface="Aria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8" name="Google Shape;28;p7"/>
          <p:cNvSpPr txBox="1">
            <a:spLocks noGrp="1"/>
          </p:cNvSpPr>
          <p:nvPr>
            <p:ph type="body" idx="3"/>
          </p:nvPr>
        </p:nvSpPr>
        <p:spPr>
          <a:xfrm>
            <a:off x="3604259" y="5000447"/>
            <a:ext cx="6256019" cy="1004641"/>
          </a:xfrm>
          <a:prstGeom prst="rect">
            <a:avLst/>
          </a:prstGeom>
          <a:noFill/>
          <a:ln>
            <a:noFill/>
          </a:ln>
        </p:spPr>
        <p:txBody>
          <a:bodyPr spcFirstLastPara="1" wrap="square" lIns="0" tIns="0" rIns="0" bIns="0" anchor="ctr" anchorCtr="0">
            <a:normAutofit/>
          </a:bodyPr>
          <a:lstStyle>
            <a:lvl1pPr marL="457200" lvl="0" indent="-228600" algn="ctr">
              <a:lnSpc>
                <a:spcPct val="150000"/>
              </a:lnSpc>
              <a:spcBef>
                <a:spcPts val="0"/>
              </a:spcBef>
              <a:spcAft>
                <a:spcPts val="0"/>
              </a:spcAft>
              <a:buClr>
                <a:srgbClr val="022A03"/>
              </a:buClr>
              <a:buSzPts val="2000"/>
              <a:buFont typeface="Play"/>
              <a:buNone/>
              <a:defRPr sz="2000" b="1">
                <a:solidFill>
                  <a:srgbClr val="022A03"/>
                </a:solidFill>
                <a:latin typeface="Play"/>
                <a:ea typeface="Play"/>
                <a:cs typeface="Play"/>
                <a:sym typeface="Play"/>
              </a:defRPr>
            </a:lvl1pPr>
            <a:lvl2pPr marL="914400" lvl="1" indent="-228600" algn="l">
              <a:lnSpc>
                <a:spcPct val="150000"/>
              </a:lnSpc>
              <a:spcBef>
                <a:spcPts val="0"/>
              </a:spcBef>
              <a:spcAft>
                <a:spcPts val="0"/>
              </a:spcAft>
              <a:buClr>
                <a:srgbClr val="356D18"/>
              </a:buClr>
              <a:buSzPts val="1600"/>
              <a:buFont typeface="Arial"/>
              <a:buNone/>
              <a:defRPr sz="1600" b="1">
                <a:latin typeface="Arial"/>
                <a:ea typeface="Arial"/>
                <a:cs typeface="Arial"/>
                <a:sym typeface="Arial"/>
              </a:defRPr>
            </a:lvl2pPr>
            <a:lvl3pPr marL="1371600" lvl="2" indent="-228600" algn="l">
              <a:lnSpc>
                <a:spcPct val="150000"/>
              </a:lnSpc>
              <a:spcBef>
                <a:spcPts val="0"/>
              </a:spcBef>
              <a:spcAft>
                <a:spcPts val="0"/>
              </a:spcAft>
              <a:buClr>
                <a:srgbClr val="356D18"/>
              </a:buClr>
              <a:buSzPts val="1200"/>
              <a:buFont typeface="Arial"/>
              <a:buNone/>
              <a:defRPr sz="1200">
                <a:latin typeface="Arial"/>
                <a:ea typeface="Arial"/>
                <a:cs typeface="Arial"/>
                <a:sym typeface="Arial"/>
              </a:defRPr>
            </a:lvl3pPr>
            <a:lvl4pPr marL="1828800" lvl="3" indent="-228600" algn="l">
              <a:lnSpc>
                <a:spcPct val="150000"/>
              </a:lnSpc>
              <a:spcBef>
                <a:spcPts val="0"/>
              </a:spcBef>
              <a:spcAft>
                <a:spcPts val="0"/>
              </a:spcAft>
              <a:buClr>
                <a:srgbClr val="356D18"/>
              </a:buClr>
              <a:buSzPts val="1100"/>
              <a:buFont typeface="Arial"/>
              <a:buNone/>
              <a:defRPr sz="1100">
                <a:latin typeface="Arial"/>
                <a:ea typeface="Arial"/>
                <a:cs typeface="Arial"/>
                <a:sym typeface="Arial"/>
              </a:defRPr>
            </a:lvl4pPr>
            <a:lvl5pPr marL="2286000" lvl="4" indent="-228600" algn="l">
              <a:lnSpc>
                <a:spcPct val="150000"/>
              </a:lnSpc>
              <a:spcBef>
                <a:spcPts val="0"/>
              </a:spcBef>
              <a:spcAft>
                <a:spcPts val="0"/>
              </a:spcAft>
              <a:buClr>
                <a:srgbClr val="356D18"/>
              </a:buClr>
              <a:buSzPts val="1100"/>
              <a:buFont typeface="Arial"/>
              <a:buNone/>
              <a:defRPr sz="1100">
                <a:latin typeface="Arial"/>
                <a:ea typeface="Arial"/>
                <a:cs typeface="Arial"/>
                <a:sym typeface="Aria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9" name="Google Shape;29;p7"/>
          <p:cNvSpPr txBox="1"/>
          <p:nvPr/>
        </p:nvSpPr>
        <p:spPr>
          <a:xfrm>
            <a:off x="2110740" y="2028118"/>
            <a:ext cx="1226820"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i="0" u="none" strike="noStrike" cap="none">
                <a:solidFill>
                  <a:srgbClr val="022A03"/>
                </a:solidFill>
                <a:latin typeface="Arial"/>
                <a:ea typeface="Arial"/>
                <a:cs typeface="Arial"/>
                <a:sym typeface="Arial"/>
              </a:rPr>
              <a:t>1</a:t>
            </a:r>
            <a:endParaRPr/>
          </a:p>
        </p:txBody>
      </p:sp>
      <p:sp>
        <p:nvSpPr>
          <p:cNvPr id="30" name="Google Shape;30;p7"/>
          <p:cNvSpPr txBox="1"/>
          <p:nvPr/>
        </p:nvSpPr>
        <p:spPr>
          <a:xfrm>
            <a:off x="2110740" y="3508771"/>
            <a:ext cx="1226820"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i="0" u="none" strike="noStrike" cap="none">
                <a:solidFill>
                  <a:srgbClr val="022A03"/>
                </a:solidFill>
                <a:latin typeface="Arial"/>
                <a:ea typeface="Arial"/>
                <a:cs typeface="Arial"/>
                <a:sym typeface="Arial"/>
              </a:rPr>
              <a:t>2</a:t>
            </a:r>
            <a:endParaRPr/>
          </a:p>
        </p:txBody>
      </p:sp>
      <p:sp>
        <p:nvSpPr>
          <p:cNvPr id="31" name="Google Shape;31;p7"/>
          <p:cNvSpPr txBox="1"/>
          <p:nvPr/>
        </p:nvSpPr>
        <p:spPr>
          <a:xfrm>
            <a:off x="2110740" y="4985593"/>
            <a:ext cx="1226820"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i="0" u="none" strike="noStrike" cap="none">
                <a:solidFill>
                  <a:srgbClr val="022A03"/>
                </a:solidFill>
                <a:latin typeface="Arial"/>
                <a:ea typeface="Arial"/>
                <a:cs typeface="Arial"/>
                <a:sym typeface="Arial"/>
              </a:rPr>
              <a:t>3</a:t>
            </a:r>
            <a:endParaRPr/>
          </a:p>
        </p:txBody>
      </p:sp>
      <p:sp>
        <p:nvSpPr>
          <p:cNvPr id="32" name="Google Shape;32;p7"/>
          <p:cNvSpPr/>
          <p:nvPr/>
        </p:nvSpPr>
        <p:spPr>
          <a:xfrm rot="-5400000">
            <a:off x="2814370" y="2489725"/>
            <a:ext cx="1030518" cy="107303"/>
          </a:xfrm>
          <a:prstGeom prst="rect">
            <a:avLst/>
          </a:prstGeom>
          <a:solidFill>
            <a:srgbClr val="022A03"/>
          </a:solidFill>
          <a:ln>
            <a:noFill/>
          </a:ln>
        </p:spPr>
        <p:txBody>
          <a:bodyPr spcFirstLastPara="1" wrap="square" lIns="91425" tIns="45700" rIns="91425" bIns="45700" anchor="t" anchorCtr="0">
            <a:noAutofit/>
          </a:bodyPr>
          <a:lstStyle/>
          <a:p>
            <a:pPr marL="115888" marR="0" lvl="0" indent="-33337" algn="l" rtl="0">
              <a:spcBef>
                <a:spcPts val="0"/>
              </a:spcBef>
              <a:spcAft>
                <a:spcPts val="0"/>
              </a:spcAft>
              <a:buClr>
                <a:schemeClr val="lt1"/>
              </a:buClr>
              <a:buSzPts val="1300"/>
              <a:buFont typeface="Trebuchet MS"/>
              <a:buNone/>
            </a:pPr>
            <a:endParaRPr sz="1300" b="0" i="0" u="none" strike="noStrike" cap="none">
              <a:solidFill>
                <a:schemeClr val="lt1"/>
              </a:solidFill>
              <a:latin typeface="Trebuchet MS"/>
              <a:ea typeface="Trebuchet MS"/>
              <a:cs typeface="Trebuchet MS"/>
              <a:sym typeface="Trebuchet MS"/>
            </a:endParaRPr>
          </a:p>
        </p:txBody>
      </p:sp>
      <p:sp>
        <p:nvSpPr>
          <p:cNvPr id="33" name="Google Shape;33;p7"/>
          <p:cNvSpPr/>
          <p:nvPr/>
        </p:nvSpPr>
        <p:spPr>
          <a:xfrm rot="-5400000">
            <a:off x="2814369" y="3962951"/>
            <a:ext cx="1030518" cy="107303"/>
          </a:xfrm>
          <a:prstGeom prst="rect">
            <a:avLst/>
          </a:prstGeom>
          <a:solidFill>
            <a:srgbClr val="022A03"/>
          </a:solidFill>
          <a:ln>
            <a:noFill/>
          </a:ln>
        </p:spPr>
        <p:txBody>
          <a:bodyPr spcFirstLastPara="1" wrap="square" lIns="91425" tIns="45700" rIns="91425" bIns="45700" anchor="t" anchorCtr="0">
            <a:noAutofit/>
          </a:bodyPr>
          <a:lstStyle/>
          <a:p>
            <a:pPr marL="115888" marR="0" lvl="0" indent="-33337" algn="l" rtl="0">
              <a:spcBef>
                <a:spcPts val="0"/>
              </a:spcBef>
              <a:spcAft>
                <a:spcPts val="0"/>
              </a:spcAft>
              <a:buClr>
                <a:schemeClr val="lt1"/>
              </a:buClr>
              <a:buSzPts val="1300"/>
              <a:buFont typeface="Trebuchet MS"/>
              <a:buNone/>
            </a:pPr>
            <a:endParaRPr sz="1300" b="0" i="0" u="none" strike="noStrike" cap="none">
              <a:solidFill>
                <a:schemeClr val="lt1"/>
              </a:solidFill>
              <a:latin typeface="Trebuchet MS"/>
              <a:ea typeface="Trebuchet MS"/>
              <a:cs typeface="Trebuchet MS"/>
              <a:sym typeface="Trebuchet MS"/>
            </a:endParaRPr>
          </a:p>
        </p:txBody>
      </p:sp>
      <p:sp>
        <p:nvSpPr>
          <p:cNvPr id="34" name="Google Shape;34;p7"/>
          <p:cNvSpPr/>
          <p:nvPr/>
        </p:nvSpPr>
        <p:spPr>
          <a:xfrm rot="-5400000">
            <a:off x="2814368" y="5429432"/>
            <a:ext cx="1030518" cy="107303"/>
          </a:xfrm>
          <a:prstGeom prst="rect">
            <a:avLst/>
          </a:prstGeom>
          <a:solidFill>
            <a:srgbClr val="022A03"/>
          </a:solidFill>
          <a:ln>
            <a:noFill/>
          </a:ln>
        </p:spPr>
        <p:txBody>
          <a:bodyPr spcFirstLastPara="1" wrap="square" lIns="91425" tIns="45700" rIns="91425" bIns="45700" anchor="t" anchorCtr="0">
            <a:noAutofit/>
          </a:bodyPr>
          <a:lstStyle/>
          <a:p>
            <a:pPr marL="115888" marR="0" lvl="0" indent="-33337" algn="l" rtl="0">
              <a:spcBef>
                <a:spcPts val="0"/>
              </a:spcBef>
              <a:spcAft>
                <a:spcPts val="0"/>
              </a:spcAft>
              <a:buClr>
                <a:schemeClr val="lt1"/>
              </a:buClr>
              <a:buSzPts val="1300"/>
              <a:buFont typeface="Trebuchet MS"/>
              <a:buNone/>
            </a:pPr>
            <a:endParaRPr sz="1300" b="0" i="0" u="none" strike="noStrike" cap="none">
              <a:solidFill>
                <a:schemeClr val="lt1"/>
              </a:solidFill>
              <a:latin typeface="Trebuchet MS"/>
              <a:ea typeface="Trebuchet MS"/>
              <a:cs typeface="Trebuchet MS"/>
              <a:sym typeface="Trebuchet MS"/>
            </a:endParaRPr>
          </a:p>
        </p:txBody>
      </p:sp>
    </p:spTree>
    <p:extLst>
      <p:ext uri="{BB962C8B-B14F-4D97-AF65-F5344CB8AC3E}">
        <p14:creationId xmlns:p14="http://schemas.microsoft.com/office/powerpoint/2010/main" val="11605754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2 Rows">
  <p:cSld name="1_2 Rows">
    <p:spTree>
      <p:nvGrpSpPr>
        <p:cNvPr id="1" name="Shape 87"/>
        <p:cNvGrpSpPr/>
        <p:nvPr/>
      </p:nvGrpSpPr>
      <p:grpSpPr>
        <a:xfrm>
          <a:off x="0" y="0"/>
          <a:ext cx="0" cy="0"/>
          <a:chOff x="0" y="0"/>
          <a:chExt cx="0" cy="0"/>
        </a:xfrm>
      </p:grpSpPr>
      <p:sp>
        <p:nvSpPr>
          <p:cNvPr id="88" name="Google Shape;88;p19"/>
          <p:cNvSpPr txBox="1">
            <a:spLocks noGrp="1"/>
          </p:cNvSpPr>
          <p:nvPr>
            <p:ph type="body" idx="1"/>
          </p:nvPr>
        </p:nvSpPr>
        <p:spPr>
          <a:xfrm>
            <a:off x="381000" y="1659430"/>
            <a:ext cx="11430000" cy="2451016"/>
          </a:xfrm>
          <a:prstGeom prst="rect">
            <a:avLst/>
          </a:prstGeom>
          <a:noFill/>
          <a:ln>
            <a:noFill/>
          </a:ln>
        </p:spPr>
        <p:txBody>
          <a:bodyPr spcFirstLastPara="1" wrap="square" lIns="0" tIns="0" rIns="0" bIns="0" anchor="t" anchorCtr="0">
            <a:normAutofit/>
          </a:bodyPr>
          <a:lstStyle>
            <a:lvl1pPr marL="457200" lvl="0" indent="-406400" algn="l">
              <a:lnSpc>
                <a:spcPct val="150000"/>
              </a:lnSpc>
              <a:spcBef>
                <a:spcPts val="0"/>
              </a:spcBef>
              <a:spcAft>
                <a:spcPts val="0"/>
              </a:spcAft>
              <a:buClr>
                <a:schemeClr val="dk1"/>
              </a:buClr>
              <a:buSzPts val="2800"/>
              <a:buChar char="•"/>
              <a:defRPr>
                <a:latin typeface="Arial"/>
                <a:ea typeface="Arial"/>
                <a:cs typeface="Arial"/>
                <a:sym typeface="Arial"/>
              </a:defRPr>
            </a:lvl1pPr>
            <a:lvl2pPr marL="914400" lvl="1" indent="-381000" algn="l">
              <a:lnSpc>
                <a:spcPct val="150000"/>
              </a:lnSpc>
              <a:spcBef>
                <a:spcPts val="0"/>
              </a:spcBef>
              <a:spcAft>
                <a:spcPts val="0"/>
              </a:spcAft>
              <a:buClr>
                <a:srgbClr val="356D18"/>
              </a:buClr>
              <a:buSzPts val="2400"/>
              <a:buChar char="•"/>
              <a:defRPr>
                <a:latin typeface="Arial"/>
                <a:ea typeface="Arial"/>
                <a:cs typeface="Arial"/>
                <a:sym typeface="Arial"/>
              </a:defRPr>
            </a:lvl2pPr>
            <a:lvl3pPr marL="1371600" lvl="2" indent="-355600" algn="l">
              <a:lnSpc>
                <a:spcPct val="150000"/>
              </a:lnSpc>
              <a:spcBef>
                <a:spcPts val="0"/>
              </a:spcBef>
              <a:spcAft>
                <a:spcPts val="0"/>
              </a:spcAft>
              <a:buClr>
                <a:srgbClr val="356D18"/>
              </a:buClr>
              <a:buSzPts val="2000"/>
              <a:buChar char="•"/>
              <a:defRPr>
                <a:latin typeface="Arial"/>
                <a:ea typeface="Arial"/>
                <a:cs typeface="Arial"/>
                <a:sym typeface="Arial"/>
              </a:defRPr>
            </a:lvl3pPr>
            <a:lvl4pPr marL="1828800" lvl="3" indent="-342900" algn="l">
              <a:lnSpc>
                <a:spcPct val="150000"/>
              </a:lnSpc>
              <a:spcBef>
                <a:spcPts val="0"/>
              </a:spcBef>
              <a:spcAft>
                <a:spcPts val="0"/>
              </a:spcAft>
              <a:buClr>
                <a:srgbClr val="356D18"/>
              </a:buClr>
              <a:buSzPts val="1800"/>
              <a:buChar char="•"/>
              <a:defRPr>
                <a:latin typeface="Arial"/>
                <a:ea typeface="Arial"/>
                <a:cs typeface="Arial"/>
                <a:sym typeface="Arial"/>
              </a:defRPr>
            </a:lvl4pPr>
            <a:lvl5pPr marL="2286000" lvl="4" indent="-342900" algn="l">
              <a:lnSpc>
                <a:spcPct val="150000"/>
              </a:lnSpc>
              <a:spcBef>
                <a:spcPts val="0"/>
              </a:spcBef>
              <a:spcAft>
                <a:spcPts val="0"/>
              </a:spcAft>
              <a:buClr>
                <a:srgbClr val="356D18"/>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9" name="Google Shape;89;p19"/>
          <p:cNvSpPr txBox="1">
            <a:spLocks noGrp="1"/>
          </p:cNvSpPr>
          <p:nvPr>
            <p:ph type="body" idx="2"/>
          </p:nvPr>
        </p:nvSpPr>
        <p:spPr>
          <a:xfrm>
            <a:off x="381000" y="4199953"/>
            <a:ext cx="11430000" cy="2451016"/>
          </a:xfrm>
          <a:prstGeom prst="rect">
            <a:avLst/>
          </a:prstGeom>
          <a:noFill/>
          <a:ln>
            <a:noFill/>
          </a:ln>
        </p:spPr>
        <p:txBody>
          <a:bodyPr spcFirstLastPara="1" wrap="square" lIns="0" tIns="0" rIns="0" bIns="0" anchor="t" anchorCtr="0">
            <a:normAutofit/>
          </a:bodyPr>
          <a:lstStyle>
            <a:lvl1pPr marL="457200" lvl="0" indent="-406400" algn="l">
              <a:lnSpc>
                <a:spcPct val="150000"/>
              </a:lnSpc>
              <a:spcBef>
                <a:spcPts val="0"/>
              </a:spcBef>
              <a:spcAft>
                <a:spcPts val="0"/>
              </a:spcAft>
              <a:buClr>
                <a:schemeClr val="dk1"/>
              </a:buClr>
              <a:buSzPts val="2800"/>
              <a:buChar char="•"/>
              <a:defRPr>
                <a:latin typeface="Arial"/>
                <a:ea typeface="Arial"/>
                <a:cs typeface="Arial"/>
                <a:sym typeface="Arial"/>
              </a:defRPr>
            </a:lvl1pPr>
            <a:lvl2pPr marL="914400" lvl="1" indent="-381000" algn="l">
              <a:lnSpc>
                <a:spcPct val="150000"/>
              </a:lnSpc>
              <a:spcBef>
                <a:spcPts val="0"/>
              </a:spcBef>
              <a:spcAft>
                <a:spcPts val="0"/>
              </a:spcAft>
              <a:buClr>
                <a:srgbClr val="356D18"/>
              </a:buClr>
              <a:buSzPts val="2400"/>
              <a:buChar char="•"/>
              <a:defRPr>
                <a:latin typeface="Arial"/>
                <a:ea typeface="Arial"/>
                <a:cs typeface="Arial"/>
                <a:sym typeface="Arial"/>
              </a:defRPr>
            </a:lvl2pPr>
            <a:lvl3pPr marL="1371600" lvl="2" indent="-355600" algn="l">
              <a:lnSpc>
                <a:spcPct val="150000"/>
              </a:lnSpc>
              <a:spcBef>
                <a:spcPts val="0"/>
              </a:spcBef>
              <a:spcAft>
                <a:spcPts val="0"/>
              </a:spcAft>
              <a:buClr>
                <a:srgbClr val="356D18"/>
              </a:buClr>
              <a:buSzPts val="2000"/>
              <a:buChar char="•"/>
              <a:defRPr>
                <a:latin typeface="Arial"/>
                <a:ea typeface="Arial"/>
                <a:cs typeface="Arial"/>
                <a:sym typeface="Arial"/>
              </a:defRPr>
            </a:lvl3pPr>
            <a:lvl4pPr marL="1828800" lvl="3" indent="-342900" algn="l">
              <a:lnSpc>
                <a:spcPct val="150000"/>
              </a:lnSpc>
              <a:spcBef>
                <a:spcPts val="0"/>
              </a:spcBef>
              <a:spcAft>
                <a:spcPts val="0"/>
              </a:spcAft>
              <a:buClr>
                <a:srgbClr val="356D18"/>
              </a:buClr>
              <a:buSzPts val="1800"/>
              <a:buChar char="•"/>
              <a:defRPr>
                <a:latin typeface="Arial"/>
                <a:ea typeface="Arial"/>
                <a:cs typeface="Arial"/>
                <a:sym typeface="Arial"/>
              </a:defRPr>
            </a:lvl4pPr>
            <a:lvl5pPr marL="2286000" lvl="4" indent="-342900" algn="l">
              <a:lnSpc>
                <a:spcPct val="150000"/>
              </a:lnSpc>
              <a:spcBef>
                <a:spcPts val="0"/>
              </a:spcBef>
              <a:spcAft>
                <a:spcPts val="0"/>
              </a:spcAft>
              <a:buClr>
                <a:srgbClr val="356D18"/>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90" name="Google Shape;90;p19"/>
          <p:cNvSpPr txBox="1">
            <a:spLocks noGrp="1"/>
          </p:cNvSpPr>
          <p:nvPr>
            <p:ph type="title"/>
          </p:nvPr>
        </p:nvSpPr>
        <p:spPr>
          <a:xfrm>
            <a:off x="381000" y="451968"/>
            <a:ext cx="11430000" cy="782584"/>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rgbClr val="022A03"/>
              </a:buClr>
              <a:buSzPts val="4400"/>
              <a:buFont typeface="Arial"/>
              <a:buNone/>
              <a:defRPr>
                <a:solidFill>
                  <a:srgbClr val="022A0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9"/>
          <p:cNvSpPr/>
          <p:nvPr/>
        </p:nvSpPr>
        <p:spPr>
          <a:xfrm>
            <a:off x="0" y="1355231"/>
            <a:ext cx="12192000" cy="155927"/>
          </a:xfrm>
          <a:prstGeom prst="rect">
            <a:avLst/>
          </a:prstGeom>
          <a:solidFill>
            <a:srgbClr val="022A03"/>
          </a:solidFill>
          <a:ln>
            <a:noFill/>
          </a:ln>
        </p:spPr>
        <p:txBody>
          <a:bodyPr spcFirstLastPara="1" wrap="square" lIns="91425" tIns="45700" rIns="91425" bIns="45700" anchor="t" anchorCtr="0">
            <a:noAutofit/>
          </a:bodyPr>
          <a:lstStyle/>
          <a:p>
            <a:pPr marL="115888" marR="0" lvl="0" indent="-33337" algn="l" rtl="0">
              <a:spcBef>
                <a:spcPts val="0"/>
              </a:spcBef>
              <a:spcAft>
                <a:spcPts val="0"/>
              </a:spcAft>
              <a:buClr>
                <a:schemeClr val="lt1"/>
              </a:buClr>
              <a:buSzPts val="1300"/>
              <a:buFont typeface="Trebuchet MS"/>
              <a:buNone/>
            </a:pPr>
            <a:endParaRPr sz="1300" b="0" i="0" u="none" strike="noStrike" cap="none">
              <a:solidFill>
                <a:schemeClr val="lt1"/>
              </a:solidFill>
              <a:latin typeface="Trebuchet MS"/>
              <a:ea typeface="Trebuchet MS"/>
              <a:cs typeface="Trebuchet MS"/>
              <a:sym typeface="Trebuchet MS"/>
            </a:endParaRPr>
          </a:p>
        </p:txBody>
      </p:sp>
    </p:spTree>
    <p:extLst>
      <p:ext uri="{BB962C8B-B14F-4D97-AF65-F5344CB8AC3E}">
        <p14:creationId xmlns:p14="http://schemas.microsoft.com/office/powerpoint/2010/main" val="3514430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983212-0AE2-29C1-9A4B-0250F4060FB9}"/>
              </a:ext>
            </a:extLst>
          </p:cNvPr>
          <p:cNvSpPr>
            <a:spLocks noGrp="1"/>
          </p:cNvSpPr>
          <p:nvPr>
            <p:ph type="title"/>
          </p:nvPr>
        </p:nvSpPr>
        <p:spPr>
          <a:xfrm>
            <a:off x="380999" y="685800"/>
            <a:ext cx="11439526" cy="1004888"/>
          </a:xfrm>
          <a:prstGeom prst="rect">
            <a:avLst/>
          </a:prstGeom>
        </p:spPr>
        <p:txBody>
          <a:bodyPr vert="horz" lIns="0" tIns="0" rIns="0" bIns="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09D208F-AA04-F314-4451-C85FCF1D9131}"/>
              </a:ext>
            </a:extLst>
          </p:cNvPr>
          <p:cNvSpPr>
            <a:spLocks noGrp="1"/>
          </p:cNvSpPr>
          <p:nvPr>
            <p:ph type="body" idx="1"/>
          </p:nvPr>
        </p:nvSpPr>
        <p:spPr>
          <a:xfrm>
            <a:off x="380999" y="1825624"/>
            <a:ext cx="11439525" cy="4829699"/>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664614227"/>
      </p:ext>
    </p:extLst>
  </p:cSld>
  <p:clrMap bg1="dk1" tx1="lt1" bg2="dk2" tx2="lt2" accent1="accent1" accent2="accent2" accent3="accent3" accent4="accent4" accent5="accent5" accent6="accent6" hlink="hlink" folHlink="folHlink"/>
  <p:sldLayoutIdLst>
    <p:sldLayoutId id="2147483684" r:id="rId1"/>
    <p:sldLayoutId id="2147483685" r:id="rId2"/>
    <p:sldLayoutId id="2147483686" r:id="rId3"/>
    <p:sldLayoutId id="2147483710" r:id="rId4"/>
    <p:sldLayoutId id="2147483711"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706" r:id="rId25"/>
    <p:sldLayoutId id="2147483712" r:id="rId26"/>
    <p:sldLayoutId id="2147483714" r:id="rId27"/>
    <p:sldLayoutId id="2147483713" r:id="rId28"/>
    <p:sldLayoutId id="2147483707" r:id="rId29"/>
    <p:sldLayoutId id="2147483708" r:id="rId30"/>
    <p:sldLayoutId id="2147483709" r:id="rId31"/>
  </p:sldLayoutIdLst>
  <p:hf hdr="0" ftr="0" dt="0"/>
  <p:txStyles>
    <p:titleStyle>
      <a:lvl1pPr algn="l" defTabSz="914400" rtl="0" eaLnBrk="1" latinLnBrk="0" hangingPunct="1">
        <a:lnSpc>
          <a:spcPct val="90000"/>
        </a:lnSpc>
        <a:spcBef>
          <a:spcPct val="0"/>
        </a:spcBef>
        <a:buNone/>
        <a:defRPr sz="4400" b="1" kern="1200">
          <a:solidFill>
            <a:srgbClr val="012903"/>
          </a:solidFill>
          <a:latin typeface="Aptos" panose="020B00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hyperlink" Target="https://www.worldbank.org/en/news/press-release/2024/05/21/global-carbon-pricing-revenues-top-a-record-100-billion" TargetMode="External"/><Relationship Id="rId2" Type="http://schemas.openxmlformats.org/officeDocument/2006/relationships/image" Target="../media/image10.jpe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hyperlink" Target="https://global-tipping-points.org/" TargetMode="External"/><Relationship Id="rId2" Type="http://schemas.openxmlformats.org/officeDocument/2006/relationships/image" Target="../media/image10.jpe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9.jpeg"/><Relationship Id="rId1" Type="http://schemas.openxmlformats.org/officeDocument/2006/relationships/slideLayout" Target="../slideLayouts/slideLayout25.xml"/><Relationship Id="rId4" Type="http://schemas.openxmlformats.org/officeDocument/2006/relationships/hyperlink" Target="https://www.imf.org/en/Blogs/Articles/2022/07/21/blog-more-countries-are-pricing-carbon-but-emissions-are-still-too-cheap"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9.jpeg"/><Relationship Id="rId1" Type="http://schemas.openxmlformats.org/officeDocument/2006/relationships/slideLayout" Target="../slideLayouts/slideLayout25.xml"/><Relationship Id="rId4" Type="http://schemas.openxmlformats.org/officeDocument/2006/relationships/hyperlink" Target="https://openknowledge.worldbank.org/server/api/core/bitstreams/253e6cdd-9631-4db2-8cc5-1d013956de15/content"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6.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pic>
        <p:nvPicPr>
          <p:cNvPr id="8" name="Picture 7" descr="A wind turbines in a field&#10;&#10;Description automatically generated">
            <a:extLst>
              <a:ext uri="{FF2B5EF4-FFF2-40B4-BE49-F238E27FC236}">
                <a16:creationId xmlns:a16="http://schemas.microsoft.com/office/drawing/2014/main" id="{465B7B35-3B24-9E85-BADC-5762887AFAE1}"/>
              </a:ext>
            </a:extLst>
          </p:cNvPr>
          <p:cNvPicPr>
            <a:picLocks noChangeAspect="1"/>
          </p:cNvPicPr>
          <p:nvPr/>
        </p:nvPicPr>
        <p:blipFill rotWithShape="1">
          <a:blip r:embed="rId3"/>
          <a:srcRect t="32079" b="37627"/>
          <a:stretch/>
        </p:blipFill>
        <p:spPr>
          <a:xfrm>
            <a:off x="0" y="4472848"/>
            <a:ext cx="12192000" cy="2385152"/>
          </a:xfrm>
          <a:prstGeom prst="rect">
            <a:avLst/>
          </a:prstGeom>
        </p:spPr>
      </p:pic>
      <p:sp>
        <p:nvSpPr>
          <p:cNvPr id="387" name="Google Shape;387;g2cfb641d87b_0_558"/>
          <p:cNvSpPr txBox="1">
            <a:spLocks noGrp="1"/>
          </p:cNvSpPr>
          <p:nvPr>
            <p:ph type="ctrTitle"/>
          </p:nvPr>
        </p:nvSpPr>
        <p:spPr>
          <a:xfrm>
            <a:off x="617538" y="916045"/>
            <a:ext cx="10956925" cy="2512955"/>
          </a:xfrm>
          <a:noFill/>
          <a:ln>
            <a:noFill/>
          </a:ln>
        </p:spPr>
        <p:txBody>
          <a:bodyPr spcFirstLastPara="1" wrap="square" lIns="0" tIns="0" rIns="0" bIns="0" anchor="b" anchorCtr="0">
            <a:noAutofit/>
          </a:bodyPr>
          <a:lstStyle/>
          <a:p>
            <a:r>
              <a:rPr lang="en-US">
                <a:solidFill>
                  <a:srgbClr val="D7CBBD"/>
                </a:solidFill>
                <a:latin typeface="Aptos"/>
                <a:sym typeface="Arial"/>
              </a:rPr>
              <a:t>A Short Course on Robust Climate Policy</a:t>
            </a:r>
            <a:endParaRPr lang="en-US">
              <a:solidFill>
                <a:srgbClr val="D7CBBD"/>
              </a:solidFill>
            </a:endParaRPr>
          </a:p>
        </p:txBody>
      </p:sp>
      <p:sp>
        <p:nvSpPr>
          <p:cNvPr id="2" name="Subtitle 1">
            <a:extLst>
              <a:ext uri="{FF2B5EF4-FFF2-40B4-BE49-F238E27FC236}">
                <a16:creationId xmlns:a16="http://schemas.microsoft.com/office/drawing/2014/main" id="{63DE3001-2019-8FDD-B17F-0642D16CD439}"/>
              </a:ext>
            </a:extLst>
          </p:cNvPr>
          <p:cNvSpPr>
            <a:spLocks noGrp="1"/>
          </p:cNvSpPr>
          <p:nvPr>
            <p:ph type="subTitle" idx="1"/>
          </p:nvPr>
        </p:nvSpPr>
        <p:spPr>
          <a:xfrm>
            <a:off x="618308" y="3610452"/>
            <a:ext cx="10955383" cy="491290"/>
          </a:xfrm>
        </p:spPr>
        <p:txBody>
          <a:bodyPr vert="horz" lIns="0" tIns="0" rIns="0" bIns="0" rtlCol="0" anchor="t">
            <a:normAutofit fontScale="92500"/>
          </a:bodyPr>
          <a:lstStyle/>
          <a:p>
            <a:r>
              <a:rPr lang="en-US" i="1" dirty="0">
                <a:solidFill>
                  <a:srgbClr val="B2C7C8"/>
                </a:solidFill>
                <a:latin typeface="Aptos Light"/>
                <a:sym typeface="Arial"/>
              </a:rPr>
              <a:t>Module E: Frameworks, Carbon Pricing and the Carbon Pricing Assessment Tool (CPAT) </a:t>
            </a:r>
            <a:endParaRPr lang="en-US" dirty="0"/>
          </a:p>
        </p:txBody>
      </p:sp>
      <p:sp>
        <p:nvSpPr>
          <p:cNvPr id="6" name="Text Placeholder 5">
            <a:extLst>
              <a:ext uri="{FF2B5EF4-FFF2-40B4-BE49-F238E27FC236}">
                <a16:creationId xmlns:a16="http://schemas.microsoft.com/office/drawing/2014/main" id="{7AF2F45A-C4EC-F501-076C-F960A1BC3C3B}"/>
              </a:ext>
            </a:extLst>
          </p:cNvPr>
          <p:cNvSpPr>
            <a:spLocks noGrp="1"/>
          </p:cNvSpPr>
          <p:nvPr>
            <p:ph type="body" sz="quarter" idx="14"/>
          </p:nvPr>
        </p:nvSpPr>
        <p:spPr>
          <a:xfrm>
            <a:off x="7688062" y="5247968"/>
            <a:ext cx="3885629" cy="1093938"/>
          </a:xfrm>
        </p:spPr>
        <p:txBody>
          <a:bodyPr>
            <a:normAutofit lnSpcReduction="10000"/>
          </a:bodyPr>
          <a:lstStyle/>
          <a:p>
            <a:r>
              <a:rPr lang="en-US">
                <a:solidFill>
                  <a:srgbClr val="012903"/>
                </a:solidFill>
                <a:latin typeface="Aptos Light"/>
              </a:rPr>
              <a:t>Stephen Stretton</a:t>
            </a:r>
          </a:p>
          <a:p>
            <a:pPr>
              <a:lnSpc>
                <a:spcPct val="114999"/>
              </a:lnSpc>
            </a:pPr>
            <a:r>
              <a:rPr lang="en-US">
                <a:solidFill>
                  <a:srgbClr val="012903"/>
                </a:solidFill>
                <a:latin typeface="Aptos Light"/>
              </a:rPr>
              <a:t>Climate Economics</a:t>
            </a:r>
          </a:p>
          <a:p>
            <a:r>
              <a:rPr lang="en-US" i="1">
                <a:solidFill>
                  <a:srgbClr val="012903"/>
                </a:solidFill>
                <a:latin typeface="Aptos Light"/>
              </a:rPr>
              <a:t>American University, Kyiv</a:t>
            </a:r>
            <a:endParaRPr lang="en-US" i="1">
              <a:solidFill>
                <a:srgbClr val="012903"/>
              </a:solidFill>
            </a:endParaRPr>
          </a:p>
          <a:p>
            <a:r>
              <a:rPr lang="en-US">
                <a:solidFill>
                  <a:srgbClr val="012903"/>
                </a:solidFill>
                <a:latin typeface="Aptos Light"/>
              </a:rPr>
              <a:t>August 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oup of windmills in a field&#10;&#10;Description automatically generated">
            <a:extLst>
              <a:ext uri="{FF2B5EF4-FFF2-40B4-BE49-F238E27FC236}">
                <a16:creationId xmlns:a16="http://schemas.microsoft.com/office/drawing/2014/main" id="{BDF5E48E-8255-AF8B-0941-951E23925ED0}"/>
              </a:ext>
            </a:extLst>
          </p:cNvPr>
          <p:cNvPicPr>
            <a:picLocks noChangeAspect="1"/>
          </p:cNvPicPr>
          <p:nvPr/>
        </p:nvPicPr>
        <p:blipFill rotWithShape="1">
          <a:blip r:embed="rId2"/>
          <a:srcRect l="59889" r="-65" b="46589"/>
          <a:stretch/>
        </p:blipFill>
        <p:spPr>
          <a:xfrm>
            <a:off x="4216834" y="1221"/>
            <a:ext cx="7977326" cy="6869724"/>
          </a:xfrm>
          <a:prstGeom prst="rect">
            <a:avLst/>
          </a:prstGeom>
        </p:spPr>
      </p:pic>
      <p:sp>
        <p:nvSpPr>
          <p:cNvPr id="2" name="Title 1">
            <a:extLst>
              <a:ext uri="{FF2B5EF4-FFF2-40B4-BE49-F238E27FC236}">
                <a16:creationId xmlns:a16="http://schemas.microsoft.com/office/drawing/2014/main" id="{70931553-B30E-92AC-7A7F-7569D84F844A}"/>
              </a:ext>
            </a:extLst>
          </p:cNvPr>
          <p:cNvSpPr>
            <a:spLocks noGrp="1"/>
          </p:cNvSpPr>
          <p:nvPr>
            <p:ph type="ctrTitle"/>
          </p:nvPr>
        </p:nvSpPr>
        <p:spPr/>
        <p:txBody>
          <a:bodyPr/>
          <a:lstStyle/>
          <a:p>
            <a:r>
              <a:rPr lang="en-US">
                <a:solidFill>
                  <a:srgbClr val="B2C7C8"/>
                </a:solidFill>
                <a:latin typeface="Aptos"/>
              </a:rPr>
              <a:t>Table of Contents</a:t>
            </a:r>
            <a:endParaRPr lang="en-US">
              <a:solidFill>
                <a:srgbClr val="B2C7C8"/>
              </a:solidFill>
            </a:endParaRPr>
          </a:p>
        </p:txBody>
      </p:sp>
      <p:sp>
        <p:nvSpPr>
          <p:cNvPr id="3" name="Content Placeholder 2">
            <a:extLst>
              <a:ext uri="{FF2B5EF4-FFF2-40B4-BE49-F238E27FC236}">
                <a16:creationId xmlns:a16="http://schemas.microsoft.com/office/drawing/2014/main" id="{81F037E7-082F-16AD-6D3B-8303373ED944}"/>
              </a:ext>
            </a:extLst>
          </p:cNvPr>
          <p:cNvSpPr>
            <a:spLocks noGrp="1"/>
          </p:cNvSpPr>
          <p:nvPr>
            <p:ph sz="half" idx="2"/>
          </p:nvPr>
        </p:nvSpPr>
        <p:spPr>
          <a:xfrm>
            <a:off x="4830740" y="502920"/>
            <a:ext cx="6742951" cy="6069330"/>
          </a:xfrm>
        </p:spPr>
        <p:txBody>
          <a:bodyPr vert="horz" lIns="0" tIns="0" rIns="0" bIns="0" rtlCol="0" anchor="t">
            <a:normAutofit/>
          </a:bodyPr>
          <a:lstStyle/>
          <a:p>
            <a:pPr marL="457200" indent="-457200">
              <a:buFont typeface="Aptos Display" panose="02110004020202020204"/>
              <a:buAutoNum type="arabicPeriod"/>
            </a:pPr>
            <a:r>
              <a:rPr lang="en-US" dirty="0">
                <a:latin typeface="Aptos Light"/>
                <a:cs typeface="Arial"/>
              </a:rPr>
              <a:t>Course Outcomes</a:t>
            </a:r>
          </a:p>
          <a:p>
            <a:pPr marL="457200" indent="-457200">
              <a:buFont typeface="Aptos Display" panose="02110004020202020204"/>
              <a:buAutoNum type="arabicPeriod"/>
            </a:pPr>
            <a:r>
              <a:rPr lang="en-US" dirty="0">
                <a:latin typeface="Aptos Light"/>
                <a:cs typeface="Arial"/>
              </a:rPr>
              <a:t>Reading List</a:t>
            </a:r>
          </a:p>
          <a:p>
            <a:pPr marL="457200" indent="-457200"/>
            <a:r>
              <a:rPr lang="en-US" dirty="0">
                <a:latin typeface="Aptos Light"/>
                <a:cs typeface="Arial"/>
              </a:rPr>
              <a:t>National Climate-Fiscal Policy</a:t>
            </a:r>
          </a:p>
          <a:p>
            <a:pPr marL="857250" lvl="1"/>
            <a:r>
              <a:rPr lang="en-US" dirty="0">
                <a:latin typeface="Aptos Light"/>
                <a:cs typeface="Arial"/>
              </a:rPr>
              <a:t>Carbon Pricing</a:t>
            </a:r>
          </a:p>
          <a:p>
            <a:pPr marL="857250" lvl="1"/>
            <a:r>
              <a:rPr lang="en-US" dirty="0">
                <a:latin typeface="Aptos Light"/>
                <a:cs typeface="Arial"/>
              </a:rPr>
              <a:t>Regulations</a:t>
            </a:r>
          </a:p>
          <a:p>
            <a:pPr marL="857250" lvl="1"/>
            <a:r>
              <a:rPr lang="en-US" dirty="0">
                <a:latin typeface="Aptos Light"/>
                <a:cs typeface="Arial"/>
              </a:rPr>
              <a:t>Renewables Targets and Auctions</a:t>
            </a:r>
          </a:p>
          <a:p>
            <a:pPr marL="857250" lvl="1"/>
            <a:r>
              <a:rPr lang="en-US" dirty="0">
                <a:latin typeface="Aptos Light"/>
                <a:cs typeface="Arial"/>
              </a:rPr>
              <a:t>Investment </a:t>
            </a:r>
          </a:p>
          <a:p>
            <a:pPr marL="1314450" lvl="2"/>
            <a:r>
              <a:rPr lang="en-US" dirty="0">
                <a:latin typeface="Aptos Light"/>
                <a:cs typeface="Arial"/>
              </a:rPr>
              <a:t>Derisking</a:t>
            </a:r>
          </a:p>
          <a:p>
            <a:pPr marL="1314450" lvl="2"/>
            <a:r>
              <a:rPr lang="en-US" dirty="0">
                <a:latin typeface="Aptos Light"/>
                <a:cs typeface="Arial"/>
              </a:rPr>
              <a:t>Financing</a:t>
            </a:r>
            <a:endParaRPr lang="en-US" dirty="0">
              <a:cs typeface="Arial"/>
            </a:endParaRPr>
          </a:p>
        </p:txBody>
      </p:sp>
    </p:spTree>
    <p:extLst>
      <p:ext uri="{BB962C8B-B14F-4D97-AF65-F5344CB8AC3E}">
        <p14:creationId xmlns:p14="http://schemas.microsoft.com/office/powerpoint/2010/main" val="819423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9398E-F6A7-9A67-6FBB-C00E40C3ED08}"/>
              </a:ext>
            </a:extLst>
          </p:cNvPr>
          <p:cNvSpPr>
            <a:spLocks noGrp="1"/>
          </p:cNvSpPr>
          <p:nvPr>
            <p:ph type="title"/>
          </p:nvPr>
        </p:nvSpPr>
        <p:spPr/>
        <p:txBody>
          <a:bodyPr/>
          <a:lstStyle/>
          <a:p>
            <a:r>
              <a:rPr lang="en-US">
                <a:latin typeface="Aptos"/>
              </a:rPr>
              <a:t>Three Key Outcomes</a:t>
            </a:r>
          </a:p>
        </p:txBody>
      </p:sp>
      <p:sp>
        <p:nvSpPr>
          <p:cNvPr id="3" name="Content Placeholder 2">
            <a:extLst>
              <a:ext uri="{FF2B5EF4-FFF2-40B4-BE49-F238E27FC236}">
                <a16:creationId xmlns:a16="http://schemas.microsoft.com/office/drawing/2014/main" id="{FB95E175-EF46-097B-49FD-6CE07BD7D3AB}"/>
              </a:ext>
            </a:extLst>
          </p:cNvPr>
          <p:cNvSpPr>
            <a:spLocks noGrp="1"/>
          </p:cNvSpPr>
          <p:nvPr>
            <p:ph idx="1"/>
          </p:nvPr>
        </p:nvSpPr>
        <p:spPr/>
        <p:txBody>
          <a:bodyPr vert="horz" lIns="0" tIns="0" rIns="0" bIns="0" rtlCol="0" anchor="ctr">
            <a:noAutofit/>
          </a:bodyPr>
          <a:lstStyle/>
          <a:p>
            <a:r>
              <a:rPr lang="en-US" sz="1500">
                <a:ea typeface="+mj-lt"/>
                <a:cs typeface="+mj-lt"/>
              </a:rPr>
              <a:t>Introduction to Climate Economics</a:t>
            </a:r>
            <a:r>
              <a:rPr lang="en-US" sz="1500" b="0">
                <a:ea typeface="+mj-lt"/>
                <a:cs typeface="+mj-lt"/>
              </a:rPr>
              <a:t>: Explore climate economics through a fiscal lens, focusing on national and international efforts to achieve Paris Agreement targets.</a:t>
            </a:r>
            <a:endParaRPr lang="en-US" sz="1500"/>
          </a:p>
        </p:txBody>
      </p:sp>
      <p:sp>
        <p:nvSpPr>
          <p:cNvPr id="4" name="Content Placeholder 3">
            <a:extLst>
              <a:ext uri="{FF2B5EF4-FFF2-40B4-BE49-F238E27FC236}">
                <a16:creationId xmlns:a16="http://schemas.microsoft.com/office/drawing/2014/main" id="{44514E86-B16E-7AEC-0655-71F2B978ED69}"/>
              </a:ext>
            </a:extLst>
          </p:cNvPr>
          <p:cNvSpPr>
            <a:spLocks noGrp="1"/>
          </p:cNvSpPr>
          <p:nvPr>
            <p:ph idx="10"/>
          </p:nvPr>
        </p:nvSpPr>
        <p:spPr/>
        <p:txBody>
          <a:bodyPr vert="horz" lIns="0" tIns="0" rIns="0" bIns="0" rtlCol="0" anchor="ctr">
            <a:noAutofit/>
          </a:bodyPr>
          <a:lstStyle/>
          <a:p>
            <a:r>
              <a:rPr lang="en-US" sz="1500">
                <a:ea typeface="+mj-lt"/>
                <a:cs typeface="+mj-lt"/>
              </a:rPr>
              <a:t>Comprehensive Approach to Green Transition</a:t>
            </a:r>
            <a:r>
              <a:rPr lang="en-US" sz="1500" b="0">
                <a:ea typeface="+mj-lt"/>
                <a:cs typeface="+mj-lt"/>
              </a:rPr>
              <a:t>: Analyze the fiscal, financial, and energy security aspects of transitioning to a green economy, with a focus on perspectives relevant to middle-income countries like Ukraine.</a:t>
            </a:r>
            <a:endParaRPr lang="en-US" sz="1500">
              <a:ea typeface="+mj-lt"/>
              <a:cs typeface="+mj-lt"/>
            </a:endParaRPr>
          </a:p>
        </p:txBody>
      </p:sp>
      <p:sp>
        <p:nvSpPr>
          <p:cNvPr id="5" name="Content Placeholder 4">
            <a:extLst>
              <a:ext uri="{FF2B5EF4-FFF2-40B4-BE49-F238E27FC236}">
                <a16:creationId xmlns:a16="http://schemas.microsoft.com/office/drawing/2014/main" id="{CDDA736D-F36F-51DF-5DDF-C9EB0BB164B9}"/>
              </a:ext>
            </a:extLst>
          </p:cNvPr>
          <p:cNvSpPr>
            <a:spLocks noGrp="1"/>
          </p:cNvSpPr>
          <p:nvPr>
            <p:ph idx="11"/>
          </p:nvPr>
        </p:nvSpPr>
        <p:spPr/>
        <p:txBody>
          <a:bodyPr vert="horz" lIns="0" tIns="0" rIns="0" bIns="0" rtlCol="0" anchor="ctr">
            <a:noAutofit/>
          </a:bodyPr>
          <a:lstStyle/>
          <a:p>
            <a:r>
              <a:rPr lang="en-US" sz="1500">
                <a:ea typeface="+mj-lt"/>
                <a:cs typeface="+mj-lt"/>
              </a:rPr>
              <a:t>Preparation for Professional Opportunities</a:t>
            </a:r>
            <a:r>
              <a:rPr lang="en-US" sz="1500" b="0">
                <a:ea typeface="+mj-lt"/>
                <a:cs typeface="+mj-lt"/>
              </a:rPr>
              <a:t>: Prepare participants for potential roles in the World Bank by developing skills for Short Term Consultancy (STC) opportunities.</a:t>
            </a:r>
            <a:endParaRPr lang="en-US" sz="1500"/>
          </a:p>
        </p:txBody>
      </p:sp>
    </p:spTree>
    <p:extLst>
      <p:ext uri="{BB962C8B-B14F-4D97-AF65-F5344CB8AC3E}">
        <p14:creationId xmlns:p14="http://schemas.microsoft.com/office/powerpoint/2010/main" val="1340931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3BDD1F5-9D86-36FB-921B-E6EBC8CCC29D}"/>
              </a:ext>
            </a:extLst>
          </p:cNvPr>
          <p:cNvPicPr>
            <a:picLocks noChangeAspect="1"/>
          </p:cNvPicPr>
          <p:nvPr/>
        </p:nvPicPr>
        <p:blipFill rotWithShape="1">
          <a:blip r:embed="rId2"/>
          <a:srcRect b="13030"/>
          <a:stretch/>
        </p:blipFill>
        <p:spPr>
          <a:xfrm>
            <a:off x="-18620" y="1"/>
            <a:ext cx="12210619" cy="6858000"/>
          </a:xfrm>
          <a:prstGeom prst="rect">
            <a:avLst/>
          </a:prstGeom>
        </p:spPr>
      </p:pic>
      <p:sp>
        <p:nvSpPr>
          <p:cNvPr id="6" name="Freeform 5">
            <a:extLst>
              <a:ext uri="{FF2B5EF4-FFF2-40B4-BE49-F238E27FC236}">
                <a16:creationId xmlns:a16="http://schemas.microsoft.com/office/drawing/2014/main" id="{9316CE1D-5093-891E-827C-F3694CF7B947}"/>
              </a:ext>
            </a:extLst>
          </p:cNvPr>
          <p:cNvSpPr/>
          <p:nvPr/>
        </p:nvSpPr>
        <p:spPr>
          <a:xfrm>
            <a:off x="-18621" y="0"/>
            <a:ext cx="12210620" cy="6858000"/>
          </a:xfrm>
          <a:custGeom>
            <a:avLst/>
            <a:gdLst/>
            <a:ahLst/>
            <a:cxnLst/>
            <a:rect l="l" t="t" r="r" b="b"/>
            <a:pathLst>
              <a:path w="12186298" h="6858000">
                <a:moveTo>
                  <a:pt x="4186453" y="685512"/>
                </a:moveTo>
                <a:lnTo>
                  <a:pt x="4269709" y="956500"/>
                </a:lnTo>
                <a:lnTo>
                  <a:pt x="4103198" y="956500"/>
                </a:lnTo>
                <a:close/>
                <a:moveTo>
                  <a:pt x="4798797" y="658304"/>
                </a:moveTo>
                <a:lnTo>
                  <a:pt x="4892935" y="658304"/>
                </a:lnTo>
                <a:cubicBezTo>
                  <a:pt x="4936105" y="658304"/>
                  <a:pt x="4973561" y="666557"/>
                  <a:pt x="5005303" y="683063"/>
                </a:cubicBezTo>
                <a:cubicBezTo>
                  <a:pt x="5037045" y="699569"/>
                  <a:pt x="5061441" y="723966"/>
                  <a:pt x="5078491" y="756252"/>
                </a:cubicBezTo>
                <a:cubicBezTo>
                  <a:pt x="5095542" y="788538"/>
                  <a:pt x="5104067" y="828261"/>
                  <a:pt x="5104067" y="875421"/>
                </a:cubicBezTo>
                <a:cubicBezTo>
                  <a:pt x="5104067" y="925846"/>
                  <a:pt x="5096358" y="967565"/>
                  <a:pt x="5080940" y="1000577"/>
                </a:cubicBezTo>
                <a:cubicBezTo>
                  <a:pt x="5065522" y="1033589"/>
                  <a:pt x="5042124" y="1058257"/>
                  <a:pt x="5010745" y="1074581"/>
                </a:cubicBezTo>
                <a:cubicBezTo>
                  <a:pt x="4979365" y="1090906"/>
                  <a:pt x="4940096" y="1099068"/>
                  <a:pt x="4892935" y="1099068"/>
                </a:cubicBezTo>
                <a:lnTo>
                  <a:pt x="4798797" y="1099068"/>
                </a:lnTo>
                <a:close/>
                <a:moveTo>
                  <a:pt x="2731872" y="657216"/>
                </a:moveTo>
                <a:lnTo>
                  <a:pt x="2848865" y="657216"/>
                </a:lnTo>
                <a:cubicBezTo>
                  <a:pt x="2875347" y="657216"/>
                  <a:pt x="2897476" y="664109"/>
                  <a:pt x="2915252" y="677894"/>
                </a:cubicBezTo>
                <a:cubicBezTo>
                  <a:pt x="2933027" y="691679"/>
                  <a:pt x="2941915" y="713082"/>
                  <a:pt x="2941915" y="742104"/>
                </a:cubicBezTo>
                <a:cubicBezTo>
                  <a:pt x="2941915" y="761694"/>
                  <a:pt x="2937925" y="778290"/>
                  <a:pt x="2929944" y="791894"/>
                </a:cubicBezTo>
                <a:cubicBezTo>
                  <a:pt x="2921963" y="805498"/>
                  <a:pt x="2910264" y="815746"/>
                  <a:pt x="2894846" y="822639"/>
                </a:cubicBezTo>
                <a:cubicBezTo>
                  <a:pt x="2879428" y="829531"/>
                  <a:pt x="2860474" y="832977"/>
                  <a:pt x="2837982" y="832977"/>
                </a:cubicBezTo>
                <a:lnTo>
                  <a:pt x="2731872" y="832977"/>
                </a:lnTo>
                <a:close/>
                <a:moveTo>
                  <a:pt x="9150150" y="512471"/>
                </a:moveTo>
                <a:lnTo>
                  <a:pt x="9150150" y="658304"/>
                </a:lnTo>
                <a:lnTo>
                  <a:pt x="9341148" y="658304"/>
                </a:lnTo>
                <a:lnTo>
                  <a:pt x="9341148" y="1244901"/>
                </a:lnTo>
                <a:lnTo>
                  <a:pt x="9516365" y="1244901"/>
                </a:lnTo>
                <a:lnTo>
                  <a:pt x="9516365" y="658304"/>
                </a:lnTo>
                <a:lnTo>
                  <a:pt x="9705730" y="658304"/>
                </a:lnTo>
                <a:lnTo>
                  <a:pt x="9705730" y="512471"/>
                </a:lnTo>
                <a:close/>
                <a:moveTo>
                  <a:pt x="8195999" y="512471"/>
                </a:moveTo>
                <a:lnTo>
                  <a:pt x="8195999" y="1244901"/>
                </a:lnTo>
                <a:lnTo>
                  <a:pt x="8370672" y="1244901"/>
                </a:lnTo>
                <a:lnTo>
                  <a:pt x="8370672" y="512471"/>
                </a:lnTo>
                <a:close/>
                <a:moveTo>
                  <a:pt x="7624499" y="512471"/>
                </a:moveTo>
                <a:lnTo>
                  <a:pt x="7624499" y="1244901"/>
                </a:lnTo>
                <a:lnTo>
                  <a:pt x="8095191" y="1244901"/>
                </a:lnTo>
                <a:lnTo>
                  <a:pt x="8095191" y="1090362"/>
                </a:lnTo>
                <a:lnTo>
                  <a:pt x="7799172" y="1090362"/>
                </a:lnTo>
                <a:lnTo>
                  <a:pt x="7799172" y="512471"/>
                </a:lnTo>
                <a:close/>
                <a:moveTo>
                  <a:pt x="5767124" y="512471"/>
                </a:moveTo>
                <a:lnTo>
                  <a:pt x="5767124" y="1244901"/>
                </a:lnTo>
                <a:lnTo>
                  <a:pt x="5930370" y="1244901"/>
                </a:lnTo>
                <a:lnTo>
                  <a:pt x="5930370" y="783460"/>
                </a:lnTo>
                <a:lnTo>
                  <a:pt x="6242169" y="1244901"/>
                </a:lnTo>
                <a:lnTo>
                  <a:pt x="6412489" y="1244901"/>
                </a:lnTo>
                <a:lnTo>
                  <a:pt x="6412489" y="512471"/>
                </a:lnTo>
                <a:lnTo>
                  <a:pt x="6247611" y="512471"/>
                </a:lnTo>
                <a:lnTo>
                  <a:pt x="6247611" y="970104"/>
                </a:lnTo>
                <a:lnTo>
                  <a:pt x="5936899" y="512471"/>
                </a:lnTo>
                <a:close/>
                <a:moveTo>
                  <a:pt x="5424224" y="512471"/>
                </a:moveTo>
                <a:lnTo>
                  <a:pt x="5424224" y="1244901"/>
                </a:lnTo>
                <a:lnTo>
                  <a:pt x="5598897" y="1244901"/>
                </a:lnTo>
                <a:lnTo>
                  <a:pt x="5598897" y="512471"/>
                </a:lnTo>
                <a:close/>
                <a:moveTo>
                  <a:pt x="4624124" y="512471"/>
                </a:moveTo>
                <a:lnTo>
                  <a:pt x="4624124" y="1244901"/>
                </a:lnTo>
                <a:lnTo>
                  <a:pt x="4907627" y="1244901"/>
                </a:lnTo>
                <a:cubicBezTo>
                  <a:pt x="4985623" y="1244901"/>
                  <a:pt x="5052826" y="1230753"/>
                  <a:pt x="5109236" y="1202457"/>
                </a:cubicBezTo>
                <a:cubicBezTo>
                  <a:pt x="5165647" y="1174161"/>
                  <a:pt x="5208908" y="1132624"/>
                  <a:pt x="5239017" y="1077846"/>
                </a:cubicBezTo>
                <a:cubicBezTo>
                  <a:pt x="5269126" y="1023068"/>
                  <a:pt x="5284181" y="955956"/>
                  <a:pt x="5284181" y="876510"/>
                </a:cubicBezTo>
                <a:cubicBezTo>
                  <a:pt x="5284181" y="800328"/>
                  <a:pt x="5269217" y="735121"/>
                  <a:pt x="5239289" y="680887"/>
                </a:cubicBezTo>
                <a:cubicBezTo>
                  <a:pt x="5209361" y="626653"/>
                  <a:pt x="5166281" y="585025"/>
                  <a:pt x="5110053" y="556004"/>
                </a:cubicBezTo>
                <a:cubicBezTo>
                  <a:pt x="5053823" y="526982"/>
                  <a:pt x="4986349" y="512471"/>
                  <a:pt x="4907627" y="512471"/>
                </a:cubicBezTo>
                <a:close/>
                <a:moveTo>
                  <a:pt x="4094491" y="512471"/>
                </a:moveTo>
                <a:lnTo>
                  <a:pt x="3835475" y="1244901"/>
                </a:lnTo>
                <a:lnTo>
                  <a:pt x="4016678" y="1244901"/>
                </a:lnTo>
                <a:lnTo>
                  <a:pt x="4062386" y="1101789"/>
                </a:lnTo>
                <a:lnTo>
                  <a:pt x="4311064" y="1101789"/>
                </a:lnTo>
                <a:lnTo>
                  <a:pt x="4356773" y="1244901"/>
                </a:lnTo>
                <a:lnTo>
                  <a:pt x="4539608" y="1244901"/>
                </a:lnTo>
                <a:lnTo>
                  <a:pt x="4277871" y="512471"/>
                </a:lnTo>
                <a:close/>
                <a:moveTo>
                  <a:pt x="3271574" y="512471"/>
                </a:moveTo>
                <a:lnTo>
                  <a:pt x="3271574" y="1244901"/>
                </a:lnTo>
                <a:lnTo>
                  <a:pt x="3772739" y="1244901"/>
                </a:lnTo>
                <a:lnTo>
                  <a:pt x="3772739" y="1100157"/>
                </a:lnTo>
                <a:lnTo>
                  <a:pt x="3446247" y="1100157"/>
                </a:lnTo>
                <a:lnTo>
                  <a:pt x="3446247" y="941808"/>
                </a:lnTo>
                <a:lnTo>
                  <a:pt x="3740089" y="941808"/>
                </a:lnTo>
                <a:lnTo>
                  <a:pt x="3740089" y="802505"/>
                </a:lnTo>
                <a:lnTo>
                  <a:pt x="3446247" y="802505"/>
                </a:lnTo>
                <a:lnTo>
                  <a:pt x="3446247" y="657216"/>
                </a:lnTo>
                <a:lnTo>
                  <a:pt x="3772739" y="657216"/>
                </a:lnTo>
                <a:lnTo>
                  <a:pt x="3772739" y="512471"/>
                </a:lnTo>
                <a:close/>
                <a:moveTo>
                  <a:pt x="2557199" y="512471"/>
                </a:moveTo>
                <a:lnTo>
                  <a:pt x="2557199" y="1244901"/>
                </a:lnTo>
                <a:lnTo>
                  <a:pt x="2731872" y="1244901"/>
                </a:lnTo>
                <a:lnTo>
                  <a:pt x="2731872" y="976634"/>
                </a:lnTo>
                <a:lnTo>
                  <a:pt x="2830364" y="976634"/>
                </a:lnTo>
                <a:cubicBezTo>
                  <a:pt x="2858660" y="976634"/>
                  <a:pt x="2880698" y="981350"/>
                  <a:pt x="2896479" y="990782"/>
                </a:cubicBezTo>
                <a:cubicBezTo>
                  <a:pt x="2912259" y="1000214"/>
                  <a:pt x="2924774" y="1014997"/>
                  <a:pt x="2934025" y="1035130"/>
                </a:cubicBezTo>
                <a:cubicBezTo>
                  <a:pt x="2943275" y="1055264"/>
                  <a:pt x="2951709" y="1081655"/>
                  <a:pt x="2959328" y="1114305"/>
                </a:cubicBezTo>
                <a:lnTo>
                  <a:pt x="2990345" y="1244901"/>
                </a:lnTo>
                <a:lnTo>
                  <a:pt x="3173724" y="1244901"/>
                </a:lnTo>
                <a:lnTo>
                  <a:pt x="3125294" y="1077846"/>
                </a:lnTo>
                <a:cubicBezTo>
                  <a:pt x="3115863" y="1043020"/>
                  <a:pt x="3105524" y="1013727"/>
                  <a:pt x="3094278" y="989966"/>
                </a:cubicBezTo>
                <a:cubicBezTo>
                  <a:pt x="3083032" y="966204"/>
                  <a:pt x="3067977" y="947431"/>
                  <a:pt x="3049113" y="933646"/>
                </a:cubicBezTo>
                <a:cubicBezTo>
                  <a:pt x="3030249" y="919861"/>
                  <a:pt x="3004674" y="910429"/>
                  <a:pt x="2972388" y="905350"/>
                </a:cubicBezTo>
                <a:cubicBezTo>
                  <a:pt x="3023175" y="890839"/>
                  <a:pt x="3060813" y="867441"/>
                  <a:pt x="3085300" y="835154"/>
                </a:cubicBezTo>
                <a:cubicBezTo>
                  <a:pt x="3109786" y="802868"/>
                  <a:pt x="3122030" y="763689"/>
                  <a:pt x="3122030" y="717617"/>
                </a:cubicBezTo>
                <a:cubicBezTo>
                  <a:pt x="3122030" y="666830"/>
                  <a:pt x="3111056" y="626472"/>
                  <a:pt x="3089109" y="596543"/>
                </a:cubicBezTo>
                <a:cubicBezTo>
                  <a:pt x="3067161" y="566615"/>
                  <a:pt x="3037142" y="545121"/>
                  <a:pt x="2999051" y="532061"/>
                </a:cubicBezTo>
                <a:cubicBezTo>
                  <a:pt x="2960961" y="519001"/>
                  <a:pt x="2917428" y="512471"/>
                  <a:pt x="2868455" y="512471"/>
                </a:cubicBezTo>
                <a:close/>
                <a:moveTo>
                  <a:pt x="8790842" y="503765"/>
                </a:moveTo>
                <a:cubicBezTo>
                  <a:pt x="8737515" y="503765"/>
                  <a:pt x="8689811" y="510658"/>
                  <a:pt x="8647730" y="524443"/>
                </a:cubicBezTo>
                <a:cubicBezTo>
                  <a:pt x="8605648" y="538228"/>
                  <a:pt x="8572274" y="560357"/>
                  <a:pt x="8547606" y="590830"/>
                </a:cubicBezTo>
                <a:cubicBezTo>
                  <a:pt x="8522937" y="621302"/>
                  <a:pt x="8510603" y="661388"/>
                  <a:pt x="8510603" y="711087"/>
                </a:cubicBezTo>
                <a:cubicBezTo>
                  <a:pt x="8510603" y="757522"/>
                  <a:pt x="8521304" y="794887"/>
                  <a:pt x="8542708" y="823183"/>
                </a:cubicBezTo>
                <a:cubicBezTo>
                  <a:pt x="8564112" y="851479"/>
                  <a:pt x="8593496" y="874424"/>
                  <a:pt x="8630861" y="892018"/>
                </a:cubicBezTo>
                <a:cubicBezTo>
                  <a:pt x="8668226" y="909612"/>
                  <a:pt x="8711214" y="925483"/>
                  <a:pt x="8759825" y="939631"/>
                </a:cubicBezTo>
                <a:cubicBezTo>
                  <a:pt x="8801543" y="951966"/>
                  <a:pt x="8833558" y="962849"/>
                  <a:pt x="8855868" y="972281"/>
                </a:cubicBezTo>
                <a:cubicBezTo>
                  <a:pt x="8878178" y="981713"/>
                  <a:pt x="8893596" y="991870"/>
                  <a:pt x="8902121" y="1002753"/>
                </a:cubicBezTo>
                <a:cubicBezTo>
                  <a:pt x="8910646" y="1013636"/>
                  <a:pt x="8914909" y="1027603"/>
                  <a:pt x="8914909" y="1044653"/>
                </a:cubicBezTo>
                <a:cubicBezTo>
                  <a:pt x="8914909" y="1060615"/>
                  <a:pt x="8910283" y="1073856"/>
                  <a:pt x="8901033" y="1084376"/>
                </a:cubicBezTo>
                <a:cubicBezTo>
                  <a:pt x="8891782" y="1094896"/>
                  <a:pt x="8878541" y="1102696"/>
                  <a:pt x="8861310" y="1107775"/>
                </a:cubicBezTo>
                <a:cubicBezTo>
                  <a:pt x="8844078" y="1112853"/>
                  <a:pt x="8823491" y="1115393"/>
                  <a:pt x="8799548" y="1115393"/>
                </a:cubicBezTo>
                <a:cubicBezTo>
                  <a:pt x="8775606" y="1115393"/>
                  <a:pt x="8754565" y="1112400"/>
                  <a:pt x="8736427" y="1106414"/>
                </a:cubicBezTo>
                <a:cubicBezTo>
                  <a:pt x="8718288" y="1100429"/>
                  <a:pt x="8703959" y="1090452"/>
                  <a:pt x="8693439" y="1076486"/>
                </a:cubicBezTo>
                <a:cubicBezTo>
                  <a:pt x="8682918" y="1062519"/>
                  <a:pt x="8676932" y="1043746"/>
                  <a:pt x="8675482" y="1020166"/>
                </a:cubicBezTo>
                <a:lnTo>
                  <a:pt x="8495911" y="1020166"/>
                </a:lnTo>
                <a:cubicBezTo>
                  <a:pt x="8495911" y="1076032"/>
                  <a:pt x="8509243" y="1121197"/>
                  <a:pt x="8535906" y="1155660"/>
                </a:cubicBezTo>
                <a:cubicBezTo>
                  <a:pt x="8562570" y="1190123"/>
                  <a:pt x="8598574" y="1215245"/>
                  <a:pt x="8643921" y="1231025"/>
                </a:cubicBezTo>
                <a:cubicBezTo>
                  <a:pt x="8689267" y="1246806"/>
                  <a:pt x="8740417" y="1254696"/>
                  <a:pt x="8797372" y="1254696"/>
                </a:cubicBezTo>
                <a:cubicBezTo>
                  <a:pt x="8853964" y="1254696"/>
                  <a:pt x="8904751" y="1247441"/>
                  <a:pt x="8949735" y="1232930"/>
                </a:cubicBezTo>
                <a:cubicBezTo>
                  <a:pt x="8994717" y="1218419"/>
                  <a:pt x="9030269" y="1194930"/>
                  <a:pt x="9056388" y="1162462"/>
                </a:cubicBezTo>
                <a:cubicBezTo>
                  <a:pt x="9082508" y="1129994"/>
                  <a:pt x="9095567" y="1087097"/>
                  <a:pt x="9095567" y="1033770"/>
                </a:cubicBezTo>
                <a:cubicBezTo>
                  <a:pt x="9095567" y="986247"/>
                  <a:pt x="9086861" y="948066"/>
                  <a:pt x="9069448" y="919226"/>
                </a:cubicBezTo>
                <a:cubicBezTo>
                  <a:pt x="9052035" y="890386"/>
                  <a:pt x="9025462" y="866806"/>
                  <a:pt x="8989730" y="848486"/>
                </a:cubicBezTo>
                <a:cubicBezTo>
                  <a:pt x="8953997" y="830166"/>
                  <a:pt x="8908560" y="812662"/>
                  <a:pt x="8853419" y="795975"/>
                </a:cubicBezTo>
                <a:cubicBezTo>
                  <a:pt x="8808436" y="782190"/>
                  <a:pt x="8774245" y="770218"/>
                  <a:pt x="8750847" y="760061"/>
                </a:cubicBezTo>
                <a:cubicBezTo>
                  <a:pt x="8727448" y="749903"/>
                  <a:pt x="8711577" y="740018"/>
                  <a:pt x="8703233" y="730405"/>
                </a:cubicBezTo>
                <a:cubicBezTo>
                  <a:pt x="8694889" y="720791"/>
                  <a:pt x="8690718" y="709999"/>
                  <a:pt x="8690718" y="698028"/>
                </a:cubicBezTo>
                <a:cubicBezTo>
                  <a:pt x="8690718" y="676624"/>
                  <a:pt x="8700603" y="661297"/>
                  <a:pt x="8720374" y="652047"/>
                </a:cubicBezTo>
                <a:cubicBezTo>
                  <a:pt x="8740145" y="642796"/>
                  <a:pt x="8763271" y="638171"/>
                  <a:pt x="8789754" y="638171"/>
                </a:cubicBezTo>
                <a:cubicBezTo>
                  <a:pt x="8818050" y="638171"/>
                  <a:pt x="8842536" y="644610"/>
                  <a:pt x="8863214" y="657488"/>
                </a:cubicBezTo>
                <a:cubicBezTo>
                  <a:pt x="8883892" y="670367"/>
                  <a:pt x="8894231" y="690409"/>
                  <a:pt x="8894231" y="717617"/>
                </a:cubicBezTo>
                <a:lnTo>
                  <a:pt x="9073801" y="717617"/>
                </a:lnTo>
                <a:cubicBezTo>
                  <a:pt x="9073801" y="668281"/>
                  <a:pt x="9061014" y="627832"/>
                  <a:pt x="9035439" y="596271"/>
                </a:cubicBezTo>
                <a:cubicBezTo>
                  <a:pt x="9009863" y="564710"/>
                  <a:pt x="8975582" y="541402"/>
                  <a:pt x="8932594" y="526347"/>
                </a:cubicBezTo>
                <a:cubicBezTo>
                  <a:pt x="8889606" y="511292"/>
                  <a:pt x="8842354" y="503765"/>
                  <a:pt x="8790842" y="503765"/>
                </a:cubicBezTo>
                <a:close/>
                <a:moveTo>
                  <a:pt x="6908138" y="502677"/>
                </a:moveTo>
                <a:cubicBezTo>
                  <a:pt x="6833770" y="502677"/>
                  <a:pt x="6769379" y="518094"/>
                  <a:pt x="6714964" y="548930"/>
                </a:cubicBezTo>
                <a:cubicBezTo>
                  <a:pt x="6660548" y="579765"/>
                  <a:pt x="6618558" y="623388"/>
                  <a:pt x="6588992" y="679798"/>
                </a:cubicBezTo>
                <a:cubicBezTo>
                  <a:pt x="6559427" y="736209"/>
                  <a:pt x="6544644" y="802686"/>
                  <a:pt x="6544644" y="879230"/>
                </a:cubicBezTo>
                <a:cubicBezTo>
                  <a:pt x="6544644" y="955412"/>
                  <a:pt x="6559427" y="1021617"/>
                  <a:pt x="6588992" y="1077846"/>
                </a:cubicBezTo>
                <a:cubicBezTo>
                  <a:pt x="6618558" y="1134075"/>
                  <a:pt x="6660548" y="1177608"/>
                  <a:pt x="6714964" y="1208443"/>
                </a:cubicBezTo>
                <a:cubicBezTo>
                  <a:pt x="6769379" y="1239278"/>
                  <a:pt x="6833770" y="1254696"/>
                  <a:pt x="6908138" y="1254696"/>
                </a:cubicBezTo>
                <a:cubicBezTo>
                  <a:pt x="6979603" y="1254696"/>
                  <a:pt x="7040276" y="1241183"/>
                  <a:pt x="7090157" y="1214156"/>
                </a:cubicBezTo>
                <a:cubicBezTo>
                  <a:pt x="7140038" y="1187130"/>
                  <a:pt x="7178128" y="1149493"/>
                  <a:pt x="7204429" y="1101245"/>
                </a:cubicBezTo>
                <a:cubicBezTo>
                  <a:pt x="7230730" y="1052997"/>
                  <a:pt x="7243880" y="997130"/>
                  <a:pt x="7243880" y="933646"/>
                </a:cubicBezTo>
                <a:lnTo>
                  <a:pt x="7243880" y="852023"/>
                </a:lnTo>
                <a:lnTo>
                  <a:pt x="6909770" y="852023"/>
                </a:lnTo>
                <a:lnTo>
                  <a:pt x="6909770" y="990782"/>
                </a:lnTo>
                <a:lnTo>
                  <a:pt x="7067031" y="990782"/>
                </a:lnTo>
                <a:cubicBezTo>
                  <a:pt x="7064128" y="1014362"/>
                  <a:pt x="7055875" y="1035040"/>
                  <a:pt x="7042272" y="1052815"/>
                </a:cubicBezTo>
                <a:cubicBezTo>
                  <a:pt x="7028668" y="1070591"/>
                  <a:pt x="7010529" y="1084467"/>
                  <a:pt x="6987856" y="1094443"/>
                </a:cubicBezTo>
                <a:cubicBezTo>
                  <a:pt x="6965183" y="1104419"/>
                  <a:pt x="6938610" y="1109407"/>
                  <a:pt x="6908138" y="1109407"/>
                </a:cubicBezTo>
                <a:cubicBezTo>
                  <a:pt x="6863517" y="1109407"/>
                  <a:pt x="6827785" y="1098705"/>
                  <a:pt x="6800940" y="1077302"/>
                </a:cubicBezTo>
                <a:cubicBezTo>
                  <a:pt x="6774095" y="1055899"/>
                  <a:pt x="6754596" y="1027603"/>
                  <a:pt x="6742443" y="992414"/>
                </a:cubicBezTo>
                <a:cubicBezTo>
                  <a:pt x="6730291" y="957226"/>
                  <a:pt x="6724214" y="919498"/>
                  <a:pt x="6724214" y="879230"/>
                </a:cubicBezTo>
                <a:cubicBezTo>
                  <a:pt x="6724214" y="838600"/>
                  <a:pt x="6730200" y="800872"/>
                  <a:pt x="6742171" y="766047"/>
                </a:cubicBezTo>
                <a:cubicBezTo>
                  <a:pt x="6754143" y="731221"/>
                  <a:pt x="6773279" y="703016"/>
                  <a:pt x="6799579" y="681431"/>
                </a:cubicBezTo>
                <a:cubicBezTo>
                  <a:pt x="6825880" y="659846"/>
                  <a:pt x="6860797" y="649054"/>
                  <a:pt x="6904329" y="649054"/>
                </a:cubicBezTo>
                <a:cubicBezTo>
                  <a:pt x="6934801" y="649054"/>
                  <a:pt x="6960830" y="653588"/>
                  <a:pt x="6982415" y="662658"/>
                </a:cubicBezTo>
                <a:cubicBezTo>
                  <a:pt x="7003999" y="671727"/>
                  <a:pt x="7021050" y="684515"/>
                  <a:pt x="7033565" y="701020"/>
                </a:cubicBezTo>
                <a:cubicBezTo>
                  <a:pt x="7046081" y="717526"/>
                  <a:pt x="7053608" y="737025"/>
                  <a:pt x="7056147" y="759517"/>
                </a:cubicBezTo>
                <a:lnTo>
                  <a:pt x="7236262" y="759517"/>
                </a:lnTo>
                <a:cubicBezTo>
                  <a:pt x="7231908" y="714896"/>
                  <a:pt x="7219575" y="676352"/>
                  <a:pt x="7199260" y="643884"/>
                </a:cubicBezTo>
                <a:cubicBezTo>
                  <a:pt x="7178945" y="611417"/>
                  <a:pt x="7153279" y="584753"/>
                  <a:pt x="7122262" y="563894"/>
                </a:cubicBezTo>
                <a:cubicBezTo>
                  <a:pt x="7091245" y="543035"/>
                  <a:pt x="7057236" y="527617"/>
                  <a:pt x="7020233" y="517641"/>
                </a:cubicBezTo>
                <a:cubicBezTo>
                  <a:pt x="6983231" y="507665"/>
                  <a:pt x="6945866" y="502677"/>
                  <a:pt x="6908138" y="502677"/>
                </a:cubicBezTo>
                <a:close/>
                <a:moveTo>
                  <a:pt x="0" y="0"/>
                </a:moveTo>
                <a:lnTo>
                  <a:pt x="12186298" y="0"/>
                </a:lnTo>
                <a:lnTo>
                  <a:pt x="12186298" y="6858000"/>
                </a:lnTo>
                <a:lnTo>
                  <a:pt x="0" y="6858000"/>
                </a:lnTo>
                <a:close/>
              </a:path>
            </a:pathLst>
          </a:custGeom>
          <a:solidFill>
            <a:srgbClr val="FFFFFF">
              <a:alpha val="396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ndParaRPr>
          </a:p>
        </p:txBody>
      </p:sp>
      <p:sp>
        <p:nvSpPr>
          <p:cNvPr id="10" name="TextBox 9">
            <a:extLst>
              <a:ext uri="{FF2B5EF4-FFF2-40B4-BE49-F238E27FC236}">
                <a16:creationId xmlns:a16="http://schemas.microsoft.com/office/drawing/2014/main" id="{A0E7F8F9-9DEC-475F-6624-93C9CBD56246}"/>
              </a:ext>
            </a:extLst>
          </p:cNvPr>
          <p:cNvSpPr txBox="1"/>
          <p:nvPr/>
        </p:nvSpPr>
        <p:spPr>
          <a:xfrm>
            <a:off x="728421" y="1853142"/>
            <a:ext cx="10622066" cy="593047"/>
          </a:xfrm>
          <a:prstGeom prst="rect">
            <a:avLst/>
          </a:prstGeom>
          <a:noFill/>
        </p:spPr>
        <p:txBody>
          <a:bodyPr wrap="square">
            <a:spAutoFit/>
          </a:bodyPr>
          <a:lstStyle/>
          <a:p>
            <a:pPr marL="742950" indent="-742950">
              <a:lnSpc>
                <a:spcPct val="150000"/>
              </a:lnSpc>
              <a:buFont typeface="+mj-lt"/>
              <a:buAutoNum type="arabicPeriod"/>
            </a:pPr>
            <a:r>
              <a:rPr lang="en-US" sz="2400" dirty="0">
                <a:solidFill>
                  <a:srgbClr val="012903"/>
                </a:solidFill>
                <a:latin typeface="+mn-lt"/>
                <a:hlinkClick r:id="rId3">
                  <a:extLst>
                    <a:ext uri="{A12FA001-AC4F-418D-AE19-62706E023703}">
                      <ahyp:hlinkClr xmlns:ahyp="http://schemas.microsoft.com/office/drawing/2018/hyperlinkcolor" val="tx"/>
                    </a:ext>
                  </a:extLst>
                </a:hlinkClick>
              </a:rPr>
              <a:t>World Bank Group (2024), ‘State and Trends of Carbon Pricing’</a:t>
            </a:r>
            <a:r>
              <a:rPr lang="en-US" sz="2400" dirty="0">
                <a:solidFill>
                  <a:srgbClr val="012903"/>
                </a:solidFill>
                <a:latin typeface="+mn-lt"/>
              </a:rPr>
              <a:t>.</a:t>
            </a:r>
          </a:p>
        </p:txBody>
      </p:sp>
    </p:spTree>
    <p:extLst>
      <p:ext uri="{BB962C8B-B14F-4D97-AF65-F5344CB8AC3E}">
        <p14:creationId xmlns:p14="http://schemas.microsoft.com/office/powerpoint/2010/main" val="2900721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3BDD1F5-9D86-36FB-921B-E6EBC8CCC29D}"/>
              </a:ext>
            </a:extLst>
          </p:cNvPr>
          <p:cNvPicPr>
            <a:picLocks noChangeAspect="1"/>
          </p:cNvPicPr>
          <p:nvPr/>
        </p:nvPicPr>
        <p:blipFill rotWithShape="1">
          <a:blip r:embed="rId2"/>
          <a:srcRect l="20568" b="32793"/>
          <a:stretch/>
        </p:blipFill>
        <p:spPr>
          <a:xfrm>
            <a:off x="0" y="0"/>
            <a:ext cx="12551280" cy="6858000"/>
          </a:xfrm>
          <a:prstGeom prst="rect">
            <a:avLst/>
          </a:prstGeom>
        </p:spPr>
      </p:pic>
      <p:sp>
        <p:nvSpPr>
          <p:cNvPr id="2" name="Rectangle 1">
            <a:extLst>
              <a:ext uri="{FF2B5EF4-FFF2-40B4-BE49-F238E27FC236}">
                <a16:creationId xmlns:a16="http://schemas.microsoft.com/office/drawing/2014/main" id="{558C90F6-31E8-A726-F5A2-4C4E502D6687}"/>
              </a:ext>
            </a:extLst>
          </p:cNvPr>
          <p:cNvSpPr/>
          <p:nvPr/>
        </p:nvSpPr>
        <p:spPr>
          <a:xfrm>
            <a:off x="3755597" y="996042"/>
            <a:ext cx="8330954" cy="4426563"/>
          </a:xfrm>
          <a:prstGeom prst="rect">
            <a:avLst/>
          </a:prstGeom>
          <a:solidFill>
            <a:srgbClr val="FFFFFF">
              <a:alpha val="6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0E7F8F9-9DEC-475F-6624-93C9CBD56246}"/>
              </a:ext>
            </a:extLst>
          </p:cNvPr>
          <p:cNvSpPr txBox="1"/>
          <p:nvPr/>
        </p:nvSpPr>
        <p:spPr>
          <a:xfrm>
            <a:off x="4164527" y="1085440"/>
            <a:ext cx="7513093" cy="4247766"/>
          </a:xfrm>
          <a:prstGeom prst="rect">
            <a:avLst/>
          </a:prstGeom>
          <a:noFill/>
        </p:spPr>
        <p:txBody>
          <a:bodyPr wrap="square" lIns="91440" tIns="45720" rIns="91440" bIns="45720" anchor="t">
            <a:spAutoFit/>
          </a:bodyPr>
          <a:lstStyle/>
          <a:p>
            <a:pPr algn="ctr">
              <a:lnSpc>
                <a:spcPct val="150000"/>
              </a:lnSpc>
              <a:spcBef>
                <a:spcPts val="1000"/>
              </a:spcBef>
              <a:buClr>
                <a:srgbClr val="002803"/>
              </a:buClr>
            </a:pPr>
            <a:r>
              <a:rPr lang="en-GB" sz="1600" b="1" dirty="0">
                <a:solidFill>
                  <a:srgbClr val="00463D"/>
                </a:solidFill>
                <a:latin typeface="Aptos" panose="020B0004020202020204" pitchFamily="34" charset="0"/>
              </a:rPr>
              <a:t>“</a:t>
            </a:r>
            <a:r>
              <a:rPr lang="en-US" sz="1600" b="1" dirty="0">
                <a:solidFill>
                  <a:srgbClr val="00463D"/>
                </a:solidFill>
                <a:latin typeface="Aptos" panose="020B0004020202020204" pitchFamily="34" charset="0"/>
              </a:rPr>
              <a:t>Carbon pricing can be one of the most powerful tools available to policymakers to incentivize reducing emissions as part of an integrated policy mix. A decade ago, carbon pricing policies covered only 7% of global emissions. Today, nearly a quarter are covered by these instruments… Despite the positive trends that are outlined in this year’s report, higher pricing and wider coverage are going to be essential to really unlock the potential of carbon pricing. This will require political commitment, stronger global frameworks, and initiatives to share best practices that can help drive ambition. Time is not on our side as countries will need to move further, faster to decisively bend the emissions curve and safeguard a livable planet </a:t>
            </a:r>
            <a:r>
              <a:rPr lang="en-GB" sz="1600" b="1" dirty="0">
                <a:solidFill>
                  <a:srgbClr val="00463D"/>
                </a:solidFill>
                <a:latin typeface="Aptos" panose="020B0004020202020204" pitchFamily="34" charset="0"/>
              </a:rPr>
              <a:t>” </a:t>
            </a:r>
          </a:p>
          <a:p>
            <a:pPr algn="ctr">
              <a:lnSpc>
                <a:spcPct val="150000"/>
              </a:lnSpc>
              <a:spcBef>
                <a:spcPts val="1000"/>
              </a:spcBef>
              <a:buClr>
                <a:srgbClr val="002803"/>
              </a:buClr>
            </a:pPr>
            <a:r>
              <a:rPr lang="en-GB" sz="1600" dirty="0">
                <a:solidFill>
                  <a:srgbClr val="00463D"/>
                </a:solidFill>
                <a:latin typeface="Aptos" panose="020B0004020202020204" pitchFamily="34" charset="0"/>
              </a:rPr>
              <a:t>(World Bank State and Trends of Carbon Pricing’’ Report, 2024)  </a:t>
            </a:r>
            <a:endParaRPr lang="en-US" sz="1000" dirty="0">
              <a:solidFill>
                <a:srgbClr val="00463D"/>
              </a:solidFill>
              <a:latin typeface="Aptos" panose="020B0004020202020204" pitchFamily="34" charset="0"/>
              <a:hlinkClick r:id="rId3">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765407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factory with smoke coming out of it&#10;&#10;Description automatically generated">
            <a:extLst>
              <a:ext uri="{FF2B5EF4-FFF2-40B4-BE49-F238E27FC236}">
                <a16:creationId xmlns:a16="http://schemas.microsoft.com/office/drawing/2014/main" id="{E83FCC9C-16F3-7856-DED0-05A74D2D4708}"/>
              </a:ext>
            </a:extLst>
          </p:cNvPr>
          <p:cNvPicPr>
            <a:picLocks noChangeAspect="1"/>
          </p:cNvPicPr>
          <p:nvPr/>
        </p:nvPicPr>
        <p:blipFill rotWithShape="1">
          <a:blip r:embed="rId2"/>
          <a:srcRect b="10232"/>
          <a:stretch/>
        </p:blipFill>
        <p:spPr>
          <a:xfrm>
            <a:off x="0" y="0"/>
            <a:ext cx="12192000" cy="6858000"/>
          </a:xfrm>
          <a:prstGeom prst="rect">
            <a:avLst/>
          </a:prstGeom>
        </p:spPr>
      </p:pic>
      <p:sp>
        <p:nvSpPr>
          <p:cNvPr id="6" name="Freeform: Shape 5">
            <a:extLst>
              <a:ext uri="{FF2B5EF4-FFF2-40B4-BE49-F238E27FC236}">
                <a16:creationId xmlns:a16="http://schemas.microsoft.com/office/drawing/2014/main" id="{731F07D3-5765-3E75-8983-5E2271F79128}"/>
              </a:ext>
            </a:extLst>
          </p:cNvPr>
          <p:cNvSpPr/>
          <p:nvPr/>
        </p:nvSpPr>
        <p:spPr>
          <a:xfrm>
            <a:off x="2747946" y="3067664"/>
            <a:ext cx="6731542" cy="687744"/>
          </a:xfrm>
          <a:custGeom>
            <a:avLst/>
            <a:gdLst/>
            <a:ahLst/>
            <a:cxnLst/>
            <a:rect l="l" t="t" r="r" b="b"/>
            <a:pathLst>
              <a:path w="6731542" h="687744">
                <a:moveTo>
                  <a:pt x="1426010" y="147303"/>
                </a:moveTo>
                <a:lnTo>
                  <a:pt x="1338923" y="415532"/>
                </a:lnTo>
                <a:lnTo>
                  <a:pt x="1513098" y="415532"/>
                </a:lnTo>
                <a:close/>
                <a:moveTo>
                  <a:pt x="5092838" y="124909"/>
                </a:moveTo>
                <a:lnTo>
                  <a:pt x="5092838" y="307046"/>
                </a:lnTo>
                <a:lnTo>
                  <a:pt x="5205305" y="307046"/>
                </a:lnTo>
                <a:cubicBezTo>
                  <a:pt x="5227202" y="307046"/>
                  <a:pt x="5246029" y="303563"/>
                  <a:pt x="5261788" y="296596"/>
                </a:cubicBezTo>
                <a:cubicBezTo>
                  <a:pt x="5277546" y="289629"/>
                  <a:pt x="5289739" y="279178"/>
                  <a:pt x="5298365" y="265244"/>
                </a:cubicBezTo>
                <a:cubicBezTo>
                  <a:pt x="5306991" y="251310"/>
                  <a:pt x="5311304" y="234224"/>
                  <a:pt x="5311304" y="213987"/>
                </a:cubicBezTo>
                <a:cubicBezTo>
                  <a:pt x="5311304" y="184460"/>
                  <a:pt x="5302346" y="162232"/>
                  <a:pt x="5284431" y="147303"/>
                </a:cubicBezTo>
                <a:cubicBezTo>
                  <a:pt x="5266516" y="132373"/>
                  <a:pt x="5242794" y="124909"/>
                  <a:pt x="5213268" y="124909"/>
                </a:cubicBezTo>
                <a:close/>
                <a:moveTo>
                  <a:pt x="682763" y="124909"/>
                </a:moveTo>
                <a:lnTo>
                  <a:pt x="682763" y="307046"/>
                </a:lnTo>
                <a:lnTo>
                  <a:pt x="795230" y="307046"/>
                </a:lnTo>
                <a:cubicBezTo>
                  <a:pt x="817127" y="307046"/>
                  <a:pt x="835955" y="303563"/>
                  <a:pt x="851713" y="296596"/>
                </a:cubicBezTo>
                <a:cubicBezTo>
                  <a:pt x="867472" y="289629"/>
                  <a:pt x="879664" y="279178"/>
                  <a:pt x="888290" y="265244"/>
                </a:cubicBezTo>
                <a:cubicBezTo>
                  <a:pt x="896916" y="251310"/>
                  <a:pt x="901229" y="234224"/>
                  <a:pt x="901229" y="213987"/>
                </a:cubicBezTo>
                <a:cubicBezTo>
                  <a:pt x="901229" y="184460"/>
                  <a:pt x="892271" y="162232"/>
                  <a:pt x="874356" y="147303"/>
                </a:cubicBezTo>
                <a:cubicBezTo>
                  <a:pt x="856441" y="132373"/>
                  <a:pt x="832720" y="124909"/>
                  <a:pt x="803193" y="124909"/>
                </a:cubicBezTo>
                <a:close/>
                <a:moveTo>
                  <a:pt x="4496126" y="116448"/>
                </a:moveTo>
                <a:cubicBezTo>
                  <a:pt x="4452333" y="116448"/>
                  <a:pt x="4417083" y="126733"/>
                  <a:pt x="4390376" y="147303"/>
                </a:cubicBezTo>
                <a:cubicBezTo>
                  <a:pt x="4363669" y="167872"/>
                  <a:pt x="4344262" y="195408"/>
                  <a:pt x="4332152" y="229911"/>
                </a:cubicBezTo>
                <a:cubicBezTo>
                  <a:pt x="4320043" y="264415"/>
                  <a:pt x="4313988" y="302567"/>
                  <a:pt x="4313988" y="344369"/>
                </a:cubicBezTo>
                <a:cubicBezTo>
                  <a:pt x="4313988" y="385508"/>
                  <a:pt x="4320043" y="423329"/>
                  <a:pt x="4332152" y="457832"/>
                </a:cubicBezTo>
                <a:cubicBezTo>
                  <a:pt x="4344261" y="492336"/>
                  <a:pt x="4363670" y="519872"/>
                  <a:pt x="4390376" y="540441"/>
                </a:cubicBezTo>
                <a:cubicBezTo>
                  <a:pt x="4417083" y="561010"/>
                  <a:pt x="4452333" y="571295"/>
                  <a:pt x="4496126" y="571295"/>
                </a:cubicBezTo>
                <a:cubicBezTo>
                  <a:pt x="4539586" y="571295"/>
                  <a:pt x="4574588" y="561010"/>
                  <a:pt x="4601128" y="540441"/>
                </a:cubicBezTo>
                <a:cubicBezTo>
                  <a:pt x="4627669" y="519872"/>
                  <a:pt x="4647078" y="492336"/>
                  <a:pt x="4659353" y="457832"/>
                </a:cubicBezTo>
                <a:cubicBezTo>
                  <a:pt x="4671628" y="423329"/>
                  <a:pt x="4677766" y="385508"/>
                  <a:pt x="4677766" y="344369"/>
                </a:cubicBezTo>
                <a:cubicBezTo>
                  <a:pt x="4677766" y="302567"/>
                  <a:pt x="4671628" y="264415"/>
                  <a:pt x="4659353" y="229911"/>
                </a:cubicBezTo>
                <a:cubicBezTo>
                  <a:pt x="4647077" y="195408"/>
                  <a:pt x="4627670" y="167872"/>
                  <a:pt x="4601128" y="147303"/>
                </a:cubicBezTo>
                <a:cubicBezTo>
                  <a:pt x="4574588" y="126733"/>
                  <a:pt x="4539587" y="116448"/>
                  <a:pt x="4496126" y="116448"/>
                </a:cubicBezTo>
                <a:close/>
                <a:moveTo>
                  <a:pt x="5600700" y="8957"/>
                </a:moveTo>
                <a:lnTo>
                  <a:pt x="5740538" y="8957"/>
                </a:lnTo>
                <a:lnTo>
                  <a:pt x="5740538" y="328445"/>
                </a:lnTo>
                <a:lnTo>
                  <a:pt x="5980900" y="8957"/>
                </a:lnTo>
                <a:lnTo>
                  <a:pt x="6135667" y="8957"/>
                </a:lnTo>
                <a:lnTo>
                  <a:pt x="5887840" y="322971"/>
                </a:lnTo>
                <a:lnTo>
                  <a:pt x="6152090" y="678786"/>
                </a:lnTo>
                <a:lnTo>
                  <a:pt x="5990355" y="678786"/>
                </a:lnTo>
                <a:lnTo>
                  <a:pt x="5740538" y="335909"/>
                </a:lnTo>
                <a:lnTo>
                  <a:pt x="5740538" y="678786"/>
                </a:lnTo>
                <a:lnTo>
                  <a:pt x="5600700" y="678786"/>
                </a:lnTo>
                <a:close/>
                <a:moveTo>
                  <a:pt x="4953000" y="8957"/>
                </a:moveTo>
                <a:lnTo>
                  <a:pt x="5228695" y="8957"/>
                </a:lnTo>
                <a:cubicBezTo>
                  <a:pt x="5271824" y="8957"/>
                  <a:pt x="5310308" y="15012"/>
                  <a:pt x="5344148" y="27121"/>
                </a:cubicBezTo>
                <a:cubicBezTo>
                  <a:pt x="5377988" y="39231"/>
                  <a:pt x="5404778" y="58805"/>
                  <a:pt x="5424518" y="85843"/>
                </a:cubicBezTo>
                <a:cubicBezTo>
                  <a:pt x="5444257" y="112882"/>
                  <a:pt x="5454128" y="148795"/>
                  <a:pt x="5454128" y="193583"/>
                </a:cubicBezTo>
                <a:cubicBezTo>
                  <a:pt x="5454128" y="236049"/>
                  <a:pt x="5442764" y="272045"/>
                  <a:pt x="5420039" y="301572"/>
                </a:cubicBezTo>
                <a:cubicBezTo>
                  <a:pt x="5397313" y="331099"/>
                  <a:pt x="5362892" y="352166"/>
                  <a:pt x="5316778" y="364773"/>
                </a:cubicBezTo>
                <a:cubicBezTo>
                  <a:pt x="5344977" y="369086"/>
                  <a:pt x="5367537" y="377629"/>
                  <a:pt x="5384457" y="390401"/>
                </a:cubicBezTo>
                <a:cubicBezTo>
                  <a:pt x="5401377" y="403174"/>
                  <a:pt x="5415062" y="420343"/>
                  <a:pt x="5425513" y="441908"/>
                </a:cubicBezTo>
                <a:cubicBezTo>
                  <a:pt x="5435963" y="463472"/>
                  <a:pt x="5445501" y="490013"/>
                  <a:pt x="5454128" y="521531"/>
                </a:cubicBezTo>
                <a:lnTo>
                  <a:pt x="5498418" y="678786"/>
                </a:lnTo>
                <a:lnTo>
                  <a:pt x="5352110" y="678786"/>
                </a:lnTo>
                <a:lnTo>
                  <a:pt x="5320759" y="549399"/>
                </a:lnTo>
                <a:cubicBezTo>
                  <a:pt x="5314123" y="520204"/>
                  <a:pt x="5306493" y="496317"/>
                  <a:pt x="5297867" y="477738"/>
                </a:cubicBezTo>
                <a:cubicBezTo>
                  <a:pt x="5289241" y="459159"/>
                  <a:pt x="5277546" y="445308"/>
                  <a:pt x="5262783" y="436185"/>
                </a:cubicBezTo>
                <a:cubicBezTo>
                  <a:pt x="5248020" y="427061"/>
                  <a:pt x="5227699" y="422500"/>
                  <a:pt x="5201822" y="422500"/>
                </a:cubicBezTo>
                <a:lnTo>
                  <a:pt x="5092838" y="422500"/>
                </a:lnTo>
                <a:lnTo>
                  <a:pt x="5092838" y="678786"/>
                </a:lnTo>
                <a:lnTo>
                  <a:pt x="4953000" y="678786"/>
                </a:lnTo>
                <a:close/>
                <a:moveTo>
                  <a:pt x="3161863" y="8957"/>
                </a:moveTo>
                <a:lnTo>
                  <a:pt x="3306677" y="8957"/>
                </a:lnTo>
                <a:lnTo>
                  <a:pt x="3434074" y="512573"/>
                </a:lnTo>
                <a:lnTo>
                  <a:pt x="3567940" y="8957"/>
                </a:lnTo>
                <a:lnTo>
                  <a:pt x="3708276" y="8957"/>
                </a:lnTo>
                <a:lnTo>
                  <a:pt x="3843137" y="512573"/>
                </a:lnTo>
                <a:lnTo>
                  <a:pt x="3970534" y="8957"/>
                </a:lnTo>
                <a:lnTo>
                  <a:pt x="4113358" y="8957"/>
                </a:lnTo>
                <a:lnTo>
                  <a:pt x="3913305" y="678786"/>
                </a:lnTo>
                <a:lnTo>
                  <a:pt x="3767993" y="678786"/>
                </a:lnTo>
                <a:lnTo>
                  <a:pt x="3636615" y="178654"/>
                </a:lnTo>
                <a:lnTo>
                  <a:pt x="3506730" y="678786"/>
                </a:lnTo>
                <a:lnTo>
                  <a:pt x="3360423" y="678786"/>
                </a:lnTo>
                <a:close/>
                <a:moveTo>
                  <a:pt x="2657475" y="8957"/>
                </a:moveTo>
                <a:lnTo>
                  <a:pt x="3106848" y="8957"/>
                </a:lnTo>
                <a:lnTo>
                  <a:pt x="3106848" y="124909"/>
                </a:lnTo>
                <a:lnTo>
                  <a:pt x="2797313" y="124909"/>
                </a:lnTo>
                <a:lnTo>
                  <a:pt x="2797313" y="280671"/>
                </a:lnTo>
                <a:lnTo>
                  <a:pt x="3077984" y="280671"/>
                </a:lnTo>
                <a:lnTo>
                  <a:pt x="3077984" y="392641"/>
                </a:lnTo>
                <a:lnTo>
                  <a:pt x="2797313" y="392641"/>
                </a:lnTo>
                <a:lnTo>
                  <a:pt x="2797313" y="562835"/>
                </a:lnTo>
                <a:lnTo>
                  <a:pt x="3106848" y="562835"/>
                </a:lnTo>
                <a:lnTo>
                  <a:pt x="3106848" y="678786"/>
                </a:lnTo>
                <a:lnTo>
                  <a:pt x="2657475" y="678786"/>
                </a:lnTo>
                <a:close/>
                <a:moveTo>
                  <a:pt x="1819275" y="8957"/>
                </a:moveTo>
                <a:lnTo>
                  <a:pt x="1980014" y="8957"/>
                </a:lnTo>
                <a:lnTo>
                  <a:pt x="2161952" y="318511"/>
                </a:lnTo>
                <a:lnTo>
                  <a:pt x="2341303" y="8957"/>
                </a:lnTo>
                <a:lnTo>
                  <a:pt x="2496071" y="8957"/>
                </a:lnTo>
                <a:lnTo>
                  <a:pt x="2496071" y="678786"/>
                </a:lnTo>
                <a:lnTo>
                  <a:pt x="2358224" y="678786"/>
                </a:lnTo>
                <a:lnTo>
                  <a:pt x="2358224" y="190165"/>
                </a:lnTo>
                <a:lnTo>
                  <a:pt x="2200470" y="464799"/>
                </a:lnTo>
                <a:lnTo>
                  <a:pt x="2114378" y="464799"/>
                </a:lnTo>
                <a:lnTo>
                  <a:pt x="1953141" y="190947"/>
                </a:lnTo>
                <a:lnTo>
                  <a:pt x="1953141" y="678786"/>
                </a:lnTo>
                <a:lnTo>
                  <a:pt x="1819275" y="678786"/>
                </a:lnTo>
                <a:close/>
                <a:moveTo>
                  <a:pt x="1352857" y="8957"/>
                </a:moveTo>
                <a:lnTo>
                  <a:pt x="1499662" y="8957"/>
                </a:lnTo>
                <a:lnTo>
                  <a:pt x="1741019" y="678786"/>
                </a:lnTo>
                <a:lnTo>
                  <a:pt x="1595209" y="678786"/>
                </a:lnTo>
                <a:lnTo>
                  <a:pt x="1547436" y="531484"/>
                </a:lnTo>
                <a:lnTo>
                  <a:pt x="1305581" y="531484"/>
                </a:lnTo>
                <a:lnTo>
                  <a:pt x="1256314" y="678786"/>
                </a:lnTo>
                <a:lnTo>
                  <a:pt x="1111997" y="678786"/>
                </a:lnTo>
                <a:close/>
                <a:moveTo>
                  <a:pt x="542925" y="8957"/>
                </a:moveTo>
                <a:lnTo>
                  <a:pt x="818620" y="8957"/>
                </a:lnTo>
                <a:cubicBezTo>
                  <a:pt x="861749" y="8957"/>
                  <a:pt x="900234" y="15012"/>
                  <a:pt x="934073" y="27121"/>
                </a:cubicBezTo>
                <a:cubicBezTo>
                  <a:pt x="967913" y="39231"/>
                  <a:pt x="994703" y="58805"/>
                  <a:pt x="1014443" y="85843"/>
                </a:cubicBezTo>
                <a:cubicBezTo>
                  <a:pt x="1034183" y="112882"/>
                  <a:pt x="1044052" y="148795"/>
                  <a:pt x="1044052" y="193583"/>
                </a:cubicBezTo>
                <a:cubicBezTo>
                  <a:pt x="1044052" y="236049"/>
                  <a:pt x="1032690" y="272045"/>
                  <a:pt x="1009964" y="301572"/>
                </a:cubicBezTo>
                <a:cubicBezTo>
                  <a:pt x="987238" y="331099"/>
                  <a:pt x="952818" y="352166"/>
                  <a:pt x="906703" y="364773"/>
                </a:cubicBezTo>
                <a:cubicBezTo>
                  <a:pt x="934903" y="369086"/>
                  <a:pt x="957463" y="377629"/>
                  <a:pt x="974383" y="390401"/>
                </a:cubicBezTo>
                <a:cubicBezTo>
                  <a:pt x="991302" y="403174"/>
                  <a:pt x="1004987" y="420343"/>
                  <a:pt x="1015438" y="441908"/>
                </a:cubicBezTo>
                <a:cubicBezTo>
                  <a:pt x="1025889" y="463472"/>
                  <a:pt x="1035427" y="490013"/>
                  <a:pt x="1044052" y="521531"/>
                </a:cubicBezTo>
                <a:lnTo>
                  <a:pt x="1088343" y="678786"/>
                </a:lnTo>
                <a:lnTo>
                  <a:pt x="942035" y="678786"/>
                </a:lnTo>
                <a:lnTo>
                  <a:pt x="910684" y="549399"/>
                </a:lnTo>
                <a:cubicBezTo>
                  <a:pt x="904049" y="520204"/>
                  <a:pt x="896418" y="496317"/>
                  <a:pt x="887792" y="477738"/>
                </a:cubicBezTo>
                <a:cubicBezTo>
                  <a:pt x="879166" y="459159"/>
                  <a:pt x="867472" y="445308"/>
                  <a:pt x="852709" y="436185"/>
                </a:cubicBezTo>
                <a:cubicBezTo>
                  <a:pt x="837945" y="427061"/>
                  <a:pt x="817625" y="422500"/>
                  <a:pt x="791747" y="422500"/>
                </a:cubicBezTo>
                <a:lnTo>
                  <a:pt x="682763" y="422500"/>
                </a:lnTo>
                <a:lnTo>
                  <a:pt x="682763" y="678786"/>
                </a:lnTo>
                <a:lnTo>
                  <a:pt x="542925" y="678786"/>
                </a:lnTo>
                <a:close/>
                <a:moveTo>
                  <a:pt x="0" y="8957"/>
                </a:moveTo>
                <a:lnTo>
                  <a:pt x="437927" y="8957"/>
                </a:lnTo>
                <a:lnTo>
                  <a:pt x="437927" y="124909"/>
                </a:lnTo>
                <a:lnTo>
                  <a:pt x="139838" y="124909"/>
                </a:lnTo>
                <a:lnTo>
                  <a:pt x="139838" y="281666"/>
                </a:lnTo>
                <a:lnTo>
                  <a:pt x="407073" y="281666"/>
                </a:lnTo>
                <a:lnTo>
                  <a:pt x="407073" y="392641"/>
                </a:lnTo>
                <a:lnTo>
                  <a:pt x="139838" y="392641"/>
                </a:lnTo>
                <a:lnTo>
                  <a:pt x="139838" y="678786"/>
                </a:lnTo>
                <a:lnTo>
                  <a:pt x="0" y="678786"/>
                </a:lnTo>
                <a:close/>
                <a:moveTo>
                  <a:pt x="6458834" y="497"/>
                </a:moveTo>
                <a:cubicBezTo>
                  <a:pt x="6504616" y="497"/>
                  <a:pt x="6546668" y="7464"/>
                  <a:pt x="6584986" y="21398"/>
                </a:cubicBezTo>
                <a:cubicBezTo>
                  <a:pt x="6623304" y="35332"/>
                  <a:pt x="6653910" y="56565"/>
                  <a:pt x="6676802" y="85097"/>
                </a:cubicBezTo>
                <a:cubicBezTo>
                  <a:pt x="6699693" y="113628"/>
                  <a:pt x="6711139" y="149956"/>
                  <a:pt x="6711139" y="194081"/>
                </a:cubicBezTo>
                <a:lnTo>
                  <a:pt x="6567818" y="194081"/>
                </a:lnTo>
                <a:cubicBezTo>
                  <a:pt x="6568150" y="165549"/>
                  <a:pt x="6557533" y="144234"/>
                  <a:pt x="6535968" y="130134"/>
                </a:cubicBezTo>
                <a:cubicBezTo>
                  <a:pt x="6514404" y="116034"/>
                  <a:pt x="6488526" y="108984"/>
                  <a:pt x="6458336" y="108984"/>
                </a:cubicBezTo>
                <a:cubicBezTo>
                  <a:pt x="6428477" y="108984"/>
                  <a:pt x="6403761" y="114541"/>
                  <a:pt x="6384187" y="125655"/>
                </a:cubicBezTo>
                <a:cubicBezTo>
                  <a:pt x="6364613" y="136769"/>
                  <a:pt x="6354826" y="153938"/>
                  <a:pt x="6354826" y="177161"/>
                </a:cubicBezTo>
                <a:cubicBezTo>
                  <a:pt x="6354826" y="190431"/>
                  <a:pt x="6358973" y="202126"/>
                  <a:pt x="6367267" y="212245"/>
                </a:cubicBezTo>
                <a:cubicBezTo>
                  <a:pt x="6375561" y="222364"/>
                  <a:pt x="6390905" y="232234"/>
                  <a:pt x="6413299" y="241855"/>
                </a:cubicBezTo>
                <a:cubicBezTo>
                  <a:pt x="6435693" y="251476"/>
                  <a:pt x="6468123" y="262424"/>
                  <a:pt x="6510588" y="274699"/>
                </a:cubicBezTo>
                <a:cubicBezTo>
                  <a:pt x="6561348" y="289629"/>
                  <a:pt x="6602984" y="305304"/>
                  <a:pt x="6635497" y="321727"/>
                </a:cubicBezTo>
                <a:cubicBezTo>
                  <a:pt x="6668010" y="338149"/>
                  <a:pt x="6692146" y="359382"/>
                  <a:pt x="6707904" y="385425"/>
                </a:cubicBezTo>
                <a:cubicBezTo>
                  <a:pt x="6723663" y="411468"/>
                  <a:pt x="6731542" y="445723"/>
                  <a:pt x="6731542" y="488189"/>
                </a:cubicBezTo>
                <a:cubicBezTo>
                  <a:pt x="6731542" y="535631"/>
                  <a:pt x="6719931" y="573949"/>
                  <a:pt x="6696707" y="603144"/>
                </a:cubicBezTo>
                <a:cubicBezTo>
                  <a:pt x="6673484" y="632339"/>
                  <a:pt x="6641884" y="653738"/>
                  <a:pt x="6601906" y="667340"/>
                </a:cubicBezTo>
                <a:cubicBezTo>
                  <a:pt x="6561929" y="680943"/>
                  <a:pt x="6516726" y="687744"/>
                  <a:pt x="6466298" y="687744"/>
                </a:cubicBezTo>
                <a:cubicBezTo>
                  <a:pt x="6415538" y="687744"/>
                  <a:pt x="6369838" y="680528"/>
                  <a:pt x="6329197" y="666096"/>
                </a:cubicBezTo>
                <a:cubicBezTo>
                  <a:pt x="6288556" y="651665"/>
                  <a:pt x="6256292" y="628690"/>
                  <a:pt x="6232406" y="597173"/>
                </a:cubicBezTo>
                <a:cubicBezTo>
                  <a:pt x="6208518" y="565655"/>
                  <a:pt x="6196575" y="524517"/>
                  <a:pt x="6196575" y="473757"/>
                </a:cubicBezTo>
                <a:lnTo>
                  <a:pt x="6339896" y="473757"/>
                </a:lnTo>
                <a:cubicBezTo>
                  <a:pt x="6340560" y="499634"/>
                  <a:pt x="6346532" y="519955"/>
                  <a:pt x="6357812" y="534718"/>
                </a:cubicBezTo>
                <a:cubicBezTo>
                  <a:pt x="6369092" y="549482"/>
                  <a:pt x="6384270" y="560015"/>
                  <a:pt x="6403346" y="566319"/>
                </a:cubicBezTo>
                <a:cubicBezTo>
                  <a:pt x="6422422" y="572622"/>
                  <a:pt x="6444236" y="575774"/>
                  <a:pt x="6468786" y="575774"/>
                </a:cubicBezTo>
                <a:cubicBezTo>
                  <a:pt x="6492341" y="575774"/>
                  <a:pt x="6513076" y="572954"/>
                  <a:pt x="6530992" y="567314"/>
                </a:cubicBezTo>
                <a:cubicBezTo>
                  <a:pt x="6548907" y="561674"/>
                  <a:pt x="6562924" y="552965"/>
                  <a:pt x="6573042" y="541188"/>
                </a:cubicBezTo>
                <a:cubicBezTo>
                  <a:pt x="6583161" y="529410"/>
                  <a:pt x="6588221" y="514398"/>
                  <a:pt x="6588221" y="496151"/>
                </a:cubicBezTo>
                <a:cubicBezTo>
                  <a:pt x="6588221" y="478567"/>
                  <a:pt x="6583908" y="464053"/>
                  <a:pt x="6575282" y="452607"/>
                </a:cubicBezTo>
                <a:cubicBezTo>
                  <a:pt x="6566656" y="441161"/>
                  <a:pt x="6551395" y="430711"/>
                  <a:pt x="6529499" y="421255"/>
                </a:cubicBezTo>
                <a:cubicBezTo>
                  <a:pt x="6507602" y="411800"/>
                  <a:pt x="6476915" y="401598"/>
                  <a:pt x="6437434" y="390650"/>
                </a:cubicBezTo>
                <a:cubicBezTo>
                  <a:pt x="6391320" y="377380"/>
                  <a:pt x="6351426" y="362782"/>
                  <a:pt x="6317752" y="346858"/>
                </a:cubicBezTo>
                <a:cubicBezTo>
                  <a:pt x="6284077" y="330933"/>
                  <a:pt x="6258034" y="310364"/>
                  <a:pt x="6239621" y="285150"/>
                </a:cubicBezTo>
                <a:cubicBezTo>
                  <a:pt x="6221208" y="259936"/>
                  <a:pt x="6212002" y="227091"/>
                  <a:pt x="6212002" y="186616"/>
                </a:cubicBezTo>
                <a:cubicBezTo>
                  <a:pt x="6212002" y="143155"/>
                  <a:pt x="6222536" y="107740"/>
                  <a:pt x="6243602" y="80369"/>
                </a:cubicBezTo>
                <a:cubicBezTo>
                  <a:pt x="6264669" y="52999"/>
                  <a:pt x="6293782" y="32844"/>
                  <a:pt x="6330939" y="19905"/>
                </a:cubicBezTo>
                <a:cubicBezTo>
                  <a:pt x="6368096" y="6967"/>
                  <a:pt x="6410728" y="497"/>
                  <a:pt x="6458834" y="497"/>
                </a:cubicBezTo>
                <a:close/>
                <a:moveTo>
                  <a:pt x="4496126" y="0"/>
                </a:moveTo>
                <a:cubicBezTo>
                  <a:pt x="4566128" y="0"/>
                  <a:pt x="4625347" y="14183"/>
                  <a:pt x="4673784" y="42548"/>
                </a:cubicBezTo>
                <a:cubicBezTo>
                  <a:pt x="4722222" y="70914"/>
                  <a:pt x="4759048" y="110891"/>
                  <a:pt x="4784261" y="162480"/>
                </a:cubicBezTo>
                <a:cubicBezTo>
                  <a:pt x="4809476" y="214070"/>
                  <a:pt x="4822082" y="274699"/>
                  <a:pt x="4822082" y="344369"/>
                </a:cubicBezTo>
                <a:cubicBezTo>
                  <a:pt x="4822082" y="414040"/>
                  <a:pt x="4809476" y="474503"/>
                  <a:pt x="4784261" y="525761"/>
                </a:cubicBezTo>
                <a:cubicBezTo>
                  <a:pt x="4759047" y="577018"/>
                  <a:pt x="4722222" y="616830"/>
                  <a:pt x="4673784" y="645195"/>
                </a:cubicBezTo>
                <a:cubicBezTo>
                  <a:pt x="4625347" y="673561"/>
                  <a:pt x="4566128" y="687744"/>
                  <a:pt x="4496126" y="687744"/>
                </a:cubicBezTo>
                <a:cubicBezTo>
                  <a:pt x="4426123" y="687744"/>
                  <a:pt x="4366821" y="673561"/>
                  <a:pt x="4318218" y="645195"/>
                </a:cubicBezTo>
                <a:cubicBezTo>
                  <a:pt x="4269614" y="616830"/>
                  <a:pt x="4232706" y="577018"/>
                  <a:pt x="4207492" y="525761"/>
                </a:cubicBezTo>
                <a:cubicBezTo>
                  <a:pt x="4182278" y="474503"/>
                  <a:pt x="4169671" y="414040"/>
                  <a:pt x="4169671" y="344369"/>
                </a:cubicBezTo>
                <a:cubicBezTo>
                  <a:pt x="4169671" y="274699"/>
                  <a:pt x="4182278" y="214070"/>
                  <a:pt x="4207492" y="162480"/>
                </a:cubicBezTo>
                <a:cubicBezTo>
                  <a:pt x="4232706" y="110891"/>
                  <a:pt x="4269615" y="70914"/>
                  <a:pt x="4318218" y="42548"/>
                </a:cubicBezTo>
                <a:cubicBezTo>
                  <a:pt x="4366821" y="14183"/>
                  <a:pt x="4426124" y="0"/>
                  <a:pt x="4496126" y="0"/>
                </a:cubicBezTo>
                <a:close/>
              </a:path>
            </a:pathLst>
          </a:custGeom>
          <a:solidFill>
            <a:srgbClr val="FFFFFF">
              <a:alpha val="6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Tree>
    <p:extLst>
      <p:ext uri="{BB962C8B-B14F-4D97-AF65-F5344CB8AC3E}">
        <p14:creationId xmlns:p14="http://schemas.microsoft.com/office/powerpoint/2010/main" val="762929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4744-2C2D-96A8-B2BD-901FC6FFA394}"/>
              </a:ext>
            </a:extLst>
          </p:cNvPr>
          <p:cNvSpPr>
            <a:spLocks noGrp="1"/>
          </p:cNvSpPr>
          <p:nvPr>
            <p:ph type="ctrTitle"/>
          </p:nvPr>
        </p:nvSpPr>
        <p:spPr>
          <a:xfrm>
            <a:off x="430051" y="1722361"/>
            <a:ext cx="4276422" cy="1066818"/>
          </a:xfrm>
        </p:spPr>
        <p:txBody>
          <a:bodyPr>
            <a:normAutofit fontScale="90000"/>
          </a:bodyPr>
          <a:lstStyle/>
          <a:p>
            <a:r>
              <a:rPr lang="en-GB" b="1" i="1" dirty="0">
                <a:solidFill>
                  <a:srgbClr val="FFC6B1"/>
                </a:solidFill>
              </a:rPr>
              <a:t>Why Do We Need This?</a:t>
            </a:r>
            <a:endParaRPr lang="en-US" dirty="0">
              <a:solidFill>
                <a:srgbClr val="FFC6B1"/>
              </a:solidFill>
            </a:endParaRPr>
          </a:p>
        </p:txBody>
      </p:sp>
      <p:sp>
        <p:nvSpPr>
          <p:cNvPr id="3" name="Content Placeholder 2">
            <a:extLst>
              <a:ext uri="{FF2B5EF4-FFF2-40B4-BE49-F238E27FC236}">
                <a16:creationId xmlns:a16="http://schemas.microsoft.com/office/drawing/2014/main" id="{AB5FA7EC-B336-13BB-AB6B-6DEF3873CD2B}"/>
              </a:ext>
            </a:extLst>
          </p:cNvPr>
          <p:cNvSpPr>
            <a:spLocks noGrp="1"/>
          </p:cNvSpPr>
          <p:nvPr>
            <p:ph type="subTitle" idx="1"/>
          </p:nvPr>
        </p:nvSpPr>
        <p:spPr>
          <a:xfrm>
            <a:off x="4706473" y="800797"/>
            <a:ext cx="6867218" cy="3268024"/>
          </a:xfrm>
        </p:spPr>
        <p:txBody>
          <a:bodyPr vert="horz" lIns="0" tIns="0" rIns="0" bIns="0" rtlCol="0" anchor="t">
            <a:noAutofit/>
          </a:bodyPr>
          <a:lstStyle/>
          <a:p>
            <a:pPr marL="0" indent="0">
              <a:buNone/>
            </a:pPr>
            <a:r>
              <a:rPr lang="en-GB" b="1" dirty="0">
                <a:solidFill>
                  <a:srgbClr val="B2DCEA"/>
                </a:solidFill>
              </a:rPr>
              <a:t>1. Robustness: </a:t>
            </a:r>
            <a:r>
              <a:rPr lang="en-GB" sz="2000" dirty="0">
                <a:solidFill>
                  <a:schemeClr val="tx1"/>
                </a:solidFill>
              </a:rPr>
              <a:t>Ensures overall coordination of energy supply and demand, enhancing system reliability and energy security.</a:t>
            </a:r>
          </a:p>
          <a:p>
            <a:pPr marL="0" indent="0">
              <a:buNone/>
            </a:pPr>
            <a:r>
              <a:rPr lang="en-GB" b="1" dirty="0">
                <a:solidFill>
                  <a:srgbClr val="B2DCEA"/>
                </a:solidFill>
              </a:rPr>
              <a:t>2. Carbon Pricing Limitations: </a:t>
            </a:r>
            <a:r>
              <a:rPr lang="en-GB" sz="2000" dirty="0">
                <a:solidFill>
                  <a:schemeClr val="tx1"/>
                </a:solidFill>
              </a:rPr>
              <a:t>Carbon pricing alone is insufficient for scaling up renewables due to market volatility, which can deter long-term investments.</a:t>
            </a:r>
            <a:endParaRPr lang="en-GB" dirty="0">
              <a:solidFill>
                <a:schemeClr val="tx1"/>
              </a:solidFill>
            </a:endParaRPr>
          </a:p>
        </p:txBody>
      </p:sp>
      <p:sp>
        <p:nvSpPr>
          <p:cNvPr id="7" name="Text Placeholder 6">
            <a:extLst>
              <a:ext uri="{FF2B5EF4-FFF2-40B4-BE49-F238E27FC236}">
                <a16:creationId xmlns:a16="http://schemas.microsoft.com/office/drawing/2014/main" id="{5FB0019C-F6EB-1F94-654E-A92808C3181D}"/>
              </a:ext>
            </a:extLst>
          </p:cNvPr>
          <p:cNvSpPr>
            <a:spLocks noGrp="1"/>
          </p:cNvSpPr>
          <p:nvPr>
            <p:ph type="body" sz="quarter" idx="14"/>
          </p:nvPr>
        </p:nvSpPr>
        <p:spPr/>
        <p:txBody>
          <a:bodyPr/>
          <a:lstStyle/>
          <a:p>
            <a:endParaRPr lang="en-US"/>
          </a:p>
        </p:txBody>
      </p:sp>
      <p:pic>
        <p:nvPicPr>
          <p:cNvPr id="5" name="Picture 4" descr="A factory with smoke coming out of it&#10;&#10;Description automatically generated">
            <a:extLst>
              <a:ext uri="{FF2B5EF4-FFF2-40B4-BE49-F238E27FC236}">
                <a16:creationId xmlns:a16="http://schemas.microsoft.com/office/drawing/2014/main" id="{7C7BE35C-8F7A-6DFB-8BB3-35EB589DEAE9}"/>
              </a:ext>
            </a:extLst>
          </p:cNvPr>
          <p:cNvPicPr>
            <a:picLocks noChangeAspect="1"/>
          </p:cNvPicPr>
          <p:nvPr/>
        </p:nvPicPr>
        <p:blipFill rotWithShape="1">
          <a:blip r:embed="rId3"/>
          <a:srcRect t="61628"/>
          <a:stretch/>
        </p:blipFill>
        <p:spPr>
          <a:xfrm>
            <a:off x="0" y="4068821"/>
            <a:ext cx="12192000" cy="2931459"/>
          </a:xfrm>
          <a:prstGeom prst="rect">
            <a:avLst/>
          </a:prstGeom>
        </p:spPr>
      </p:pic>
    </p:spTree>
    <p:extLst>
      <p:ext uri="{BB962C8B-B14F-4D97-AF65-F5344CB8AC3E}">
        <p14:creationId xmlns:p14="http://schemas.microsoft.com/office/powerpoint/2010/main" val="1069270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factory with smoke coming out of it&#10;&#10;Description automatically generated">
            <a:extLst>
              <a:ext uri="{FF2B5EF4-FFF2-40B4-BE49-F238E27FC236}">
                <a16:creationId xmlns:a16="http://schemas.microsoft.com/office/drawing/2014/main" id="{E83FCC9C-16F3-7856-DED0-05A74D2D4708}"/>
              </a:ext>
            </a:extLst>
          </p:cNvPr>
          <p:cNvPicPr>
            <a:picLocks noChangeAspect="1"/>
          </p:cNvPicPr>
          <p:nvPr/>
        </p:nvPicPr>
        <p:blipFill rotWithShape="1">
          <a:blip r:embed="rId2"/>
          <a:srcRect b="10232"/>
          <a:stretch/>
        </p:blipFill>
        <p:spPr>
          <a:xfrm>
            <a:off x="0" y="0"/>
            <a:ext cx="12192000" cy="6858000"/>
          </a:xfrm>
          <a:prstGeom prst="rect">
            <a:avLst/>
          </a:prstGeom>
        </p:spPr>
      </p:pic>
      <p:sp>
        <p:nvSpPr>
          <p:cNvPr id="5" name="Freeform 4">
            <a:extLst>
              <a:ext uri="{FF2B5EF4-FFF2-40B4-BE49-F238E27FC236}">
                <a16:creationId xmlns:a16="http://schemas.microsoft.com/office/drawing/2014/main" id="{EC59727A-D8BF-B67F-192C-4C426EFADE01}"/>
              </a:ext>
            </a:extLst>
          </p:cNvPr>
          <p:cNvSpPr/>
          <p:nvPr/>
        </p:nvSpPr>
        <p:spPr>
          <a:xfrm>
            <a:off x="0" y="-9536855"/>
            <a:ext cx="12192000" cy="16397417"/>
          </a:xfrm>
          <a:custGeom>
            <a:avLst/>
            <a:gdLst/>
            <a:ahLst/>
            <a:cxnLst/>
            <a:rect l="l" t="t" r="r" b="b"/>
            <a:pathLst>
              <a:path w="12192000" h="6858000">
                <a:moveTo>
                  <a:pt x="6251178" y="3201859"/>
                </a:moveTo>
                <a:lnTo>
                  <a:pt x="6342261" y="3498325"/>
                </a:lnTo>
                <a:lnTo>
                  <a:pt x="6160095" y="3498325"/>
                </a:lnTo>
                <a:close/>
                <a:moveTo>
                  <a:pt x="2292351" y="3170903"/>
                </a:moveTo>
                <a:lnTo>
                  <a:pt x="2420342" y="3170903"/>
                </a:lnTo>
                <a:cubicBezTo>
                  <a:pt x="2449314" y="3170903"/>
                  <a:pt x="2473524" y="3178443"/>
                  <a:pt x="2492971" y="3193525"/>
                </a:cubicBezTo>
                <a:cubicBezTo>
                  <a:pt x="2512418" y="3208606"/>
                  <a:pt x="2522141" y="3232021"/>
                  <a:pt x="2522141" y="3263771"/>
                </a:cubicBezTo>
                <a:cubicBezTo>
                  <a:pt x="2522141" y="3285203"/>
                  <a:pt x="2517775" y="3303360"/>
                  <a:pt x="2509044" y="3318243"/>
                </a:cubicBezTo>
                <a:cubicBezTo>
                  <a:pt x="2500313" y="3333125"/>
                  <a:pt x="2487514" y="3344337"/>
                  <a:pt x="2470647" y="3351878"/>
                </a:cubicBezTo>
                <a:cubicBezTo>
                  <a:pt x="2453779" y="3359418"/>
                  <a:pt x="2433042" y="3363189"/>
                  <a:pt x="2408436" y="3363189"/>
                </a:cubicBezTo>
                <a:lnTo>
                  <a:pt x="2292351" y="3363189"/>
                </a:lnTo>
                <a:close/>
                <a:moveTo>
                  <a:pt x="8088908" y="3161973"/>
                </a:moveTo>
                <a:cubicBezTo>
                  <a:pt x="8136135" y="3161973"/>
                  <a:pt x="8174037" y="3173383"/>
                  <a:pt x="8202612" y="3196204"/>
                </a:cubicBezTo>
                <a:cubicBezTo>
                  <a:pt x="8231187" y="3219024"/>
                  <a:pt x="8252023" y="3249484"/>
                  <a:pt x="8265120" y="3287584"/>
                </a:cubicBezTo>
                <a:cubicBezTo>
                  <a:pt x="8278217" y="3325684"/>
                  <a:pt x="8284765" y="3367753"/>
                  <a:pt x="8284765" y="3413790"/>
                </a:cubicBezTo>
                <a:cubicBezTo>
                  <a:pt x="8284765" y="3459034"/>
                  <a:pt x="8278217" y="3500706"/>
                  <a:pt x="8265120" y="3538806"/>
                </a:cubicBezTo>
                <a:cubicBezTo>
                  <a:pt x="8252023" y="3576906"/>
                  <a:pt x="8231187" y="3607465"/>
                  <a:pt x="8202612" y="3630484"/>
                </a:cubicBezTo>
                <a:cubicBezTo>
                  <a:pt x="8174037" y="3653503"/>
                  <a:pt x="8136135" y="3665012"/>
                  <a:pt x="8088908" y="3665012"/>
                </a:cubicBezTo>
                <a:cubicBezTo>
                  <a:pt x="8041283" y="3665012"/>
                  <a:pt x="8003083" y="3653503"/>
                  <a:pt x="7974310" y="3630484"/>
                </a:cubicBezTo>
                <a:cubicBezTo>
                  <a:pt x="7945536" y="3607465"/>
                  <a:pt x="7924700" y="3576906"/>
                  <a:pt x="7911802" y="3538806"/>
                </a:cubicBezTo>
                <a:cubicBezTo>
                  <a:pt x="7898903" y="3500706"/>
                  <a:pt x="7892454" y="3459034"/>
                  <a:pt x="7892454" y="3413790"/>
                </a:cubicBezTo>
                <a:cubicBezTo>
                  <a:pt x="7892454" y="3367753"/>
                  <a:pt x="7898903" y="3325684"/>
                  <a:pt x="7911802" y="3287584"/>
                </a:cubicBezTo>
                <a:cubicBezTo>
                  <a:pt x="7924700" y="3249484"/>
                  <a:pt x="7945536" y="3219024"/>
                  <a:pt x="7974310" y="3196204"/>
                </a:cubicBezTo>
                <a:cubicBezTo>
                  <a:pt x="8003083" y="3173383"/>
                  <a:pt x="8041283" y="3161973"/>
                  <a:pt x="8088908" y="3161973"/>
                </a:cubicBezTo>
                <a:close/>
                <a:moveTo>
                  <a:pt x="8635404" y="3012550"/>
                </a:moveTo>
                <a:lnTo>
                  <a:pt x="8635404" y="3813840"/>
                </a:lnTo>
                <a:lnTo>
                  <a:pt x="8813998" y="3813840"/>
                </a:lnTo>
                <a:lnTo>
                  <a:pt x="8813998" y="3309015"/>
                </a:lnTo>
                <a:lnTo>
                  <a:pt x="9155112" y="3813840"/>
                </a:lnTo>
                <a:lnTo>
                  <a:pt x="9341445" y="3813840"/>
                </a:lnTo>
                <a:lnTo>
                  <a:pt x="9341445" y="3012550"/>
                </a:lnTo>
                <a:lnTo>
                  <a:pt x="9161065" y="3012550"/>
                </a:lnTo>
                <a:lnTo>
                  <a:pt x="9161065" y="3513207"/>
                </a:lnTo>
                <a:lnTo>
                  <a:pt x="8821142" y="3012550"/>
                </a:lnTo>
                <a:close/>
                <a:moveTo>
                  <a:pt x="7359054" y="3012550"/>
                </a:moveTo>
                <a:lnTo>
                  <a:pt x="7359054" y="3813840"/>
                </a:lnTo>
                <a:lnTo>
                  <a:pt x="7550150" y="3813840"/>
                </a:lnTo>
                <a:lnTo>
                  <a:pt x="7550150" y="3012550"/>
                </a:lnTo>
                <a:close/>
                <a:moveTo>
                  <a:pt x="6648847" y="3012550"/>
                </a:moveTo>
                <a:lnTo>
                  <a:pt x="6648847" y="3172093"/>
                </a:lnTo>
                <a:lnTo>
                  <a:pt x="6857801" y="3172093"/>
                </a:lnTo>
                <a:lnTo>
                  <a:pt x="6857801" y="3813840"/>
                </a:lnTo>
                <a:lnTo>
                  <a:pt x="7049492" y="3813840"/>
                </a:lnTo>
                <a:lnTo>
                  <a:pt x="7049492" y="3172093"/>
                </a:lnTo>
                <a:lnTo>
                  <a:pt x="7256661" y="3172093"/>
                </a:lnTo>
                <a:lnTo>
                  <a:pt x="7256661" y="3012550"/>
                </a:lnTo>
                <a:close/>
                <a:moveTo>
                  <a:pt x="6150570" y="3012550"/>
                </a:moveTo>
                <a:lnTo>
                  <a:pt x="5867201" y="3813840"/>
                </a:lnTo>
                <a:lnTo>
                  <a:pt x="6065440" y="3813840"/>
                </a:lnTo>
                <a:lnTo>
                  <a:pt x="6115447" y="3657273"/>
                </a:lnTo>
                <a:lnTo>
                  <a:pt x="6387504" y="3657273"/>
                </a:lnTo>
                <a:lnTo>
                  <a:pt x="6437511" y="3813840"/>
                </a:lnTo>
                <a:lnTo>
                  <a:pt x="6637536" y="3813840"/>
                </a:lnTo>
                <a:lnTo>
                  <a:pt x="6351190" y="3012550"/>
                </a:lnTo>
                <a:close/>
                <a:moveTo>
                  <a:pt x="5330229" y="3012550"/>
                </a:moveTo>
                <a:lnTo>
                  <a:pt x="5330229" y="3813840"/>
                </a:lnTo>
                <a:lnTo>
                  <a:pt x="5845175" y="3813840"/>
                </a:lnTo>
                <a:lnTo>
                  <a:pt x="5845175" y="3644771"/>
                </a:lnTo>
                <a:lnTo>
                  <a:pt x="5521325" y="3644771"/>
                </a:lnTo>
                <a:lnTo>
                  <a:pt x="5521325" y="3012550"/>
                </a:lnTo>
                <a:close/>
                <a:moveTo>
                  <a:pt x="4464050" y="3012550"/>
                </a:moveTo>
                <a:lnTo>
                  <a:pt x="4464050" y="3487014"/>
                </a:lnTo>
                <a:cubicBezTo>
                  <a:pt x="4464050" y="3562023"/>
                  <a:pt x="4476055" y="3624630"/>
                  <a:pt x="4500066" y="3674835"/>
                </a:cubicBezTo>
                <a:cubicBezTo>
                  <a:pt x="4524077" y="3725039"/>
                  <a:pt x="4561582" y="3762544"/>
                  <a:pt x="4612580" y="3787349"/>
                </a:cubicBezTo>
                <a:cubicBezTo>
                  <a:pt x="4663579" y="3812153"/>
                  <a:pt x="4729162" y="3824556"/>
                  <a:pt x="4809332" y="3824556"/>
                </a:cubicBezTo>
                <a:cubicBezTo>
                  <a:pt x="4889897" y="3824556"/>
                  <a:pt x="4955580" y="3812153"/>
                  <a:pt x="5006380" y="3787349"/>
                </a:cubicBezTo>
                <a:cubicBezTo>
                  <a:pt x="5057180" y="3762544"/>
                  <a:pt x="5094585" y="3725039"/>
                  <a:pt x="5118596" y="3674835"/>
                </a:cubicBezTo>
                <a:cubicBezTo>
                  <a:pt x="5142607" y="3624630"/>
                  <a:pt x="5154613" y="3562023"/>
                  <a:pt x="5154613" y="3487014"/>
                </a:cubicBezTo>
                <a:lnTo>
                  <a:pt x="5154613" y="3012550"/>
                </a:lnTo>
                <a:lnTo>
                  <a:pt x="4957564" y="3012550"/>
                </a:lnTo>
                <a:lnTo>
                  <a:pt x="4957564" y="3487014"/>
                </a:lnTo>
                <a:cubicBezTo>
                  <a:pt x="4957564" y="3545354"/>
                  <a:pt x="4946551" y="3589903"/>
                  <a:pt x="4924525" y="3620661"/>
                </a:cubicBezTo>
                <a:cubicBezTo>
                  <a:pt x="4902498" y="3651419"/>
                  <a:pt x="4864497" y="3666798"/>
                  <a:pt x="4810522" y="3666798"/>
                </a:cubicBezTo>
                <a:cubicBezTo>
                  <a:pt x="4756944" y="3666798"/>
                  <a:pt x="4718546" y="3651419"/>
                  <a:pt x="4695329" y="3620661"/>
                </a:cubicBezTo>
                <a:cubicBezTo>
                  <a:pt x="4672112" y="3589903"/>
                  <a:pt x="4660503" y="3545354"/>
                  <a:pt x="4660503" y="3487014"/>
                </a:cubicBezTo>
                <a:lnTo>
                  <a:pt x="4660503" y="3012550"/>
                </a:lnTo>
                <a:close/>
                <a:moveTo>
                  <a:pt x="2891830" y="3012550"/>
                </a:moveTo>
                <a:lnTo>
                  <a:pt x="2891830" y="3813840"/>
                </a:lnTo>
                <a:lnTo>
                  <a:pt x="3440113" y="3813840"/>
                </a:lnTo>
                <a:lnTo>
                  <a:pt x="3440113" y="3655487"/>
                </a:lnTo>
                <a:lnTo>
                  <a:pt x="3082925" y="3655487"/>
                </a:lnTo>
                <a:lnTo>
                  <a:pt x="3082925" y="3482251"/>
                </a:lnTo>
                <a:lnTo>
                  <a:pt x="3404394" y="3482251"/>
                </a:lnTo>
                <a:lnTo>
                  <a:pt x="3404394" y="3329851"/>
                </a:lnTo>
                <a:lnTo>
                  <a:pt x="3082925" y="3329851"/>
                </a:lnTo>
                <a:lnTo>
                  <a:pt x="3082925" y="3170903"/>
                </a:lnTo>
                <a:lnTo>
                  <a:pt x="3440113" y="3170903"/>
                </a:lnTo>
                <a:lnTo>
                  <a:pt x="3440113" y="3012550"/>
                </a:lnTo>
                <a:close/>
                <a:moveTo>
                  <a:pt x="2101255" y="3012550"/>
                </a:moveTo>
                <a:lnTo>
                  <a:pt x="2101255" y="3813840"/>
                </a:lnTo>
                <a:lnTo>
                  <a:pt x="2292351" y="3813840"/>
                </a:lnTo>
                <a:lnTo>
                  <a:pt x="2292351" y="3520351"/>
                </a:lnTo>
                <a:lnTo>
                  <a:pt x="2400102" y="3520351"/>
                </a:lnTo>
                <a:cubicBezTo>
                  <a:pt x="2431058" y="3520351"/>
                  <a:pt x="2455168" y="3525510"/>
                  <a:pt x="2472433" y="3535829"/>
                </a:cubicBezTo>
                <a:cubicBezTo>
                  <a:pt x="2489697" y="3546148"/>
                  <a:pt x="2503388" y="3562321"/>
                  <a:pt x="2513509" y="3584347"/>
                </a:cubicBezTo>
                <a:cubicBezTo>
                  <a:pt x="2523629" y="3606374"/>
                  <a:pt x="2532857" y="3635246"/>
                  <a:pt x="2541191" y="3670965"/>
                </a:cubicBezTo>
                <a:lnTo>
                  <a:pt x="2575124" y="3813840"/>
                </a:lnTo>
                <a:lnTo>
                  <a:pt x="2775744" y="3813840"/>
                </a:lnTo>
                <a:lnTo>
                  <a:pt x="2722761" y="3631079"/>
                </a:lnTo>
                <a:cubicBezTo>
                  <a:pt x="2712442" y="3592979"/>
                  <a:pt x="2701132" y="3560932"/>
                  <a:pt x="2688828" y="3534936"/>
                </a:cubicBezTo>
                <a:cubicBezTo>
                  <a:pt x="2676525" y="3508941"/>
                  <a:pt x="2660055" y="3488403"/>
                  <a:pt x="2639418" y="3473321"/>
                </a:cubicBezTo>
                <a:cubicBezTo>
                  <a:pt x="2618780" y="3458240"/>
                  <a:pt x="2590800" y="3447921"/>
                  <a:pt x="2555479" y="3442365"/>
                </a:cubicBezTo>
                <a:cubicBezTo>
                  <a:pt x="2611041" y="3426490"/>
                  <a:pt x="2652217" y="3400892"/>
                  <a:pt x="2679006" y="3365570"/>
                </a:cubicBezTo>
                <a:cubicBezTo>
                  <a:pt x="2705795" y="3330248"/>
                  <a:pt x="2719189" y="3287385"/>
                  <a:pt x="2719189" y="3236982"/>
                </a:cubicBezTo>
                <a:cubicBezTo>
                  <a:pt x="2719189" y="3181420"/>
                  <a:pt x="2707184" y="3137267"/>
                  <a:pt x="2683173" y="3104525"/>
                </a:cubicBezTo>
                <a:cubicBezTo>
                  <a:pt x="2659162" y="3071783"/>
                  <a:pt x="2626320" y="3048268"/>
                  <a:pt x="2584649" y="3033981"/>
                </a:cubicBezTo>
                <a:cubicBezTo>
                  <a:pt x="2542977" y="3019693"/>
                  <a:pt x="2495352" y="3012550"/>
                  <a:pt x="2441774" y="3012550"/>
                </a:cubicBezTo>
                <a:close/>
                <a:moveTo>
                  <a:pt x="9796859" y="3003025"/>
                </a:moveTo>
                <a:cubicBezTo>
                  <a:pt x="9738518" y="3003025"/>
                  <a:pt x="9686330" y="3010565"/>
                  <a:pt x="9640292" y="3025646"/>
                </a:cubicBezTo>
                <a:cubicBezTo>
                  <a:pt x="9594254" y="3040728"/>
                  <a:pt x="9557742" y="3064937"/>
                  <a:pt x="9530754" y="3098275"/>
                </a:cubicBezTo>
                <a:cubicBezTo>
                  <a:pt x="9503767" y="3131612"/>
                  <a:pt x="9490273" y="3175467"/>
                  <a:pt x="9490273" y="3229839"/>
                </a:cubicBezTo>
                <a:cubicBezTo>
                  <a:pt x="9490273" y="3280639"/>
                  <a:pt x="9501981" y="3321517"/>
                  <a:pt x="9525396" y="3352473"/>
                </a:cubicBezTo>
                <a:cubicBezTo>
                  <a:pt x="9548812" y="3383429"/>
                  <a:pt x="9580959" y="3408532"/>
                  <a:pt x="9621838" y="3427780"/>
                </a:cubicBezTo>
                <a:cubicBezTo>
                  <a:pt x="9662715" y="3447028"/>
                  <a:pt x="9709745" y="3464392"/>
                  <a:pt x="9762926" y="3479870"/>
                </a:cubicBezTo>
                <a:cubicBezTo>
                  <a:pt x="9808567" y="3493364"/>
                  <a:pt x="9843591" y="3505270"/>
                  <a:pt x="9867999" y="3515589"/>
                </a:cubicBezTo>
                <a:cubicBezTo>
                  <a:pt x="9892407" y="3525907"/>
                  <a:pt x="9909274" y="3537020"/>
                  <a:pt x="9918600" y="3548926"/>
                </a:cubicBezTo>
                <a:cubicBezTo>
                  <a:pt x="9927927" y="3560832"/>
                  <a:pt x="9932590" y="3576112"/>
                  <a:pt x="9932590" y="3594765"/>
                </a:cubicBezTo>
                <a:cubicBezTo>
                  <a:pt x="9932590" y="3612228"/>
                  <a:pt x="9927530" y="3626714"/>
                  <a:pt x="9917410" y="3638223"/>
                </a:cubicBezTo>
                <a:cubicBezTo>
                  <a:pt x="9907289" y="3649732"/>
                  <a:pt x="9892804" y="3658265"/>
                  <a:pt x="9873952" y="3663821"/>
                </a:cubicBezTo>
                <a:cubicBezTo>
                  <a:pt x="9855101" y="3669378"/>
                  <a:pt x="9832578" y="3672156"/>
                  <a:pt x="9806384" y="3672156"/>
                </a:cubicBezTo>
                <a:cubicBezTo>
                  <a:pt x="9780190" y="3672156"/>
                  <a:pt x="9757172" y="3668882"/>
                  <a:pt x="9737328" y="3662333"/>
                </a:cubicBezTo>
                <a:cubicBezTo>
                  <a:pt x="9717484" y="3655785"/>
                  <a:pt x="9701808" y="3644871"/>
                  <a:pt x="9690298" y="3629591"/>
                </a:cubicBezTo>
                <a:cubicBezTo>
                  <a:pt x="9678789" y="3614311"/>
                  <a:pt x="9672240" y="3593773"/>
                  <a:pt x="9670653" y="3567976"/>
                </a:cubicBezTo>
                <a:lnTo>
                  <a:pt x="9474200" y="3567976"/>
                </a:lnTo>
                <a:cubicBezTo>
                  <a:pt x="9474200" y="3629095"/>
                  <a:pt x="9488785" y="3678506"/>
                  <a:pt x="9517955" y="3716209"/>
                </a:cubicBezTo>
                <a:cubicBezTo>
                  <a:pt x="9547125" y="3753912"/>
                  <a:pt x="9586515" y="3781396"/>
                  <a:pt x="9636125" y="3798660"/>
                </a:cubicBezTo>
                <a:cubicBezTo>
                  <a:pt x="9685734" y="3815924"/>
                  <a:pt x="9741694" y="3824556"/>
                  <a:pt x="9804003" y="3824556"/>
                </a:cubicBezTo>
                <a:cubicBezTo>
                  <a:pt x="9865915" y="3824556"/>
                  <a:pt x="9921478" y="3816618"/>
                  <a:pt x="9970690" y="3800743"/>
                </a:cubicBezTo>
                <a:cubicBezTo>
                  <a:pt x="10019903" y="3784868"/>
                  <a:pt x="10058796" y="3759171"/>
                  <a:pt x="10087371" y="3723650"/>
                </a:cubicBezTo>
                <a:cubicBezTo>
                  <a:pt x="10115946" y="3688130"/>
                  <a:pt x="10130234" y="3641200"/>
                  <a:pt x="10130234" y="3582859"/>
                </a:cubicBezTo>
                <a:cubicBezTo>
                  <a:pt x="10130234" y="3530868"/>
                  <a:pt x="10120709" y="3489097"/>
                  <a:pt x="10101659" y="3457546"/>
                </a:cubicBezTo>
                <a:cubicBezTo>
                  <a:pt x="10082609" y="3425994"/>
                  <a:pt x="10053538" y="3400197"/>
                  <a:pt x="10014446" y="3380155"/>
                </a:cubicBezTo>
                <a:cubicBezTo>
                  <a:pt x="9975354" y="3360113"/>
                  <a:pt x="9925645" y="3340964"/>
                  <a:pt x="9865320" y="3322708"/>
                </a:cubicBezTo>
                <a:cubicBezTo>
                  <a:pt x="9816108" y="3307626"/>
                  <a:pt x="9778702" y="3294529"/>
                  <a:pt x="9753103" y="3283417"/>
                </a:cubicBezTo>
                <a:cubicBezTo>
                  <a:pt x="9727505" y="3272304"/>
                  <a:pt x="9710142" y="3261489"/>
                  <a:pt x="9701014" y="3250972"/>
                </a:cubicBezTo>
                <a:cubicBezTo>
                  <a:pt x="9691886" y="3240455"/>
                  <a:pt x="9687322" y="3228648"/>
                  <a:pt x="9687322" y="3215551"/>
                </a:cubicBezTo>
                <a:cubicBezTo>
                  <a:pt x="9687322" y="3192136"/>
                  <a:pt x="9698136" y="3175367"/>
                  <a:pt x="9719766" y="3165247"/>
                </a:cubicBezTo>
                <a:cubicBezTo>
                  <a:pt x="9741396" y="3155127"/>
                  <a:pt x="9766697" y="3150067"/>
                  <a:pt x="9795668" y="3150067"/>
                </a:cubicBezTo>
                <a:cubicBezTo>
                  <a:pt x="9826624" y="3150067"/>
                  <a:pt x="9853414" y="3157111"/>
                  <a:pt x="9876035" y="3171200"/>
                </a:cubicBezTo>
                <a:cubicBezTo>
                  <a:pt x="9898657" y="3185289"/>
                  <a:pt x="9909968" y="3207217"/>
                  <a:pt x="9909968" y="3236982"/>
                </a:cubicBezTo>
                <a:lnTo>
                  <a:pt x="10106421" y="3236982"/>
                </a:lnTo>
                <a:cubicBezTo>
                  <a:pt x="10106421" y="3183007"/>
                  <a:pt x="10092432" y="3138756"/>
                  <a:pt x="10064452" y="3104228"/>
                </a:cubicBezTo>
                <a:cubicBezTo>
                  <a:pt x="10036472" y="3069700"/>
                  <a:pt x="9998967" y="3044200"/>
                  <a:pt x="9951938" y="3027730"/>
                </a:cubicBezTo>
                <a:cubicBezTo>
                  <a:pt x="9904908" y="3011260"/>
                  <a:pt x="9853215" y="3003025"/>
                  <a:pt x="9796859" y="3003025"/>
                </a:cubicBezTo>
                <a:close/>
                <a:moveTo>
                  <a:pt x="8088908" y="3001834"/>
                </a:moveTo>
                <a:cubicBezTo>
                  <a:pt x="8005167" y="3001834"/>
                  <a:pt x="7933927" y="3018602"/>
                  <a:pt x="7875190" y="3052138"/>
                </a:cubicBezTo>
                <a:cubicBezTo>
                  <a:pt x="7816453" y="3085674"/>
                  <a:pt x="7771804" y="3133200"/>
                  <a:pt x="7741245" y="3194715"/>
                </a:cubicBezTo>
                <a:cubicBezTo>
                  <a:pt x="7710685" y="3256231"/>
                  <a:pt x="7695406" y="3329256"/>
                  <a:pt x="7695406" y="3413790"/>
                </a:cubicBezTo>
                <a:cubicBezTo>
                  <a:pt x="7695406" y="3497928"/>
                  <a:pt x="7710685" y="3570655"/>
                  <a:pt x="7741245" y="3631972"/>
                </a:cubicBezTo>
                <a:cubicBezTo>
                  <a:pt x="7771804" y="3693289"/>
                  <a:pt x="7816453" y="3740716"/>
                  <a:pt x="7875190" y="3774252"/>
                </a:cubicBezTo>
                <a:cubicBezTo>
                  <a:pt x="7933927" y="3807788"/>
                  <a:pt x="8005167" y="3824556"/>
                  <a:pt x="8088908" y="3824556"/>
                </a:cubicBezTo>
                <a:cubicBezTo>
                  <a:pt x="8172648" y="3824556"/>
                  <a:pt x="8243788" y="3807788"/>
                  <a:pt x="8302327" y="3774252"/>
                </a:cubicBezTo>
                <a:cubicBezTo>
                  <a:pt x="8360866" y="3740716"/>
                  <a:pt x="8405414" y="3693289"/>
                  <a:pt x="8435974" y="3631972"/>
                </a:cubicBezTo>
                <a:cubicBezTo>
                  <a:pt x="8466534" y="3570655"/>
                  <a:pt x="8481814" y="3497928"/>
                  <a:pt x="8481814" y="3413790"/>
                </a:cubicBezTo>
                <a:cubicBezTo>
                  <a:pt x="8481814" y="3329256"/>
                  <a:pt x="8466534" y="3256231"/>
                  <a:pt x="8435974" y="3194715"/>
                </a:cubicBezTo>
                <a:cubicBezTo>
                  <a:pt x="8405414" y="3133200"/>
                  <a:pt x="8360866" y="3085674"/>
                  <a:pt x="8302327" y="3052138"/>
                </a:cubicBezTo>
                <a:cubicBezTo>
                  <a:pt x="8243788" y="3018602"/>
                  <a:pt x="8172648" y="3001834"/>
                  <a:pt x="8088908" y="3001834"/>
                </a:cubicBezTo>
                <a:close/>
                <a:moveTo>
                  <a:pt x="3959225" y="3001834"/>
                </a:moveTo>
                <a:cubicBezTo>
                  <a:pt x="3877866" y="3001834"/>
                  <a:pt x="3807421" y="3018701"/>
                  <a:pt x="3747889" y="3052435"/>
                </a:cubicBezTo>
                <a:cubicBezTo>
                  <a:pt x="3688358" y="3086170"/>
                  <a:pt x="3642420" y="3133894"/>
                  <a:pt x="3610075" y="3195608"/>
                </a:cubicBezTo>
                <a:cubicBezTo>
                  <a:pt x="3577729" y="3257322"/>
                  <a:pt x="3561556" y="3330050"/>
                  <a:pt x="3561556" y="3413790"/>
                </a:cubicBezTo>
                <a:cubicBezTo>
                  <a:pt x="3561556" y="3497134"/>
                  <a:pt x="3577729" y="3569564"/>
                  <a:pt x="3610075" y="3631079"/>
                </a:cubicBezTo>
                <a:cubicBezTo>
                  <a:pt x="3642420" y="3692595"/>
                  <a:pt x="3688358" y="3740220"/>
                  <a:pt x="3747889" y="3773954"/>
                </a:cubicBezTo>
                <a:cubicBezTo>
                  <a:pt x="3807421" y="3807689"/>
                  <a:pt x="3877866" y="3824556"/>
                  <a:pt x="3959225" y="3824556"/>
                </a:cubicBezTo>
                <a:cubicBezTo>
                  <a:pt x="4037410" y="3824556"/>
                  <a:pt x="4103787" y="3809772"/>
                  <a:pt x="4158357" y="3780205"/>
                </a:cubicBezTo>
                <a:cubicBezTo>
                  <a:pt x="4212928" y="3750638"/>
                  <a:pt x="4254599" y="3709462"/>
                  <a:pt x="4283373" y="3656678"/>
                </a:cubicBezTo>
                <a:cubicBezTo>
                  <a:pt x="4312146" y="3603893"/>
                  <a:pt x="4326533" y="3542775"/>
                  <a:pt x="4326533" y="3473321"/>
                </a:cubicBezTo>
                <a:lnTo>
                  <a:pt x="4326533" y="3384025"/>
                </a:lnTo>
                <a:lnTo>
                  <a:pt x="3961011" y="3384025"/>
                </a:lnTo>
                <a:lnTo>
                  <a:pt x="3961011" y="3535829"/>
                </a:lnTo>
                <a:lnTo>
                  <a:pt x="4133057" y="3535829"/>
                </a:lnTo>
                <a:cubicBezTo>
                  <a:pt x="4129881" y="3561626"/>
                  <a:pt x="4120853" y="3584248"/>
                  <a:pt x="4105970" y="3603695"/>
                </a:cubicBezTo>
                <a:cubicBezTo>
                  <a:pt x="4091087" y="3623142"/>
                  <a:pt x="4071243" y="3638322"/>
                  <a:pt x="4046438" y="3649236"/>
                </a:cubicBezTo>
                <a:cubicBezTo>
                  <a:pt x="4021634" y="3660150"/>
                  <a:pt x="3992563" y="3665607"/>
                  <a:pt x="3959225" y="3665607"/>
                </a:cubicBezTo>
                <a:cubicBezTo>
                  <a:pt x="3910409" y="3665607"/>
                  <a:pt x="3871317" y="3653900"/>
                  <a:pt x="3841949" y="3630484"/>
                </a:cubicBezTo>
                <a:cubicBezTo>
                  <a:pt x="3812580" y="3607068"/>
                  <a:pt x="3791248" y="3576112"/>
                  <a:pt x="3777952" y="3537615"/>
                </a:cubicBezTo>
                <a:cubicBezTo>
                  <a:pt x="3764657" y="3499118"/>
                  <a:pt x="3758009" y="3457843"/>
                  <a:pt x="3758009" y="3413790"/>
                </a:cubicBezTo>
                <a:cubicBezTo>
                  <a:pt x="3758009" y="3369340"/>
                  <a:pt x="3764558" y="3328065"/>
                  <a:pt x="3777655" y="3289965"/>
                </a:cubicBezTo>
                <a:cubicBezTo>
                  <a:pt x="3790752" y="3251865"/>
                  <a:pt x="3811687" y="3221008"/>
                  <a:pt x="3840460" y="3197394"/>
                </a:cubicBezTo>
                <a:cubicBezTo>
                  <a:pt x="3869234" y="3173780"/>
                  <a:pt x="3907433" y="3161973"/>
                  <a:pt x="3955058" y="3161973"/>
                </a:cubicBezTo>
                <a:cubicBezTo>
                  <a:pt x="3988395" y="3161973"/>
                  <a:pt x="4016871" y="3166934"/>
                  <a:pt x="4040486" y="3176856"/>
                </a:cubicBezTo>
                <a:cubicBezTo>
                  <a:pt x="4064100" y="3186778"/>
                  <a:pt x="4082752" y="3200768"/>
                  <a:pt x="4096445" y="3218825"/>
                </a:cubicBezTo>
                <a:cubicBezTo>
                  <a:pt x="4110137" y="3236883"/>
                  <a:pt x="4118372" y="3258215"/>
                  <a:pt x="4121150" y="3282821"/>
                </a:cubicBezTo>
                <a:lnTo>
                  <a:pt x="4318199" y="3282821"/>
                </a:lnTo>
                <a:cubicBezTo>
                  <a:pt x="4313436" y="3234006"/>
                  <a:pt x="4299942" y="3191838"/>
                  <a:pt x="4277718" y="3156318"/>
                </a:cubicBezTo>
                <a:cubicBezTo>
                  <a:pt x="4255492" y="3120797"/>
                  <a:pt x="4227413" y="3091627"/>
                  <a:pt x="4193481" y="3068807"/>
                </a:cubicBezTo>
                <a:cubicBezTo>
                  <a:pt x="4159548" y="3045986"/>
                  <a:pt x="4122341" y="3029119"/>
                  <a:pt x="4081860" y="3018205"/>
                </a:cubicBezTo>
                <a:cubicBezTo>
                  <a:pt x="4041379" y="3007291"/>
                  <a:pt x="4000500" y="3001834"/>
                  <a:pt x="3959225" y="3001834"/>
                </a:cubicBezTo>
                <a:close/>
                <a:moveTo>
                  <a:pt x="0" y="0"/>
                </a:moveTo>
                <a:lnTo>
                  <a:pt x="12192000" y="0"/>
                </a:lnTo>
                <a:lnTo>
                  <a:pt x="12192000" y="6858000"/>
                </a:lnTo>
                <a:lnTo>
                  <a:pt x="0" y="6858000"/>
                </a:lnTo>
                <a:close/>
              </a:path>
            </a:pathLst>
          </a:custGeom>
          <a:solidFill>
            <a:srgbClr val="FFFFFF">
              <a:alpha val="596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ectangle 1">
            <a:extLst>
              <a:ext uri="{FF2B5EF4-FFF2-40B4-BE49-F238E27FC236}">
                <a16:creationId xmlns:a16="http://schemas.microsoft.com/office/drawing/2014/main" id="{B931D56E-217E-D807-4734-954F9F703018}"/>
              </a:ext>
            </a:extLst>
          </p:cNvPr>
          <p:cNvSpPr/>
          <p:nvPr/>
        </p:nvSpPr>
        <p:spPr>
          <a:xfrm>
            <a:off x="522602" y="1424143"/>
            <a:ext cx="5198290" cy="403340"/>
          </a:xfrm>
          <a:prstGeom prst="rect">
            <a:avLst/>
          </a:prstGeom>
          <a:solidFill>
            <a:srgbClr val="012903"/>
          </a:solidFill>
          <a:ln>
            <a:solidFill>
              <a:srgbClr val="0129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764FBE5-22AD-5A76-07CA-27B60148168B}"/>
              </a:ext>
            </a:extLst>
          </p:cNvPr>
          <p:cNvSpPr/>
          <p:nvPr/>
        </p:nvSpPr>
        <p:spPr>
          <a:xfrm>
            <a:off x="500144" y="4983967"/>
            <a:ext cx="5198291" cy="1514799"/>
          </a:xfrm>
          <a:prstGeom prst="rect">
            <a:avLst/>
          </a:prstGeom>
          <a:solidFill>
            <a:srgbClr val="025353">
              <a:alpha val="7333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6F26840-44FB-BC86-8C99-7AA0A96A129E}"/>
              </a:ext>
            </a:extLst>
          </p:cNvPr>
          <p:cNvSpPr/>
          <p:nvPr/>
        </p:nvSpPr>
        <p:spPr>
          <a:xfrm>
            <a:off x="6397359" y="3251622"/>
            <a:ext cx="5198290" cy="1459163"/>
          </a:xfrm>
          <a:prstGeom prst="rect">
            <a:avLst/>
          </a:prstGeom>
          <a:solidFill>
            <a:srgbClr val="B2DCEA">
              <a:alpha val="7529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8E9C061-7316-7264-72AB-94D33138E640}"/>
              </a:ext>
            </a:extLst>
          </p:cNvPr>
          <p:cNvSpPr/>
          <p:nvPr/>
        </p:nvSpPr>
        <p:spPr>
          <a:xfrm>
            <a:off x="532667" y="1778144"/>
            <a:ext cx="5188225" cy="2657545"/>
          </a:xfrm>
          <a:prstGeom prst="rect">
            <a:avLst/>
          </a:prstGeom>
          <a:solidFill>
            <a:srgbClr val="012903">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BFFDF9A-3046-9AEB-1334-DFFA36E63251}"/>
              </a:ext>
            </a:extLst>
          </p:cNvPr>
          <p:cNvSpPr/>
          <p:nvPr/>
        </p:nvSpPr>
        <p:spPr>
          <a:xfrm>
            <a:off x="6397359" y="5039603"/>
            <a:ext cx="5198290" cy="1459163"/>
          </a:xfrm>
          <a:prstGeom prst="rect">
            <a:avLst/>
          </a:prstGeom>
          <a:solidFill>
            <a:srgbClr val="6283A6">
              <a:alpha val="7686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a:extLst>
              <a:ext uri="{FF2B5EF4-FFF2-40B4-BE49-F238E27FC236}">
                <a16:creationId xmlns:a16="http://schemas.microsoft.com/office/drawing/2014/main" id="{4FDC8970-C940-1DB1-9709-468D32DF0CBA}"/>
              </a:ext>
            </a:extLst>
          </p:cNvPr>
          <p:cNvSpPr txBox="1">
            <a:spLocks/>
          </p:cNvSpPr>
          <p:nvPr/>
        </p:nvSpPr>
        <p:spPr>
          <a:xfrm>
            <a:off x="728010" y="1833494"/>
            <a:ext cx="4883433" cy="2421565"/>
          </a:xfrm>
          <a:prstGeom prst="rect">
            <a:avLst/>
          </a:prstGeom>
        </p:spPr>
        <p:txBody>
          <a:bodyPr vert="horz" lIns="0" tIns="0" rIns="0" bIns="0" rtlCol="0" anchor="t">
            <a:noAutofit/>
          </a:bodyPr>
          <a:lstStyle>
            <a:lvl1pPr marL="228600" indent="-228600" algn="l" defTabSz="914400" rtl="0" eaLnBrk="1" latinLnBrk="0" hangingPunct="1">
              <a:lnSpc>
                <a:spcPct val="150000"/>
              </a:lnSpc>
              <a:spcBef>
                <a:spcPts val="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Tx/>
            </a:pPr>
            <a:r>
              <a:rPr lang="en-GB" sz="1800" b="1" dirty="0">
                <a:solidFill>
                  <a:schemeClr val="tx1"/>
                </a:solidFill>
                <a:latin typeface="Aptos Light"/>
              </a:rPr>
              <a:t>Renewable Portfolio Standards (RPS): Mandate a minimum percentage of electricity from renewable sources.</a:t>
            </a:r>
          </a:p>
          <a:p>
            <a:pPr>
              <a:buClrTx/>
            </a:pPr>
            <a:r>
              <a:rPr lang="en-GB" sz="1800" b="1" dirty="0">
                <a:solidFill>
                  <a:schemeClr val="tx1"/>
                </a:solidFill>
                <a:latin typeface="Aptos Light"/>
              </a:rPr>
              <a:t>Clean Energy Standards (CES): Broaden RPS to include other low-carbon energy sources beyond renewables.</a:t>
            </a:r>
          </a:p>
          <a:p>
            <a:pPr marL="0" indent="0" algn="ctr">
              <a:lnSpc>
                <a:spcPct val="100000"/>
              </a:lnSpc>
              <a:buClrTx/>
              <a:buNone/>
            </a:pPr>
            <a:endParaRPr lang="en-GB" sz="1600" b="1" dirty="0">
              <a:solidFill>
                <a:schemeClr val="tx1"/>
              </a:solidFill>
            </a:endParaRPr>
          </a:p>
          <a:p>
            <a:pPr marL="0" indent="0">
              <a:buClrTx/>
              <a:buNone/>
            </a:pPr>
            <a:endParaRPr lang="en-GB" sz="1400" dirty="0"/>
          </a:p>
        </p:txBody>
      </p:sp>
      <p:sp>
        <p:nvSpPr>
          <p:cNvPr id="10" name="TextBox 9">
            <a:extLst>
              <a:ext uri="{FF2B5EF4-FFF2-40B4-BE49-F238E27FC236}">
                <a16:creationId xmlns:a16="http://schemas.microsoft.com/office/drawing/2014/main" id="{9F8FC9B4-9C7C-AEFF-AA89-C14B3D260A84}"/>
              </a:ext>
            </a:extLst>
          </p:cNvPr>
          <p:cNvSpPr txBox="1"/>
          <p:nvPr/>
        </p:nvSpPr>
        <p:spPr>
          <a:xfrm>
            <a:off x="522602" y="1437706"/>
            <a:ext cx="5208358" cy="369332"/>
          </a:xfrm>
          <a:prstGeom prst="rect">
            <a:avLst/>
          </a:prstGeom>
          <a:noFill/>
        </p:spPr>
        <p:txBody>
          <a:bodyPr wrap="square">
            <a:spAutoFit/>
          </a:bodyPr>
          <a:lstStyle/>
          <a:p>
            <a:pPr marL="0" indent="0" algn="ctr">
              <a:buClrTx/>
              <a:buNone/>
            </a:pPr>
            <a:r>
              <a:rPr lang="en-GB" sz="1800" b="1" dirty="0">
                <a:solidFill>
                  <a:srgbClr val="B2DCEA"/>
                </a:solidFill>
                <a:latin typeface="Aptos" panose="020B0004020202020204" pitchFamily="34" charset="0"/>
              </a:rPr>
              <a:t>Renewable Energy Standards</a:t>
            </a:r>
          </a:p>
        </p:txBody>
      </p:sp>
      <p:sp>
        <p:nvSpPr>
          <p:cNvPr id="13" name="Rectangle 12">
            <a:extLst>
              <a:ext uri="{FF2B5EF4-FFF2-40B4-BE49-F238E27FC236}">
                <a16:creationId xmlns:a16="http://schemas.microsoft.com/office/drawing/2014/main" id="{72D86D30-10D6-8DCB-528D-7D0857F148FF}"/>
              </a:ext>
            </a:extLst>
          </p:cNvPr>
          <p:cNvSpPr/>
          <p:nvPr/>
        </p:nvSpPr>
        <p:spPr>
          <a:xfrm>
            <a:off x="6397360" y="5015649"/>
            <a:ext cx="5198290" cy="326322"/>
          </a:xfrm>
          <a:prstGeom prst="rect">
            <a:avLst/>
          </a:prstGeom>
          <a:solidFill>
            <a:srgbClr val="ECF4D6"/>
          </a:solidFill>
          <a:ln>
            <a:solidFill>
              <a:srgbClr val="ECF4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ontent Placeholder 2">
            <a:extLst>
              <a:ext uri="{FF2B5EF4-FFF2-40B4-BE49-F238E27FC236}">
                <a16:creationId xmlns:a16="http://schemas.microsoft.com/office/drawing/2014/main" id="{C9BC4E54-6ACE-5E22-274E-CC46530192F4}"/>
              </a:ext>
            </a:extLst>
          </p:cNvPr>
          <p:cNvSpPr txBox="1">
            <a:spLocks/>
          </p:cNvSpPr>
          <p:nvPr/>
        </p:nvSpPr>
        <p:spPr>
          <a:xfrm>
            <a:off x="678319" y="5098267"/>
            <a:ext cx="4982813" cy="1272946"/>
          </a:xfrm>
          <a:prstGeom prst="rect">
            <a:avLst/>
          </a:prstGeom>
        </p:spPr>
        <p:txBody>
          <a:bodyPr vert="horz" lIns="0" tIns="0" rIns="0" bIns="0" rtlCol="0" anchor="t">
            <a:noAutofit/>
          </a:bodyPr>
          <a:lstStyle>
            <a:lvl1pPr marL="228600" indent="-228600" algn="l" defTabSz="914400" rtl="0" eaLnBrk="1" latinLnBrk="0" hangingPunct="1">
              <a:lnSpc>
                <a:spcPct val="150000"/>
              </a:lnSpc>
              <a:spcBef>
                <a:spcPts val="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1"/>
              </a:buClr>
              <a:buFont typeface="Arial" panose="020B0604020202020204" pitchFamily="34" charset="0"/>
              <a:buChar char="•"/>
            </a:pPr>
            <a:r>
              <a:rPr lang="en-GB" sz="1800" b="1">
                <a:solidFill>
                  <a:schemeClr val="tx1"/>
                </a:solidFill>
              </a:rPr>
              <a:t>Building Codes</a:t>
            </a:r>
          </a:p>
          <a:p>
            <a:pPr>
              <a:buClr>
                <a:schemeClr val="tx1"/>
              </a:buClr>
              <a:buFont typeface="Arial" panose="020B0604020202020204" pitchFamily="34" charset="0"/>
              <a:buChar char="•"/>
            </a:pPr>
            <a:r>
              <a:rPr lang="en-GB" sz="1800" b="1">
                <a:solidFill>
                  <a:schemeClr val="tx1"/>
                </a:solidFill>
              </a:rPr>
              <a:t>Vehicle Emission Standards</a:t>
            </a:r>
          </a:p>
          <a:p>
            <a:pPr>
              <a:buClr>
                <a:schemeClr val="tx1"/>
              </a:buClr>
              <a:buFont typeface="Arial" panose="020B0604020202020204" pitchFamily="34" charset="0"/>
              <a:buChar char="•"/>
            </a:pPr>
            <a:r>
              <a:rPr lang="en-GB" sz="1800" b="1">
                <a:solidFill>
                  <a:schemeClr val="tx1"/>
                </a:solidFill>
              </a:rPr>
              <a:t>Appliance Efficiency Standards</a:t>
            </a:r>
            <a:endParaRPr lang="en-GB" b="1">
              <a:solidFill>
                <a:schemeClr val="tx1"/>
              </a:solidFill>
            </a:endParaRPr>
          </a:p>
          <a:p>
            <a:pPr marL="0" indent="0">
              <a:buClrTx/>
              <a:buNone/>
            </a:pPr>
            <a:endParaRPr lang="en-GB" sz="1400"/>
          </a:p>
        </p:txBody>
      </p:sp>
      <p:sp>
        <p:nvSpPr>
          <p:cNvPr id="18" name="Content Placeholder 2">
            <a:extLst>
              <a:ext uri="{FF2B5EF4-FFF2-40B4-BE49-F238E27FC236}">
                <a16:creationId xmlns:a16="http://schemas.microsoft.com/office/drawing/2014/main" id="{6D14D3E5-56C6-15D6-2967-07C6DA789E65}"/>
              </a:ext>
            </a:extLst>
          </p:cNvPr>
          <p:cNvSpPr txBox="1">
            <a:spLocks/>
          </p:cNvSpPr>
          <p:nvPr/>
        </p:nvSpPr>
        <p:spPr>
          <a:xfrm>
            <a:off x="6602762" y="3713016"/>
            <a:ext cx="4787474" cy="891047"/>
          </a:xfrm>
          <a:prstGeom prst="rect">
            <a:avLst/>
          </a:prstGeom>
        </p:spPr>
        <p:txBody>
          <a:bodyPr vert="horz" lIns="0" tIns="0" rIns="0" bIns="0" rtlCol="0" anchor="t">
            <a:noAutofit/>
          </a:bodyPr>
          <a:lstStyle>
            <a:lvl1pPr marL="228600" indent="-228600" algn="l" defTabSz="914400" rtl="0" eaLnBrk="1" latinLnBrk="0" hangingPunct="1">
              <a:lnSpc>
                <a:spcPct val="150000"/>
              </a:lnSpc>
              <a:spcBef>
                <a:spcPts val="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Tx/>
            </a:pPr>
            <a:r>
              <a:rPr lang="en-GB" sz="1800" b="1" dirty="0">
                <a:latin typeface="Aptos Light"/>
              </a:rPr>
              <a:t>Deforestation Regulations</a:t>
            </a:r>
          </a:p>
          <a:p>
            <a:pPr>
              <a:buClrTx/>
            </a:pPr>
            <a:r>
              <a:rPr lang="en-GB" sz="1800" b="1" dirty="0">
                <a:latin typeface="Aptos Light"/>
              </a:rPr>
              <a:t>Wetland and Coastal Protections</a:t>
            </a:r>
          </a:p>
          <a:p>
            <a:pPr>
              <a:buClrTx/>
            </a:pPr>
            <a:endParaRPr lang="en-GB" sz="1800" b="1" dirty="0">
              <a:solidFill>
                <a:schemeClr val="tx1"/>
              </a:solidFill>
              <a:latin typeface="Aptos Light"/>
            </a:endParaRPr>
          </a:p>
          <a:p>
            <a:pPr marL="0" indent="0" algn="ctr">
              <a:lnSpc>
                <a:spcPct val="100000"/>
              </a:lnSpc>
              <a:buClrTx/>
              <a:buNone/>
            </a:pPr>
            <a:endParaRPr lang="en-GB" sz="1600" b="1" dirty="0">
              <a:solidFill>
                <a:schemeClr val="tx1"/>
              </a:solidFill>
            </a:endParaRPr>
          </a:p>
          <a:p>
            <a:pPr marL="0" indent="0">
              <a:buClrTx/>
              <a:buNone/>
            </a:pPr>
            <a:endParaRPr lang="en-GB" sz="1400" dirty="0"/>
          </a:p>
        </p:txBody>
      </p:sp>
      <p:sp>
        <p:nvSpPr>
          <p:cNvPr id="19" name="Content Placeholder 2">
            <a:extLst>
              <a:ext uri="{FF2B5EF4-FFF2-40B4-BE49-F238E27FC236}">
                <a16:creationId xmlns:a16="http://schemas.microsoft.com/office/drawing/2014/main" id="{FB658C2A-FF7E-71D9-E35A-E3706DC7F72C}"/>
              </a:ext>
            </a:extLst>
          </p:cNvPr>
          <p:cNvSpPr txBox="1">
            <a:spLocks/>
          </p:cNvSpPr>
          <p:nvPr/>
        </p:nvSpPr>
        <p:spPr>
          <a:xfrm>
            <a:off x="6602764" y="5470369"/>
            <a:ext cx="4982813" cy="899998"/>
          </a:xfrm>
          <a:prstGeom prst="rect">
            <a:avLst/>
          </a:prstGeom>
        </p:spPr>
        <p:txBody>
          <a:bodyPr vert="horz" lIns="0" tIns="0" rIns="0" bIns="0" rtlCol="0" anchor="t">
            <a:noAutofit/>
          </a:bodyPr>
          <a:lstStyle>
            <a:lvl1pPr marL="228600" indent="-228600" algn="l" defTabSz="914400" rtl="0" eaLnBrk="1" latinLnBrk="0" hangingPunct="1">
              <a:lnSpc>
                <a:spcPct val="150000"/>
              </a:lnSpc>
              <a:spcBef>
                <a:spcPts val="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1"/>
              </a:buClr>
              <a:buFont typeface="Arial" panose="020B0604020202020204" pitchFamily="34" charset="0"/>
              <a:buChar char="•"/>
            </a:pPr>
            <a:r>
              <a:rPr lang="en-GB" sz="1800" b="1" dirty="0">
                <a:solidFill>
                  <a:schemeClr val="tx1"/>
                </a:solidFill>
              </a:rPr>
              <a:t>Corporate Reporting Requirements</a:t>
            </a:r>
          </a:p>
          <a:p>
            <a:pPr>
              <a:buClr>
                <a:schemeClr val="tx1"/>
              </a:buClr>
              <a:buFont typeface="Arial" panose="020B0604020202020204" pitchFamily="34" charset="0"/>
              <a:buChar char="•"/>
            </a:pPr>
            <a:r>
              <a:rPr lang="en-GB" sz="1800" b="1" dirty="0">
                <a:solidFill>
                  <a:schemeClr val="tx1"/>
                </a:solidFill>
              </a:rPr>
              <a:t>Financial Sector Regulations</a:t>
            </a:r>
            <a:endParaRPr lang="en-GB" sz="1400" dirty="0"/>
          </a:p>
        </p:txBody>
      </p:sp>
      <p:sp>
        <p:nvSpPr>
          <p:cNvPr id="25" name="Rectangle 24">
            <a:extLst>
              <a:ext uri="{FF2B5EF4-FFF2-40B4-BE49-F238E27FC236}">
                <a16:creationId xmlns:a16="http://schemas.microsoft.com/office/drawing/2014/main" id="{7CCB0533-6EA1-EEC3-C561-1215B0423C5F}"/>
              </a:ext>
            </a:extLst>
          </p:cNvPr>
          <p:cNvSpPr/>
          <p:nvPr/>
        </p:nvSpPr>
        <p:spPr>
          <a:xfrm>
            <a:off x="500144" y="4654383"/>
            <a:ext cx="5198290" cy="403340"/>
          </a:xfrm>
          <a:prstGeom prst="rect">
            <a:avLst/>
          </a:prstGeom>
          <a:solidFill>
            <a:srgbClr val="012903"/>
          </a:solidFill>
          <a:ln>
            <a:solidFill>
              <a:srgbClr val="0129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E34C662-F1B7-B26A-3781-53585404D8B3}"/>
              </a:ext>
            </a:extLst>
          </p:cNvPr>
          <p:cNvSpPr/>
          <p:nvPr/>
        </p:nvSpPr>
        <p:spPr>
          <a:xfrm>
            <a:off x="6397363" y="1086182"/>
            <a:ext cx="5198292" cy="1775630"/>
          </a:xfrm>
          <a:prstGeom prst="rect">
            <a:avLst/>
          </a:prstGeom>
          <a:solidFill>
            <a:srgbClr val="62AA7B">
              <a:alpha val="7607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ontent Placeholder 2">
            <a:extLst>
              <a:ext uri="{FF2B5EF4-FFF2-40B4-BE49-F238E27FC236}">
                <a16:creationId xmlns:a16="http://schemas.microsoft.com/office/drawing/2014/main" id="{285AE4D9-A49E-6F45-9CD9-B17CDBE31B9E}"/>
              </a:ext>
            </a:extLst>
          </p:cNvPr>
          <p:cNvSpPr txBox="1">
            <a:spLocks/>
          </p:cNvSpPr>
          <p:nvPr/>
        </p:nvSpPr>
        <p:spPr>
          <a:xfrm>
            <a:off x="6602762" y="1140589"/>
            <a:ext cx="4787474" cy="1721224"/>
          </a:xfrm>
          <a:prstGeom prst="rect">
            <a:avLst/>
          </a:prstGeom>
        </p:spPr>
        <p:txBody>
          <a:bodyPr vert="horz" lIns="0" tIns="0" rIns="0" bIns="0" rtlCol="0" anchor="t">
            <a:noAutofit/>
          </a:bodyPr>
          <a:lstStyle>
            <a:lvl1pPr marL="228600" indent="-228600" algn="l" defTabSz="914400" rtl="0" eaLnBrk="1" latinLnBrk="0" hangingPunct="1">
              <a:lnSpc>
                <a:spcPct val="150000"/>
              </a:lnSpc>
              <a:spcBef>
                <a:spcPts val="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Tx/>
            </a:pPr>
            <a:r>
              <a:rPr lang="en-GB" sz="1800" b="1" dirty="0">
                <a:solidFill>
                  <a:schemeClr val="tx1"/>
                </a:solidFill>
                <a:latin typeface="Aptos Light"/>
              </a:rPr>
              <a:t>Clear, enforceable targets for reducing GHG emissions by specific dates.</a:t>
            </a:r>
          </a:p>
          <a:p>
            <a:pPr>
              <a:buClrTx/>
            </a:pPr>
            <a:r>
              <a:rPr lang="en-GB" sz="1800" b="1" dirty="0">
                <a:solidFill>
                  <a:schemeClr val="tx1"/>
                </a:solidFill>
                <a:latin typeface="Aptos Light"/>
              </a:rPr>
              <a:t>Sectorial regulations to control emissions in key industries.</a:t>
            </a:r>
            <a:endParaRPr lang="en-GB" sz="1600" b="1" dirty="0">
              <a:solidFill>
                <a:schemeClr val="tx1"/>
              </a:solidFill>
            </a:endParaRPr>
          </a:p>
          <a:p>
            <a:pPr marL="0" indent="0">
              <a:buClrTx/>
              <a:buNone/>
            </a:pPr>
            <a:endParaRPr lang="en-GB" sz="1400" dirty="0"/>
          </a:p>
        </p:txBody>
      </p:sp>
      <p:sp>
        <p:nvSpPr>
          <p:cNvPr id="24" name="Title 1">
            <a:extLst>
              <a:ext uri="{FF2B5EF4-FFF2-40B4-BE49-F238E27FC236}">
                <a16:creationId xmlns:a16="http://schemas.microsoft.com/office/drawing/2014/main" id="{96BF42E5-AAD4-3CB3-F178-DA8C79207566}"/>
              </a:ext>
            </a:extLst>
          </p:cNvPr>
          <p:cNvSpPr txBox="1">
            <a:spLocks/>
          </p:cNvSpPr>
          <p:nvPr/>
        </p:nvSpPr>
        <p:spPr>
          <a:xfrm>
            <a:off x="433142" y="515942"/>
            <a:ext cx="5861516" cy="1296145"/>
          </a:xfrm>
          <a:prstGeom prst="rect">
            <a:avLst/>
          </a:prstGeom>
        </p:spPr>
        <p:txBody>
          <a:bodyPr/>
          <a:lstStyle>
            <a:lvl1pPr algn="l" defTabSz="914400" rtl="0" eaLnBrk="1" latinLnBrk="0" hangingPunct="1">
              <a:lnSpc>
                <a:spcPct val="90000"/>
              </a:lnSpc>
              <a:spcBef>
                <a:spcPct val="0"/>
              </a:spcBef>
              <a:buNone/>
              <a:defRPr sz="4400" b="1" kern="1200">
                <a:solidFill>
                  <a:srgbClr val="012903"/>
                </a:solidFill>
                <a:latin typeface="Aptos" panose="020B00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buClrTx/>
              <a:buFontTx/>
            </a:pPr>
            <a:r>
              <a:rPr lang="en-US" sz="4000" dirty="0">
                <a:solidFill>
                  <a:schemeClr val="tx1"/>
                </a:solidFill>
                <a:latin typeface="Aptos"/>
              </a:rPr>
              <a:t>Regulations</a:t>
            </a:r>
            <a:endParaRPr lang="en-US" sz="4000" dirty="0">
              <a:solidFill>
                <a:schemeClr val="tx1"/>
              </a:solidFill>
            </a:endParaRPr>
          </a:p>
        </p:txBody>
      </p:sp>
      <p:sp>
        <p:nvSpPr>
          <p:cNvPr id="14" name="TextBox 13">
            <a:extLst>
              <a:ext uri="{FF2B5EF4-FFF2-40B4-BE49-F238E27FC236}">
                <a16:creationId xmlns:a16="http://schemas.microsoft.com/office/drawing/2014/main" id="{C38D7DE1-438D-2395-6BEE-C5959023E9DB}"/>
              </a:ext>
            </a:extLst>
          </p:cNvPr>
          <p:cNvSpPr txBox="1"/>
          <p:nvPr/>
        </p:nvSpPr>
        <p:spPr>
          <a:xfrm>
            <a:off x="462842" y="4652368"/>
            <a:ext cx="5198290" cy="369332"/>
          </a:xfrm>
          <a:prstGeom prst="rect">
            <a:avLst/>
          </a:prstGeom>
          <a:noFill/>
        </p:spPr>
        <p:txBody>
          <a:bodyPr wrap="square">
            <a:spAutoFit/>
          </a:bodyPr>
          <a:lstStyle/>
          <a:p>
            <a:pPr marL="0" indent="0" algn="ctr">
              <a:buClrTx/>
              <a:buNone/>
            </a:pPr>
            <a:r>
              <a:rPr lang="en-GB" sz="1800" b="1" dirty="0">
                <a:solidFill>
                  <a:srgbClr val="B2DCEA"/>
                </a:solidFill>
                <a:latin typeface="Aptos" panose="020B0004020202020204" pitchFamily="34" charset="0"/>
              </a:rPr>
              <a:t>Energy Efficiency Regulations</a:t>
            </a:r>
          </a:p>
        </p:txBody>
      </p:sp>
      <p:sp>
        <p:nvSpPr>
          <p:cNvPr id="26" name="Rectangle 25">
            <a:extLst>
              <a:ext uri="{FF2B5EF4-FFF2-40B4-BE49-F238E27FC236}">
                <a16:creationId xmlns:a16="http://schemas.microsoft.com/office/drawing/2014/main" id="{AA8FB890-6C59-09A5-0D0A-A8B2D0715D99}"/>
              </a:ext>
            </a:extLst>
          </p:cNvPr>
          <p:cNvSpPr/>
          <p:nvPr/>
        </p:nvSpPr>
        <p:spPr>
          <a:xfrm>
            <a:off x="6397357" y="747446"/>
            <a:ext cx="5198290" cy="403340"/>
          </a:xfrm>
          <a:prstGeom prst="rect">
            <a:avLst/>
          </a:prstGeom>
          <a:solidFill>
            <a:srgbClr val="012903"/>
          </a:solidFill>
          <a:ln>
            <a:solidFill>
              <a:srgbClr val="0129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887F061-2565-F2F6-052A-C4AF3B155F8C}"/>
              </a:ext>
            </a:extLst>
          </p:cNvPr>
          <p:cNvSpPr txBox="1"/>
          <p:nvPr/>
        </p:nvSpPr>
        <p:spPr>
          <a:xfrm>
            <a:off x="6387287" y="747445"/>
            <a:ext cx="5198290" cy="369332"/>
          </a:xfrm>
          <a:prstGeom prst="rect">
            <a:avLst/>
          </a:prstGeom>
          <a:noFill/>
        </p:spPr>
        <p:txBody>
          <a:bodyPr wrap="square">
            <a:spAutoFit/>
          </a:bodyPr>
          <a:lstStyle/>
          <a:p>
            <a:pPr marL="0" indent="0" algn="ctr">
              <a:buClrTx/>
              <a:buNone/>
            </a:pPr>
            <a:r>
              <a:rPr lang="en-GB" sz="1800" b="1" dirty="0">
                <a:solidFill>
                  <a:srgbClr val="B2DCEA"/>
                </a:solidFill>
                <a:latin typeface="Aptos" panose="020B0004020202020204" pitchFamily="34" charset="0"/>
              </a:rPr>
              <a:t>Emission Reduction Targets</a:t>
            </a:r>
          </a:p>
        </p:txBody>
      </p:sp>
      <p:sp>
        <p:nvSpPr>
          <p:cNvPr id="27" name="Rectangle 26">
            <a:extLst>
              <a:ext uri="{FF2B5EF4-FFF2-40B4-BE49-F238E27FC236}">
                <a16:creationId xmlns:a16="http://schemas.microsoft.com/office/drawing/2014/main" id="{32AB249E-E8CB-CD8C-95A7-6DD0C2E0C34A}"/>
              </a:ext>
            </a:extLst>
          </p:cNvPr>
          <p:cNvSpPr/>
          <p:nvPr/>
        </p:nvSpPr>
        <p:spPr>
          <a:xfrm>
            <a:off x="6397357" y="3240933"/>
            <a:ext cx="5198290" cy="403340"/>
          </a:xfrm>
          <a:prstGeom prst="rect">
            <a:avLst/>
          </a:prstGeom>
          <a:solidFill>
            <a:srgbClr val="012903"/>
          </a:solidFill>
          <a:ln>
            <a:solidFill>
              <a:srgbClr val="0129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9D3C739-E653-EBD3-F3AA-BFCBE277F497}"/>
              </a:ext>
            </a:extLst>
          </p:cNvPr>
          <p:cNvSpPr txBox="1"/>
          <p:nvPr/>
        </p:nvSpPr>
        <p:spPr>
          <a:xfrm>
            <a:off x="6404640" y="3269892"/>
            <a:ext cx="5198290" cy="369332"/>
          </a:xfrm>
          <a:prstGeom prst="rect">
            <a:avLst/>
          </a:prstGeom>
          <a:noFill/>
        </p:spPr>
        <p:txBody>
          <a:bodyPr wrap="square">
            <a:spAutoFit/>
          </a:bodyPr>
          <a:lstStyle/>
          <a:p>
            <a:pPr marL="0" indent="0" algn="ctr">
              <a:buClrTx/>
              <a:buNone/>
            </a:pPr>
            <a:r>
              <a:rPr lang="en-GB" sz="1800" b="1" dirty="0">
                <a:solidFill>
                  <a:srgbClr val="B2DCEA"/>
                </a:solidFill>
                <a:latin typeface="Aptos" panose="020B0004020202020204" pitchFamily="34" charset="0"/>
              </a:rPr>
              <a:t>Land Use and Environmental Protection</a:t>
            </a:r>
          </a:p>
        </p:txBody>
      </p:sp>
      <p:sp>
        <p:nvSpPr>
          <p:cNvPr id="28" name="Rectangle 27">
            <a:extLst>
              <a:ext uri="{FF2B5EF4-FFF2-40B4-BE49-F238E27FC236}">
                <a16:creationId xmlns:a16="http://schemas.microsoft.com/office/drawing/2014/main" id="{F27E22B4-98A4-483A-0A79-35E278D1CBE7}"/>
              </a:ext>
            </a:extLst>
          </p:cNvPr>
          <p:cNvSpPr/>
          <p:nvPr/>
        </p:nvSpPr>
        <p:spPr>
          <a:xfrm>
            <a:off x="6397354" y="4960599"/>
            <a:ext cx="5198290" cy="403340"/>
          </a:xfrm>
          <a:prstGeom prst="rect">
            <a:avLst/>
          </a:prstGeom>
          <a:solidFill>
            <a:srgbClr val="012903"/>
          </a:solidFill>
          <a:ln>
            <a:solidFill>
              <a:srgbClr val="0129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11B68EA-CC13-AEDD-D155-D2A05F2AE77E}"/>
              </a:ext>
            </a:extLst>
          </p:cNvPr>
          <p:cNvSpPr txBox="1"/>
          <p:nvPr/>
        </p:nvSpPr>
        <p:spPr>
          <a:xfrm>
            <a:off x="6397348" y="4994683"/>
            <a:ext cx="5198290" cy="369332"/>
          </a:xfrm>
          <a:prstGeom prst="rect">
            <a:avLst/>
          </a:prstGeom>
          <a:noFill/>
        </p:spPr>
        <p:txBody>
          <a:bodyPr wrap="square">
            <a:spAutoFit/>
          </a:bodyPr>
          <a:lstStyle/>
          <a:p>
            <a:pPr marL="0" indent="0" algn="ctr">
              <a:buClrTx/>
              <a:buNone/>
            </a:pPr>
            <a:r>
              <a:rPr lang="en-GB" sz="1800" b="1" dirty="0">
                <a:solidFill>
                  <a:srgbClr val="B2DCEA"/>
                </a:solidFill>
                <a:latin typeface="Aptos" panose="020B0004020202020204" pitchFamily="34" charset="0"/>
              </a:rPr>
              <a:t>Climate Risk Disclosure and Reporting</a:t>
            </a:r>
          </a:p>
        </p:txBody>
      </p:sp>
    </p:spTree>
    <p:extLst>
      <p:ext uri="{BB962C8B-B14F-4D97-AF65-F5344CB8AC3E}">
        <p14:creationId xmlns:p14="http://schemas.microsoft.com/office/powerpoint/2010/main" val="342665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factory with smoke coming out of it&#10;&#10;Description automatically generated">
            <a:extLst>
              <a:ext uri="{FF2B5EF4-FFF2-40B4-BE49-F238E27FC236}">
                <a16:creationId xmlns:a16="http://schemas.microsoft.com/office/drawing/2014/main" id="{E83FCC9C-16F3-7856-DED0-05A74D2D4708}"/>
              </a:ext>
            </a:extLst>
          </p:cNvPr>
          <p:cNvPicPr>
            <a:picLocks noChangeAspect="1"/>
          </p:cNvPicPr>
          <p:nvPr/>
        </p:nvPicPr>
        <p:blipFill rotWithShape="1">
          <a:blip r:embed="rId2"/>
          <a:srcRect b="10232"/>
          <a:stretch/>
        </p:blipFill>
        <p:spPr>
          <a:xfrm>
            <a:off x="0" y="0"/>
            <a:ext cx="12192000" cy="6858000"/>
          </a:xfrm>
          <a:prstGeom prst="rect">
            <a:avLst/>
          </a:prstGeom>
        </p:spPr>
      </p:pic>
      <p:sp>
        <p:nvSpPr>
          <p:cNvPr id="5" name="Freeform: Shape 4">
            <a:extLst>
              <a:ext uri="{FF2B5EF4-FFF2-40B4-BE49-F238E27FC236}">
                <a16:creationId xmlns:a16="http://schemas.microsoft.com/office/drawing/2014/main" id="{537CE5B4-0AF4-CCE1-A1E3-4B09AF2EDAFF}"/>
              </a:ext>
            </a:extLst>
          </p:cNvPr>
          <p:cNvSpPr/>
          <p:nvPr/>
        </p:nvSpPr>
        <p:spPr>
          <a:xfrm>
            <a:off x="4291558" y="2559279"/>
            <a:ext cx="3583632" cy="1712417"/>
          </a:xfrm>
          <a:custGeom>
            <a:avLst/>
            <a:gdLst/>
            <a:ahLst/>
            <a:cxnLst/>
            <a:rect l="l" t="t" r="r" b="b"/>
            <a:pathLst>
              <a:path w="3583632" h="1712417">
                <a:moveTo>
                  <a:pt x="734169" y="1207443"/>
                </a:moveTo>
                <a:lnTo>
                  <a:pt x="734169" y="1370856"/>
                </a:lnTo>
                <a:lnTo>
                  <a:pt x="835074" y="1370856"/>
                </a:lnTo>
                <a:cubicBezTo>
                  <a:pt x="854720" y="1370856"/>
                  <a:pt x="871612" y="1367731"/>
                  <a:pt x="885751" y="1361480"/>
                </a:cubicBezTo>
                <a:cubicBezTo>
                  <a:pt x="899889" y="1355229"/>
                  <a:pt x="910828" y="1345853"/>
                  <a:pt x="918567" y="1333352"/>
                </a:cubicBezTo>
                <a:cubicBezTo>
                  <a:pt x="926306" y="1320850"/>
                  <a:pt x="930175" y="1305521"/>
                  <a:pt x="930175" y="1287364"/>
                </a:cubicBezTo>
                <a:cubicBezTo>
                  <a:pt x="930175" y="1260872"/>
                  <a:pt x="922139" y="1240929"/>
                  <a:pt x="906065" y="1227535"/>
                </a:cubicBezTo>
                <a:cubicBezTo>
                  <a:pt x="889992" y="1214140"/>
                  <a:pt x="868709" y="1207443"/>
                  <a:pt x="842218" y="1207443"/>
                </a:cubicBezTo>
                <a:close/>
                <a:moveTo>
                  <a:pt x="181719" y="1204764"/>
                </a:moveTo>
                <a:lnTo>
                  <a:pt x="181719" y="1389609"/>
                </a:lnTo>
                <a:lnTo>
                  <a:pt x="280392" y="1389609"/>
                </a:lnTo>
                <a:cubicBezTo>
                  <a:pt x="309562" y="1389609"/>
                  <a:pt x="333152" y="1381870"/>
                  <a:pt x="351160" y="1366392"/>
                </a:cubicBezTo>
                <a:cubicBezTo>
                  <a:pt x="369168" y="1350913"/>
                  <a:pt x="378172" y="1327994"/>
                  <a:pt x="378172" y="1297633"/>
                </a:cubicBezTo>
                <a:cubicBezTo>
                  <a:pt x="378172" y="1266081"/>
                  <a:pt x="368945" y="1242715"/>
                  <a:pt x="350490" y="1227535"/>
                </a:cubicBezTo>
                <a:cubicBezTo>
                  <a:pt x="332035" y="1212354"/>
                  <a:pt x="308669" y="1204764"/>
                  <a:pt x="280392" y="1204764"/>
                </a:cubicBezTo>
                <a:close/>
                <a:moveTo>
                  <a:pt x="2370832" y="1103412"/>
                </a:moveTo>
                <a:lnTo>
                  <a:pt x="2493615" y="1103412"/>
                </a:lnTo>
                <a:lnTo>
                  <a:pt x="2769989" y="1508374"/>
                </a:lnTo>
                <a:lnTo>
                  <a:pt x="2769989" y="1103412"/>
                </a:lnTo>
                <a:lnTo>
                  <a:pt x="2888307" y="1103412"/>
                </a:lnTo>
                <a:lnTo>
                  <a:pt x="2888307" y="1704380"/>
                </a:lnTo>
                <a:lnTo>
                  <a:pt x="2765077" y="1704380"/>
                </a:lnTo>
                <a:lnTo>
                  <a:pt x="2488257" y="1296740"/>
                </a:lnTo>
                <a:lnTo>
                  <a:pt x="2488257" y="1704380"/>
                </a:lnTo>
                <a:lnTo>
                  <a:pt x="2370832" y="1704380"/>
                </a:lnTo>
                <a:close/>
                <a:moveTo>
                  <a:pt x="2104132" y="1103412"/>
                </a:moveTo>
                <a:lnTo>
                  <a:pt x="2229594" y="1103412"/>
                </a:lnTo>
                <a:lnTo>
                  <a:pt x="2229594" y="1704380"/>
                </a:lnTo>
                <a:lnTo>
                  <a:pt x="2104132" y="1704380"/>
                </a:lnTo>
                <a:close/>
                <a:moveTo>
                  <a:pt x="1189732" y="1103412"/>
                </a:moveTo>
                <a:lnTo>
                  <a:pt x="1315194" y="1103412"/>
                </a:lnTo>
                <a:lnTo>
                  <a:pt x="1315194" y="1704380"/>
                </a:lnTo>
                <a:lnTo>
                  <a:pt x="1189732" y="1704380"/>
                </a:lnTo>
                <a:close/>
                <a:moveTo>
                  <a:pt x="608707" y="1103412"/>
                </a:moveTo>
                <a:lnTo>
                  <a:pt x="856059" y="1103412"/>
                </a:lnTo>
                <a:cubicBezTo>
                  <a:pt x="894754" y="1103412"/>
                  <a:pt x="929283" y="1108844"/>
                  <a:pt x="959643" y="1119709"/>
                </a:cubicBezTo>
                <a:cubicBezTo>
                  <a:pt x="990004" y="1130573"/>
                  <a:pt x="1014040" y="1148135"/>
                  <a:pt x="1031751" y="1172394"/>
                </a:cubicBezTo>
                <a:cubicBezTo>
                  <a:pt x="1049461" y="1196653"/>
                  <a:pt x="1058316" y="1228874"/>
                  <a:pt x="1058316" y="1269058"/>
                </a:cubicBezTo>
                <a:cubicBezTo>
                  <a:pt x="1058316" y="1307158"/>
                  <a:pt x="1048122" y="1339454"/>
                  <a:pt x="1027732" y="1365945"/>
                </a:cubicBezTo>
                <a:cubicBezTo>
                  <a:pt x="1007343" y="1392436"/>
                  <a:pt x="976461" y="1411338"/>
                  <a:pt x="935087" y="1422649"/>
                </a:cubicBezTo>
                <a:cubicBezTo>
                  <a:pt x="960388" y="1426518"/>
                  <a:pt x="980628" y="1434183"/>
                  <a:pt x="995809" y="1445643"/>
                </a:cubicBezTo>
                <a:cubicBezTo>
                  <a:pt x="1010989" y="1457102"/>
                  <a:pt x="1023267" y="1472506"/>
                  <a:pt x="1032644" y="1491854"/>
                </a:cubicBezTo>
                <a:cubicBezTo>
                  <a:pt x="1042020" y="1511201"/>
                  <a:pt x="1050577" y="1535014"/>
                  <a:pt x="1058316" y="1563291"/>
                </a:cubicBezTo>
                <a:lnTo>
                  <a:pt x="1098053" y="1704380"/>
                </a:lnTo>
                <a:lnTo>
                  <a:pt x="966787" y="1704380"/>
                </a:lnTo>
                <a:lnTo>
                  <a:pt x="938659" y="1588294"/>
                </a:lnTo>
                <a:cubicBezTo>
                  <a:pt x="932706" y="1562101"/>
                  <a:pt x="925859" y="1540669"/>
                  <a:pt x="918120" y="1524001"/>
                </a:cubicBezTo>
                <a:cubicBezTo>
                  <a:pt x="910381" y="1507332"/>
                  <a:pt x="899889" y="1494905"/>
                  <a:pt x="886643" y="1486719"/>
                </a:cubicBezTo>
                <a:cubicBezTo>
                  <a:pt x="873398" y="1478534"/>
                  <a:pt x="855166" y="1474441"/>
                  <a:pt x="831949" y="1474441"/>
                </a:cubicBezTo>
                <a:lnTo>
                  <a:pt x="734169" y="1474441"/>
                </a:lnTo>
                <a:lnTo>
                  <a:pt x="734169" y="1704380"/>
                </a:lnTo>
                <a:lnTo>
                  <a:pt x="608707" y="1704380"/>
                </a:lnTo>
                <a:close/>
                <a:moveTo>
                  <a:pt x="56257" y="1103412"/>
                </a:moveTo>
                <a:lnTo>
                  <a:pt x="292001" y="1103412"/>
                </a:lnTo>
                <a:cubicBezTo>
                  <a:pt x="331589" y="1103412"/>
                  <a:pt x="367680" y="1110407"/>
                  <a:pt x="400273" y="1124397"/>
                </a:cubicBezTo>
                <a:cubicBezTo>
                  <a:pt x="432866" y="1138387"/>
                  <a:pt x="458837" y="1159669"/>
                  <a:pt x="478185" y="1188244"/>
                </a:cubicBezTo>
                <a:cubicBezTo>
                  <a:pt x="497532" y="1216819"/>
                  <a:pt x="507206" y="1253282"/>
                  <a:pt x="507206" y="1297633"/>
                </a:cubicBezTo>
                <a:cubicBezTo>
                  <a:pt x="507206" y="1341388"/>
                  <a:pt x="497532" y="1377554"/>
                  <a:pt x="478185" y="1406129"/>
                </a:cubicBezTo>
                <a:cubicBezTo>
                  <a:pt x="458837" y="1434704"/>
                  <a:pt x="432866" y="1455912"/>
                  <a:pt x="400273" y="1469753"/>
                </a:cubicBezTo>
                <a:cubicBezTo>
                  <a:pt x="367680" y="1483594"/>
                  <a:pt x="331589" y="1490514"/>
                  <a:pt x="292001" y="1490514"/>
                </a:cubicBezTo>
                <a:lnTo>
                  <a:pt x="181719" y="1490514"/>
                </a:lnTo>
                <a:lnTo>
                  <a:pt x="181719" y="1704380"/>
                </a:lnTo>
                <a:lnTo>
                  <a:pt x="56257" y="1704380"/>
                </a:lnTo>
                <a:close/>
                <a:moveTo>
                  <a:pt x="3295947" y="1095376"/>
                </a:moveTo>
                <a:cubicBezTo>
                  <a:pt x="3326904" y="1095376"/>
                  <a:pt x="3357265" y="1099394"/>
                  <a:pt x="3387030" y="1107431"/>
                </a:cubicBezTo>
                <a:cubicBezTo>
                  <a:pt x="3416796" y="1115467"/>
                  <a:pt x="3444031" y="1127894"/>
                  <a:pt x="3468737" y="1144712"/>
                </a:cubicBezTo>
                <a:cubicBezTo>
                  <a:pt x="3493442" y="1161530"/>
                  <a:pt x="3513832" y="1182886"/>
                  <a:pt x="3529905" y="1208783"/>
                </a:cubicBezTo>
                <a:cubicBezTo>
                  <a:pt x="3545979" y="1234679"/>
                  <a:pt x="3555652" y="1265337"/>
                  <a:pt x="3558927" y="1300758"/>
                </a:cubicBezTo>
                <a:lnTo>
                  <a:pt x="3430786" y="1300758"/>
                </a:lnTo>
                <a:cubicBezTo>
                  <a:pt x="3428404" y="1281113"/>
                  <a:pt x="3421558" y="1263700"/>
                  <a:pt x="3410247" y="1248520"/>
                </a:cubicBezTo>
                <a:cubicBezTo>
                  <a:pt x="3398936" y="1233339"/>
                  <a:pt x="3383458" y="1221433"/>
                  <a:pt x="3363813" y="1212801"/>
                </a:cubicBezTo>
                <a:cubicBezTo>
                  <a:pt x="3344168" y="1204169"/>
                  <a:pt x="3320653" y="1199853"/>
                  <a:pt x="3293268" y="1199853"/>
                </a:cubicBezTo>
                <a:cubicBezTo>
                  <a:pt x="3253978" y="1199853"/>
                  <a:pt x="3222277" y="1209303"/>
                  <a:pt x="3198167" y="1228205"/>
                </a:cubicBezTo>
                <a:cubicBezTo>
                  <a:pt x="3174057" y="1247106"/>
                  <a:pt x="3156495" y="1271960"/>
                  <a:pt x="3145482" y="1302768"/>
                </a:cubicBezTo>
                <a:cubicBezTo>
                  <a:pt x="3134469" y="1333575"/>
                  <a:pt x="3128962" y="1367433"/>
                  <a:pt x="3128962" y="1404343"/>
                </a:cubicBezTo>
                <a:cubicBezTo>
                  <a:pt x="3128962" y="1440954"/>
                  <a:pt x="3134543" y="1474738"/>
                  <a:pt x="3145705" y="1505695"/>
                </a:cubicBezTo>
                <a:cubicBezTo>
                  <a:pt x="3156867" y="1536651"/>
                  <a:pt x="3174652" y="1561505"/>
                  <a:pt x="3199060" y="1580258"/>
                </a:cubicBezTo>
                <a:cubicBezTo>
                  <a:pt x="3223468" y="1599010"/>
                  <a:pt x="3255764" y="1608386"/>
                  <a:pt x="3295947" y="1608386"/>
                </a:cubicBezTo>
                <a:cubicBezTo>
                  <a:pt x="3325713" y="1608386"/>
                  <a:pt x="3351088" y="1603252"/>
                  <a:pt x="3372073" y="1592982"/>
                </a:cubicBezTo>
                <a:cubicBezTo>
                  <a:pt x="3393058" y="1582713"/>
                  <a:pt x="3409429" y="1568500"/>
                  <a:pt x="3421186" y="1550343"/>
                </a:cubicBezTo>
                <a:cubicBezTo>
                  <a:pt x="3432944" y="1532186"/>
                  <a:pt x="3439715" y="1511201"/>
                  <a:pt x="3441501" y="1487389"/>
                </a:cubicBezTo>
                <a:lnTo>
                  <a:pt x="3299073" y="1487389"/>
                </a:lnTo>
                <a:lnTo>
                  <a:pt x="3299073" y="1387376"/>
                </a:lnTo>
                <a:lnTo>
                  <a:pt x="3567410" y="1387376"/>
                </a:lnTo>
                <a:lnTo>
                  <a:pt x="3567410" y="1448545"/>
                </a:lnTo>
                <a:cubicBezTo>
                  <a:pt x="3567410" y="1500635"/>
                  <a:pt x="3556917" y="1546474"/>
                  <a:pt x="3535933" y="1586062"/>
                </a:cubicBezTo>
                <a:cubicBezTo>
                  <a:pt x="3514948" y="1625650"/>
                  <a:pt x="3484289" y="1656606"/>
                  <a:pt x="3443957" y="1678931"/>
                </a:cubicBezTo>
                <a:cubicBezTo>
                  <a:pt x="3403624" y="1701255"/>
                  <a:pt x="3354288" y="1712417"/>
                  <a:pt x="3295947" y="1712417"/>
                </a:cubicBezTo>
                <a:cubicBezTo>
                  <a:pt x="3234333" y="1712417"/>
                  <a:pt x="3181499" y="1699692"/>
                  <a:pt x="3137445" y="1674243"/>
                </a:cubicBezTo>
                <a:cubicBezTo>
                  <a:pt x="3093392" y="1648793"/>
                  <a:pt x="3059534" y="1613000"/>
                  <a:pt x="3035870" y="1566863"/>
                </a:cubicBezTo>
                <a:cubicBezTo>
                  <a:pt x="3012207" y="1520726"/>
                  <a:pt x="3000375" y="1466553"/>
                  <a:pt x="3000375" y="1404343"/>
                </a:cubicBezTo>
                <a:cubicBezTo>
                  <a:pt x="3000375" y="1341835"/>
                  <a:pt x="3012207" y="1287438"/>
                  <a:pt x="3035870" y="1241153"/>
                </a:cubicBezTo>
                <a:cubicBezTo>
                  <a:pt x="3059534" y="1194867"/>
                  <a:pt x="3093392" y="1159000"/>
                  <a:pt x="3137445" y="1133550"/>
                </a:cubicBezTo>
                <a:cubicBezTo>
                  <a:pt x="3181499" y="1108100"/>
                  <a:pt x="3234333" y="1095376"/>
                  <a:pt x="3295947" y="1095376"/>
                </a:cubicBezTo>
                <a:close/>
                <a:moveTo>
                  <a:pt x="1721643" y="1095376"/>
                </a:moveTo>
                <a:cubicBezTo>
                  <a:pt x="1768673" y="1095376"/>
                  <a:pt x="1811982" y="1103487"/>
                  <a:pt x="1851570" y="1119709"/>
                </a:cubicBezTo>
                <a:cubicBezTo>
                  <a:pt x="1891159" y="1135931"/>
                  <a:pt x="1923305" y="1159893"/>
                  <a:pt x="1948011" y="1191593"/>
                </a:cubicBezTo>
                <a:cubicBezTo>
                  <a:pt x="1972716" y="1223293"/>
                  <a:pt x="1986260" y="1262361"/>
                  <a:pt x="1988641" y="1308795"/>
                </a:cubicBezTo>
                <a:lnTo>
                  <a:pt x="1860053" y="1308795"/>
                </a:lnTo>
                <a:cubicBezTo>
                  <a:pt x="1856779" y="1284387"/>
                  <a:pt x="1848817" y="1264147"/>
                  <a:pt x="1836167" y="1248073"/>
                </a:cubicBezTo>
                <a:cubicBezTo>
                  <a:pt x="1823516" y="1232000"/>
                  <a:pt x="1807368" y="1219945"/>
                  <a:pt x="1787723" y="1211908"/>
                </a:cubicBezTo>
                <a:cubicBezTo>
                  <a:pt x="1768078" y="1203871"/>
                  <a:pt x="1746051" y="1199853"/>
                  <a:pt x="1721643" y="1199853"/>
                </a:cubicBezTo>
                <a:cubicBezTo>
                  <a:pt x="1682353" y="1199853"/>
                  <a:pt x="1650727" y="1209378"/>
                  <a:pt x="1626765" y="1228428"/>
                </a:cubicBezTo>
                <a:cubicBezTo>
                  <a:pt x="1602804" y="1247478"/>
                  <a:pt x="1585391" y="1272407"/>
                  <a:pt x="1574527" y="1303214"/>
                </a:cubicBezTo>
                <a:cubicBezTo>
                  <a:pt x="1563662" y="1334021"/>
                  <a:pt x="1558230" y="1367731"/>
                  <a:pt x="1558230" y="1404343"/>
                </a:cubicBezTo>
                <a:cubicBezTo>
                  <a:pt x="1558230" y="1440657"/>
                  <a:pt x="1563662" y="1474292"/>
                  <a:pt x="1574527" y="1505248"/>
                </a:cubicBezTo>
                <a:cubicBezTo>
                  <a:pt x="1585391" y="1536204"/>
                  <a:pt x="1602804" y="1561059"/>
                  <a:pt x="1626765" y="1579811"/>
                </a:cubicBezTo>
                <a:cubicBezTo>
                  <a:pt x="1650727" y="1598563"/>
                  <a:pt x="1682353" y="1607940"/>
                  <a:pt x="1721643" y="1607940"/>
                </a:cubicBezTo>
                <a:cubicBezTo>
                  <a:pt x="1763018" y="1607940"/>
                  <a:pt x="1795686" y="1597298"/>
                  <a:pt x="1819647" y="1576016"/>
                </a:cubicBezTo>
                <a:cubicBezTo>
                  <a:pt x="1843608" y="1554734"/>
                  <a:pt x="1857375" y="1524447"/>
                  <a:pt x="1860946" y="1485156"/>
                </a:cubicBezTo>
                <a:lnTo>
                  <a:pt x="1989534" y="1485156"/>
                </a:lnTo>
                <a:cubicBezTo>
                  <a:pt x="1985962" y="1534270"/>
                  <a:pt x="1973014" y="1575718"/>
                  <a:pt x="1950690" y="1609502"/>
                </a:cubicBezTo>
                <a:cubicBezTo>
                  <a:pt x="1928366" y="1643286"/>
                  <a:pt x="1897856" y="1668885"/>
                  <a:pt x="1859161" y="1686298"/>
                </a:cubicBezTo>
                <a:cubicBezTo>
                  <a:pt x="1820465" y="1703710"/>
                  <a:pt x="1774626" y="1712417"/>
                  <a:pt x="1721643" y="1712417"/>
                </a:cubicBezTo>
                <a:cubicBezTo>
                  <a:pt x="1660922" y="1712417"/>
                  <a:pt x="1608683" y="1699692"/>
                  <a:pt x="1564927" y="1674243"/>
                </a:cubicBezTo>
                <a:cubicBezTo>
                  <a:pt x="1521172" y="1648793"/>
                  <a:pt x="1487537" y="1613074"/>
                  <a:pt x="1464022" y="1567086"/>
                </a:cubicBezTo>
                <a:cubicBezTo>
                  <a:pt x="1440507" y="1521098"/>
                  <a:pt x="1428750" y="1466851"/>
                  <a:pt x="1428750" y="1404343"/>
                </a:cubicBezTo>
                <a:cubicBezTo>
                  <a:pt x="1428750" y="1341835"/>
                  <a:pt x="1440507" y="1287438"/>
                  <a:pt x="1464022" y="1241153"/>
                </a:cubicBezTo>
                <a:cubicBezTo>
                  <a:pt x="1487537" y="1194867"/>
                  <a:pt x="1521172" y="1159000"/>
                  <a:pt x="1564927" y="1133550"/>
                </a:cubicBezTo>
                <a:cubicBezTo>
                  <a:pt x="1608683" y="1108100"/>
                  <a:pt x="1660922" y="1095376"/>
                  <a:pt x="1721643" y="1095376"/>
                </a:cubicBezTo>
                <a:close/>
                <a:moveTo>
                  <a:pt x="1953369" y="347365"/>
                </a:moveTo>
                <a:lnTo>
                  <a:pt x="1953369" y="504974"/>
                </a:lnTo>
                <a:lnTo>
                  <a:pt x="2051595" y="504974"/>
                </a:lnTo>
                <a:cubicBezTo>
                  <a:pt x="2071241" y="504974"/>
                  <a:pt x="2089100" y="502519"/>
                  <a:pt x="2105173" y="497607"/>
                </a:cubicBezTo>
                <a:cubicBezTo>
                  <a:pt x="2121247" y="492696"/>
                  <a:pt x="2133972" y="484064"/>
                  <a:pt x="2143348" y="471711"/>
                </a:cubicBezTo>
                <a:cubicBezTo>
                  <a:pt x="2152724" y="459359"/>
                  <a:pt x="2157412" y="442764"/>
                  <a:pt x="2157412" y="421928"/>
                </a:cubicBezTo>
                <a:cubicBezTo>
                  <a:pt x="2157412" y="395139"/>
                  <a:pt x="2147441" y="376015"/>
                  <a:pt x="2127498" y="364555"/>
                </a:cubicBezTo>
                <a:cubicBezTo>
                  <a:pt x="2107555" y="353095"/>
                  <a:pt x="2082254" y="347365"/>
                  <a:pt x="2051595" y="347365"/>
                </a:cubicBezTo>
                <a:close/>
                <a:moveTo>
                  <a:pt x="886569" y="132160"/>
                </a:moveTo>
                <a:lnTo>
                  <a:pt x="808434" y="372815"/>
                </a:lnTo>
                <a:lnTo>
                  <a:pt x="964704" y="372815"/>
                </a:lnTo>
                <a:close/>
                <a:moveTo>
                  <a:pt x="1372344" y="112068"/>
                </a:moveTo>
                <a:lnTo>
                  <a:pt x="1372344" y="275481"/>
                </a:lnTo>
                <a:lnTo>
                  <a:pt x="1473249" y="275481"/>
                </a:lnTo>
                <a:cubicBezTo>
                  <a:pt x="1492894" y="275481"/>
                  <a:pt x="1509786" y="272356"/>
                  <a:pt x="1523925" y="266105"/>
                </a:cubicBezTo>
                <a:cubicBezTo>
                  <a:pt x="1538064" y="259855"/>
                  <a:pt x="1549003" y="250478"/>
                  <a:pt x="1556742" y="237977"/>
                </a:cubicBezTo>
                <a:cubicBezTo>
                  <a:pt x="1564481" y="225475"/>
                  <a:pt x="1568350" y="210146"/>
                  <a:pt x="1568350" y="191989"/>
                </a:cubicBezTo>
                <a:cubicBezTo>
                  <a:pt x="1568350" y="165497"/>
                  <a:pt x="1560314" y="145555"/>
                  <a:pt x="1544240" y="132160"/>
                </a:cubicBezTo>
                <a:cubicBezTo>
                  <a:pt x="1528168" y="118765"/>
                  <a:pt x="1506884" y="112068"/>
                  <a:pt x="1480393" y="112068"/>
                </a:cubicBezTo>
                <a:close/>
                <a:moveTo>
                  <a:pt x="1953369" y="109389"/>
                </a:moveTo>
                <a:lnTo>
                  <a:pt x="1953369" y="251371"/>
                </a:lnTo>
                <a:lnTo>
                  <a:pt x="2031503" y="251371"/>
                </a:lnTo>
                <a:cubicBezTo>
                  <a:pt x="2055614" y="251371"/>
                  <a:pt x="2075854" y="245120"/>
                  <a:pt x="2092225" y="232619"/>
                </a:cubicBezTo>
                <a:cubicBezTo>
                  <a:pt x="2108596" y="220117"/>
                  <a:pt x="2116782" y="201812"/>
                  <a:pt x="2116782" y="177701"/>
                </a:cubicBezTo>
                <a:cubicBezTo>
                  <a:pt x="2116782" y="160735"/>
                  <a:pt x="2113061" y="147266"/>
                  <a:pt x="2105620" y="137294"/>
                </a:cubicBezTo>
                <a:cubicBezTo>
                  <a:pt x="2098178" y="127323"/>
                  <a:pt x="2088058" y="120179"/>
                  <a:pt x="2075259" y="115863"/>
                </a:cubicBezTo>
                <a:cubicBezTo>
                  <a:pt x="2062460" y="111547"/>
                  <a:pt x="2047875" y="109389"/>
                  <a:pt x="2031503" y="109389"/>
                </a:cubicBezTo>
                <a:close/>
                <a:moveTo>
                  <a:pt x="2655093" y="104478"/>
                </a:moveTo>
                <a:cubicBezTo>
                  <a:pt x="2615803" y="104478"/>
                  <a:pt x="2584177" y="113705"/>
                  <a:pt x="2560215" y="132160"/>
                </a:cubicBezTo>
                <a:cubicBezTo>
                  <a:pt x="2536254" y="150615"/>
                  <a:pt x="2518841" y="175320"/>
                  <a:pt x="2507977" y="206276"/>
                </a:cubicBezTo>
                <a:cubicBezTo>
                  <a:pt x="2497112" y="237232"/>
                  <a:pt x="2491680" y="271463"/>
                  <a:pt x="2491680" y="308968"/>
                </a:cubicBezTo>
                <a:cubicBezTo>
                  <a:pt x="2491680" y="345877"/>
                  <a:pt x="2497112" y="379810"/>
                  <a:pt x="2507977" y="410766"/>
                </a:cubicBezTo>
                <a:cubicBezTo>
                  <a:pt x="2518841" y="441722"/>
                  <a:pt x="2536254" y="466428"/>
                  <a:pt x="2560215" y="484883"/>
                </a:cubicBezTo>
                <a:cubicBezTo>
                  <a:pt x="2584177" y="503337"/>
                  <a:pt x="2615803" y="512565"/>
                  <a:pt x="2655093" y="512565"/>
                </a:cubicBezTo>
                <a:cubicBezTo>
                  <a:pt x="2694086" y="512565"/>
                  <a:pt x="2725489" y="503337"/>
                  <a:pt x="2749302" y="484883"/>
                </a:cubicBezTo>
                <a:cubicBezTo>
                  <a:pt x="2773114" y="466428"/>
                  <a:pt x="2790527" y="441722"/>
                  <a:pt x="2801540" y="410766"/>
                </a:cubicBezTo>
                <a:cubicBezTo>
                  <a:pt x="2812554" y="379810"/>
                  <a:pt x="2818060" y="345877"/>
                  <a:pt x="2818060" y="308968"/>
                </a:cubicBezTo>
                <a:cubicBezTo>
                  <a:pt x="2818060" y="271463"/>
                  <a:pt x="2812554" y="237232"/>
                  <a:pt x="2801540" y="206276"/>
                </a:cubicBezTo>
                <a:cubicBezTo>
                  <a:pt x="2790527" y="175320"/>
                  <a:pt x="2773114" y="150615"/>
                  <a:pt x="2749302" y="132160"/>
                </a:cubicBezTo>
                <a:cubicBezTo>
                  <a:pt x="2725489" y="113705"/>
                  <a:pt x="2694086" y="104478"/>
                  <a:pt x="2655093" y="104478"/>
                </a:cubicBezTo>
                <a:close/>
                <a:moveTo>
                  <a:pt x="3066157" y="8037"/>
                </a:moveTo>
                <a:lnTo>
                  <a:pt x="3188940" y="8037"/>
                </a:lnTo>
                <a:lnTo>
                  <a:pt x="3465314" y="412999"/>
                </a:lnTo>
                <a:lnTo>
                  <a:pt x="3465314" y="8037"/>
                </a:lnTo>
                <a:lnTo>
                  <a:pt x="3583632" y="8037"/>
                </a:lnTo>
                <a:lnTo>
                  <a:pt x="3583632" y="609005"/>
                </a:lnTo>
                <a:lnTo>
                  <a:pt x="3460402" y="609005"/>
                </a:lnTo>
                <a:lnTo>
                  <a:pt x="3183582" y="201365"/>
                </a:lnTo>
                <a:lnTo>
                  <a:pt x="3183582" y="609005"/>
                </a:lnTo>
                <a:lnTo>
                  <a:pt x="3066157" y="609005"/>
                </a:lnTo>
                <a:close/>
                <a:moveTo>
                  <a:pt x="1827907" y="8037"/>
                </a:moveTo>
                <a:lnTo>
                  <a:pt x="2033289" y="8037"/>
                </a:lnTo>
                <a:cubicBezTo>
                  <a:pt x="2098178" y="8037"/>
                  <a:pt x="2149524" y="20315"/>
                  <a:pt x="2187327" y="44872"/>
                </a:cubicBezTo>
                <a:cubicBezTo>
                  <a:pt x="2225129" y="69429"/>
                  <a:pt x="2244030" y="107157"/>
                  <a:pt x="2244030" y="158056"/>
                </a:cubicBezTo>
                <a:cubicBezTo>
                  <a:pt x="2244030" y="189905"/>
                  <a:pt x="2236068" y="216917"/>
                  <a:pt x="2220143" y="239093"/>
                </a:cubicBezTo>
                <a:cubicBezTo>
                  <a:pt x="2204219" y="261268"/>
                  <a:pt x="2183011" y="277267"/>
                  <a:pt x="2156519" y="287090"/>
                </a:cubicBezTo>
                <a:cubicBezTo>
                  <a:pt x="2198191" y="295424"/>
                  <a:pt x="2229966" y="312391"/>
                  <a:pt x="2251844" y="337989"/>
                </a:cubicBezTo>
                <a:cubicBezTo>
                  <a:pt x="2273721" y="363588"/>
                  <a:pt x="2284660" y="395139"/>
                  <a:pt x="2284660" y="432644"/>
                </a:cubicBezTo>
                <a:cubicBezTo>
                  <a:pt x="2284660" y="472827"/>
                  <a:pt x="2275507" y="505942"/>
                  <a:pt x="2257201" y="531987"/>
                </a:cubicBezTo>
                <a:cubicBezTo>
                  <a:pt x="2238895" y="558032"/>
                  <a:pt x="2212702" y="577379"/>
                  <a:pt x="2178620" y="590030"/>
                </a:cubicBezTo>
                <a:cubicBezTo>
                  <a:pt x="2144538" y="602680"/>
                  <a:pt x="2103685" y="609005"/>
                  <a:pt x="2056060" y="609005"/>
                </a:cubicBezTo>
                <a:lnTo>
                  <a:pt x="1827907" y="609005"/>
                </a:lnTo>
                <a:close/>
                <a:moveTo>
                  <a:pt x="1246882" y="8037"/>
                </a:moveTo>
                <a:lnTo>
                  <a:pt x="1494234" y="8037"/>
                </a:lnTo>
                <a:cubicBezTo>
                  <a:pt x="1532929" y="8037"/>
                  <a:pt x="1567457" y="13470"/>
                  <a:pt x="1597819" y="24334"/>
                </a:cubicBezTo>
                <a:cubicBezTo>
                  <a:pt x="1628179" y="35198"/>
                  <a:pt x="1652215" y="52760"/>
                  <a:pt x="1669926" y="77019"/>
                </a:cubicBezTo>
                <a:cubicBezTo>
                  <a:pt x="1687637" y="101278"/>
                  <a:pt x="1696491" y="133499"/>
                  <a:pt x="1696491" y="173683"/>
                </a:cubicBezTo>
                <a:cubicBezTo>
                  <a:pt x="1696491" y="211783"/>
                  <a:pt x="1686297" y="244079"/>
                  <a:pt x="1665907" y="270570"/>
                </a:cubicBezTo>
                <a:cubicBezTo>
                  <a:pt x="1645518" y="297061"/>
                  <a:pt x="1614636" y="315963"/>
                  <a:pt x="1573262" y="327274"/>
                </a:cubicBezTo>
                <a:cubicBezTo>
                  <a:pt x="1598562" y="331143"/>
                  <a:pt x="1618804" y="338808"/>
                  <a:pt x="1633984" y="350268"/>
                </a:cubicBezTo>
                <a:cubicBezTo>
                  <a:pt x="1649164" y="361727"/>
                  <a:pt x="1661442" y="377131"/>
                  <a:pt x="1670819" y="396479"/>
                </a:cubicBezTo>
                <a:cubicBezTo>
                  <a:pt x="1680195" y="415826"/>
                  <a:pt x="1688752" y="439639"/>
                  <a:pt x="1696491" y="467916"/>
                </a:cubicBezTo>
                <a:lnTo>
                  <a:pt x="1736228" y="609005"/>
                </a:lnTo>
                <a:lnTo>
                  <a:pt x="1604962" y="609005"/>
                </a:lnTo>
                <a:lnTo>
                  <a:pt x="1576834" y="492919"/>
                </a:lnTo>
                <a:cubicBezTo>
                  <a:pt x="1570880" y="466725"/>
                  <a:pt x="1564035" y="445294"/>
                  <a:pt x="1556296" y="428625"/>
                </a:cubicBezTo>
                <a:cubicBezTo>
                  <a:pt x="1548556" y="411957"/>
                  <a:pt x="1538064" y="399530"/>
                  <a:pt x="1524819" y="391344"/>
                </a:cubicBezTo>
                <a:cubicBezTo>
                  <a:pt x="1511572" y="383159"/>
                  <a:pt x="1493342" y="379066"/>
                  <a:pt x="1470124" y="379066"/>
                </a:cubicBezTo>
                <a:lnTo>
                  <a:pt x="1372344" y="379066"/>
                </a:lnTo>
                <a:lnTo>
                  <a:pt x="1372344" y="609005"/>
                </a:lnTo>
                <a:lnTo>
                  <a:pt x="1246882" y="609005"/>
                </a:lnTo>
                <a:close/>
                <a:moveTo>
                  <a:pt x="820936" y="8037"/>
                </a:moveTo>
                <a:lnTo>
                  <a:pt x="952649" y="8037"/>
                </a:lnTo>
                <a:lnTo>
                  <a:pt x="1169193" y="609005"/>
                </a:lnTo>
                <a:lnTo>
                  <a:pt x="1038373" y="609005"/>
                </a:lnTo>
                <a:lnTo>
                  <a:pt x="995511" y="476846"/>
                </a:lnTo>
                <a:lnTo>
                  <a:pt x="778520" y="476846"/>
                </a:lnTo>
                <a:lnTo>
                  <a:pt x="734318" y="609005"/>
                </a:lnTo>
                <a:lnTo>
                  <a:pt x="604837" y="609005"/>
                </a:lnTo>
                <a:close/>
                <a:moveTo>
                  <a:pt x="2655093" y="0"/>
                </a:moveTo>
                <a:cubicBezTo>
                  <a:pt x="2717899" y="0"/>
                  <a:pt x="2771031" y="12725"/>
                  <a:pt x="2814488" y="38175"/>
                </a:cubicBezTo>
                <a:cubicBezTo>
                  <a:pt x="2857946" y="63625"/>
                  <a:pt x="2890986" y="99492"/>
                  <a:pt x="2913608" y="145778"/>
                </a:cubicBezTo>
                <a:cubicBezTo>
                  <a:pt x="2936230" y="192063"/>
                  <a:pt x="2947541" y="246460"/>
                  <a:pt x="2947541" y="308968"/>
                </a:cubicBezTo>
                <a:cubicBezTo>
                  <a:pt x="2947541" y="371475"/>
                  <a:pt x="2936230" y="425723"/>
                  <a:pt x="2913608" y="471711"/>
                </a:cubicBezTo>
                <a:cubicBezTo>
                  <a:pt x="2890986" y="517699"/>
                  <a:pt x="2857946" y="553418"/>
                  <a:pt x="2814488" y="578867"/>
                </a:cubicBezTo>
                <a:cubicBezTo>
                  <a:pt x="2771031" y="604317"/>
                  <a:pt x="2717899" y="617042"/>
                  <a:pt x="2655093" y="617042"/>
                </a:cubicBezTo>
                <a:cubicBezTo>
                  <a:pt x="2592288" y="617042"/>
                  <a:pt x="2539082" y="604317"/>
                  <a:pt x="2495475" y="578867"/>
                </a:cubicBezTo>
                <a:cubicBezTo>
                  <a:pt x="2451869" y="553418"/>
                  <a:pt x="2418754" y="517699"/>
                  <a:pt x="2396132" y="471711"/>
                </a:cubicBezTo>
                <a:cubicBezTo>
                  <a:pt x="2373511" y="425723"/>
                  <a:pt x="2362200" y="371475"/>
                  <a:pt x="2362200" y="308968"/>
                </a:cubicBezTo>
                <a:cubicBezTo>
                  <a:pt x="2362200" y="246460"/>
                  <a:pt x="2373511" y="192063"/>
                  <a:pt x="2396132" y="145778"/>
                </a:cubicBezTo>
                <a:cubicBezTo>
                  <a:pt x="2418754" y="99492"/>
                  <a:pt x="2451869" y="63625"/>
                  <a:pt x="2495475" y="38175"/>
                </a:cubicBezTo>
                <a:cubicBezTo>
                  <a:pt x="2539082" y="12725"/>
                  <a:pt x="2592288" y="0"/>
                  <a:pt x="2655093" y="0"/>
                </a:cubicBezTo>
                <a:close/>
                <a:moveTo>
                  <a:pt x="292893" y="0"/>
                </a:moveTo>
                <a:cubicBezTo>
                  <a:pt x="339923" y="0"/>
                  <a:pt x="383232" y="8112"/>
                  <a:pt x="422820" y="24334"/>
                </a:cubicBezTo>
                <a:cubicBezTo>
                  <a:pt x="462409" y="40556"/>
                  <a:pt x="494556" y="64517"/>
                  <a:pt x="519261" y="96218"/>
                </a:cubicBezTo>
                <a:cubicBezTo>
                  <a:pt x="543966" y="127918"/>
                  <a:pt x="557510" y="166986"/>
                  <a:pt x="559891" y="213420"/>
                </a:cubicBezTo>
                <a:lnTo>
                  <a:pt x="431304" y="213420"/>
                </a:lnTo>
                <a:cubicBezTo>
                  <a:pt x="428029" y="189012"/>
                  <a:pt x="420067" y="168772"/>
                  <a:pt x="407417" y="152698"/>
                </a:cubicBezTo>
                <a:cubicBezTo>
                  <a:pt x="394766" y="136625"/>
                  <a:pt x="378619" y="124570"/>
                  <a:pt x="358973" y="116533"/>
                </a:cubicBezTo>
                <a:cubicBezTo>
                  <a:pt x="339328" y="108496"/>
                  <a:pt x="317301" y="104478"/>
                  <a:pt x="292893" y="104478"/>
                </a:cubicBezTo>
                <a:cubicBezTo>
                  <a:pt x="253603" y="104478"/>
                  <a:pt x="221977" y="114003"/>
                  <a:pt x="198015" y="133053"/>
                </a:cubicBezTo>
                <a:cubicBezTo>
                  <a:pt x="174054" y="152103"/>
                  <a:pt x="156641" y="177032"/>
                  <a:pt x="145777" y="207839"/>
                </a:cubicBezTo>
                <a:cubicBezTo>
                  <a:pt x="134912" y="238646"/>
                  <a:pt x="129480" y="272356"/>
                  <a:pt x="129480" y="308968"/>
                </a:cubicBezTo>
                <a:cubicBezTo>
                  <a:pt x="129480" y="345282"/>
                  <a:pt x="134912" y="378917"/>
                  <a:pt x="145777" y="409873"/>
                </a:cubicBezTo>
                <a:cubicBezTo>
                  <a:pt x="156641" y="440829"/>
                  <a:pt x="174054" y="465684"/>
                  <a:pt x="198015" y="484436"/>
                </a:cubicBezTo>
                <a:cubicBezTo>
                  <a:pt x="221977" y="503188"/>
                  <a:pt x="253603" y="512565"/>
                  <a:pt x="292893" y="512565"/>
                </a:cubicBezTo>
                <a:cubicBezTo>
                  <a:pt x="334268" y="512565"/>
                  <a:pt x="366936" y="501923"/>
                  <a:pt x="390897" y="480641"/>
                </a:cubicBezTo>
                <a:cubicBezTo>
                  <a:pt x="414858" y="459359"/>
                  <a:pt x="428625" y="429072"/>
                  <a:pt x="432197" y="389781"/>
                </a:cubicBezTo>
                <a:lnTo>
                  <a:pt x="560785" y="389781"/>
                </a:lnTo>
                <a:cubicBezTo>
                  <a:pt x="557212" y="438895"/>
                  <a:pt x="544264" y="480343"/>
                  <a:pt x="521940" y="514127"/>
                </a:cubicBezTo>
                <a:cubicBezTo>
                  <a:pt x="499616" y="547911"/>
                  <a:pt x="469106" y="573510"/>
                  <a:pt x="430411" y="590923"/>
                </a:cubicBezTo>
                <a:cubicBezTo>
                  <a:pt x="391715" y="608336"/>
                  <a:pt x="345876" y="617042"/>
                  <a:pt x="292893" y="617042"/>
                </a:cubicBezTo>
                <a:cubicBezTo>
                  <a:pt x="232172" y="617042"/>
                  <a:pt x="179933" y="604317"/>
                  <a:pt x="136178" y="578867"/>
                </a:cubicBezTo>
                <a:cubicBezTo>
                  <a:pt x="92422" y="553418"/>
                  <a:pt x="58787" y="517699"/>
                  <a:pt x="35272" y="471711"/>
                </a:cubicBezTo>
                <a:cubicBezTo>
                  <a:pt x="11757" y="425723"/>
                  <a:pt x="0" y="371475"/>
                  <a:pt x="0" y="308968"/>
                </a:cubicBezTo>
                <a:cubicBezTo>
                  <a:pt x="0" y="246460"/>
                  <a:pt x="11757" y="192063"/>
                  <a:pt x="35272" y="145778"/>
                </a:cubicBezTo>
                <a:cubicBezTo>
                  <a:pt x="58787" y="99492"/>
                  <a:pt x="92422" y="63625"/>
                  <a:pt x="136178" y="38175"/>
                </a:cubicBezTo>
                <a:cubicBezTo>
                  <a:pt x="179933" y="12725"/>
                  <a:pt x="232172" y="0"/>
                  <a:pt x="292893" y="0"/>
                </a:cubicBezTo>
                <a:close/>
              </a:path>
            </a:pathLst>
          </a:custGeom>
          <a:solidFill>
            <a:srgbClr val="FFFFFF">
              <a:alpha val="6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Tree>
    <p:extLst>
      <p:ext uri="{BB962C8B-B14F-4D97-AF65-F5344CB8AC3E}">
        <p14:creationId xmlns:p14="http://schemas.microsoft.com/office/powerpoint/2010/main" val="2758147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factory with smoke coming out of it&#10;&#10;Description automatically generated">
            <a:extLst>
              <a:ext uri="{FF2B5EF4-FFF2-40B4-BE49-F238E27FC236}">
                <a16:creationId xmlns:a16="http://schemas.microsoft.com/office/drawing/2014/main" id="{D26DA6FA-C698-4CD8-D94C-1981BC0F6793}"/>
              </a:ext>
            </a:extLst>
          </p:cNvPr>
          <p:cNvPicPr>
            <a:picLocks noChangeAspect="1"/>
          </p:cNvPicPr>
          <p:nvPr/>
        </p:nvPicPr>
        <p:blipFill rotWithShape="1">
          <a:blip r:embed="rId2"/>
          <a:srcRect b="6360"/>
          <a:stretch/>
        </p:blipFill>
        <p:spPr>
          <a:xfrm>
            <a:off x="-1" y="-1"/>
            <a:ext cx="12191999" cy="7153835"/>
          </a:xfrm>
          <a:prstGeom prst="rect">
            <a:avLst/>
          </a:prstGeom>
        </p:spPr>
      </p:pic>
      <p:sp>
        <p:nvSpPr>
          <p:cNvPr id="6" name="Freeform 5">
            <a:extLst>
              <a:ext uri="{FF2B5EF4-FFF2-40B4-BE49-F238E27FC236}">
                <a16:creationId xmlns:a16="http://schemas.microsoft.com/office/drawing/2014/main" id="{4DC6784B-D507-A3D7-1A3B-BDEC1574B21A}"/>
              </a:ext>
            </a:extLst>
          </p:cNvPr>
          <p:cNvSpPr/>
          <p:nvPr/>
        </p:nvSpPr>
        <p:spPr>
          <a:xfrm>
            <a:off x="-2" y="-2"/>
            <a:ext cx="12192000" cy="7153837"/>
          </a:xfrm>
          <a:custGeom>
            <a:avLst/>
            <a:gdLst/>
            <a:ahLst/>
            <a:cxnLst/>
            <a:rect l="l" t="t" r="r" b="b"/>
            <a:pathLst>
              <a:path w="12192000" h="7153835">
                <a:moveTo>
                  <a:pt x="7275941" y="1003107"/>
                </a:moveTo>
                <a:lnTo>
                  <a:pt x="7332793" y="1003107"/>
                </a:lnTo>
                <a:cubicBezTo>
                  <a:pt x="7349858" y="1003107"/>
                  <a:pt x="7364394" y="1006183"/>
                  <a:pt x="7376400" y="1012334"/>
                </a:cubicBezTo>
                <a:cubicBezTo>
                  <a:pt x="7388405" y="1018486"/>
                  <a:pt x="7394408" y="1029400"/>
                  <a:pt x="7394408" y="1045076"/>
                </a:cubicBezTo>
                <a:cubicBezTo>
                  <a:pt x="7394408" y="1057181"/>
                  <a:pt x="7391679" y="1066756"/>
                  <a:pt x="7386222" y="1073800"/>
                </a:cubicBezTo>
                <a:cubicBezTo>
                  <a:pt x="7380765" y="1080845"/>
                  <a:pt x="7373423" y="1085855"/>
                  <a:pt x="7364196" y="1088832"/>
                </a:cubicBezTo>
                <a:cubicBezTo>
                  <a:pt x="7354968" y="1091808"/>
                  <a:pt x="7344500" y="1093297"/>
                  <a:pt x="7332793" y="1093297"/>
                </a:cubicBezTo>
                <a:lnTo>
                  <a:pt x="7275941" y="1093297"/>
                </a:lnTo>
                <a:close/>
                <a:moveTo>
                  <a:pt x="6555017" y="866483"/>
                </a:moveTo>
                <a:lnTo>
                  <a:pt x="6600559" y="1014715"/>
                </a:lnTo>
                <a:lnTo>
                  <a:pt x="6509476" y="1014715"/>
                </a:lnTo>
                <a:close/>
                <a:moveTo>
                  <a:pt x="5297717" y="866483"/>
                </a:moveTo>
                <a:lnTo>
                  <a:pt x="5343259" y="1014715"/>
                </a:lnTo>
                <a:lnTo>
                  <a:pt x="5252176" y="1014715"/>
                </a:lnTo>
                <a:close/>
                <a:moveTo>
                  <a:pt x="9047590" y="851004"/>
                </a:moveTo>
                <a:lnTo>
                  <a:pt x="9111586" y="851004"/>
                </a:lnTo>
                <a:cubicBezTo>
                  <a:pt x="9126072" y="851004"/>
                  <a:pt x="9138176" y="854775"/>
                  <a:pt x="9147900" y="862315"/>
                </a:cubicBezTo>
                <a:cubicBezTo>
                  <a:pt x="9157624" y="869856"/>
                  <a:pt x="9162486" y="881564"/>
                  <a:pt x="9162486" y="897439"/>
                </a:cubicBezTo>
                <a:cubicBezTo>
                  <a:pt x="9162486" y="908154"/>
                  <a:pt x="9160302" y="917233"/>
                  <a:pt x="9155937" y="924674"/>
                </a:cubicBezTo>
                <a:cubicBezTo>
                  <a:pt x="9151571" y="932116"/>
                  <a:pt x="9145172" y="937722"/>
                  <a:pt x="9136738" y="941492"/>
                </a:cubicBezTo>
                <a:cubicBezTo>
                  <a:pt x="9128304" y="945262"/>
                  <a:pt x="9117936" y="947147"/>
                  <a:pt x="9105634" y="947147"/>
                </a:cubicBezTo>
                <a:lnTo>
                  <a:pt x="9047590" y="947147"/>
                </a:lnTo>
                <a:close/>
                <a:moveTo>
                  <a:pt x="6885416" y="851004"/>
                </a:moveTo>
                <a:lnTo>
                  <a:pt x="6949412" y="851004"/>
                </a:lnTo>
                <a:cubicBezTo>
                  <a:pt x="6963897" y="851004"/>
                  <a:pt x="6976002" y="854775"/>
                  <a:pt x="6985726" y="862315"/>
                </a:cubicBezTo>
                <a:cubicBezTo>
                  <a:pt x="6995449" y="869856"/>
                  <a:pt x="7000311" y="881564"/>
                  <a:pt x="7000311" y="897439"/>
                </a:cubicBezTo>
                <a:cubicBezTo>
                  <a:pt x="7000311" y="908154"/>
                  <a:pt x="6998128" y="917233"/>
                  <a:pt x="6993762" y="924674"/>
                </a:cubicBezTo>
                <a:cubicBezTo>
                  <a:pt x="6989396" y="932116"/>
                  <a:pt x="6982997" y="937722"/>
                  <a:pt x="6974564" y="941492"/>
                </a:cubicBezTo>
                <a:cubicBezTo>
                  <a:pt x="6966130" y="945262"/>
                  <a:pt x="6955761" y="947147"/>
                  <a:pt x="6943459" y="947147"/>
                </a:cubicBezTo>
                <a:lnTo>
                  <a:pt x="6885416" y="947147"/>
                </a:lnTo>
                <a:close/>
                <a:moveTo>
                  <a:pt x="8676116" y="848921"/>
                </a:moveTo>
                <a:lnTo>
                  <a:pt x="8733563" y="848921"/>
                </a:lnTo>
                <a:cubicBezTo>
                  <a:pt x="8750430" y="848921"/>
                  <a:pt x="8764470" y="853435"/>
                  <a:pt x="8775682" y="862464"/>
                </a:cubicBezTo>
                <a:cubicBezTo>
                  <a:pt x="8786892" y="871493"/>
                  <a:pt x="8792498" y="885235"/>
                  <a:pt x="8792499" y="903689"/>
                </a:cubicBezTo>
                <a:cubicBezTo>
                  <a:pt x="8792498" y="922144"/>
                  <a:pt x="8787041" y="936085"/>
                  <a:pt x="8776128" y="945510"/>
                </a:cubicBezTo>
                <a:cubicBezTo>
                  <a:pt x="8765214" y="954936"/>
                  <a:pt x="8751026" y="959649"/>
                  <a:pt x="8733563" y="959649"/>
                </a:cubicBezTo>
                <a:lnTo>
                  <a:pt x="8676116" y="959649"/>
                </a:lnTo>
                <a:close/>
                <a:moveTo>
                  <a:pt x="7275941" y="848921"/>
                </a:moveTo>
                <a:lnTo>
                  <a:pt x="7319101" y="848921"/>
                </a:lnTo>
                <a:cubicBezTo>
                  <a:pt x="7327435" y="848921"/>
                  <a:pt x="7335224" y="850012"/>
                  <a:pt x="7342467" y="852195"/>
                </a:cubicBezTo>
                <a:cubicBezTo>
                  <a:pt x="7349709" y="854378"/>
                  <a:pt x="7355613" y="858347"/>
                  <a:pt x="7360177" y="864101"/>
                </a:cubicBezTo>
                <a:cubicBezTo>
                  <a:pt x="7364741" y="869856"/>
                  <a:pt x="7367023" y="877893"/>
                  <a:pt x="7367023" y="888211"/>
                </a:cubicBezTo>
                <a:cubicBezTo>
                  <a:pt x="7367023" y="902896"/>
                  <a:pt x="7362112" y="913661"/>
                  <a:pt x="7352289" y="920507"/>
                </a:cubicBezTo>
                <a:cubicBezTo>
                  <a:pt x="7342467" y="927353"/>
                  <a:pt x="7331403" y="930776"/>
                  <a:pt x="7319101" y="930776"/>
                </a:cubicBezTo>
                <a:lnTo>
                  <a:pt x="7275941" y="930776"/>
                </a:lnTo>
                <a:close/>
                <a:moveTo>
                  <a:pt x="7740582" y="846539"/>
                </a:moveTo>
                <a:cubicBezTo>
                  <a:pt x="7764196" y="846539"/>
                  <a:pt x="7783147" y="852245"/>
                  <a:pt x="7797434" y="863655"/>
                </a:cubicBezTo>
                <a:cubicBezTo>
                  <a:pt x="7811722" y="875065"/>
                  <a:pt x="7822140" y="890295"/>
                  <a:pt x="7828688" y="909345"/>
                </a:cubicBezTo>
                <a:cubicBezTo>
                  <a:pt x="7835237" y="928395"/>
                  <a:pt x="7838511" y="949429"/>
                  <a:pt x="7838511" y="972448"/>
                </a:cubicBezTo>
                <a:cubicBezTo>
                  <a:pt x="7838511" y="995070"/>
                  <a:pt x="7835237" y="1015906"/>
                  <a:pt x="7828688" y="1034956"/>
                </a:cubicBezTo>
                <a:cubicBezTo>
                  <a:pt x="7822140" y="1054006"/>
                  <a:pt x="7811722" y="1069286"/>
                  <a:pt x="7797434" y="1080795"/>
                </a:cubicBezTo>
                <a:cubicBezTo>
                  <a:pt x="7783147" y="1092304"/>
                  <a:pt x="7764196" y="1098059"/>
                  <a:pt x="7740582" y="1098059"/>
                </a:cubicBezTo>
                <a:cubicBezTo>
                  <a:pt x="7716770" y="1098059"/>
                  <a:pt x="7697670" y="1092304"/>
                  <a:pt x="7683283" y="1080795"/>
                </a:cubicBezTo>
                <a:cubicBezTo>
                  <a:pt x="7668896" y="1069286"/>
                  <a:pt x="7658478" y="1054006"/>
                  <a:pt x="7652029" y="1034956"/>
                </a:cubicBezTo>
                <a:cubicBezTo>
                  <a:pt x="7645580" y="1015906"/>
                  <a:pt x="7642355" y="995070"/>
                  <a:pt x="7642355" y="972448"/>
                </a:cubicBezTo>
                <a:cubicBezTo>
                  <a:pt x="7642355" y="949429"/>
                  <a:pt x="7645580" y="928395"/>
                  <a:pt x="7652029" y="909345"/>
                </a:cubicBezTo>
                <a:cubicBezTo>
                  <a:pt x="7658478" y="890295"/>
                  <a:pt x="7668896" y="875065"/>
                  <a:pt x="7683283" y="863655"/>
                </a:cubicBezTo>
                <a:cubicBezTo>
                  <a:pt x="7697670" y="852245"/>
                  <a:pt x="7716770" y="846539"/>
                  <a:pt x="7740582" y="846539"/>
                </a:cubicBezTo>
                <a:close/>
                <a:moveTo>
                  <a:pt x="4435407" y="846539"/>
                </a:moveTo>
                <a:cubicBezTo>
                  <a:pt x="4459021" y="846539"/>
                  <a:pt x="4477972" y="852245"/>
                  <a:pt x="4492259" y="863655"/>
                </a:cubicBezTo>
                <a:cubicBezTo>
                  <a:pt x="4506547" y="875065"/>
                  <a:pt x="4516965" y="890295"/>
                  <a:pt x="4523513" y="909345"/>
                </a:cubicBezTo>
                <a:cubicBezTo>
                  <a:pt x="4530062" y="928395"/>
                  <a:pt x="4533336" y="949429"/>
                  <a:pt x="4533336" y="972448"/>
                </a:cubicBezTo>
                <a:cubicBezTo>
                  <a:pt x="4533336" y="995070"/>
                  <a:pt x="4530062" y="1015906"/>
                  <a:pt x="4523513" y="1034956"/>
                </a:cubicBezTo>
                <a:cubicBezTo>
                  <a:pt x="4516965" y="1054006"/>
                  <a:pt x="4506547" y="1069286"/>
                  <a:pt x="4492259" y="1080795"/>
                </a:cubicBezTo>
                <a:cubicBezTo>
                  <a:pt x="4477972" y="1092304"/>
                  <a:pt x="4459021" y="1098059"/>
                  <a:pt x="4435407" y="1098059"/>
                </a:cubicBezTo>
                <a:cubicBezTo>
                  <a:pt x="4411595" y="1098059"/>
                  <a:pt x="4392495" y="1092304"/>
                  <a:pt x="4378108" y="1080795"/>
                </a:cubicBezTo>
                <a:cubicBezTo>
                  <a:pt x="4363721" y="1069286"/>
                  <a:pt x="4353303" y="1054006"/>
                  <a:pt x="4346854" y="1034956"/>
                </a:cubicBezTo>
                <a:cubicBezTo>
                  <a:pt x="4340405" y="1015906"/>
                  <a:pt x="4337180" y="995070"/>
                  <a:pt x="4337180" y="972448"/>
                </a:cubicBezTo>
                <a:cubicBezTo>
                  <a:pt x="4337180" y="949429"/>
                  <a:pt x="4340405" y="928395"/>
                  <a:pt x="4346854" y="909345"/>
                </a:cubicBezTo>
                <a:cubicBezTo>
                  <a:pt x="4353303" y="890295"/>
                  <a:pt x="4363721" y="875065"/>
                  <a:pt x="4378108" y="863655"/>
                </a:cubicBezTo>
                <a:cubicBezTo>
                  <a:pt x="4392495" y="852245"/>
                  <a:pt x="4411595" y="846539"/>
                  <a:pt x="4435407" y="846539"/>
                </a:cubicBezTo>
                <a:close/>
                <a:moveTo>
                  <a:pt x="1854132" y="846539"/>
                </a:moveTo>
                <a:cubicBezTo>
                  <a:pt x="1877746" y="846539"/>
                  <a:pt x="1896697" y="852245"/>
                  <a:pt x="1910984" y="863655"/>
                </a:cubicBezTo>
                <a:cubicBezTo>
                  <a:pt x="1925272" y="875065"/>
                  <a:pt x="1935690" y="890295"/>
                  <a:pt x="1942238" y="909345"/>
                </a:cubicBezTo>
                <a:cubicBezTo>
                  <a:pt x="1948787" y="928395"/>
                  <a:pt x="1952061" y="949429"/>
                  <a:pt x="1952061" y="972448"/>
                </a:cubicBezTo>
                <a:cubicBezTo>
                  <a:pt x="1952061" y="995070"/>
                  <a:pt x="1948787" y="1015906"/>
                  <a:pt x="1942238" y="1034956"/>
                </a:cubicBezTo>
                <a:cubicBezTo>
                  <a:pt x="1935690" y="1054006"/>
                  <a:pt x="1925272" y="1069286"/>
                  <a:pt x="1910984" y="1080795"/>
                </a:cubicBezTo>
                <a:cubicBezTo>
                  <a:pt x="1896697" y="1092304"/>
                  <a:pt x="1877746" y="1098059"/>
                  <a:pt x="1854132" y="1098059"/>
                </a:cubicBezTo>
                <a:cubicBezTo>
                  <a:pt x="1830320" y="1098059"/>
                  <a:pt x="1811220" y="1092304"/>
                  <a:pt x="1796833" y="1080795"/>
                </a:cubicBezTo>
                <a:cubicBezTo>
                  <a:pt x="1782447" y="1069286"/>
                  <a:pt x="1772029" y="1054006"/>
                  <a:pt x="1765579" y="1034956"/>
                </a:cubicBezTo>
                <a:cubicBezTo>
                  <a:pt x="1759130" y="1015906"/>
                  <a:pt x="1755905" y="995070"/>
                  <a:pt x="1755906" y="972448"/>
                </a:cubicBezTo>
                <a:cubicBezTo>
                  <a:pt x="1755905" y="949429"/>
                  <a:pt x="1759130" y="928395"/>
                  <a:pt x="1765579" y="909345"/>
                </a:cubicBezTo>
                <a:cubicBezTo>
                  <a:pt x="1772029" y="890295"/>
                  <a:pt x="1782447" y="875065"/>
                  <a:pt x="1796833" y="863655"/>
                </a:cubicBezTo>
                <a:cubicBezTo>
                  <a:pt x="1811220" y="852245"/>
                  <a:pt x="1830320" y="846539"/>
                  <a:pt x="1854132" y="846539"/>
                </a:cubicBezTo>
                <a:close/>
                <a:moveTo>
                  <a:pt x="10161718" y="771828"/>
                </a:moveTo>
                <a:lnTo>
                  <a:pt x="10161718" y="1172473"/>
                </a:lnTo>
                <a:lnTo>
                  <a:pt x="10251015" y="1172473"/>
                </a:lnTo>
                <a:lnTo>
                  <a:pt x="10251015" y="920061"/>
                </a:lnTo>
                <a:lnTo>
                  <a:pt x="10421572" y="1172473"/>
                </a:lnTo>
                <a:lnTo>
                  <a:pt x="10514738" y="1172473"/>
                </a:lnTo>
                <a:lnTo>
                  <a:pt x="10514738" y="771828"/>
                </a:lnTo>
                <a:lnTo>
                  <a:pt x="10424548" y="771828"/>
                </a:lnTo>
                <a:lnTo>
                  <a:pt x="10424548" y="1022157"/>
                </a:lnTo>
                <a:lnTo>
                  <a:pt x="10254586" y="771828"/>
                </a:lnTo>
                <a:close/>
                <a:moveTo>
                  <a:pt x="9971218" y="771828"/>
                </a:moveTo>
                <a:lnTo>
                  <a:pt x="9971218" y="1172473"/>
                </a:lnTo>
                <a:lnTo>
                  <a:pt x="10066765" y="1172473"/>
                </a:lnTo>
                <a:lnTo>
                  <a:pt x="10066765" y="771828"/>
                </a:lnTo>
                <a:close/>
                <a:moveTo>
                  <a:pt x="9342568" y="771828"/>
                </a:moveTo>
                <a:lnTo>
                  <a:pt x="9342568" y="1172473"/>
                </a:lnTo>
                <a:lnTo>
                  <a:pt x="9438115" y="1172473"/>
                </a:lnTo>
                <a:lnTo>
                  <a:pt x="9438115" y="771828"/>
                </a:lnTo>
                <a:close/>
                <a:moveTo>
                  <a:pt x="8952042" y="771828"/>
                </a:moveTo>
                <a:lnTo>
                  <a:pt x="8952042" y="1172473"/>
                </a:lnTo>
                <a:lnTo>
                  <a:pt x="9047590" y="1172473"/>
                </a:lnTo>
                <a:lnTo>
                  <a:pt x="9047590" y="1025729"/>
                </a:lnTo>
                <a:lnTo>
                  <a:pt x="9101466" y="1025729"/>
                </a:lnTo>
                <a:cubicBezTo>
                  <a:pt x="9116944" y="1025729"/>
                  <a:pt x="9128998" y="1028308"/>
                  <a:pt x="9137632" y="1033468"/>
                </a:cubicBezTo>
                <a:cubicBezTo>
                  <a:pt x="9146263" y="1038627"/>
                  <a:pt x="9153109" y="1046713"/>
                  <a:pt x="9158170" y="1057727"/>
                </a:cubicBezTo>
                <a:cubicBezTo>
                  <a:pt x="9163229" y="1068740"/>
                  <a:pt x="9167843" y="1083176"/>
                  <a:pt x="9172010" y="1101036"/>
                </a:cubicBezTo>
                <a:lnTo>
                  <a:pt x="9188977" y="1172473"/>
                </a:lnTo>
                <a:lnTo>
                  <a:pt x="9289287" y="1172473"/>
                </a:lnTo>
                <a:lnTo>
                  <a:pt x="9262796" y="1081093"/>
                </a:lnTo>
                <a:cubicBezTo>
                  <a:pt x="9257636" y="1062043"/>
                  <a:pt x="9251980" y="1046019"/>
                  <a:pt x="9245830" y="1033021"/>
                </a:cubicBezTo>
                <a:cubicBezTo>
                  <a:pt x="9239678" y="1020024"/>
                  <a:pt x="9231442" y="1009754"/>
                  <a:pt x="9221124" y="1002214"/>
                </a:cubicBezTo>
                <a:cubicBezTo>
                  <a:pt x="9210805" y="994673"/>
                  <a:pt x="9196815" y="989514"/>
                  <a:pt x="9179154" y="986736"/>
                </a:cubicBezTo>
                <a:cubicBezTo>
                  <a:pt x="9206936" y="978798"/>
                  <a:pt x="9227524" y="965999"/>
                  <a:pt x="9240918" y="948338"/>
                </a:cubicBezTo>
                <a:cubicBezTo>
                  <a:pt x="9254312" y="930677"/>
                  <a:pt x="9261010" y="909246"/>
                  <a:pt x="9261010" y="884044"/>
                </a:cubicBezTo>
                <a:cubicBezTo>
                  <a:pt x="9261010" y="856263"/>
                  <a:pt x="9255007" y="834187"/>
                  <a:pt x="9243002" y="817816"/>
                </a:cubicBezTo>
                <a:cubicBezTo>
                  <a:pt x="9230996" y="801445"/>
                  <a:pt x="9214576" y="789687"/>
                  <a:pt x="9193740" y="782543"/>
                </a:cubicBezTo>
                <a:cubicBezTo>
                  <a:pt x="9172904" y="775400"/>
                  <a:pt x="9149091" y="771828"/>
                  <a:pt x="9122302" y="771828"/>
                </a:cubicBezTo>
                <a:close/>
                <a:moveTo>
                  <a:pt x="8580568" y="771828"/>
                </a:moveTo>
                <a:lnTo>
                  <a:pt x="8580568" y="1172473"/>
                </a:lnTo>
                <a:lnTo>
                  <a:pt x="8676116" y="1172473"/>
                </a:lnTo>
                <a:lnTo>
                  <a:pt x="8676116" y="1035849"/>
                </a:lnTo>
                <a:lnTo>
                  <a:pt x="8742790" y="1035849"/>
                </a:lnTo>
                <a:cubicBezTo>
                  <a:pt x="8769778" y="1035849"/>
                  <a:pt x="8794483" y="1031235"/>
                  <a:pt x="8816907" y="1022008"/>
                </a:cubicBezTo>
                <a:cubicBezTo>
                  <a:pt x="8839330" y="1012781"/>
                  <a:pt x="8857288" y="998394"/>
                  <a:pt x="8870782" y="978848"/>
                </a:cubicBezTo>
                <a:cubicBezTo>
                  <a:pt x="8884276" y="959302"/>
                  <a:pt x="8891023" y="934249"/>
                  <a:pt x="8891023" y="903689"/>
                </a:cubicBezTo>
                <a:cubicBezTo>
                  <a:pt x="8891023" y="873130"/>
                  <a:pt x="8884276" y="848127"/>
                  <a:pt x="8870782" y="828680"/>
                </a:cubicBezTo>
                <a:cubicBezTo>
                  <a:pt x="8857288" y="809233"/>
                  <a:pt x="8839330" y="794896"/>
                  <a:pt x="8816907" y="785669"/>
                </a:cubicBezTo>
                <a:cubicBezTo>
                  <a:pt x="8794483" y="776441"/>
                  <a:pt x="8769778" y="771828"/>
                  <a:pt x="8742790" y="771828"/>
                </a:cubicBezTo>
                <a:close/>
                <a:moveTo>
                  <a:pt x="8009068" y="771828"/>
                </a:moveTo>
                <a:lnTo>
                  <a:pt x="8009068" y="1172473"/>
                </a:lnTo>
                <a:lnTo>
                  <a:pt x="8098365" y="1172473"/>
                </a:lnTo>
                <a:lnTo>
                  <a:pt x="8098365" y="920061"/>
                </a:lnTo>
                <a:lnTo>
                  <a:pt x="8268922" y="1172473"/>
                </a:lnTo>
                <a:lnTo>
                  <a:pt x="8362088" y="1172473"/>
                </a:lnTo>
                <a:lnTo>
                  <a:pt x="8362088" y="771828"/>
                </a:lnTo>
                <a:lnTo>
                  <a:pt x="8271898" y="771828"/>
                </a:lnTo>
                <a:lnTo>
                  <a:pt x="8271898" y="1022157"/>
                </a:lnTo>
                <a:lnTo>
                  <a:pt x="8101937" y="771828"/>
                </a:lnTo>
                <a:close/>
                <a:moveTo>
                  <a:pt x="7180393" y="771828"/>
                </a:moveTo>
                <a:lnTo>
                  <a:pt x="7180393" y="1172473"/>
                </a:lnTo>
                <a:lnTo>
                  <a:pt x="7336662" y="1172473"/>
                </a:lnTo>
                <a:cubicBezTo>
                  <a:pt x="7368015" y="1172473"/>
                  <a:pt x="7395251" y="1168405"/>
                  <a:pt x="7418369" y="1160269"/>
                </a:cubicBezTo>
                <a:cubicBezTo>
                  <a:pt x="7441487" y="1152133"/>
                  <a:pt x="7459446" y="1139334"/>
                  <a:pt x="7472245" y="1121872"/>
                </a:cubicBezTo>
                <a:cubicBezTo>
                  <a:pt x="7485044" y="1104409"/>
                  <a:pt x="7491444" y="1081787"/>
                  <a:pt x="7491444" y="1054006"/>
                </a:cubicBezTo>
                <a:cubicBezTo>
                  <a:pt x="7491444" y="1029201"/>
                  <a:pt x="7484548" y="1008415"/>
                  <a:pt x="7470757" y="991647"/>
                </a:cubicBezTo>
                <a:cubicBezTo>
                  <a:pt x="7456965" y="974879"/>
                  <a:pt x="7436178" y="963518"/>
                  <a:pt x="7408398" y="957565"/>
                </a:cubicBezTo>
                <a:cubicBezTo>
                  <a:pt x="7425265" y="950223"/>
                  <a:pt x="7438808" y="939508"/>
                  <a:pt x="7449028" y="925418"/>
                </a:cubicBezTo>
                <a:cubicBezTo>
                  <a:pt x="7459247" y="911329"/>
                  <a:pt x="7464357" y="893569"/>
                  <a:pt x="7464357" y="872138"/>
                </a:cubicBezTo>
                <a:cubicBezTo>
                  <a:pt x="7464357" y="838007"/>
                  <a:pt x="7451508" y="812756"/>
                  <a:pt x="7425811" y="796384"/>
                </a:cubicBezTo>
                <a:cubicBezTo>
                  <a:pt x="7400113" y="780013"/>
                  <a:pt x="7365138" y="771828"/>
                  <a:pt x="7320887" y="771828"/>
                </a:cubicBezTo>
                <a:close/>
                <a:moveTo>
                  <a:pt x="6789868" y="771828"/>
                </a:moveTo>
                <a:lnTo>
                  <a:pt x="6789868" y="1172473"/>
                </a:lnTo>
                <a:lnTo>
                  <a:pt x="6885416" y="1172473"/>
                </a:lnTo>
                <a:lnTo>
                  <a:pt x="6885416" y="1025729"/>
                </a:lnTo>
                <a:lnTo>
                  <a:pt x="6939291" y="1025729"/>
                </a:lnTo>
                <a:cubicBezTo>
                  <a:pt x="6954770" y="1025729"/>
                  <a:pt x="6966825" y="1028308"/>
                  <a:pt x="6975457" y="1033468"/>
                </a:cubicBezTo>
                <a:cubicBezTo>
                  <a:pt x="6984089" y="1038627"/>
                  <a:pt x="6990935" y="1046713"/>
                  <a:pt x="6995995" y="1057727"/>
                </a:cubicBezTo>
                <a:cubicBezTo>
                  <a:pt x="7001055" y="1068740"/>
                  <a:pt x="7005669" y="1083176"/>
                  <a:pt x="7009836" y="1101036"/>
                </a:cubicBezTo>
                <a:lnTo>
                  <a:pt x="7026802" y="1172473"/>
                </a:lnTo>
                <a:lnTo>
                  <a:pt x="7127112" y="1172473"/>
                </a:lnTo>
                <a:lnTo>
                  <a:pt x="7100621" y="1081093"/>
                </a:lnTo>
                <a:cubicBezTo>
                  <a:pt x="7095461" y="1062043"/>
                  <a:pt x="7089806" y="1046019"/>
                  <a:pt x="7083655" y="1033021"/>
                </a:cubicBezTo>
                <a:cubicBezTo>
                  <a:pt x="7077503" y="1020024"/>
                  <a:pt x="7069268" y="1009754"/>
                  <a:pt x="7058949" y="1002214"/>
                </a:cubicBezTo>
                <a:cubicBezTo>
                  <a:pt x="7048630" y="994673"/>
                  <a:pt x="7034640" y="989514"/>
                  <a:pt x="7016980" y="986736"/>
                </a:cubicBezTo>
                <a:cubicBezTo>
                  <a:pt x="7044761" y="978798"/>
                  <a:pt x="7065349" y="965999"/>
                  <a:pt x="7078743" y="948338"/>
                </a:cubicBezTo>
                <a:cubicBezTo>
                  <a:pt x="7092138" y="930677"/>
                  <a:pt x="7098835" y="909246"/>
                  <a:pt x="7098835" y="884044"/>
                </a:cubicBezTo>
                <a:cubicBezTo>
                  <a:pt x="7098835" y="856263"/>
                  <a:pt x="7092832" y="834187"/>
                  <a:pt x="7080827" y="817816"/>
                </a:cubicBezTo>
                <a:cubicBezTo>
                  <a:pt x="7068821" y="801445"/>
                  <a:pt x="7052401" y="789687"/>
                  <a:pt x="7031565" y="782543"/>
                </a:cubicBezTo>
                <a:cubicBezTo>
                  <a:pt x="7010729" y="775400"/>
                  <a:pt x="6986916" y="771828"/>
                  <a:pt x="6960127" y="771828"/>
                </a:cubicBezTo>
                <a:close/>
                <a:moveTo>
                  <a:pt x="6504713" y="771828"/>
                </a:moveTo>
                <a:lnTo>
                  <a:pt x="6363029" y="1172473"/>
                </a:lnTo>
                <a:lnTo>
                  <a:pt x="6462148" y="1172473"/>
                </a:lnTo>
                <a:lnTo>
                  <a:pt x="6487152" y="1094190"/>
                </a:lnTo>
                <a:lnTo>
                  <a:pt x="6623180" y="1094190"/>
                </a:lnTo>
                <a:lnTo>
                  <a:pt x="6648184" y="1172473"/>
                </a:lnTo>
                <a:lnTo>
                  <a:pt x="6748196" y="1172473"/>
                </a:lnTo>
                <a:lnTo>
                  <a:pt x="6605023" y="771828"/>
                </a:lnTo>
                <a:close/>
                <a:moveTo>
                  <a:pt x="5532568" y="771828"/>
                </a:moveTo>
                <a:lnTo>
                  <a:pt x="5532568" y="1172473"/>
                </a:lnTo>
                <a:lnTo>
                  <a:pt x="5790041" y="1172473"/>
                </a:lnTo>
                <a:lnTo>
                  <a:pt x="5790041" y="1087939"/>
                </a:lnTo>
                <a:lnTo>
                  <a:pt x="5628116" y="1087939"/>
                </a:lnTo>
                <a:lnTo>
                  <a:pt x="5628116" y="771828"/>
                </a:lnTo>
                <a:close/>
                <a:moveTo>
                  <a:pt x="5247414" y="771828"/>
                </a:moveTo>
                <a:lnTo>
                  <a:pt x="5105729" y="1172473"/>
                </a:lnTo>
                <a:lnTo>
                  <a:pt x="5204848" y="1172473"/>
                </a:lnTo>
                <a:lnTo>
                  <a:pt x="5229852" y="1094190"/>
                </a:lnTo>
                <a:lnTo>
                  <a:pt x="5365880" y="1094190"/>
                </a:lnTo>
                <a:lnTo>
                  <a:pt x="5390884" y="1172473"/>
                </a:lnTo>
                <a:lnTo>
                  <a:pt x="5490896" y="1172473"/>
                </a:lnTo>
                <a:lnTo>
                  <a:pt x="5347723" y="771828"/>
                </a:lnTo>
                <a:close/>
                <a:moveTo>
                  <a:pt x="4703893" y="771828"/>
                </a:moveTo>
                <a:lnTo>
                  <a:pt x="4703893" y="1172473"/>
                </a:lnTo>
                <a:lnTo>
                  <a:pt x="4793190" y="1172473"/>
                </a:lnTo>
                <a:lnTo>
                  <a:pt x="4793190" y="920061"/>
                </a:lnTo>
                <a:lnTo>
                  <a:pt x="4963747" y="1172473"/>
                </a:lnTo>
                <a:lnTo>
                  <a:pt x="5056913" y="1172473"/>
                </a:lnTo>
                <a:lnTo>
                  <a:pt x="5056913" y="771828"/>
                </a:lnTo>
                <a:lnTo>
                  <a:pt x="4966723" y="771828"/>
                </a:lnTo>
                <a:lnTo>
                  <a:pt x="4966723" y="1022157"/>
                </a:lnTo>
                <a:lnTo>
                  <a:pt x="4796763" y="771828"/>
                </a:lnTo>
                <a:close/>
                <a:moveTo>
                  <a:pt x="4065718" y="771828"/>
                </a:moveTo>
                <a:lnTo>
                  <a:pt x="4065718" y="1172473"/>
                </a:lnTo>
                <a:lnTo>
                  <a:pt x="4161266" y="1172473"/>
                </a:lnTo>
                <a:lnTo>
                  <a:pt x="4161266" y="771828"/>
                </a:lnTo>
                <a:close/>
                <a:moveTo>
                  <a:pt x="3710614" y="771828"/>
                </a:moveTo>
                <a:lnTo>
                  <a:pt x="3710614" y="851600"/>
                </a:lnTo>
                <a:lnTo>
                  <a:pt x="3815092" y="851600"/>
                </a:lnTo>
                <a:lnTo>
                  <a:pt x="3815092" y="1172473"/>
                </a:lnTo>
                <a:lnTo>
                  <a:pt x="3910937" y="1172473"/>
                </a:lnTo>
                <a:lnTo>
                  <a:pt x="3910937" y="851600"/>
                </a:lnTo>
                <a:lnTo>
                  <a:pt x="4014521" y="851600"/>
                </a:lnTo>
                <a:lnTo>
                  <a:pt x="4014521" y="771828"/>
                </a:lnTo>
                <a:close/>
                <a:moveTo>
                  <a:pt x="3303718" y="771828"/>
                </a:moveTo>
                <a:lnTo>
                  <a:pt x="3303718" y="1172473"/>
                </a:lnTo>
                <a:lnTo>
                  <a:pt x="3393015" y="1172473"/>
                </a:lnTo>
                <a:lnTo>
                  <a:pt x="3393015" y="920061"/>
                </a:lnTo>
                <a:lnTo>
                  <a:pt x="3563572" y="1172473"/>
                </a:lnTo>
                <a:lnTo>
                  <a:pt x="3656738" y="1172473"/>
                </a:lnTo>
                <a:lnTo>
                  <a:pt x="3656738" y="771828"/>
                </a:lnTo>
                <a:lnTo>
                  <a:pt x="3566549" y="771828"/>
                </a:lnTo>
                <a:lnTo>
                  <a:pt x="3566549" y="1022157"/>
                </a:lnTo>
                <a:lnTo>
                  <a:pt x="3396587" y="771828"/>
                </a:lnTo>
                <a:close/>
                <a:moveTo>
                  <a:pt x="2951293" y="771828"/>
                </a:moveTo>
                <a:lnTo>
                  <a:pt x="2951293" y="1172473"/>
                </a:lnTo>
                <a:lnTo>
                  <a:pt x="3225435" y="1172473"/>
                </a:lnTo>
                <a:lnTo>
                  <a:pt x="3225435" y="1093297"/>
                </a:lnTo>
                <a:lnTo>
                  <a:pt x="3046841" y="1093297"/>
                </a:lnTo>
                <a:lnTo>
                  <a:pt x="3046841" y="1006679"/>
                </a:lnTo>
                <a:lnTo>
                  <a:pt x="3207575" y="1006679"/>
                </a:lnTo>
                <a:lnTo>
                  <a:pt x="3207575" y="930479"/>
                </a:lnTo>
                <a:lnTo>
                  <a:pt x="3046841" y="930479"/>
                </a:lnTo>
                <a:lnTo>
                  <a:pt x="3046841" y="851004"/>
                </a:lnTo>
                <a:lnTo>
                  <a:pt x="3225435" y="851004"/>
                </a:lnTo>
                <a:lnTo>
                  <a:pt x="3225435" y="771828"/>
                </a:lnTo>
                <a:close/>
                <a:moveTo>
                  <a:pt x="2524454" y="771828"/>
                </a:moveTo>
                <a:lnTo>
                  <a:pt x="2657506" y="1172473"/>
                </a:lnTo>
                <a:lnTo>
                  <a:pt x="2770913" y="1172473"/>
                </a:lnTo>
                <a:lnTo>
                  <a:pt x="2907240" y="771828"/>
                </a:lnTo>
                <a:lnTo>
                  <a:pt x="2804549" y="771828"/>
                </a:lnTo>
                <a:lnTo>
                  <a:pt x="2714954" y="1075437"/>
                </a:lnTo>
                <a:lnTo>
                  <a:pt x="2627145" y="771828"/>
                </a:lnTo>
                <a:close/>
                <a:moveTo>
                  <a:pt x="2122618" y="771828"/>
                </a:moveTo>
                <a:lnTo>
                  <a:pt x="2122618" y="1172473"/>
                </a:lnTo>
                <a:lnTo>
                  <a:pt x="2211915" y="1172473"/>
                </a:lnTo>
                <a:lnTo>
                  <a:pt x="2211915" y="920061"/>
                </a:lnTo>
                <a:lnTo>
                  <a:pt x="2382472" y="1172473"/>
                </a:lnTo>
                <a:lnTo>
                  <a:pt x="2475638" y="1172473"/>
                </a:lnTo>
                <a:lnTo>
                  <a:pt x="2475638" y="771828"/>
                </a:lnTo>
                <a:lnTo>
                  <a:pt x="2385449" y="771828"/>
                </a:lnTo>
                <a:lnTo>
                  <a:pt x="2385449" y="1022157"/>
                </a:lnTo>
                <a:lnTo>
                  <a:pt x="2215487" y="771828"/>
                </a:lnTo>
                <a:close/>
                <a:moveTo>
                  <a:pt x="10790665" y="766470"/>
                </a:moveTo>
                <a:cubicBezTo>
                  <a:pt x="10749985" y="766470"/>
                  <a:pt x="10714763" y="774904"/>
                  <a:pt x="10684997" y="791771"/>
                </a:cubicBezTo>
                <a:cubicBezTo>
                  <a:pt x="10655232" y="808638"/>
                  <a:pt x="10632262" y="832500"/>
                  <a:pt x="10616090" y="863357"/>
                </a:cubicBezTo>
                <a:cubicBezTo>
                  <a:pt x="10599917" y="894214"/>
                  <a:pt x="10591830" y="930578"/>
                  <a:pt x="10591831" y="972448"/>
                </a:cubicBezTo>
                <a:cubicBezTo>
                  <a:pt x="10591830" y="1014120"/>
                  <a:pt x="10599917" y="1050335"/>
                  <a:pt x="10616090" y="1081093"/>
                </a:cubicBezTo>
                <a:cubicBezTo>
                  <a:pt x="10632262" y="1111851"/>
                  <a:pt x="10655232" y="1135663"/>
                  <a:pt x="10684997" y="1152530"/>
                </a:cubicBezTo>
                <a:cubicBezTo>
                  <a:pt x="10714763" y="1169397"/>
                  <a:pt x="10749985" y="1177831"/>
                  <a:pt x="10790665" y="1177831"/>
                </a:cubicBezTo>
                <a:cubicBezTo>
                  <a:pt x="10829757" y="1177831"/>
                  <a:pt x="10862946" y="1170439"/>
                  <a:pt x="10890231" y="1155656"/>
                </a:cubicBezTo>
                <a:cubicBezTo>
                  <a:pt x="10917516" y="1140872"/>
                  <a:pt x="10938352" y="1120284"/>
                  <a:pt x="10952739" y="1093892"/>
                </a:cubicBezTo>
                <a:cubicBezTo>
                  <a:pt x="10967126" y="1067500"/>
                  <a:pt x="10974319" y="1036940"/>
                  <a:pt x="10974319" y="1002214"/>
                </a:cubicBezTo>
                <a:lnTo>
                  <a:pt x="10974319" y="957565"/>
                </a:lnTo>
                <a:lnTo>
                  <a:pt x="10791558" y="957565"/>
                </a:lnTo>
                <a:lnTo>
                  <a:pt x="10791558" y="1033468"/>
                </a:lnTo>
                <a:lnTo>
                  <a:pt x="10877581" y="1033468"/>
                </a:lnTo>
                <a:cubicBezTo>
                  <a:pt x="10875994" y="1046366"/>
                  <a:pt x="10871479" y="1057677"/>
                  <a:pt x="10864038" y="1067401"/>
                </a:cubicBezTo>
                <a:cubicBezTo>
                  <a:pt x="10856596" y="1077124"/>
                  <a:pt x="10846675" y="1084714"/>
                  <a:pt x="10834272" y="1090171"/>
                </a:cubicBezTo>
                <a:cubicBezTo>
                  <a:pt x="10821869" y="1095628"/>
                  <a:pt x="10807334" y="1098357"/>
                  <a:pt x="10790665" y="1098357"/>
                </a:cubicBezTo>
                <a:cubicBezTo>
                  <a:pt x="10766258" y="1098357"/>
                  <a:pt x="10746711" y="1092503"/>
                  <a:pt x="10732027" y="1080795"/>
                </a:cubicBezTo>
                <a:cubicBezTo>
                  <a:pt x="10717342" y="1069087"/>
                  <a:pt x="10706676" y="1053609"/>
                  <a:pt x="10700029" y="1034361"/>
                </a:cubicBezTo>
                <a:cubicBezTo>
                  <a:pt x="10693381" y="1015112"/>
                  <a:pt x="10690057" y="994475"/>
                  <a:pt x="10690058" y="972448"/>
                </a:cubicBezTo>
                <a:cubicBezTo>
                  <a:pt x="10690057" y="950223"/>
                  <a:pt x="10693331" y="929586"/>
                  <a:pt x="10699880" y="910536"/>
                </a:cubicBezTo>
                <a:cubicBezTo>
                  <a:pt x="10706428" y="891486"/>
                  <a:pt x="10716895" y="876057"/>
                  <a:pt x="10731283" y="864250"/>
                </a:cubicBezTo>
                <a:cubicBezTo>
                  <a:pt x="10745669" y="852443"/>
                  <a:pt x="10764769" y="846539"/>
                  <a:pt x="10788582" y="846539"/>
                </a:cubicBezTo>
                <a:cubicBezTo>
                  <a:pt x="10805251" y="846539"/>
                  <a:pt x="10819488" y="849020"/>
                  <a:pt x="10831295" y="853981"/>
                </a:cubicBezTo>
                <a:cubicBezTo>
                  <a:pt x="10843102" y="858942"/>
                  <a:pt x="10852429" y="865937"/>
                  <a:pt x="10859275" y="874966"/>
                </a:cubicBezTo>
                <a:cubicBezTo>
                  <a:pt x="10866121" y="883995"/>
                  <a:pt x="10870238" y="894661"/>
                  <a:pt x="10871628" y="906964"/>
                </a:cubicBezTo>
                <a:lnTo>
                  <a:pt x="10970152" y="906964"/>
                </a:lnTo>
                <a:cubicBezTo>
                  <a:pt x="10967771" y="882556"/>
                  <a:pt x="10961024" y="861472"/>
                  <a:pt x="10949911" y="843712"/>
                </a:cubicBezTo>
                <a:cubicBezTo>
                  <a:pt x="10938799" y="825952"/>
                  <a:pt x="10924759" y="811366"/>
                  <a:pt x="10907793" y="799956"/>
                </a:cubicBezTo>
                <a:cubicBezTo>
                  <a:pt x="10890827" y="788546"/>
                  <a:pt x="10872223" y="780113"/>
                  <a:pt x="10851983" y="774656"/>
                </a:cubicBezTo>
                <a:cubicBezTo>
                  <a:pt x="10831742" y="769199"/>
                  <a:pt x="10811302" y="766470"/>
                  <a:pt x="10790665" y="766470"/>
                </a:cubicBezTo>
                <a:close/>
                <a:moveTo>
                  <a:pt x="9712257" y="766470"/>
                </a:moveTo>
                <a:cubicBezTo>
                  <a:pt x="9672172" y="766470"/>
                  <a:pt x="9637396" y="774854"/>
                  <a:pt x="9607928" y="791622"/>
                </a:cubicBezTo>
                <a:cubicBezTo>
                  <a:pt x="9578460" y="808390"/>
                  <a:pt x="9555690" y="832153"/>
                  <a:pt x="9539616" y="862911"/>
                </a:cubicBezTo>
                <a:cubicBezTo>
                  <a:pt x="9523543" y="893668"/>
                  <a:pt x="9515506" y="930181"/>
                  <a:pt x="9515506" y="972448"/>
                </a:cubicBezTo>
                <a:cubicBezTo>
                  <a:pt x="9515506" y="1014517"/>
                  <a:pt x="9523543" y="1050881"/>
                  <a:pt x="9539616" y="1081539"/>
                </a:cubicBezTo>
                <a:cubicBezTo>
                  <a:pt x="9555690" y="1112198"/>
                  <a:pt x="9578460" y="1135911"/>
                  <a:pt x="9607928" y="1152679"/>
                </a:cubicBezTo>
                <a:cubicBezTo>
                  <a:pt x="9637396" y="1169447"/>
                  <a:pt x="9672172" y="1177831"/>
                  <a:pt x="9712257" y="1177831"/>
                </a:cubicBezTo>
                <a:cubicBezTo>
                  <a:pt x="9749563" y="1177831"/>
                  <a:pt x="9781412" y="1171729"/>
                  <a:pt x="9807804" y="1159525"/>
                </a:cubicBezTo>
                <a:cubicBezTo>
                  <a:pt x="9834196" y="1147321"/>
                  <a:pt x="9854784" y="1129660"/>
                  <a:pt x="9869568" y="1106542"/>
                </a:cubicBezTo>
                <a:cubicBezTo>
                  <a:pt x="9884351" y="1083424"/>
                  <a:pt x="9892834" y="1055296"/>
                  <a:pt x="9895018" y="1022157"/>
                </a:cubicBezTo>
                <a:lnTo>
                  <a:pt x="9796493" y="1022157"/>
                </a:lnTo>
                <a:cubicBezTo>
                  <a:pt x="9794509" y="1045969"/>
                  <a:pt x="9786422" y="1064573"/>
                  <a:pt x="9772234" y="1077967"/>
                </a:cubicBezTo>
                <a:cubicBezTo>
                  <a:pt x="9758046" y="1091362"/>
                  <a:pt x="9738053" y="1098059"/>
                  <a:pt x="9712257" y="1098059"/>
                </a:cubicBezTo>
                <a:cubicBezTo>
                  <a:pt x="9688444" y="1098059"/>
                  <a:pt x="9669344" y="1092156"/>
                  <a:pt x="9654958" y="1080349"/>
                </a:cubicBezTo>
                <a:cubicBezTo>
                  <a:pt x="9640571" y="1068542"/>
                  <a:pt x="9630153" y="1053063"/>
                  <a:pt x="9623704" y="1033914"/>
                </a:cubicBezTo>
                <a:cubicBezTo>
                  <a:pt x="9617254" y="1014765"/>
                  <a:pt x="9614030" y="994276"/>
                  <a:pt x="9614030" y="972448"/>
                </a:cubicBezTo>
                <a:cubicBezTo>
                  <a:pt x="9614030" y="950422"/>
                  <a:pt x="9617254" y="929883"/>
                  <a:pt x="9623704" y="910833"/>
                </a:cubicBezTo>
                <a:cubicBezTo>
                  <a:pt x="9630153" y="891783"/>
                  <a:pt x="9640571" y="876305"/>
                  <a:pt x="9654958" y="864399"/>
                </a:cubicBezTo>
                <a:cubicBezTo>
                  <a:pt x="9669344" y="852493"/>
                  <a:pt x="9688444" y="846539"/>
                  <a:pt x="9712257" y="846539"/>
                </a:cubicBezTo>
                <a:cubicBezTo>
                  <a:pt x="9727536" y="846539"/>
                  <a:pt x="9741129" y="849020"/>
                  <a:pt x="9753036" y="853981"/>
                </a:cubicBezTo>
                <a:cubicBezTo>
                  <a:pt x="9764942" y="858942"/>
                  <a:pt x="9774616" y="866334"/>
                  <a:pt x="9782057" y="876156"/>
                </a:cubicBezTo>
                <a:cubicBezTo>
                  <a:pt x="9789499" y="885979"/>
                  <a:pt x="9794310" y="898233"/>
                  <a:pt x="9796493" y="912917"/>
                </a:cubicBezTo>
                <a:lnTo>
                  <a:pt x="9894720" y="912917"/>
                </a:lnTo>
                <a:cubicBezTo>
                  <a:pt x="9893728" y="881564"/>
                  <a:pt x="9884947" y="854973"/>
                  <a:pt x="9868377" y="833145"/>
                </a:cubicBezTo>
                <a:cubicBezTo>
                  <a:pt x="9851808" y="811317"/>
                  <a:pt x="9829880" y="794747"/>
                  <a:pt x="9802595" y="783436"/>
                </a:cubicBezTo>
                <a:cubicBezTo>
                  <a:pt x="9775310" y="772126"/>
                  <a:pt x="9745197" y="766470"/>
                  <a:pt x="9712257" y="766470"/>
                </a:cubicBezTo>
                <a:close/>
                <a:moveTo>
                  <a:pt x="7740582" y="766470"/>
                </a:moveTo>
                <a:cubicBezTo>
                  <a:pt x="7698711" y="766470"/>
                  <a:pt x="7663092" y="774854"/>
                  <a:pt x="7633723" y="791622"/>
                </a:cubicBezTo>
                <a:cubicBezTo>
                  <a:pt x="7604354" y="808390"/>
                  <a:pt x="7582030" y="832153"/>
                  <a:pt x="7566751" y="862911"/>
                </a:cubicBezTo>
                <a:cubicBezTo>
                  <a:pt x="7551471" y="893668"/>
                  <a:pt x="7543831" y="930181"/>
                  <a:pt x="7543831" y="972448"/>
                </a:cubicBezTo>
                <a:cubicBezTo>
                  <a:pt x="7543831" y="1014517"/>
                  <a:pt x="7551471" y="1050881"/>
                  <a:pt x="7566751" y="1081539"/>
                </a:cubicBezTo>
                <a:cubicBezTo>
                  <a:pt x="7582030" y="1112198"/>
                  <a:pt x="7604354" y="1135911"/>
                  <a:pt x="7633723" y="1152679"/>
                </a:cubicBezTo>
                <a:cubicBezTo>
                  <a:pt x="7663092" y="1169447"/>
                  <a:pt x="7698711" y="1177831"/>
                  <a:pt x="7740582" y="1177831"/>
                </a:cubicBezTo>
                <a:cubicBezTo>
                  <a:pt x="7782452" y="1177831"/>
                  <a:pt x="7818022" y="1169447"/>
                  <a:pt x="7847292" y="1152679"/>
                </a:cubicBezTo>
                <a:cubicBezTo>
                  <a:pt x="7876561" y="1135911"/>
                  <a:pt x="7898836" y="1112198"/>
                  <a:pt x="7914116" y="1081539"/>
                </a:cubicBezTo>
                <a:cubicBezTo>
                  <a:pt x="7929395" y="1050881"/>
                  <a:pt x="7937035" y="1014517"/>
                  <a:pt x="7937035" y="972448"/>
                </a:cubicBezTo>
                <a:cubicBezTo>
                  <a:pt x="7937035" y="930181"/>
                  <a:pt x="7929395" y="893668"/>
                  <a:pt x="7914116" y="862911"/>
                </a:cubicBezTo>
                <a:cubicBezTo>
                  <a:pt x="7898836" y="832153"/>
                  <a:pt x="7876561" y="808390"/>
                  <a:pt x="7847292" y="791622"/>
                </a:cubicBezTo>
                <a:cubicBezTo>
                  <a:pt x="7818022" y="774854"/>
                  <a:pt x="7782452" y="766470"/>
                  <a:pt x="7740582" y="766470"/>
                </a:cubicBezTo>
                <a:close/>
                <a:moveTo>
                  <a:pt x="6149907" y="766470"/>
                </a:moveTo>
                <a:cubicBezTo>
                  <a:pt x="6109822" y="766470"/>
                  <a:pt x="6075046" y="774854"/>
                  <a:pt x="6045579" y="791622"/>
                </a:cubicBezTo>
                <a:cubicBezTo>
                  <a:pt x="6016111" y="808390"/>
                  <a:pt x="5993340" y="832153"/>
                  <a:pt x="5977266" y="862911"/>
                </a:cubicBezTo>
                <a:cubicBezTo>
                  <a:pt x="5961193" y="893668"/>
                  <a:pt x="5953157" y="930181"/>
                  <a:pt x="5953157" y="972448"/>
                </a:cubicBezTo>
                <a:cubicBezTo>
                  <a:pt x="5953157" y="1014517"/>
                  <a:pt x="5961193" y="1050881"/>
                  <a:pt x="5977266" y="1081539"/>
                </a:cubicBezTo>
                <a:cubicBezTo>
                  <a:pt x="5993340" y="1112198"/>
                  <a:pt x="6016111" y="1135911"/>
                  <a:pt x="6045579" y="1152679"/>
                </a:cubicBezTo>
                <a:cubicBezTo>
                  <a:pt x="6075046" y="1169447"/>
                  <a:pt x="6109822" y="1177831"/>
                  <a:pt x="6149907" y="1177831"/>
                </a:cubicBezTo>
                <a:cubicBezTo>
                  <a:pt x="6187213" y="1177831"/>
                  <a:pt x="6219062" y="1171729"/>
                  <a:pt x="6245455" y="1159525"/>
                </a:cubicBezTo>
                <a:cubicBezTo>
                  <a:pt x="6271847" y="1147321"/>
                  <a:pt x="6292434" y="1129660"/>
                  <a:pt x="6307218" y="1106542"/>
                </a:cubicBezTo>
                <a:cubicBezTo>
                  <a:pt x="6322002" y="1083424"/>
                  <a:pt x="6330485" y="1055296"/>
                  <a:pt x="6332668" y="1022157"/>
                </a:cubicBezTo>
                <a:lnTo>
                  <a:pt x="6234144" y="1022157"/>
                </a:lnTo>
                <a:cubicBezTo>
                  <a:pt x="6232159" y="1045969"/>
                  <a:pt x="6224073" y="1064573"/>
                  <a:pt x="6209885" y="1077967"/>
                </a:cubicBezTo>
                <a:cubicBezTo>
                  <a:pt x="6195696" y="1091362"/>
                  <a:pt x="6175704" y="1098059"/>
                  <a:pt x="6149907" y="1098059"/>
                </a:cubicBezTo>
                <a:cubicBezTo>
                  <a:pt x="6126095" y="1098059"/>
                  <a:pt x="6106995" y="1092156"/>
                  <a:pt x="6092608" y="1080349"/>
                </a:cubicBezTo>
                <a:cubicBezTo>
                  <a:pt x="6078221" y="1068542"/>
                  <a:pt x="6067803" y="1053063"/>
                  <a:pt x="6061354" y="1033914"/>
                </a:cubicBezTo>
                <a:cubicBezTo>
                  <a:pt x="6054905" y="1014765"/>
                  <a:pt x="6051680" y="994276"/>
                  <a:pt x="6051680" y="972448"/>
                </a:cubicBezTo>
                <a:cubicBezTo>
                  <a:pt x="6051680" y="950422"/>
                  <a:pt x="6054905" y="929883"/>
                  <a:pt x="6061354" y="910833"/>
                </a:cubicBezTo>
                <a:cubicBezTo>
                  <a:pt x="6067803" y="891783"/>
                  <a:pt x="6078221" y="876305"/>
                  <a:pt x="6092608" y="864399"/>
                </a:cubicBezTo>
                <a:cubicBezTo>
                  <a:pt x="6106995" y="852493"/>
                  <a:pt x="6126095" y="846539"/>
                  <a:pt x="6149907" y="846539"/>
                </a:cubicBezTo>
                <a:cubicBezTo>
                  <a:pt x="6165186" y="846539"/>
                  <a:pt x="6178780" y="849020"/>
                  <a:pt x="6190686" y="853981"/>
                </a:cubicBezTo>
                <a:cubicBezTo>
                  <a:pt x="6202592" y="858942"/>
                  <a:pt x="6212266" y="866334"/>
                  <a:pt x="6219707" y="876156"/>
                </a:cubicBezTo>
                <a:cubicBezTo>
                  <a:pt x="6227149" y="885979"/>
                  <a:pt x="6231961" y="898233"/>
                  <a:pt x="6234144" y="912917"/>
                </a:cubicBezTo>
                <a:lnTo>
                  <a:pt x="6332370" y="912917"/>
                </a:lnTo>
                <a:cubicBezTo>
                  <a:pt x="6331378" y="881564"/>
                  <a:pt x="6322597" y="854973"/>
                  <a:pt x="6306028" y="833145"/>
                </a:cubicBezTo>
                <a:cubicBezTo>
                  <a:pt x="6289458" y="811317"/>
                  <a:pt x="6267531" y="794747"/>
                  <a:pt x="6240246" y="783436"/>
                </a:cubicBezTo>
                <a:cubicBezTo>
                  <a:pt x="6212960" y="772126"/>
                  <a:pt x="6182847" y="766470"/>
                  <a:pt x="6149907" y="766470"/>
                </a:cubicBezTo>
                <a:close/>
                <a:moveTo>
                  <a:pt x="4435407" y="766470"/>
                </a:moveTo>
                <a:cubicBezTo>
                  <a:pt x="4393537" y="766470"/>
                  <a:pt x="4357917" y="774854"/>
                  <a:pt x="4328548" y="791622"/>
                </a:cubicBezTo>
                <a:cubicBezTo>
                  <a:pt x="4299180" y="808390"/>
                  <a:pt x="4276855" y="832153"/>
                  <a:pt x="4261576" y="862911"/>
                </a:cubicBezTo>
                <a:cubicBezTo>
                  <a:pt x="4246296" y="893668"/>
                  <a:pt x="4238656" y="930181"/>
                  <a:pt x="4238656" y="972448"/>
                </a:cubicBezTo>
                <a:cubicBezTo>
                  <a:pt x="4238656" y="1014517"/>
                  <a:pt x="4246296" y="1050881"/>
                  <a:pt x="4261576" y="1081539"/>
                </a:cubicBezTo>
                <a:cubicBezTo>
                  <a:pt x="4276855" y="1112198"/>
                  <a:pt x="4299180" y="1135911"/>
                  <a:pt x="4328548" y="1152679"/>
                </a:cubicBezTo>
                <a:cubicBezTo>
                  <a:pt x="4357917" y="1169447"/>
                  <a:pt x="4393537" y="1177831"/>
                  <a:pt x="4435407" y="1177831"/>
                </a:cubicBezTo>
                <a:cubicBezTo>
                  <a:pt x="4477277" y="1177831"/>
                  <a:pt x="4512847" y="1169447"/>
                  <a:pt x="4542117" y="1152679"/>
                </a:cubicBezTo>
                <a:cubicBezTo>
                  <a:pt x="4571386" y="1135911"/>
                  <a:pt x="4593661" y="1112198"/>
                  <a:pt x="4608941" y="1081539"/>
                </a:cubicBezTo>
                <a:cubicBezTo>
                  <a:pt x="4624220" y="1050881"/>
                  <a:pt x="4631861" y="1014517"/>
                  <a:pt x="4631861" y="972448"/>
                </a:cubicBezTo>
                <a:cubicBezTo>
                  <a:pt x="4631861" y="930181"/>
                  <a:pt x="4624220" y="893668"/>
                  <a:pt x="4608941" y="862911"/>
                </a:cubicBezTo>
                <a:cubicBezTo>
                  <a:pt x="4593661" y="832153"/>
                  <a:pt x="4571386" y="808390"/>
                  <a:pt x="4542117" y="791622"/>
                </a:cubicBezTo>
                <a:cubicBezTo>
                  <a:pt x="4512847" y="774854"/>
                  <a:pt x="4477277" y="766470"/>
                  <a:pt x="4435407" y="766470"/>
                </a:cubicBezTo>
                <a:close/>
                <a:moveTo>
                  <a:pt x="1854132" y="766470"/>
                </a:moveTo>
                <a:cubicBezTo>
                  <a:pt x="1812262" y="766470"/>
                  <a:pt x="1776642" y="774854"/>
                  <a:pt x="1747274" y="791622"/>
                </a:cubicBezTo>
                <a:cubicBezTo>
                  <a:pt x="1717905" y="808390"/>
                  <a:pt x="1695580" y="832153"/>
                  <a:pt x="1680301" y="862911"/>
                </a:cubicBezTo>
                <a:cubicBezTo>
                  <a:pt x="1665021" y="893668"/>
                  <a:pt x="1657381" y="930181"/>
                  <a:pt x="1657381" y="972448"/>
                </a:cubicBezTo>
                <a:cubicBezTo>
                  <a:pt x="1657381" y="1014517"/>
                  <a:pt x="1665021" y="1050881"/>
                  <a:pt x="1680301" y="1081539"/>
                </a:cubicBezTo>
                <a:cubicBezTo>
                  <a:pt x="1695580" y="1112198"/>
                  <a:pt x="1717905" y="1135911"/>
                  <a:pt x="1747274" y="1152679"/>
                </a:cubicBezTo>
                <a:cubicBezTo>
                  <a:pt x="1776642" y="1169447"/>
                  <a:pt x="1812262" y="1177831"/>
                  <a:pt x="1854132" y="1177831"/>
                </a:cubicBezTo>
                <a:cubicBezTo>
                  <a:pt x="1896002" y="1177831"/>
                  <a:pt x="1931572" y="1169447"/>
                  <a:pt x="1960842" y="1152679"/>
                </a:cubicBezTo>
                <a:cubicBezTo>
                  <a:pt x="1990111" y="1135911"/>
                  <a:pt x="2012386" y="1112198"/>
                  <a:pt x="2027666" y="1081539"/>
                </a:cubicBezTo>
                <a:cubicBezTo>
                  <a:pt x="2042945" y="1050881"/>
                  <a:pt x="2050585" y="1014517"/>
                  <a:pt x="2050585" y="972448"/>
                </a:cubicBezTo>
                <a:cubicBezTo>
                  <a:pt x="2050585" y="930181"/>
                  <a:pt x="2042945" y="893668"/>
                  <a:pt x="2027666" y="862911"/>
                </a:cubicBezTo>
                <a:cubicBezTo>
                  <a:pt x="2012386" y="832153"/>
                  <a:pt x="1990111" y="808390"/>
                  <a:pt x="1960842" y="791622"/>
                </a:cubicBezTo>
                <a:cubicBezTo>
                  <a:pt x="1931572" y="774854"/>
                  <a:pt x="1896002" y="766470"/>
                  <a:pt x="1854132" y="766470"/>
                </a:cubicBezTo>
                <a:close/>
                <a:moveTo>
                  <a:pt x="1415982" y="766470"/>
                </a:moveTo>
                <a:cubicBezTo>
                  <a:pt x="1375898" y="766470"/>
                  <a:pt x="1341122" y="774854"/>
                  <a:pt x="1311654" y="791622"/>
                </a:cubicBezTo>
                <a:cubicBezTo>
                  <a:pt x="1282186" y="808390"/>
                  <a:pt x="1259415" y="832153"/>
                  <a:pt x="1243342" y="862911"/>
                </a:cubicBezTo>
                <a:cubicBezTo>
                  <a:pt x="1227268" y="893668"/>
                  <a:pt x="1219231" y="930181"/>
                  <a:pt x="1219231" y="972448"/>
                </a:cubicBezTo>
                <a:cubicBezTo>
                  <a:pt x="1219231" y="1014517"/>
                  <a:pt x="1227268" y="1050881"/>
                  <a:pt x="1243342" y="1081539"/>
                </a:cubicBezTo>
                <a:cubicBezTo>
                  <a:pt x="1259415" y="1112198"/>
                  <a:pt x="1282186" y="1135911"/>
                  <a:pt x="1311654" y="1152679"/>
                </a:cubicBezTo>
                <a:cubicBezTo>
                  <a:pt x="1341122" y="1169447"/>
                  <a:pt x="1375898" y="1177831"/>
                  <a:pt x="1415982" y="1177831"/>
                </a:cubicBezTo>
                <a:cubicBezTo>
                  <a:pt x="1453288" y="1177831"/>
                  <a:pt x="1485137" y="1171729"/>
                  <a:pt x="1511530" y="1159525"/>
                </a:cubicBezTo>
                <a:cubicBezTo>
                  <a:pt x="1537922" y="1147321"/>
                  <a:pt x="1558510" y="1129660"/>
                  <a:pt x="1573294" y="1106542"/>
                </a:cubicBezTo>
                <a:cubicBezTo>
                  <a:pt x="1588077" y="1083424"/>
                  <a:pt x="1596560" y="1055296"/>
                  <a:pt x="1598743" y="1022157"/>
                </a:cubicBezTo>
                <a:lnTo>
                  <a:pt x="1500219" y="1022157"/>
                </a:lnTo>
                <a:cubicBezTo>
                  <a:pt x="1498235" y="1045969"/>
                  <a:pt x="1490148" y="1064573"/>
                  <a:pt x="1475960" y="1077967"/>
                </a:cubicBezTo>
                <a:cubicBezTo>
                  <a:pt x="1461772" y="1091362"/>
                  <a:pt x="1441779" y="1098059"/>
                  <a:pt x="1415982" y="1098059"/>
                </a:cubicBezTo>
                <a:cubicBezTo>
                  <a:pt x="1392170" y="1098059"/>
                  <a:pt x="1373070" y="1092156"/>
                  <a:pt x="1358683" y="1080349"/>
                </a:cubicBezTo>
                <a:cubicBezTo>
                  <a:pt x="1344297" y="1068542"/>
                  <a:pt x="1333879" y="1053063"/>
                  <a:pt x="1327429" y="1033914"/>
                </a:cubicBezTo>
                <a:cubicBezTo>
                  <a:pt x="1320980" y="1014765"/>
                  <a:pt x="1317756" y="994276"/>
                  <a:pt x="1317756" y="972448"/>
                </a:cubicBezTo>
                <a:cubicBezTo>
                  <a:pt x="1317756" y="950422"/>
                  <a:pt x="1320980" y="929883"/>
                  <a:pt x="1327429" y="910833"/>
                </a:cubicBezTo>
                <a:cubicBezTo>
                  <a:pt x="1333879" y="891783"/>
                  <a:pt x="1344297" y="876305"/>
                  <a:pt x="1358683" y="864399"/>
                </a:cubicBezTo>
                <a:cubicBezTo>
                  <a:pt x="1373070" y="852493"/>
                  <a:pt x="1392170" y="846539"/>
                  <a:pt x="1415982" y="846539"/>
                </a:cubicBezTo>
                <a:cubicBezTo>
                  <a:pt x="1431262" y="846539"/>
                  <a:pt x="1444855" y="849020"/>
                  <a:pt x="1456761" y="853981"/>
                </a:cubicBezTo>
                <a:cubicBezTo>
                  <a:pt x="1468667" y="858942"/>
                  <a:pt x="1478341" y="866334"/>
                  <a:pt x="1485783" y="876156"/>
                </a:cubicBezTo>
                <a:cubicBezTo>
                  <a:pt x="1493224" y="885979"/>
                  <a:pt x="1498036" y="898233"/>
                  <a:pt x="1500219" y="912917"/>
                </a:cubicBezTo>
                <a:lnTo>
                  <a:pt x="1598446" y="912917"/>
                </a:lnTo>
                <a:cubicBezTo>
                  <a:pt x="1597453" y="881564"/>
                  <a:pt x="1588672" y="854973"/>
                  <a:pt x="1572103" y="833145"/>
                </a:cubicBezTo>
                <a:cubicBezTo>
                  <a:pt x="1555533" y="811317"/>
                  <a:pt x="1533606" y="794747"/>
                  <a:pt x="1506321" y="783436"/>
                </a:cubicBezTo>
                <a:cubicBezTo>
                  <a:pt x="1479036" y="772126"/>
                  <a:pt x="1448923" y="766470"/>
                  <a:pt x="1415982" y="766470"/>
                </a:cubicBezTo>
                <a:close/>
                <a:moveTo>
                  <a:pt x="0" y="0"/>
                </a:moveTo>
                <a:lnTo>
                  <a:pt x="12192000" y="0"/>
                </a:lnTo>
                <a:lnTo>
                  <a:pt x="12192000" y="7153835"/>
                </a:lnTo>
                <a:lnTo>
                  <a:pt x="0" y="7153835"/>
                </a:lnTo>
                <a:close/>
              </a:path>
            </a:pathLst>
          </a:cu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3" name="Group 2">
            <a:extLst>
              <a:ext uri="{FF2B5EF4-FFF2-40B4-BE49-F238E27FC236}">
                <a16:creationId xmlns:a16="http://schemas.microsoft.com/office/drawing/2014/main" id="{7EB115FC-F679-1EB4-1576-4841CEBD5985}"/>
              </a:ext>
            </a:extLst>
          </p:cNvPr>
          <p:cNvGrpSpPr/>
          <p:nvPr/>
        </p:nvGrpSpPr>
        <p:grpSpPr>
          <a:xfrm>
            <a:off x="896605" y="2138765"/>
            <a:ext cx="2464177" cy="1290235"/>
            <a:chOff x="422370" y="426"/>
            <a:chExt cx="3400357" cy="684247"/>
          </a:xfrm>
          <a:solidFill>
            <a:srgbClr val="002803">
              <a:alpha val="50196"/>
            </a:srgbClr>
          </a:solidFill>
        </p:grpSpPr>
        <p:sp>
          <p:nvSpPr>
            <p:cNvPr id="4" name="Rectangle 3">
              <a:extLst>
                <a:ext uri="{FF2B5EF4-FFF2-40B4-BE49-F238E27FC236}">
                  <a16:creationId xmlns:a16="http://schemas.microsoft.com/office/drawing/2014/main" id="{EA5E568C-E0CD-9DDD-A078-8C84FB5A9CEA}"/>
                </a:ext>
              </a:extLst>
            </p:cNvPr>
            <p:cNvSpPr/>
            <p:nvPr/>
          </p:nvSpPr>
          <p:spPr>
            <a:xfrm>
              <a:off x="422370" y="426"/>
              <a:ext cx="3400357" cy="684247"/>
            </a:xfrm>
            <a:prstGeom prst="rect">
              <a:avLst/>
            </a:prstGeom>
            <a:grpFill/>
            <a:ln>
              <a:noFill/>
            </a:ln>
          </p:spPr>
          <p:style>
            <a:lnRef idx="0">
              <a:schemeClr val="lt1">
                <a:hueOff val="0"/>
                <a:satOff val="0"/>
                <a:lumOff val="0"/>
                <a:alphaOff val="0"/>
              </a:schemeClr>
            </a:lnRef>
            <a:fillRef idx="3">
              <a:scrgbClr r="0" g="0" b="0"/>
            </a:fillRef>
            <a:effectRef idx="2">
              <a:schemeClr val="accent2">
                <a:hueOff val="0"/>
                <a:satOff val="0"/>
                <a:lumOff val="0"/>
                <a:alphaOff val="0"/>
              </a:schemeClr>
            </a:effectRef>
            <a:fontRef idx="minor">
              <a:schemeClr val="lt1"/>
            </a:fontRef>
          </p:style>
          <p:txBody>
            <a:bodyPr/>
            <a:lstStyle/>
            <a:p>
              <a:endParaRPr lang="en-US"/>
            </a:p>
          </p:txBody>
        </p:sp>
        <p:sp>
          <p:nvSpPr>
            <p:cNvPr id="5" name="TextBox 4">
              <a:extLst>
                <a:ext uri="{FF2B5EF4-FFF2-40B4-BE49-F238E27FC236}">
                  <a16:creationId xmlns:a16="http://schemas.microsoft.com/office/drawing/2014/main" id="{772AEFE2-A65E-22FA-C4FF-9C29275EE0CE}"/>
                </a:ext>
              </a:extLst>
            </p:cNvPr>
            <p:cNvSpPr txBox="1"/>
            <p:nvPr/>
          </p:nvSpPr>
          <p:spPr>
            <a:xfrm>
              <a:off x="422370" y="24398"/>
              <a:ext cx="3400357" cy="625344"/>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76200" tIns="38100" rIns="76200" bIns="38100" numCol="1" spcCol="1270" anchor="ctr" anchorCtr="0">
              <a:noAutofit/>
            </a:bodyPr>
            <a:lstStyle/>
            <a:p>
              <a:pPr algn="ctr"/>
              <a:r>
                <a:rPr lang="en-US" sz="2000" b="1" kern="1200" dirty="0">
                  <a:solidFill>
                    <a:prstClr val="white"/>
                  </a:solidFill>
                  <a:latin typeface="Aptos" panose="020B0004020202020204" pitchFamily="34" charset="0"/>
                </a:rPr>
                <a:t>Carbon Tax</a:t>
              </a:r>
            </a:p>
          </p:txBody>
        </p:sp>
      </p:grpSp>
      <p:sp>
        <p:nvSpPr>
          <p:cNvPr id="15" name="TextBox 14">
            <a:extLst>
              <a:ext uri="{FF2B5EF4-FFF2-40B4-BE49-F238E27FC236}">
                <a16:creationId xmlns:a16="http://schemas.microsoft.com/office/drawing/2014/main" id="{2CCA07A2-5C36-A974-826C-E96D7D731935}"/>
              </a:ext>
            </a:extLst>
          </p:cNvPr>
          <p:cNvSpPr txBox="1"/>
          <p:nvPr/>
        </p:nvSpPr>
        <p:spPr>
          <a:xfrm>
            <a:off x="3657599" y="1801906"/>
            <a:ext cx="8229601" cy="4047262"/>
          </a:xfrm>
          <a:prstGeom prst="rect">
            <a:avLst/>
          </a:prstGeom>
          <a:noFill/>
        </p:spPr>
        <p:txBody>
          <a:bodyPr wrap="square" rtlCol="0">
            <a:spAutoFit/>
          </a:bodyPr>
          <a:lstStyle/>
          <a:p>
            <a:pPr lvl="0">
              <a:lnSpc>
                <a:spcPct val="150000"/>
              </a:lnSpc>
            </a:pPr>
            <a:r>
              <a:rPr lang="en-GB" sz="1800" b="1" dirty="0">
                <a:solidFill>
                  <a:srgbClr val="025353"/>
                </a:solidFill>
                <a:latin typeface="+mn-lt"/>
              </a:rPr>
              <a:t>Mechanism: </a:t>
            </a:r>
            <a:r>
              <a:rPr lang="en-GB" sz="1800" dirty="0">
                <a:solidFill>
                  <a:srgbClr val="012903"/>
                </a:solidFill>
                <a:latin typeface="+mn-lt"/>
              </a:rPr>
              <a:t>Price of emissions set by regulators. Carbon emitters pay for each unit of carbon they produce. Price of carbon is fixed, while the quantity of carbon emitted is determined by the market.</a:t>
            </a:r>
            <a:endParaRPr lang="en-US" sz="1800" b="0" i="0" dirty="0">
              <a:solidFill>
                <a:srgbClr val="012903"/>
              </a:solidFill>
              <a:latin typeface="+mn-lt"/>
            </a:endParaRPr>
          </a:p>
          <a:p>
            <a:pPr lvl="0">
              <a:lnSpc>
                <a:spcPct val="150000"/>
              </a:lnSpc>
            </a:pPr>
            <a:r>
              <a:rPr lang="en-GB" sz="1800" b="1" dirty="0">
                <a:solidFill>
                  <a:srgbClr val="025353"/>
                </a:solidFill>
                <a:latin typeface="+mn-lt"/>
              </a:rPr>
              <a:t>Pros:</a:t>
            </a:r>
          </a:p>
          <a:p>
            <a:pPr marL="285750" lvl="2" indent="-285750">
              <a:lnSpc>
                <a:spcPct val="150000"/>
              </a:lnSpc>
              <a:buClr>
                <a:srgbClr val="025353"/>
              </a:buClr>
              <a:buFont typeface="Arial" panose="020B0604020202020204" pitchFamily="34" charset="0"/>
              <a:buChar char="•"/>
            </a:pPr>
            <a:r>
              <a:rPr lang="en-GB" sz="1800" dirty="0">
                <a:solidFill>
                  <a:srgbClr val="012903"/>
                </a:solidFill>
                <a:latin typeface="+mn-lt"/>
              </a:rPr>
              <a:t>Price certainty</a:t>
            </a:r>
          </a:p>
          <a:p>
            <a:pPr marL="285750" lvl="1" indent="-285750">
              <a:lnSpc>
                <a:spcPct val="150000"/>
              </a:lnSpc>
              <a:buClr>
                <a:srgbClr val="025353"/>
              </a:buClr>
              <a:buFont typeface="Arial" panose="020B0604020202020204" pitchFamily="34" charset="0"/>
              <a:buChar char="•"/>
            </a:pPr>
            <a:r>
              <a:rPr lang="en-GB" sz="1800" dirty="0">
                <a:solidFill>
                  <a:srgbClr val="012903"/>
                </a:solidFill>
                <a:latin typeface="+mn-lt"/>
              </a:rPr>
              <a:t>Generates tax revenue</a:t>
            </a:r>
          </a:p>
          <a:p>
            <a:pPr lvl="0">
              <a:lnSpc>
                <a:spcPct val="150000"/>
              </a:lnSpc>
              <a:buClr>
                <a:srgbClr val="025353"/>
              </a:buClr>
            </a:pPr>
            <a:r>
              <a:rPr lang="en-GB" sz="1800" b="1" dirty="0">
                <a:solidFill>
                  <a:srgbClr val="025353"/>
                </a:solidFill>
                <a:latin typeface="+mn-lt"/>
              </a:rPr>
              <a:t>Cons:</a:t>
            </a:r>
          </a:p>
          <a:p>
            <a:pPr marL="285750" lvl="1" indent="-285750">
              <a:lnSpc>
                <a:spcPct val="150000"/>
              </a:lnSpc>
              <a:buClr>
                <a:srgbClr val="025353"/>
              </a:buClr>
              <a:buFont typeface="Arial" panose="020B0604020202020204" pitchFamily="34" charset="0"/>
              <a:buChar char="•"/>
            </a:pPr>
            <a:r>
              <a:rPr lang="en-GB" sz="1800" dirty="0">
                <a:solidFill>
                  <a:srgbClr val="012903"/>
                </a:solidFill>
                <a:latin typeface="+mn-lt"/>
              </a:rPr>
              <a:t>Emissions uncertainty</a:t>
            </a:r>
          </a:p>
          <a:p>
            <a:pPr marL="285750" lvl="1" indent="-285750">
              <a:lnSpc>
                <a:spcPct val="150000"/>
              </a:lnSpc>
              <a:buClr>
                <a:srgbClr val="025353"/>
              </a:buClr>
              <a:buFont typeface="Arial" panose="020B0604020202020204" pitchFamily="34" charset="0"/>
              <a:buChar char="•"/>
            </a:pPr>
            <a:r>
              <a:rPr lang="en-GB" sz="1800" dirty="0">
                <a:solidFill>
                  <a:srgbClr val="012903"/>
                </a:solidFill>
                <a:latin typeface="+mn-lt"/>
              </a:rPr>
              <a:t>Politically challenging</a:t>
            </a:r>
          </a:p>
          <a:p>
            <a:endParaRPr lang="en-US" dirty="0"/>
          </a:p>
        </p:txBody>
      </p:sp>
    </p:spTree>
    <p:extLst>
      <p:ext uri="{BB962C8B-B14F-4D97-AF65-F5344CB8AC3E}">
        <p14:creationId xmlns:p14="http://schemas.microsoft.com/office/powerpoint/2010/main" val="1161338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factory with smoke coming out of it&#10;&#10;Description automatically generated">
            <a:extLst>
              <a:ext uri="{FF2B5EF4-FFF2-40B4-BE49-F238E27FC236}">
                <a16:creationId xmlns:a16="http://schemas.microsoft.com/office/drawing/2014/main" id="{D26DA6FA-C698-4CD8-D94C-1981BC0F6793}"/>
              </a:ext>
            </a:extLst>
          </p:cNvPr>
          <p:cNvPicPr>
            <a:picLocks noChangeAspect="1"/>
          </p:cNvPicPr>
          <p:nvPr/>
        </p:nvPicPr>
        <p:blipFill rotWithShape="1">
          <a:blip r:embed="rId2"/>
          <a:srcRect b="6360"/>
          <a:stretch/>
        </p:blipFill>
        <p:spPr>
          <a:xfrm>
            <a:off x="-1" y="-1"/>
            <a:ext cx="12191999" cy="7153835"/>
          </a:xfrm>
          <a:prstGeom prst="rect">
            <a:avLst/>
          </a:prstGeom>
        </p:spPr>
      </p:pic>
      <p:sp>
        <p:nvSpPr>
          <p:cNvPr id="6" name="Freeform 5">
            <a:extLst>
              <a:ext uri="{FF2B5EF4-FFF2-40B4-BE49-F238E27FC236}">
                <a16:creationId xmlns:a16="http://schemas.microsoft.com/office/drawing/2014/main" id="{4DC6784B-D507-A3D7-1A3B-BDEC1574B21A}"/>
              </a:ext>
            </a:extLst>
          </p:cNvPr>
          <p:cNvSpPr/>
          <p:nvPr/>
        </p:nvSpPr>
        <p:spPr>
          <a:xfrm>
            <a:off x="-2" y="-2"/>
            <a:ext cx="12192000" cy="7153837"/>
          </a:xfrm>
          <a:custGeom>
            <a:avLst/>
            <a:gdLst/>
            <a:ahLst/>
            <a:cxnLst/>
            <a:rect l="l" t="t" r="r" b="b"/>
            <a:pathLst>
              <a:path w="12192000" h="7153835">
                <a:moveTo>
                  <a:pt x="7275941" y="1003107"/>
                </a:moveTo>
                <a:lnTo>
                  <a:pt x="7332793" y="1003107"/>
                </a:lnTo>
                <a:cubicBezTo>
                  <a:pt x="7349858" y="1003107"/>
                  <a:pt x="7364394" y="1006183"/>
                  <a:pt x="7376400" y="1012334"/>
                </a:cubicBezTo>
                <a:cubicBezTo>
                  <a:pt x="7388405" y="1018486"/>
                  <a:pt x="7394408" y="1029400"/>
                  <a:pt x="7394408" y="1045076"/>
                </a:cubicBezTo>
                <a:cubicBezTo>
                  <a:pt x="7394408" y="1057181"/>
                  <a:pt x="7391679" y="1066756"/>
                  <a:pt x="7386222" y="1073800"/>
                </a:cubicBezTo>
                <a:cubicBezTo>
                  <a:pt x="7380765" y="1080845"/>
                  <a:pt x="7373423" y="1085855"/>
                  <a:pt x="7364196" y="1088832"/>
                </a:cubicBezTo>
                <a:cubicBezTo>
                  <a:pt x="7354968" y="1091808"/>
                  <a:pt x="7344500" y="1093297"/>
                  <a:pt x="7332793" y="1093297"/>
                </a:cubicBezTo>
                <a:lnTo>
                  <a:pt x="7275941" y="1093297"/>
                </a:lnTo>
                <a:close/>
                <a:moveTo>
                  <a:pt x="6555017" y="866483"/>
                </a:moveTo>
                <a:lnTo>
                  <a:pt x="6600559" y="1014715"/>
                </a:lnTo>
                <a:lnTo>
                  <a:pt x="6509476" y="1014715"/>
                </a:lnTo>
                <a:close/>
                <a:moveTo>
                  <a:pt x="5297717" y="866483"/>
                </a:moveTo>
                <a:lnTo>
                  <a:pt x="5343259" y="1014715"/>
                </a:lnTo>
                <a:lnTo>
                  <a:pt x="5252176" y="1014715"/>
                </a:lnTo>
                <a:close/>
                <a:moveTo>
                  <a:pt x="9047590" y="851004"/>
                </a:moveTo>
                <a:lnTo>
                  <a:pt x="9111586" y="851004"/>
                </a:lnTo>
                <a:cubicBezTo>
                  <a:pt x="9126072" y="851004"/>
                  <a:pt x="9138176" y="854775"/>
                  <a:pt x="9147900" y="862315"/>
                </a:cubicBezTo>
                <a:cubicBezTo>
                  <a:pt x="9157624" y="869856"/>
                  <a:pt x="9162486" y="881564"/>
                  <a:pt x="9162486" y="897439"/>
                </a:cubicBezTo>
                <a:cubicBezTo>
                  <a:pt x="9162486" y="908154"/>
                  <a:pt x="9160302" y="917233"/>
                  <a:pt x="9155937" y="924674"/>
                </a:cubicBezTo>
                <a:cubicBezTo>
                  <a:pt x="9151571" y="932116"/>
                  <a:pt x="9145172" y="937722"/>
                  <a:pt x="9136738" y="941492"/>
                </a:cubicBezTo>
                <a:cubicBezTo>
                  <a:pt x="9128304" y="945262"/>
                  <a:pt x="9117936" y="947147"/>
                  <a:pt x="9105634" y="947147"/>
                </a:cubicBezTo>
                <a:lnTo>
                  <a:pt x="9047590" y="947147"/>
                </a:lnTo>
                <a:close/>
                <a:moveTo>
                  <a:pt x="6885416" y="851004"/>
                </a:moveTo>
                <a:lnTo>
                  <a:pt x="6949412" y="851004"/>
                </a:lnTo>
                <a:cubicBezTo>
                  <a:pt x="6963897" y="851004"/>
                  <a:pt x="6976002" y="854775"/>
                  <a:pt x="6985726" y="862315"/>
                </a:cubicBezTo>
                <a:cubicBezTo>
                  <a:pt x="6995449" y="869856"/>
                  <a:pt x="7000311" y="881564"/>
                  <a:pt x="7000311" y="897439"/>
                </a:cubicBezTo>
                <a:cubicBezTo>
                  <a:pt x="7000311" y="908154"/>
                  <a:pt x="6998128" y="917233"/>
                  <a:pt x="6993762" y="924674"/>
                </a:cubicBezTo>
                <a:cubicBezTo>
                  <a:pt x="6989396" y="932116"/>
                  <a:pt x="6982997" y="937722"/>
                  <a:pt x="6974564" y="941492"/>
                </a:cubicBezTo>
                <a:cubicBezTo>
                  <a:pt x="6966130" y="945262"/>
                  <a:pt x="6955761" y="947147"/>
                  <a:pt x="6943459" y="947147"/>
                </a:cubicBezTo>
                <a:lnTo>
                  <a:pt x="6885416" y="947147"/>
                </a:lnTo>
                <a:close/>
                <a:moveTo>
                  <a:pt x="8676116" y="848921"/>
                </a:moveTo>
                <a:lnTo>
                  <a:pt x="8733563" y="848921"/>
                </a:lnTo>
                <a:cubicBezTo>
                  <a:pt x="8750430" y="848921"/>
                  <a:pt x="8764470" y="853435"/>
                  <a:pt x="8775682" y="862464"/>
                </a:cubicBezTo>
                <a:cubicBezTo>
                  <a:pt x="8786892" y="871493"/>
                  <a:pt x="8792498" y="885235"/>
                  <a:pt x="8792499" y="903689"/>
                </a:cubicBezTo>
                <a:cubicBezTo>
                  <a:pt x="8792498" y="922144"/>
                  <a:pt x="8787041" y="936085"/>
                  <a:pt x="8776128" y="945510"/>
                </a:cubicBezTo>
                <a:cubicBezTo>
                  <a:pt x="8765214" y="954936"/>
                  <a:pt x="8751026" y="959649"/>
                  <a:pt x="8733563" y="959649"/>
                </a:cubicBezTo>
                <a:lnTo>
                  <a:pt x="8676116" y="959649"/>
                </a:lnTo>
                <a:close/>
                <a:moveTo>
                  <a:pt x="7275941" y="848921"/>
                </a:moveTo>
                <a:lnTo>
                  <a:pt x="7319101" y="848921"/>
                </a:lnTo>
                <a:cubicBezTo>
                  <a:pt x="7327435" y="848921"/>
                  <a:pt x="7335224" y="850012"/>
                  <a:pt x="7342467" y="852195"/>
                </a:cubicBezTo>
                <a:cubicBezTo>
                  <a:pt x="7349709" y="854378"/>
                  <a:pt x="7355613" y="858347"/>
                  <a:pt x="7360177" y="864101"/>
                </a:cubicBezTo>
                <a:cubicBezTo>
                  <a:pt x="7364741" y="869856"/>
                  <a:pt x="7367023" y="877893"/>
                  <a:pt x="7367023" y="888211"/>
                </a:cubicBezTo>
                <a:cubicBezTo>
                  <a:pt x="7367023" y="902896"/>
                  <a:pt x="7362112" y="913661"/>
                  <a:pt x="7352289" y="920507"/>
                </a:cubicBezTo>
                <a:cubicBezTo>
                  <a:pt x="7342467" y="927353"/>
                  <a:pt x="7331403" y="930776"/>
                  <a:pt x="7319101" y="930776"/>
                </a:cubicBezTo>
                <a:lnTo>
                  <a:pt x="7275941" y="930776"/>
                </a:lnTo>
                <a:close/>
                <a:moveTo>
                  <a:pt x="7740582" y="846539"/>
                </a:moveTo>
                <a:cubicBezTo>
                  <a:pt x="7764196" y="846539"/>
                  <a:pt x="7783147" y="852245"/>
                  <a:pt x="7797434" y="863655"/>
                </a:cubicBezTo>
                <a:cubicBezTo>
                  <a:pt x="7811722" y="875065"/>
                  <a:pt x="7822140" y="890295"/>
                  <a:pt x="7828688" y="909345"/>
                </a:cubicBezTo>
                <a:cubicBezTo>
                  <a:pt x="7835237" y="928395"/>
                  <a:pt x="7838511" y="949429"/>
                  <a:pt x="7838511" y="972448"/>
                </a:cubicBezTo>
                <a:cubicBezTo>
                  <a:pt x="7838511" y="995070"/>
                  <a:pt x="7835237" y="1015906"/>
                  <a:pt x="7828688" y="1034956"/>
                </a:cubicBezTo>
                <a:cubicBezTo>
                  <a:pt x="7822140" y="1054006"/>
                  <a:pt x="7811722" y="1069286"/>
                  <a:pt x="7797434" y="1080795"/>
                </a:cubicBezTo>
                <a:cubicBezTo>
                  <a:pt x="7783147" y="1092304"/>
                  <a:pt x="7764196" y="1098059"/>
                  <a:pt x="7740582" y="1098059"/>
                </a:cubicBezTo>
                <a:cubicBezTo>
                  <a:pt x="7716770" y="1098059"/>
                  <a:pt x="7697670" y="1092304"/>
                  <a:pt x="7683283" y="1080795"/>
                </a:cubicBezTo>
                <a:cubicBezTo>
                  <a:pt x="7668896" y="1069286"/>
                  <a:pt x="7658478" y="1054006"/>
                  <a:pt x="7652029" y="1034956"/>
                </a:cubicBezTo>
                <a:cubicBezTo>
                  <a:pt x="7645580" y="1015906"/>
                  <a:pt x="7642355" y="995070"/>
                  <a:pt x="7642355" y="972448"/>
                </a:cubicBezTo>
                <a:cubicBezTo>
                  <a:pt x="7642355" y="949429"/>
                  <a:pt x="7645580" y="928395"/>
                  <a:pt x="7652029" y="909345"/>
                </a:cubicBezTo>
                <a:cubicBezTo>
                  <a:pt x="7658478" y="890295"/>
                  <a:pt x="7668896" y="875065"/>
                  <a:pt x="7683283" y="863655"/>
                </a:cubicBezTo>
                <a:cubicBezTo>
                  <a:pt x="7697670" y="852245"/>
                  <a:pt x="7716770" y="846539"/>
                  <a:pt x="7740582" y="846539"/>
                </a:cubicBezTo>
                <a:close/>
                <a:moveTo>
                  <a:pt x="4435407" y="846539"/>
                </a:moveTo>
                <a:cubicBezTo>
                  <a:pt x="4459021" y="846539"/>
                  <a:pt x="4477972" y="852245"/>
                  <a:pt x="4492259" y="863655"/>
                </a:cubicBezTo>
                <a:cubicBezTo>
                  <a:pt x="4506547" y="875065"/>
                  <a:pt x="4516965" y="890295"/>
                  <a:pt x="4523513" y="909345"/>
                </a:cubicBezTo>
                <a:cubicBezTo>
                  <a:pt x="4530062" y="928395"/>
                  <a:pt x="4533336" y="949429"/>
                  <a:pt x="4533336" y="972448"/>
                </a:cubicBezTo>
                <a:cubicBezTo>
                  <a:pt x="4533336" y="995070"/>
                  <a:pt x="4530062" y="1015906"/>
                  <a:pt x="4523513" y="1034956"/>
                </a:cubicBezTo>
                <a:cubicBezTo>
                  <a:pt x="4516965" y="1054006"/>
                  <a:pt x="4506547" y="1069286"/>
                  <a:pt x="4492259" y="1080795"/>
                </a:cubicBezTo>
                <a:cubicBezTo>
                  <a:pt x="4477972" y="1092304"/>
                  <a:pt x="4459021" y="1098059"/>
                  <a:pt x="4435407" y="1098059"/>
                </a:cubicBezTo>
                <a:cubicBezTo>
                  <a:pt x="4411595" y="1098059"/>
                  <a:pt x="4392495" y="1092304"/>
                  <a:pt x="4378108" y="1080795"/>
                </a:cubicBezTo>
                <a:cubicBezTo>
                  <a:pt x="4363721" y="1069286"/>
                  <a:pt x="4353303" y="1054006"/>
                  <a:pt x="4346854" y="1034956"/>
                </a:cubicBezTo>
                <a:cubicBezTo>
                  <a:pt x="4340405" y="1015906"/>
                  <a:pt x="4337180" y="995070"/>
                  <a:pt x="4337180" y="972448"/>
                </a:cubicBezTo>
                <a:cubicBezTo>
                  <a:pt x="4337180" y="949429"/>
                  <a:pt x="4340405" y="928395"/>
                  <a:pt x="4346854" y="909345"/>
                </a:cubicBezTo>
                <a:cubicBezTo>
                  <a:pt x="4353303" y="890295"/>
                  <a:pt x="4363721" y="875065"/>
                  <a:pt x="4378108" y="863655"/>
                </a:cubicBezTo>
                <a:cubicBezTo>
                  <a:pt x="4392495" y="852245"/>
                  <a:pt x="4411595" y="846539"/>
                  <a:pt x="4435407" y="846539"/>
                </a:cubicBezTo>
                <a:close/>
                <a:moveTo>
                  <a:pt x="1854132" y="846539"/>
                </a:moveTo>
                <a:cubicBezTo>
                  <a:pt x="1877746" y="846539"/>
                  <a:pt x="1896697" y="852245"/>
                  <a:pt x="1910984" y="863655"/>
                </a:cubicBezTo>
                <a:cubicBezTo>
                  <a:pt x="1925272" y="875065"/>
                  <a:pt x="1935690" y="890295"/>
                  <a:pt x="1942238" y="909345"/>
                </a:cubicBezTo>
                <a:cubicBezTo>
                  <a:pt x="1948787" y="928395"/>
                  <a:pt x="1952061" y="949429"/>
                  <a:pt x="1952061" y="972448"/>
                </a:cubicBezTo>
                <a:cubicBezTo>
                  <a:pt x="1952061" y="995070"/>
                  <a:pt x="1948787" y="1015906"/>
                  <a:pt x="1942238" y="1034956"/>
                </a:cubicBezTo>
                <a:cubicBezTo>
                  <a:pt x="1935690" y="1054006"/>
                  <a:pt x="1925272" y="1069286"/>
                  <a:pt x="1910984" y="1080795"/>
                </a:cubicBezTo>
                <a:cubicBezTo>
                  <a:pt x="1896697" y="1092304"/>
                  <a:pt x="1877746" y="1098059"/>
                  <a:pt x="1854132" y="1098059"/>
                </a:cubicBezTo>
                <a:cubicBezTo>
                  <a:pt x="1830320" y="1098059"/>
                  <a:pt x="1811220" y="1092304"/>
                  <a:pt x="1796833" y="1080795"/>
                </a:cubicBezTo>
                <a:cubicBezTo>
                  <a:pt x="1782447" y="1069286"/>
                  <a:pt x="1772029" y="1054006"/>
                  <a:pt x="1765579" y="1034956"/>
                </a:cubicBezTo>
                <a:cubicBezTo>
                  <a:pt x="1759130" y="1015906"/>
                  <a:pt x="1755905" y="995070"/>
                  <a:pt x="1755906" y="972448"/>
                </a:cubicBezTo>
                <a:cubicBezTo>
                  <a:pt x="1755905" y="949429"/>
                  <a:pt x="1759130" y="928395"/>
                  <a:pt x="1765579" y="909345"/>
                </a:cubicBezTo>
                <a:cubicBezTo>
                  <a:pt x="1772029" y="890295"/>
                  <a:pt x="1782447" y="875065"/>
                  <a:pt x="1796833" y="863655"/>
                </a:cubicBezTo>
                <a:cubicBezTo>
                  <a:pt x="1811220" y="852245"/>
                  <a:pt x="1830320" y="846539"/>
                  <a:pt x="1854132" y="846539"/>
                </a:cubicBezTo>
                <a:close/>
                <a:moveTo>
                  <a:pt x="10161718" y="771828"/>
                </a:moveTo>
                <a:lnTo>
                  <a:pt x="10161718" y="1172473"/>
                </a:lnTo>
                <a:lnTo>
                  <a:pt x="10251015" y="1172473"/>
                </a:lnTo>
                <a:lnTo>
                  <a:pt x="10251015" y="920061"/>
                </a:lnTo>
                <a:lnTo>
                  <a:pt x="10421572" y="1172473"/>
                </a:lnTo>
                <a:lnTo>
                  <a:pt x="10514738" y="1172473"/>
                </a:lnTo>
                <a:lnTo>
                  <a:pt x="10514738" y="771828"/>
                </a:lnTo>
                <a:lnTo>
                  <a:pt x="10424548" y="771828"/>
                </a:lnTo>
                <a:lnTo>
                  <a:pt x="10424548" y="1022157"/>
                </a:lnTo>
                <a:lnTo>
                  <a:pt x="10254586" y="771828"/>
                </a:lnTo>
                <a:close/>
                <a:moveTo>
                  <a:pt x="9971218" y="771828"/>
                </a:moveTo>
                <a:lnTo>
                  <a:pt x="9971218" y="1172473"/>
                </a:lnTo>
                <a:lnTo>
                  <a:pt x="10066765" y="1172473"/>
                </a:lnTo>
                <a:lnTo>
                  <a:pt x="10066765" y="771828"/>
                </a:lnTo>
                <a:close/>
                <a:moveTo>
                  <a:pt x="9342568" y="771828"/>
                </a:moveTo>
                <a:lnTo>
                  <a:pt x="9342568" y="1172473"/>
                </a:lnTo>
                <a:lnTo>
                  <a:pt x="9438115" y="1172473"/>
                </a:lnTo>
                <a:lnTo>
                  <a:pt x="9438115" y="771828"/>
                </a:lnTo>
                <a:close/>
                <a:moveTo>
                  <a:pt x="8952042" y="771828"/>
                </a:moveTo>
                <a:lnTo>
                  <a:pt x="8952042" y="1172473"/>
                </a:lnTo>
                <a:lnTo>
                  <a:pt x="9047590" y="1172473"/>
                </a:lnTo>
                <a:lnTo>
                  <a:pt x="9047590" y="1025729"/>
                </a:lnTo>
                <a:lnTo>
                  <a:pt x="9101466" y="1025729"/>
                </a:lnTo>
                <a:cubicBezTo>
                  <a:pt x="9116944" y="1025729"/>
                  <a:pt x="9128998" y="1028308"/>
                  <a:pt x="9137632" y="1033468"/>
                </a:cubicBezTo>
                <a:cubicBezTo>
                  <a:pt x="9146263" y="1038627"/>
                  <a:pt x="9153109" y="1046713"/>
                  <a:pt x="9158170" y="1057727"/>
                </a:cubicBezTo>
                <a:cubicBezTo>
                  <a:pt x="9163229" y="1068740"/>
                  <a:pt x="9167843" y="1083176"/>
                  <a:pt x="9172010" y="1101036"/>
                </a:cubicBezTo>
                <a:lnTo>
                  <a:pt x="9188977" y="1172473"/>
                </a:lnTo>
                <a:lnTo>
                  <a:pt x="9289287" y="1172473"/>
                </a:lnTo>
                <a:lnTo>
                  <a:pt x="9262796" y="1081093"/>
                </a:lnTo>
                <a:cubicBezTo>
                  <a:pt x="9257636" y="1062043"/>
                  <a:pt x="9251980" y="1046019"/>
                  <a:pt x="9245830" y="1033021"/>
                </a:cubicBezTo>
                <a:cubicBezTo>
                  <a:pt x="9239678" y="1020024"/>
                  <a:pt x="9231442" y="1009754"/>
                  <a:pt x="9221124" y="1002214"/>
                </a:cubicBezTo>
                <a:cubicBezTo>
                  <a:pt x="9210805" y="994673"/>
                  <a:pt x="9196815" y="989514"/>
                  <a:pt x="9179154" y="986736"/>
                </a:cubicBezTo>
                <a:cubicBezTo>
                  <a:pt x="9206936" y="978798"/>
                  <a:pt x="9227524" y="965999"/>
                  <a:pt x="9240918" y="948338"/>
                </a:cubicBezTo>
                <a:cubicBezTo>
                  <a:pt x="9254312" y="930677"/>
                  <a:pt x="9261010" y="909246"/>
                  <a:pt x="9261010" y="884044"/>
                </a:cubicBezTo>
                <a:cubicBezTo>
                  <a:pt x="9261010" y="856263"/>
                  <a:pt x="9255007" y="834187"/>
                  <a:pt x="9243002" y="817816"/>
                </a:cubicBezTo>
                <a:cubicBezTo>
                  <a:pt x="9230996" y="801445"/>
                  <a:pt x="9214576" y="789687"/>
                  <a:pt x="9193740" y="782543"/>
                </a:cubicBezTo>
                <a:cubicBezTo>
                  <a:pt x="9172904" y="775400"/>
                  <a:pt x="9149091" y="771828"/>
                  <a:pt x="9122302" y="771828"/>
                </a:cubicBezTo>
                <a:close/>
                <a:moveTo>
                  <a:pt x="8580568" y="771828"/>
                </a:moveTo>
                <a:lnTo>
                  <a:pt x="8580568" y="1172473"/>
                </a:lnTo>
                <a:lnTo>
                  <a:pt x="8676116" y="1172473"/>
                </a:lnTo>
                <a:lnTo>
                  <a:pt x="8676116" y="1035849"/>
                </a:lnTo>
                <a:lnTo>
                  <a:pt x="8742790" y="1035849"/>
                </a:lnTo>
                <a:cubicBezTo>
                  <a:pt x="8769778" y="1035849"/>
                  <a:pt x="8794483" y="1031235"/>
                  <a:pt x="8816907" y="1022008"/>
                </a:cubicBezTo>
                <a:cubicBezTo>
                  <a:pt x="8839330" y="1012781"/>
                  <a:pt x="8857288" y="998394"/>
                  <a:pt x="8870782" y="978848"/>
                </a:cubicBezTo>
                <a:cubicBezTo>
                  <a:pt x="8884276" y="959302"/>
                  <a:pt x="8891023" y="934249"/>
                  <a:pt x="8891023" y="903689"/>
                </a:cubicBezTo>
                <a:cubicBezTo>
                  <a:pt x="8891023" y="873130"/>
                  <a:pt x="8884276" y="848127"/>
                  <a:pt x="8870782" y="828680"/>
                </a:cubicBezTo>
                <a:cubicBezTo>
                  <a:pt x="8857288" y="809233"/>
                  <a:pt x="8839330" y="794896"/>
                  <a:pt x="8816907" y="785669"/>
                </a:cubicBezTo>
                <a:cubicBezTo>
                  <a:pt x="8794483" y="776441"/>
                  <a:pt x="8769778" y="771828"/>
                  <a:pt x="8742790" y="771828"/>
                </a:cubicBezTo>
                <a:close/>
                <a:moveTo>
                  <a:pt x="8009068" y="771828"/>
                </a:moveTo>
                <a:lnTo>
                  <a:pt x="8009068" y="1172473"/>
                </a:lnTo>
                <a:lnTo>
                  <a:pt x="8098365" y="1172473"/>
                </a:lnTo>
                <a:lnTo>
                  <a:pt x="8098365" y="920061"/>
                </a:lnTo>
                <a:lnTo>
                  <a:pt x="8268922" y="1172473"/>
                </a:lnTo>
                <a:lnTo>
                  <a:pt x="8362088" y="1172473"/>
                </a:lnTo>
                <a:lnTo>
                  <a:pt x="8362088" y="771828"/>
                </a:lnTo>
                <a:lnTo>
                  <a:pt x="8271898" y="771828"/>
                </a:lnTo>
                <a:lnTo>
                  <a:pt x="8271898" y="1022157"/>
                </a:lnTo>
                <a:lnTo>
                  <a:pt x="8101937" y="771828"/>
                </a:lnTo>
                <a:close/>
                <a:moveTo>
                  <a:pt x="7180393" y="771828"/>
                </a:moveTo>
                <a:lnTo>
                  <a:pt x="7180393" y="1172473"/>
                </a:lnTo>
                <a:lnTo>
                  <a:pt x="7336662" y="1172473"/>
                </a:lnTo>
                <a:cubicBezTo>
                  <a:pt x="7368015" y="1172473"/>
                  <a:pt x="7395251" y="1168405"/>
                  <a:pt x="7418369" y="1160269"/>
                </a:cubicBezTo>
                <a:cubicBezTo>
                  <a:pt x="7441487" y="1152133"/>
                  <a:pt x="7459446" y="1139334"/>
                  <a:pt x="7472245" y="1121872"/>
                </a:cubicBezTo>
                <a:cubicBezTo>
                  <a:pt x="7485044" y="1104409"/>
                  <a:pt x="7491444" y="1081787"/>
                  <a:pt x="7491444" y="1054006"/>
                </a:cubicBezTo>
                <a:cubicBezTo>
                  <a:pt x="7491444" y="1029201"/>
                  <a:pt x="7484548" y="1008415"/>
                  <a:pt x="7470757" y="991647"/>
                </a:cubicBezTo>
                <a:cubicBezTo>
                  <a:pt x="7456965" y="974879"/>
                  <a:pt x="7436178" y="963518"/>
                  <a:pt x="7408398" y="957565"/>
                </a:cubicBezTo>
                <a:cubicBezTo>
                  <a:pt x="7425265" y="950223"/>
                  <a:pt x="7438808" y="939508"/>
                  <a:pt x="7449028" y="925418"/>
                </a:cubicBezTo>
                <a:cubicBezTo>
                  <a:pt x="7459247" y="911329"/>
                  <a:pt x="7464357" y="893569"/>
                  <a:pt x="7464357" y="872138"/>
                </a:cubicBezTo>
                <a:cubicBezTo>
                  <a:pt x="7464357" y="838007"/>
                  <a:pt x="7451508" y="812756"/>
                  <a:pt x="7425811" y="796384"/>
                </a:cubicBezTo>
                <a:cubicBezTo>
                  <a:pt x="7400113" y="780013"/>
                  <a:pt x="7365138" y="771828"/>
                  <a:pt x="7320887" y="771828"/>
                </a:cubicBezTo>
                <a:close/>
                <a:moveTo>
                  <a:pt x="6789868" y="771828"/>
                </a:moveTo>
                <a:lnTo>
                  <a:pt x="6789868" y="1172473"/>
                </a:lnTo>
                <a:lnTo>
                  <a:pt x="6885416" y="1172473"/>
                </a:lnTo>
                <a:lnTo>
                  <a:pt x="6885416" y="1025729"/>
                </a:lnTo>
                <a:lnTo>
                  <a:pt x="6939291" y="1025729"/>
                </a:lnTo>
                <a:cubicBezTo>
                  <a:pt x="6954770" y="1025729"/>
                  <a:pt x="6966825" y="1028308"/>
                  <a:pt x="6975457" y="1033468"/>
                </a:cubicBezTo>
                <a:cubicBezTo>
                  <a:pt x="6984089" y="1038627"/>
                  <a:pt x="6990935" y="1046713"/>
                  <a:pt x="6995995" y="1057727"/>
                </a:cubicBezTo>
                <a:cubicBezTo>
                  <a:pt x="7001055" y="1068740"/>
                  <a:pt x="7005669" y="1083176"/>
                  <a:pt x="7009836" y="1101036"/>
                </a:cubicBezTo>
                <a:lnTo>
                  <a:pt x="7026802" y="1172473"/>
                </a:lnTo>
                <a:lnTo>
                  <a:pt x="7127112" y="1172473"/>
                </a:lnTo>
                <a:lnTo>
                  <a:pt x="7100621" y="1081093"/>
                </a:lnTo>
                <a:cubicBezTo>
                  <a:pt x="7095461" y="1062043"/>
                  <a:pt x="7089806" y="1046019"/>
                  <a:pt x="7083655" y="1033021"/>
                </a:cubicBezTo>
                <a:cubicBezTo>
                  <a:pt x="7077503" y="1020024"/>
                  <a:pt x="7069268" y="1009754"/>
                  <a:pt x="7058949" y="1002214"/>
                </a:cubicBezTo>
                <a:cubicBezTo>
                  <a:pt x="7048630" y="994673"/>
                  <a:pt x="7034640" y="989514"/>
                  <a:pt x="7016980" y="986736"/>
                </a:cubicBezTo>
                <a:cubicBezTo>
                  <a:pt x="7044761" y="978798"/>
                  <a:pt x="7065349" y="965999"/>
                  <a:pt x="7078743" y="948338"/>
                </a:cubicBezTo>
                <a:cubicBezTo>
                  <a:pt x="7092138" y="930677"/>
                  <a:pt x="7098835" y="909246"/>
                  <a:pt x="7098835" y="884044"/>
                </a:cubicBezTo>
                <a:cubicBezTo>
                  <a:pt x="7098835" y="856263"/>
                  <a:pt x="7092832" y="834187"/>
                  <a:pt x="7080827" y="817816"/>
                </a:cubicBezTo>
                <a:cubicBezTo>
                  <a:pt x="7068821" y="801445"/>
                  <a:pt x="7052401" y="789687"/>
                  <a:pt x="7031565" y="782543"/>
                </a:cubicBezTo>
                <a:cubicBezTo>
                  <a:pt x="7010729" y="775400"/>
                  <a:pt x="6986916" y="771828"/>
                  <a:pt x="6960127" y="771828"/>
                </a:cubicBezTo>
                <a:close/>
                <a:moveTo>
                  <a:pt x="6504713" y="771828"/>
                </a:moveTo>
                <a:lnTo>
                  <a:pt x="6363029" y="1172473"/>
                </a:lnTo>
                <a:lnTo>
                  <a:pt x="6462148" y="1172473"/>
                </a:lnTo>
                <a:lnTo>
                  <a:pt x="6487152" y="1094190"/>
                </a:lnTo>
                <a:lnTo>
                  <a:pt x="6623180" y="1094190"/>
                </a:lnTo>
                <a:lnTo>
                  <a:pt x="6648184" y="1172473"/>
                </a:lnTo>
                <a:lnTo>
                  <a:pt x="6748196" y="1172473"/>
                </a:lnTo>
                <a:lnTo>
                  <a:pt x="6605023" y="771828"/>
                </a:lnTo>
                <a:close/>
                <a:moveTo>
                  <a:pt x="5532568" y="771828"/>
                </a:moveTo>
                <a:lnTo>
                  <a:pt x="5532568" y="1172473"/>
                </a:lnTo>
                <a:lnTo>
                  <a:pt x="5790041" y="1172473"/>
                </a:lnTo>
                <a:lnTo>
                  <a:pt x="5790041" y="1087939"/>
                </a:lnTo>
                <a:lnTo>
                  <a:pt x="5628116" y="1087939"/>
                </a:lnTo>
                <a:lnTo>
                  <a:pt x="5628116" y="771828"/>
                </a:lnTo>
                <a:close/>
                <a:moveTo>
                  <a:pt x="5247414" y="771828"/>
                </a:moveTo>
                <a:lnTo>
                  <a:pt x="5105729" y="1172473"/>
                </a:lnTo>
                <a:lnTo>
                  <a:pt x="5204848" y="1172473"/>
                </a:lnTo>
                <a:lnTo>
                  <a:pt x="5229852" y="1094190"/>
                </a:lnTo>
                <a:lnTo>
                  <a:pt x="5365880" y="1094190"/>
                </a:lnTo>
                <a:lnTo>
                  <a:pt x="5390884" y="1172473"/>
                </a:lnTo>
                <a:lnTo>
                  <a:pt x="5490896" y="1172473"/>
                </a:lnTo>
                <a:lnTo>
                  <a:pt x="5347723" y="771828"/>
                </a:lnTo>
                <a:close/>
                <a:moveTo>
                  <a:pt x="4703893" y="771828"/>
                </a:moveTo>
                <a:lnTo>
                  <a:pt x="4703893" y="1172473"/>
                </a:lnTo>
                <a:lnTo>
                  <a:pt x="4793190" y="1172473"/>
                </a:lnTo>
                <a:lnTo>
                  <a:pt x="4793190" y="920061"/>
                </a:lnTo>
                <a:lnTo>
                  <a:pt x="4963747" y="1172473"/>
                </a:lnTo>
                <a:lnTo>
                  <a:pt x="5056913" y="1172473"/>
                </a:lnTo>
                <a:lnTo>
                  <a:pt x="5056913" y="771828"/>
                </a:lnTo>
                <a:lnTo>
                  <a:pt x="4966723" y="771828"/>
                </a:lnTo>
                <a:lnTo>
                  <a:pt x="4966723" y="1022157"/>
                </a:lnTo>
                <a:lnTo>
                  <a:pt x="4796763" y="771828"/>
                </a:lnTo>
                <a:close/>
                <a:moveTo>
                  <a:pt x="4065718" y="771828"/>
                </a:moveTo>
                <a:lnTo>
                  <a:pt x="4065718" y="1172473"/>
                </a:lnTo>
                <a:lnTo>
                  <a:pt x="4161266" y="1172473"/>
                </a:lnTo>
                <a:lnTo>
                  <a:pt x="4161266" y="771828"/>
                </a:lnTo>
                <a:close/>
                <a:moveTo>
                  <a:pt x="3710614" y="771828"/>
                </a:moveTo>
                <a:lnTo>
                  <a:pt x="3710614" y="851600"/>
                </a:lnTo>
                <a:lnTo>
                  <a:pt x="3815092" y="851600"/>
                </a:lnTo>
                <a:lnTo>
                  <a:pt x="3815092" y="1172473"/>
                </a:lnTo>
                <a:lnTo>
                  <a:pt x="3910937" y="1172473"/>
                </a:lnTo>
                <a:lnTo>
                  <a:pt x="3910937" y="851600"/>
                </a:lnTo>
                <a:lnTo>
                  <a:pt x="4014521" y="851600"/>
                </a:lnTo>
                <a:lnTo>
                  <a:pt x="4014521" y="771828"/>
                </a:lnTo>
                <a:close/>
                <a:moveTo>
                  <a:pt x="3303718" y="771828"/>
                </a:moveTo>
                <a:lnTo>
                  <a:pt x="3303718" y="1172473"/>
                </a:lnTo>
                <a:lnTo>
                  <a:pt x="3393015" y="1172473"/>
                </a:lnTo>
                <a:lnTo>
                  <a:pt x="3393015" y="920061"/>
                </a:lnTo>
                <a:lnTo>
                  <a:pt x="3563572" y="1172473"/>
                </a:lnTo>
                <a:lnTo>
                  <a:pt x="3656738" y="1172473"/>
                </a:lnTo>
                <a:lnTo>
                  <a:pt x="3656738" y="771828"/>
                </a:lnTo>
                <a:lnTo>
                  <a:pt x="3566549" y="771828"/>
                </a:lnTo>
                <a:lnTo>
                  <a:pt x="3566549" y="1022157"/>
                </a:lnTo>
                <a:lnTo>
                  <a:pt x="3396587" y="771828"/>
                </a:lnTo>
                <a:close/>
                <a:moveTo>
                  <a:pt x="2951293" y="771828"/>
                </a:moveTo>
                <a:lnTo>
                  <a:pt x="2951293" y="1172473"/>
                </a:lnTo>
                <a:lnTo>
                  <a:pt x="3225435" y="1172473"/>
                </a:lnTo>
                <a:lnTo>
                  <a:pt x="3225435" y="1093297"/>
                </a:lnTo>
                <a:lnTo>
                  <a:pt x="3046841" y="1093297"/>
                </a:lnTo>
                <a:lnTo>
                  <a:pt x="3046841" y="1006679"/>
                </a:lnTo>
                <a:lnTo>
                  <a:pt x="3207575" y="1006679"/>
                </a:lnTo>
                <a:lnTo>
                  <a:pt x="3207575" y="930479"/>
                </a:lnTo>
                <a:lnTo>
                  <a:pt x="3046841" y="930479"/>
                </a:lnTo>
                <a:lnTo>
                  <a:pt x="3046841" y="851004"/>
                </a:lnTo>
                <a:lnTo>
                  <a:pt x="3225435" y="851004"/>
                </a:lnTo>
                <a:lnTo>
                  <a:pt x="3225435" y="771828"/>
                </a:lnTo>
                <a:close/>
                <a:moveTo>
                  <a:pt x="2524454" y="771828"/>
                </a:moveTo>
                <a:lnTo>
                  <a:pt x="2657506" y="1172473"/>
                </a:lnTo>
                <a:lnTo>
                  <a:pt x="2770913" y="1172473"/>
                </a:lnTo>
                <a:lnTo>
                  <a:pt x="2907240" y="771828"/>
                </a:lnTo>
                <a:lnTo>
                  <a:pt x="2804549" y="771828"/>
                </a:lnTo>
                <a:lnTo>
                  <a:pt x="2714954" y="1075437"/>
                </a:lnTo>
                <a:lnTo>
                  <a:pt x="2627145" y="771828"/>
                </a:lnTo>
                <a:close/>
                <a:moveTo>
                  <a:pt x="2122618" y="771828"/>
                </a:moveTo>
                <a:lnTo>
                  <a:pt x="2122618" y="1172473"/>
                </a:lnTo>
                <a:lnTo>
                  <a:pt x="2211915" y="1172473"/>
                </a:lnTo>
                <a:lnTo>
                  <a:pt x="2211915" y="920061"/>
                </a:lnTo>
                <a:lnTo>
                  <a:pt x="2382472" y="1172473"/>
                </a:lnTo>
                <a:lnTo>
                  <a:pt x="2475638" y="1172473"/>
                </a:lnTo>
                <a:lnTo>
                  <a:pt x="2475638" y="771828"/>
                </a:lnTo>
                <a:lnTo>
                  <a:pt x="2385449" y="771828"/>
                </a:lnTo>
                <a:lnTo>
                  <a:pt x="2385449" y="1022157"/>
                </a:lnTo>
                <a:lnTo>
                  <a:pt x="2215487" y="771828"/>
                </a:lnTo>
                <a:close/>
                <a:moveTo>
                  <a:pt x="10790665" y="766470"/>
                </a:moveTo>
                <a:cubicBezTo>
                  <a:pt x="10749985" y="766470"/>
                  <a:pt x="10714763" y="774904"/>
                  <a:pt x="10684997" y="791771"/>
                </a:cubicBezTo>
                <a:cubicBezTo>
                  <a:pt x="10655232" y="808638"/>
                  <a:pt x="10632262" y="832500"/>
                  <a:pt x="10616090" y="863357"/>
                </a:cubicBezTo>
                <a:cubicBezTo>
                  <a:pt x="10599917" y="894214"/>
                  <a:pt x="10591830" y="930578"/>
                  <a:pt x="10591831" y="972448"/>
                </a:cubicBezTo>
                <a:cubicBezTo>
                  <a:pt x="10591830" y="1014120"/>
                  <a:pt x="10599917" y="1050335"/>
                  <a:pt x="10616090" y="1081093"/>
                </a:cubicBezTo>
                <a:cubicBezTo>
                  <a:pt x="10632262" y="1111851"/>
                  <a:pt x="10655232" y="1135663"/>
                  <a:pt x="10684997" y="1152530"/>
                </a:cubicBezTo>
                <a:cubicBezTo>
                  <a:pt x="10714763" y="1169397"/>
                  <a:pt x="10749985" y="1177831"/>
                  <a:pt x="10790665" y="1177831"/>
                </a:cubicBezTo>
                <a:cubicBezTo>
                  <a:pt x="10829757" y="1177831"/>
                  <a:pt x="10862946" y="1170439"/>
                  <a:pt x="10890231" y="1155656"/>
                </a:cubicBezTo>
                <a:cubicBezTo>
                  <a:pt x="10917516" y="1140872"/>
                  <a:pt x="10938352" y="1120284"/>
                  <a:pt x="10952739" y="1093892"/>
                </a:cubicBezTo>
                <a:cubicBezTo>
                  <a:pt x="10967126" y="1067500"/>
                  <a:pt x="10974319" y="1036940"/>
                  <a:pt x="10974319" y="1002214"/>
                </a:cubicBezTo>
                <a:lnTo>
                  <a:pt x="10974319" y="957565"/>
                </a:lnTo>
                <a:lnTo>
                  <a:pt x="10791558" y="957565"/>
                </a:lnTo>
                <a:lnTo>
                  <a:pt x="10791558" y="1033468"/>
                </a:lnTo>
                <a:lnTo>
                  <a:pt x="10877581" y="1033468"/>
                </a:lnTo>
                <a:cubicBezTo>
                  <a:pt x="10875994" y="1046366"/>
                  <a:pt x="10871479" y="1057677"/>
                  <a:pt x="10864038" y="1067401"/>
                </a:cubicBezTo>
                <a:cubicBezTo>
                  <a:pt x="10856596" y="1077124"/>
                  <a:pt x="10846675" y="1084714"/>
                  <a:pt x="10834272" y="1090171"/>
                </a:cubicBezTo>
                <a:cubicBezTo>
                  <a:pt x="10821869" y="1095628"/>
                  <a:pt x="10807334" y="1098357"/>
                  <a:pt x="10790665" y="1098357"/>
                </a:cubicBezTo>
                <a:cubicBezTo>
                  <a:pt x="10766258" y="1098357"/>
                  <a:pt x="10746711" y="1092503"/>
                  <a:pt x="10732027" y="1080795"/>
                </a:cubicBezTo>
                <a:cubicBezTo>
                  <a:pt x="10717342" y="1069087"/>
                  <a:pt x="10706676" y="1053609"/>
                  <a:pt x="10700029" y="1034361"/>
                </a:cubicBezTo>
                <a:cubicBezTo>
                  <a:pt x="10693381" y="1015112"/>
                  <a:pt x="10690057" y="994475"/>
                  <a:pt x="10690058" y="972448"/>
                </a:cubicBezTo>
                <a:cubicBezTo>
                  <a:pt x="10690057" y="950223"/>
                  <a:pt x="10693331" y="929586"/>
                  <a:pt x="10699880" y="910536"/>
                </a:cubicBezTo>
                <a:cubicBezTo>
                  <a:pt x="10706428" y="891486"/>
                  <a:pt x="10716895" y="876057"/>
                  <a:pt x="10731283" y="864250"/>
                </a:cubicBezTo>
                <a:cubicBezTo>
                  <a:pt x="10745669" y="852443"/>
                  <a:pt x="10764769" y="846539"/>
                  <a:pt x="10788582" y="846539"/>
                </a:cubicBezTo>
                <a:cubicBezTo>
                  <a:pt x="10805251" y="846539"/>
                  <a:pt x="10819488" y="849020"/>
                  <a:pt x="10831295" y="853981"/>
                </a:cubicBezTo>
                <a:cubicBezTo>
                  <a:pt x="10843102" y="858942"/>
                  <a:pt x="10852429" y="865937"/>
                  <a:pt x="10859275" y="874966"/>
                </a:cubicBezTo>
                <a:cubicBezTo>
                  <a:pt x="10866121" y="883995"/>
                  <a:pt x="10870238" y="894661"/>
                  <a:pt x="10871628" y="906964"/>
                </a:cubicBezTo>
                <a:lnTo>
                  <a:pt x="10970152" y="906964"/>
                </a:lnTo>
                <a:cubicBezTo>
                  <a:pt x="10967771" y="882556"/>
                  <a:pt x="10961024" y="861472"/>
                  <a:pt x="10949911" y="843712"/>
                </a:cubicBezTo>
                <a:cubicBezTo>
                  <a:pt x="10938799" y="825952"/>
                  <a:pt x="10924759" y="811366"/>
                  <a:pt x="10907793" y="799956"/>
                </a:cubicBezTo>
                <a:cubicBezTo>
                  <a:pt x="10890827" y="788546"/>
                  <a:pt x="10872223" y="780113"/>
                  <a:pt x="10851983" y="774656"/>
                </a:cubicBezTo>
                <a:cubicBezTo>
                  <a:pt x="10831742" y="769199"/>
                  <a:pt x="10811302" y="766470"/>
                  <a:pt x="10790665" y="766470"/>
                </a:cubicBezTo>
                <a:close/>
                <a:moveTo>
                  <a:pt x="9712257" y="766470"/>
                </a:moveTo>
                <a:cubicBezTo>
                  <a:pt x="9672172" y="766470"/>
                  <a:pt x="9637396" y="774854"/>
                  <a:pt x="9607928" y="791622"/>
                </a:cubicBezTo>
                <a:cubicBezTo>
                  <a:pt x="9578460" y="808390"/>
                  <a:pt x="9555690" y="832153"/>
                  <a:pt x="9539616" y="862911"/>
                </a:cubicBezTo>
                <a:cubicBezTo>
                  <a:pt x="9523543" y="893668"/>
                  <a:pt x="9515506" y="930181"/>
                  <a:pt x="9515506" y="972448"/>
                </a:cubicBezTo>
                <a:cubicBezTo>
                  <a:pt x="9515506" y="1014517"/>
                  <a:pt x="9523543" y="1050881"/>
                  <a:pt x="9539616" y="1081539"/>
                </a:cubicBezTo>
                <a:cubicBezTo>
                  <a:pt x="9555690" y="1112198"/>
                  <a:pt x="9578460" y="1135911"/>
                  <a:pt x="9607928" y="1152679"/>
                </a:cubicBezTo>
                <a:cubicBezTo>
                  <a:pt x="9637396" y="1169447"/>
                  <a:pt x="9672172" y="1177831"/>
                  <a:pt x="9712257" y="1177831"/>
                </a:cubicBezTo>
                <a:cubicBezTo>
                  <a:pt x="9749563" y="1177831"/>
                  <a:pt x="9781412" y="1171729"/>
                  <a:pt x="9807804" y="1159525"/>
                </a:cubicBezTo>
                <a:cubicBezTo>
                  <a:pt x="9834196" y="1147321"/>
                  <a:pt x="9854784" y="1129660"/>
                  <a:pt x="9869568" y="1106542"/>
                </a:cubicBezTo>
                <a:cubicBezTo>
                  <a:pt x="9884351" y="1083424"/>
                  <a:pt x="9892834" y="1055296"/>
                  <a:pt x="9895018" y="1022157"/>
                </a:cubicBezTo>
                <a:lnTo>
                  <a:pt x="9796493" y="1022157"/>
                </a:lnTo>
                <a:cubicBezTo>
                  <a:pt x="9794509" y="1045969"/>
                  <a:pt x="9786422" y="1064573"/>
                  <a:pt x="9772234" y="1077967"/>
                </a:cubicBezTo>
                <a:cubicBezTo>
                  <a:pt x="9758046" y="1091362"/>
                  <a:pt x="9738053" y="1098059"/>
                  <a:pt x="9712257" y="1098059"/>
                </a:cubicBezTo>
                <a:cubicBezTo>
                  <a:pt x="9688444" y="1098059"/>
                  <a:pt x="9669344" y="1092156"/>
                  <a:pt x="9654958" y="1080349"/>
                </a:cubicBezTo>
                <a:cubicBezTo>
                  <a:pt x="9640571" y="1068542"/>
                  <a:pt x="9630153" y="1053063"/>
                  <a:pt x="9623704" y="1033914"/>
                </a:cubicBezTo>
                <a:cubicBezTo>
                  <a:pt x="9617254" y="1014765"/>
                  <a:pt x="9614030" y="994276"/>
                  <a:pt x="9614030" y="972448"/>
                </a:cubicBezTo>
                <a:cubicBezTo>
                  <a:pt x="9614030" y="950422"/>
                  <a:pt x="9617254" y="929883"/>
                  <a:pt x="9623704" y="910833"/>
                </a:cubicBezTo>
                <a:cubicBezTo>
                  <a:pt x="9630153" y="891783"/>
                  <a:pt x="9640571" y="876305"/>
                  <a:pt x="9654958" y="864399"/>
                </a:cubicBezTo>
                <a:cubicBezTo>
                  <a:pt x="9669344" y="852493"/>
                  <a:pt x="9688444" y="846539"/>
                  <a:pt x="9712257" y="846539"/>
                </a:cubicBezTo>
                <a:cubicBezTo>
                  <a:pt x="9727536" y="846539"/>
                  <a:pt x="9741129" y="849020"/>
                  <a:pt x="9753036" y="853981"/>
                </a:cubicBezTo>
                <a:cubicBezTo>
                  <a:pt x="9764942" y="858942"/>
                  <a:pt x="9774616" y="866334"/>
                  <a:pt x="9782057" y="876156"/>
                </a:cubicBezTo>
                <a:cubicBezTo>
                  <a:pt x="9789499" y="885979"/>
                  <a:pt x="9794310" y="898233"/>
                  <a:pt x="9796493" y="912917"/>
                </a:cubicBezTo>
                <a:lnTo>
                  <a:pt x="9894720" y="912917"/>
                </a:lnTo>
                <a:cubicBezTo>
                  <a:pt x="9893728" y="881564"/>
                  <a:pt x="9884947" y="854973"/>
                  <a:pt x="9868377" y="833145"/>
                </a:cubicBezTo>
                <a:cubicBezTo>
                  <a:pt x="9851808" y="811317"/>
                  <a:pt x="9829880" y="794747"/>
                  <a:pt x="9802595" y="783436"/>
                </a:cubicBezTo>
                <a:cubicBezTo>
                  <a:pt x="9775310" y="772126"/>
                  <a:pt x="9745197" y="766470"/>
                  <a:pt x="9712257" y="766470"/>
                </a:cubicBezTo>
                <a:close/>
                <a:moveTo>
                  <a:pt x="7740582" y="766470"/>
                </a:moveTo>
                <a:cubicBezTo>
                  <a:pt x="7698711" y="766470"/>
                  <a:pt x="7663092" y="774854"/>
                  <a:pt x="7633723" y="791622"/>
                </a:cubicBezTo>
                <a:cubicBezTo>
                  <a:pt x="7604354" y="808390"/>
                  <a:pt x="7582030" y="832153"/>
                  <a:pt x="7566751" y="862911"/>
                </a:cubicBezTo>
                <a:cubicBezTo>
                  <a:pt x="7551471" y="893668"/>
                  <a:pt x="7543831" y="930181"/>
                  <a:pt x="7543831" y="972448"/>
                </a:cubicBezTo>
                <a:cubicBezTo>
                  <a:pt x="7543831" y="1014517"/>
                  <a:pt x="7551471" y="1050881"/>
                  <a:pt x="7566751" y="1081539"/>
                </a:cubicBezTo>
                <a:cubicBezTo>
                  <a:pt x="7582030" y="1112198"/>
                  <a:pt x="7604354" y="1135911"/>
                  <a:pt x="7633723" y="1152679"/>
                </a:cubicBezTo>
                <a:cubicBezTo>
                  <a:pt x="7663092" y="1169447"/>
                  <a:pt x="7698711" y="1177831"/>
                  <a:pt x="7740582" y="1177831"/>
                </a:cubicBezTo>
                <a:cubicBezTo>
                  <a:pt x="7782452" y="1177831"/>
                  <a:pt x="7818022" y="1169447"/>
                  <a:pt x="7847292" y="1152679"/>
                </a:cubicBezTo>
                <a:cubicBezTo>
                  <a:pt x="7876561" y="1135911"/>
                  <a:pt x="7898836" y="1112198"/>
                  <a:pt x="7914116" y="1081539"/>
                </a:cubicBezTo>
                <a:cubicBezTo>
                  <a:pt x="7929395" y="1050881"/>
                  <a:pt x="7937035" y="1014517"/>
                  <a:pt x="7937035" y="972448"/>
                </a:cubicBezTo>
                <a:cubicBezTo>
                  <a:pt x="7937035" y="930181"/>
                  <a:pt x="7929395" y="893668"/>
                  <a:pt x="7914116" y="862911"/>
                </a:cubicBezTo>
                <a:cubicBezTo>
                  <a:pt x="7898836" y="832153"/>
                  <a:pt x="7876561" y="808390"/>
                  <a:pt x="7847292" y="791622"/>
                </a:cubicBezTo>
                <a:cubicBezTo>
                  <a:pt x="7818022" y="774854"/>
                  <a:pt x="7782452" y="766470"/>
                  <a:pt x="7740582" y="766470"/>
                </a:cubicBezTo>
                <a:close/>
                <a:moveTo>
                  <a:pt x="6149907" y="766470"/>
                </a:moveTo>
                <a:cubicBezTo>
                  <a:pt x="6109822" y="766470"/>
                  <a:pt x="6075046" y="774854"/>
                  <a:pt x="6045579" y="791622"/>
                </a:cubicBezTo>
                <a:cubicBezTo>
                  <a:pt x="6016111" y="808390"/>
                  <a:pt x="5993340" y="832153"/>
                  <a:pt x="5977266" y="862911"/>
                </a:cubicBezTo>
                <a:cubicBezTo>
                  <a:pt x="5961193" y="893668"/>
                  <a:pt x="5953157" y="930181"/>
                  <a:pt x="5953157" y="972448"/>
                </a:cubicBezTo>
                <a:cubicBezTo>
                  <a:pt x="5953157" y="1014517"/>
                  <a:pt x="5961193" y="1050881"/>
                  <a:pt x="5977266" y="1081539"/>
                </a:cubicBezTo>
                <a:cubicBezTo>
                  <a:pt x="5993340" y="1112198"/>
                  <a:pt x="6016111" y="1135911"/>
                  <a:pt x="6045579" y="1152679"/>
                </a:cubicBezTo>
                <a:cubicBezTo>
                  <a:pt x="6075046" y="1169447"/>
                  <a:pt x="6109822" y="1177831"/>
                  <a:pt x="6149907" y="1177831"/>
                </a:cubicBezTo>
                <a:cubicBezTo>
                  <a:pt x="6187213" y="1177831"/>
                  <a:pt x="6219062" y="1171729"/>
                  <a:pt x="6245455" y="1159525"/>
                </a:cubicBezTo>
                <a:cubicBezTo>
                  <a:pt x="6271847" y="1147321"/>
                  <a:pt x="6292434" y="1129660"/>
                  <a:pt x="6307218" y="1106542"/>
                </a:cubicBezTo>
                <a:cubicBezTo>
                  <a:pt x="6322002" y="1083424"/>
                  <a:pt x="6330485" y="1055296"/>
                  <a:pt x="6332668" y="1022157"/>
                </a:cubicBezTo>
                <a:lnTo>
                  <a:pt x="6234144" y="1022157"/>
                </a:lnTo>
                <a:cubicBezTo>
                  <a:pt x="6232159" y="1045969"/>
                  <a:pt x="6224073" y="1064573"/>
                  <a:pt x="6209885" y="1077967"/>
                </a:cubicBezTo>
                <a:cubicBezTo>
                  <a:pt x="6195696" y="1091362"/>
                  <a:pt x="6175704" y="1098059"/>
                  <a:pt x="6149907" y="1098059"/>
                </a:cubicBezTo>
                <a:cubicBezTo>
                  <a:pt x="6126095" y="1098059"/>
                  <a:pt x="6106995" y="1092156"/>
                  <a:pt x="6092608" y="1080349"/>
                </a:cubicBezTo>
                <a:cubicBezTo>
                  <a:pt x="6078221" y="1068542"/>
                  <a:pt x="6067803" y="1053063"/>
                  <a:pt x="6061354" y="1033914"/>
                </a:cubicBezTo>
                <a:cubicBezTo>
                  <a:pt x="6054905" y="1014765"/>
                  <a:pt x="6051680" y="994276"/>
                  <a:pt x="6051680" y="972448"/>
                </a:cubicBezTo>
                <a:cubicBezTo>
                  <a:pt x="6051680" y="950422"/>
                  <a:pt x="6054905" y="929883"/>
                  <a:pt x="6061354" y="910833"/>
                </a:cubicBezTo>
                <a:cubicBezTo>
                  <a:pt x="6067803" y="891783"/>
                  <a:pt x="6078221" y="876305"/>
                  <a:pt x="6092608" y="864399"/>
                </a:cubicBezTo>
                <a:cubicBezTo>
                  <a:pt x="6106995" y="852493"/>
                  <a:pt x="6126095" y="846539"/>
                  <a:pt x="6149907" y="846539"/>
                </a:cubicBezTo>
                <a:cubicBezTo>
                  <a:pt x="6165186" y="846539"/>
                  <a:pt x="6178780" y="849020"/>
                  <a:pt x="6190686" y="853981"/>
                </a:cubicBezTo>
                <a:cubicBezTo>
                  <a:pt x="6202592" y="858942"/>
                  <a:pt x="6212266" y="866334"/>
                  <a:pt x="6219707" y="876156"/>
                </a:cubicBezTo>
                <a:cubicBezTo>
                  <a:pt x="6227149" y="885979"/>
                  <a:pt x="6231961" y="898233"/>
                  <a:pt x="6234144" y="912917"/>
                </a:cubicBezTo>
                <a:lnTo>
                  <a:pt x="6332370" y="912917"/>
                </a:lnTo>
                <a:cubicBezTo>
                  <a:pt x="6331378" y="881564"/>
                  <a:pt x="6322597" y="854973"/>
                  <a:pt x="6306028" y="833145"/>
                </a:cubicBezTo>
                <a:cubicBezTo>
                  <a:pt x="6289458" y="811317"/>
                  <a:pt x="6267531" y="794747"/>
                  <a:pt x="6240246" y="783436"/>
                </a:cubicBezTo>
                <a:cubicBezTo>
                  <a:pt x="6212960" y="772126"/>
                  <a:pt x="6182847" y="766470"/>
                  <a:pt x="6149907" y="766470"/>
                </a:cubicBezTo>
                <a:close/>
                <a:moveTo>
                  <a:pt x="4435407" y="766470"/>
                </a:moveTo>
                <a:cubicBezTo>
                  <a:pt x="4393537" y="766470"/>
                  <a:pt x="4357917" y="774854"/>
                  <a:pt x="4328548" y="791622"/>
                </a:cubicBezTo>
                <a:cubicBezTo>
                  <a:pt x="4299180" y="808390"/>
                  <a:pt x="4276855" y="832153"/>
                  <a:pt x="4261576" y="862911"/>
                </a:cubicBezTo>
                <a:cubicBezTo>
                  <a:pt x="4246296" y="893668"/>
                  <a:pt x="4238656" y="930181"/>
                  <a:pt x="4238656" y="972448"/>
                </a:cubicBezTo>
                <a:cubicBezTo>
                  <a:pt x="4238656" y="1014517"/>
                  <a:pt x="4246296" y="1050881"/>
                  <a:pt x="4261576" y="1081539"/>
                </a:cubicBezTo>
                <a:cubicBezTo>
                  <a:pt x="4276855" y="1112198"/>
                  <a:pt x="4299180" y="1135911"/>
                  <a:pt x="4328548" y="1152679"/>
                </a:cubicBezTo>
                <a:cubicBezTo>
                  <a:pt x="4357917" y="1169447"/>
                  <a:pt x="4393537" y="1177831"/>
                  <a:pt x="4435407" y="1177831"/>
                </a:cubicBezTo>
                <a:cubicBezTo>
                  <a:pt x="4477277" y="1177831"/>
                  <a:pt x="4512847" y="1169447"/>
                  <a:pt x="4542117" y="1152679"/>
                </a:cubicBezTo>
                <a:cubicBezTo>
                  <a:pt x="4571386" y="1135911"/>
                  <a:pt x="4593661" y="1112198"/>
                  <a:pt x="4608941" y="1081539"/>
                </a:cubicBezTo>
                <a:cubicBezTo>
                  <a:pt x="4624220" y="1050881"/>
                  <a:pt x="4631861" y="1014517"/>
                  <a:pt x="4631861" y="972448"/>
                </a:cubicBezTo>
                <a:cubicBezTo>
                  <a:pt x="4631861" y="930181"/>
                  <a:pt x="4624220" y="893668"/>
                  <a:pt x="4608941" y="862911"/>
                </a:cubicBezTo>
                <a:cubicBezTo>
                  <a:pt x="4593661" y="832153"/>
                  <a:pt x="4571386" y="808390"/>
                  <a:pt x="4542117" y="791622"/>
                </a:cubicBezTo>
                <a:cubicBezTo>
                  <a:pt x="4512847" y="774854"/>
                  <a:pt x="4477277" y="766470"/>
                  <a:pt x="4435407" y="766470"/>
                </a:cubicBezTo>
                <a:close/>
                <a:moveTo>
                  <a:pt x="1854132" y="766470"/>
                </a:moveTo>
                <a:cubicBezTo>
                  <a:pt x="1812262" y="766470"/>
                  <a:pt x="1776642" y="774854"/>
                  <a:pt x="1747274" y="791622"/>
                </a:cubicBezTo>
                <a:cubicBezTo>
                  <a:pt x="1717905" y="808390"/>
                  <a:pt x="1695580" y="832153"/>
                  <a:pt x="1680301" y="862911"/>
                </a:cubicBezTo>
                <a:cubicBezTo>
                  <a:pt x="1665021" y="893668"/>
                  <a:pt x="1657381" y="930181"/>
                  <a:pt x="1657381" y="972448"/>
                </a:cubicBezTo>
                <a:cubicBezTo>
                  <a:pt x="1657381" y="1014517"/>
                  <a:pt x="1665021" y="1050881"/>
                  <a:pt x="1680301" y="1081539"/>
                </a:cubicBezTo>
                <a:cubicBezTo>
                  <a:pt x="1695580" y="1112198"/>
                  <a:pt x="1717905" y="1135911"/>
                  <a:pt x="1747274" y="1152679"/>
                </a:cubicBezTo>
                <a:cubicBezTo>
                  <a:pt x="1776642" y="1169447"/>
                  <a:pt x="1812262" y="1177831"/>
                  <a:pt x="1854132" y="1177831"/>
                </a:cubicBezTo>
                <a:cubicBezTo>
                  <a:pt x="1896002" y="1177831"/>
                  <a:pt x="1931572" y="1169447"/>
                  <a:pt x="1960842" y="1152679"/>
                </a:cubicBezTo>
                <a:cubicBezTo>
                  <a:pt x="1990111" y="1135911"/>
                  <a:pt x="2012386" y="1112198"/>
                  <a:pt x="2027666" y="1081539"/>
                </a:cubicBezTo>
                <a:cubicBezTo>
                  <a:pt x="2042945" y="1050881"/>
                  <a:pt x="2050585" y="1014517"/>
                  <a:pt x="2050585" y="972448"/>
                </a:cubicBezTo>
                <a:cubicBezTo>
                  <a:pt x="2050585" y="930181"/>
                  <a:pt x="2042945" y="893668"/>
                  <a:pt x="2027666" y="862911"/>
                </a:cubicBezTo>
                <a:cubicBezTo>
                  <a:pt x="2012386" y="832153"/>
                  <a:pt x="1990111" y="808390"/>
                  <a:pt x="1960842" y="791622"/>
                </a:cubicBezTo>
                <a:cubicBezTo>
                  <a:pt x="1931572" y="774854"/>
                  <a:pt x="1896002" y="766470"/>
                  <a:pt x="1854132" y="766470"/>
                </a:cubicBezTo>
                <a:close/>
                <a:moveTo>
                  <a:pt x="1415982" y="766470"/>
                </a:moveTo>
                <a:cubicBezTo>
                  <a:pt x="1375898" y="766470"/>
                  <a:pt x="1341122" y="774854"/>
                  <a:pt x="1311654" y="791622"/>
                </a:cubicBezTo>
                <a:cubicBezTo>
                  <a:pt x="1282186" y="808390"/>
                  <a:pt x="1259415" y="832153"/>
                  <a:pt x="1243342" y="862911"/>
                </a:cubicBezTo>
                <a:cubicBezTo>
                  <a:pt x="1227268" y="893668"/>
                  <a:pt x="1219231" y="930181"/>
                  <a:pt x="1219231" y="972448"/>
                </a:cubicBezTo>
                <a:cubicBezTo>
                  <a:pt x="1219231" y="1014517"/>
                  <a:pt x="1227268" y="1050881"/>
                  <a:pt x="1243342" y="1081539"/>
                </a:cubicBezTo>
                <a:cubicBezTo>
                  <a:pt x="1259415" y="1112198"/>
                  <a:pt x="1282186" y="1135911"/>
                  <a:pt x="1311654" y="1152679"/>
                </a:cubicBezTo>
                <a:cubicBezTo>
                  <a:pt x="1341122" y="1169447"/>
                  <a:pt x="1375898" y="1177831"/>
                  <a:pt x="1415982" y="1177831"/>
                </a:cubicBezTo>
                <a:cubicBezTo>
                  <a:pt x="1453288" y="1177831"/>
                  <a:pt x="1485137" y="1171729"/>
                  <a:pt x="1511530" y="1159525"/>
                </a:cubicBezTo>
                <a:cubicBezTo>
                  <a:pt x="1537922" y="1147321"/>
                  <a:pt x="1558510" y="1129660"/>
                  <a:pt x="1573294" y="1106542"/>
                </a:cubicBezTo>
                <a:cubicBezTo>
                  <a:pt x="1588077" y="1083424"/>
                  <a:pt x="1596560" y="1055296"/>
                  <a:pt x="1598743" y="1022157"/>
                </a:cubicBezTo>
                <a:lnTo>
                  <a:pt x="1500219" y="1022157"/>
                </a:lnTo>
                <a:cubicBezTo>
                  <a:pt x="1498235" y="1045969"/>
                  <a:pt x="1490148" y="1064573"/>
                  <a:pt x="1475960" y="1077967"/>
                </a:cubicBezTo>
                <a:cubicBezTo>
                  <a:pt x="1461772" y="1091362"/>
                  <a:pt x="1441779" y="1098059"/>
                  <a:pt x="1415982" y="1098059"/>
                </a:cubicBezTo>
                <a:cubicBezTo>
                  <a:pt x="1392170" y="1098059"/>
                  <a:pt x="1373070" y="1092156"/>
                  <a:pt x="1358683" y="1080349"/>
                </a:cubicBezTo>
                <a:cubicBezTo>
                  <a:pt x="1344297" y="1068542"/>
                  <a:pt x="1333879" y="1053063"/>
                  <a:pt x="1327429" y="1033914"/>
                </a:cubicBezTo>
                <a:cubicBezTo>
                  <a:pt x="1320980" y="1014765"/>
                  <a:pt x="1317756" y="994276"/>
                  <a:pt x="1317756" y="972448"/>
                </a:cubicBezTo>
                <a:cubicBezTo>
                  <a:pt x="1317756" y="950422"/>
                  <a:pt x="1320980" y="929883"/>
                  <a:pt x="1327429" y="910833"/>
                </a:cubicBezTo>
                <a:cubicBezTo>
                  <a:pt x="1333879" y="891783"/>
                  <a:pt x="1344297" y="876305"/>
                  <a:pt x="1358683" y="864399"/>
                </a:cubicBezTo>
                <a:cubicBezTo>
                  <a:pt x="1373070" y="852493"/>
                  <a:pt x="1392170" y="846539"/>
                  <a:pt x="1415982" y="846539"/>
                </a:cubicBezTo>
                <a:cubicBezTo>
                  <a:pt x="1431262" y="846539"/>
                  <a:pt x="1444855" y="849020"/>
                  <a:pt x="1456761" y="853981"/>
                </a:cubicBezTo>
                <a:cubicBezTo>
                  <a:pt x="1468667" y="858942"/>
                  <a:pt x="1478341" y="866334"/>
                  <a:pt x="1485783" y="876156"/>
                </a:cubicBezTo>
                <a:cubicBezTo>
                  <a:pt x="1493224" y="885979"/>
                  <a:pt x="1498036" y="898233"/>
                  <a:pt x="1500219" y="912917"/>
                </a:cubicBezTo>
                <a:lnTo>
                  <a:pt x="1598446" y="912917"/>
                </a:lnTo>
                <a:cubicBezTo>
                  <a:pt x="1597453" y="881564"/>
                  <a:pt x="1588672" y="854973"/>
                  <a:pt x="1572103" y="833145"/>
                </a:cubicBezTo>
                <a:cubicBezTo>
                  <a:pt x="1555533" y="811317"/>
                  <a:pt x="1533606" y="794747"/>
                  <a:pt x="1506321" y="783436"/>
                </a:cubicBezTo>
                <a:cubicBezTo>
                  <a:pt x="1479036" y="772126"/>
                  <a:pt x="1448923" y="766470"/>
                  <a:pt x="1415982" y="766470"/>
                </a:cubicBezTo>
                <a:close/>
                <a:moveTo>
                  <a:pt x="0" y="0"/>
                </a:moveTo>
                <a:lnTo>
                  <a:pt x="12192000" y="0"/>
                </a:lnTo>
                <a:lnTo>
                  <a:pt x="12192000" y="7153835"/>
                </a:lnTo>
                <a:lnTo>
                  <a:pt x="0" y="7153835"/>
                </a:lnTo>
                <a:close/>
              </a:path>
            </a:pathLst>
          </a:cu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7" name="Group 6">
            <a:extLst>
              <a:ext uri="{FF2B5EF4-FFF2-40B4-BE49-F238E27FC236}">
                <a16:creationId xmlns:a16="http://schemas.microsoft.com/office/drawing/2014/main" id="{6A3F9DC1-3586-F885-778B-B5E8D0E5CAA8}"/>
              </a:ext>
            </a:extLst>
          </p:cNvPr>
          <p:cNvGrpSpPr/>
          <p:nvPr/>
        </p:nvGrpSpPr>
        <p:grpSpPr>
          <a:xfrm>
            <a:off x="932888" y="2138765"/>
            <a:ext cx="2464177" cy="1290235"/>
            <a:chOff x="422370" y="426"/>
            <a:chExt cx="3400357" cy="684247"/>
          </a:xfrm>
          <a:solidFill>
            <a:srgbClr val="025353">
              <a:alpha val="50196"/>
            </a:srgbClr>
          </a:solidFill>
        </p:grpSpPr>
        <p:sp>
          <p:nvSpPr>
            <p:cNvPr id="9" name="Rectangle 8">
              <a:extLst>
                <a:ext uri="{FF2B5EF4-FFF2-40B4-BE49-F238E27FC236}">
                  <a16:creationId xmlns:a16="http://schemas.microsoft.com/office/drawing/2014/main" id="{12364A6C-A618-7977-B9FF-622CAA0F25BB}"/>
                </a:ext>
              </a:extLst>
            </p:cNvPr>
            <p:cNvSpPr/>
            <p:nvPr/>
          </p:nvSpPr>
          <p:spPr>
            <a:xfrm>
              <a:off x="422370" y="426"/>
              <a:ext cx="3400357" cy="684247"/>
            </a:xfrm>
            <a:prstGeom prst="rect">
              <a:avLst/>
            </a:prstGeom>
            <a:grpFill/>
            <a:ln>
              <a:noFill/>
            </a:ln>
          </p:spPr>
          <p:style>
            <a:lnRef idx="0">
              <a:schemeClr val="lt1">
                <a:hueOff val="0"/>
                <a:satOff val="0"/>
                <a:lumOff val="0"/>
                <a:alphaOff val="0"/>
              </a:schemeClr>
            </a:lnRef>
            <a:fillRef idx="3">
              <a:scrgbClr r="0" g="0" b="0"/>
            </a:fillRef>
            <a:effectRef idx="2">
              <a:schemeClr val="accent2">
                <a:hueOff val="0"/>
                <a:satOff val="0"/>
                <a:lumOff val="0"/>
                <a:alphaOff val="0"/>
              </a:schemeClr>
            </a:effectRef>
            <a:fontRef idx="minor">
              <a:schemeClr val="lt1"/>
            </a:fontRef>
          </p:style>
          <p:txBody>
            <a:bodyPr/>
            <a:lstStyle/>
            <a:p>
              <a:endParaRPr lang="en-US"/>
            </a:p>
          </p:txBody>
        </p:sp>
        <p:sp>
          <p:nvSpPr>
            <p:cNvPr id="10" name="TextBox 9">
              <a:extLst>
                <a:ext uri="{FF2B5EF4-FFF2-40B4-BE49-F238E27FC236}">
                  <a16:creationId xmlns:a16="http://schemas.microsoft.com/office/drawing/2014/main" id="{CC38A276-E045-D6E5-1D79-02F95695D05D}"/>
                </a:ext>
              </a:extLst>
            </p:cNvPr>
            <p:cNvSpPr txBox="1"/>
            <p:nvPr/>
          </p:nvSpPr>
          <p:spPr>
            <a:xfrm>
              <a:off x="422370" y="24398"/>
              <a:ext cx="3400357" cy="625344"/>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76200" tIns="38100" rIns="76200" bIns="38100" numCol="1" spcCol="1270" anchor="ctr" anchorCtr="0">
              <a:noAutofit/>
            </a:bodyPr>
            <a:lstStyle/>
            <a:p>
              <a:pPr algn="ctr"/>
              <a:r>
                <a:rPr lang="en-US" sz="2000" b="1" kern="1200" dirty="0">
                  <a:solidFill>
                    <a:prstClr val="white"/>
                  </a:solidFill>
                  <a:latin typeface="Aptos" panose="020B0004020202020204" pitchFamily="34" charset="0"/>
                </a:rPr>
                <a:t>Emissions Trading System</a:t>
              </a:r>
            </a:p>
          </p:txBody>
        </p:sp>
      </p:grpSp>
      <p:sp>
        <p:nvSpPr>
          <p:cNvPr id="15" name="TextBox 14">
            <a:extLst>
              <a:ext uri="{FF2B5EF4-FFF2-40B4-BE49-F238E27FC236}">
                <a16:creationId xmlns:a16="http://schemas.microsoft.com/office/drawing/2014/main" id="{2CCA07A2-5C36-A974-826C-E96D7D731935}"/>
              </a:ext>
            </a:extLst>
          </p:cNvPr>
          <p:cNvSpPr txBox="1"/>
          <p:nvPr/>
        </p:nvSpPr>
        <p:spPr>
          <a:xfrm>
            <a:off x="3583173" y="1801906"/>
            <a:ext cx="8304028" cy="4047262"/>
          </a:xfrm>
          <a:prstGeom prst="rect">
            <a:avLst/>
          </a:prstGeom>
          <a:noFill/>
        </p:spPr>
        <p:txBody>
          <a:bodyPr wrap="square" rtlCol="0">
            <a:spAutoFit/>
          </a:bodyPr>
          <a:lstStyle/>
          <a:p>
            <a:pPr lvl="0">
              <a:lnSpc>
                <a:spcPct val="150000"/>
              </a:lnSpc>
            </a:pPr>
            <a:r>
              <a:rPr lang="en-GB" sz="1800" b="1" dirty="0">
                <a:solidFill>
                  <a:srgbClr val="025353"/>
                </a:solidFill>
                <a:latin typeface="+mn-lt"/>
              </a:rPr>
              <a:t>Mechanism:</a:t>
            </a:r>
            <a:r>
              <a:rPr lang="en-GB" sz="1800" b="1" dirty="0">
                <a:solidFill>
                  <a:srgbClr val="012903"/>
                </a:solidFill>
                <a:latin typeface="+mn-lt"/>
              </a:rPr>
              <a:t> </a:t>
            </a:r>
            <a:r>
              <a:rPr lang="en-GB" sz="1800" dirty="0">
                <a:solidFill>
                  <a:srgbClr val="012903"/>
                </a:solidFill>
                <a:latin typeface="+mn-lt"/>
              </a:rPr>
              <a:t>Total quantity of emissions set by regulators. Carbon emitters buy 'emissions allowances' from regulators and each other. Price of emissions is determined by the market, while the quantity of emissions is fixed.</a:t>
            </a:r>
          </a:p>
          <a:p>
            <a:pPr lvl="0">
              <a:lnSpc>
                <a:spcPct val="150000"/>
              </a:lnSpc>
            </a:pPr>
            <a:r>
              <a:rPr lang="en-GB" sz="1800" b="1" dirty="0">
                <a:solidFill>
                  <a:srgbClr val="025353"/>
                </a:solidFill>
                <a:latin typeface="+mn-lt"/>
              </a:rPr>
              <a:t>Pros:</a:t>
            </a:r>
          </a:p>
          <a:p>
            <a:pPr marL="285750" lvl="0" indent="-285750">
              <a:lnSpc>
                <a:spcPct val="150000"/>
              </a:lnSpc>
              <a:buClr>
                <a:srgbClr val="025353"/>
              </a:buClr>
              <a:buFont typeface="Arial" panose="020B0604020202020204" pitchFamily="34" charset="0"/>
              <a:buChar char="•"/>
            </a:pPr>
            <a:r>
              <a:rPr lang="en-GB" sz="1800" dirty="0">
                <a:solidFill>
                  <a:srgbClr val="012903"/>
                </a:solidFill>
                <a:latin typeface="+mn-lt"/>
              </a:rPr>
              <a:t>Emissions certainty</a:t>
            </a:r>
          </a:p>
          <a:p>
            <a:pPr marL="285750" lvl="0" indent="-285750">
              <a:lnSpc>
                <a:spcPct val="150000"/>
              </a:lnSpc>
              <a:buClr>
                <a:srgbClr val="025353"/>
              </a:buClr>
              <a:buFont typeface="Arial" panose="020B0604020202020204" pitchFamily="34" charset="0"/>
              <a:buChar char="•"/>
            </a:pPr>
            <a:r>
              <a:rPr lang="en-GB" sz="1800" dirty="0">
                <a:solidFill>
                  <a:srgbClr val="012903"/>
                </a:solidFill>
                <a:latin typeface="+mn-lt"/>
              </a:rPr>
              <a:t>Politically less challenging (due to free permits)</a:t>
            </a:r>
          </a:p>
          <a:p>
            <a:pPr lvl="0">
              <a:lnSpc>
                <a:spcPct val="150000"/>
              </a:lnSpc>
              <a:buClr>
                <a:srgbClr val="025353"/>
              </a:buClr>
            </a:pPr>
            <a:r>
              <a:rPr lang="en-GB" sz="1800" b="1" dirty="0">
                <a:solidFill>
                  <a:srgbClr val="025353"/>
                </a:solidFill>
                <a:latin typeface="+mn-lt"/>
              </a:rPr>
              <a:t>Cons</a:t>
            </a:r>
            <a:r>
              <a:rPr lang="en-GB" sz="1800" dirty="0">
                <a:solidFill>
                  <a:srgbClr val="025353"/>
                </a:solidFill>
                <a:latin typeface="+mn-lt"/>
              </a:rPr>
              <a:t>:</a:t>
            </a:r>
          </a:p>
          <a:p>
            <a:pPr marL="285750" lvl="0" indent="-285750">
              <a:lnSpc>
                <a:spcPct val="150000"/>
              </a:lnSpc>
              <a:buClr>
                <a:srgbClr val="025353"/>
              </a:buClr>
              <a:buFont typeface="Arial" panose="020B0604020202020204" pitchFamily="34" charset="0"/>
              <a:buChar char="•"/>
            </a:pPr>
            <a:r>
              <a:rPr lang="en-GB" sz="1800" dirty="0">
                <a:solidFill>
                  <a:srgbClr val="012903"/>
                </a:solidFill>
                <a:latin typeface="+mn-lt"/>
              </a:rPr>
              <a:t>Price uncertainty (may impact green investment)</a:t>
            </a:r>
          </a:p>
          <a:p>
            <a:pPr marL="285750" lvl="0" indent="-285750">
              <a:lnSpc>
                <a:spcPct val="150000"/>
              </a:lnSpc>
              <a:buClr>
                <a:srgbClr val="025353"/>
              </a:buClr>
              <a:buFont typeface="Arial" panose="020B0604020202020204" pitchFamily="34" charset="0"/>
              <a:buChar char="•"/>
            </a:pPr>
            <a:r>
              <a:rPr lang="en-GB" sz="1800" dirty="0">
                <a:solidFill>
                  <a:srgbClr val="012903"/>
                </a:solidFill>
                <a:latin typeface="+mn-lt"/>
              </a:rPr>
              <a:t>Free permits reduce tax revenue</a:t>
            </a:r>
          </a:p>
          <a:p>
            <a:endParaRPr lang="en-US" dirty="0"/>
          </a:p>
        </p:txBody>
      </p:sp>
    </p:spTree>
    <p:extLst>
      <p:ext uri="{BB962C8B-B14F-4D97-AF65-F5344CB8AC3E}">
        <p14:creationId xmlns:p14="http://schemas.microsoft.com/office/powerpoint/2010/main" val="2541635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factory with smoke coming out of it&#10;&#10;Description automatically generated">
            <a:extLst>
              <a:ext uri="{FF2B5EF4-FFF2-40B4-BE49-F238E27FC236}">
                <a16:creationId xmlns:a16="http://schemas.microsoft.com/office/drawing/2014/main" id="{D26DA6FA-C698-4CD8-D94C-1981BC0F6793}"/>
              </a:ext>
            </a:extLst>
          </p:cNvPr>
          <p:cNvPicPr>
            <a:picLocks noChangeAspect="1"/>
          </p:cNvPicPr>
          <p:nvPr/>
        </p:nvPicPr>
        <p:blipFill rotWithShape="1">
          <a:blip r:embed="rId2"/>
          <a:srcRect b="6360"/>
          <a:stretch/>
        </p:blipFill>
        <p:spPr>
          <a:xfrm>
            <a:off x="0" y="-295835"/>
            <a:ext cx="12191999" cy="7153835"/>
          </a:xfrm>
          <a:prstGeom prst="rect">
            <a:avLst/>
          </a:prstGeom>
        </p:spPr>
      </p:pic>
      <p:sp>
        <p:nvSpPr>
          <p:cNvPr id="6" name="Freeform 5">
            <a:extLst>
              <a:ext uri="{FF2B5EF4-FFF2-40B4-BE49-F238E27FC236}">
                <a16:creationId xmlns:a16="http://schemas.microsoft.com/office/drawing/2014/main" id="{4DC6784B-D507-A3D7-1A3B-BDEC1574B21A}"/>
              </a:ext>
            </a:extLst>
          </p:cNvPr>
          <p:cNvSpPr/>
          <p:nvPr/>
        </p:nvSpPr>
        <p:spPr>
          <a:xfrm>
            <a:off x="0" y="-295837"/>
            <a:ext cx="12192000" cy="7153837"/>
          </a:xfrm>
          <a:custGeom>
            <a:avLst/>
            <a:gdLst/>
            <a:ahLst/>
            <a:cxnLst/>
            <a:rect l="l" t="t" r="r" b="b"/>
            <a:pathLst>
              <a:path w="12192000" h="7153835">
                <a:moveTo>
                  <a:pt x="7275941" y="1003107"/>
                </a:moveTo>
                <a:lnTo>
                  <a:pt x="7332793" y="1003107"/>
                </a:lnTo>
                <a:cubicBezTo>
                  <a:pt x="7349858" y="1003107"/>
                  <a:pt x="7364394" y="1006183"/>
                  <a:pt x="7376400" y="1012334"/>
                </a:cubicBezTo>
                <a:cubicBezTo>
                  <a:pt x="7388405" y="1018486"/>
                  <a:pt x="7394408" y="1029400"/>
                  <a:pt x="7394408" y="1045076"/>
                </a:cubicBezTo>
                <a:cubicBezTo>
                  <a:pt x="7394408" y="1057181"/>
                  <a:pt x="7391679" y="1066756"/>
                  <a:pt x="7386222" y="1073800"/>
                </a:cubicBezTo>
                <a:cubicBezTo>
                  <a:pt x="7380765" y="1080845"/>
                  <a:pt x="7373423" y="1085855"/>
                  <a:pt x="7364196" y="1088832"/>
                </a:cubicBezTo>
                <a:cubicBezTo>
                  <a:pt x="7354968" y="1091808"/>
                  <a:pt x="7344500" y="1093297"/>
                  <a:pt x="7332793" y="1093297"/>
                </a:cubicBezTo>
                <a:lnTo>
                  <a:pt x="7275941" y="1093297"/>
                </a:lnTo>
                <a:close/>
                <a:moveTo>
                  <a:pt x="6555017" y="866483"/>
                </a:moveTo>
                <a:lnTo>
                  <a:pt x="6600559" y="1014715"/>
                </a:lnTo>
                <a:lnTo>
                  <a:pt x="6509476" y="1014715"/>
                </a:lnTo>
                <a:close/>
                <a:moveTo>
                  <a:pt x="5297717" y="866483"/>
                </a:moveTo>
                <a:lnTo>
                  <a:pt x="5343259" y="1014715"/>
                </a:lnTo>
                <a:lnTo>
                  <a:pt x="5252176" y="1014715"/>
                </a:lnTo>
                <a:close/>
                <a:moveTo>
                  <a:pt x="9047590" y="851004"/>
                </a:moveTo>
                <a:lnTo>
                  <a:pt x="9111586" y="851004"/>
                </a:lnTo>
                <a:cubicBezTo>
                  <a:pt x="9126072" y="851004"/>
                  <a:pt x="9138176" y="854775"/>
                  <a:pt x="9147900" y="862315"/>
                </a:cubicBezTo>
                <a:cubicBezTo>
                  <a:pt x="9157624" y="869856"/>
                  <a:pt x="9162486" y="881564"/>
                  <a:pt x="9162486" y="897439"/>
                </a:cubicBezTo>
                <a:cubicBezTo>
                  <a:pt x="9162486" y="908154"/>
                  <a:pt x="9160302" y="917233"/>
                  <a:pt x="9155937" y="924674"/>
                </a:cubicBezTo>
                <a:cubicBezTo>
                  <a:pt x="9151571" y="932116"/>
                  <a:pt x="9145172" y="937722"/>
                  <a:pt x="9136738" y="941492"/>
                </a:cubicBezTo>
                <a:cubicBezTo>
                  <a:pt x="9128304" y="945262"/>
                  <a:pt x="9117936" y="947147"/>
                  <a:pt x="9105634" y="947147"/>
                </a:cubicBezTo>
                <a:lnTo>
                  <a:pt x="9047590" y="947147"/>
                </a:lnTo>
                <a:close/>
                <a:moveTo>
                  <a:pt x="6885416" y="851004"/>
                </a:moveTo>
                <a:lnTo>
                  <a:pt x="6949412" y="851004"/>
                </a:lnTo>
                <a:cubicBezTo>
                  <a:pt x="6963897" y="851004"/>
                  <a:pt x="6976002" y="854775"/>
                  <a:pt x="6985726" y="862315"/>
                </a:cubicBezTo>
                <a:cubicBezTo>
                  <a:pt x="6995449" y="869856"/>
                  <a:pt x="7000311" y="881564"/>
                  <a:pt x="7000311" y="897439"/>
                </a:cubicBezTo>
                <a:cubicBezTo>
                  <a:pt x="7000311" y="908154"/>
                  <a:pt x="6998128" y="917233"/>
                  <a:pt x="6993762" y="924674"/>
                </a:cubicBezTo>
                <a:cubicBezTo>
                  <a:pt x="6989396" y="932116"/>
                  <a:pt x="6982997" y="937722"/>
                  <a:pt x="6974564" y="941492"/>
                </a:cubicBezTo>
                <a:cubicBezTo>
                  <a:pt x="6966130" y="945262"/>
                  <a:pt x="6955761" y="947147"/>
                  <a:pt x="6943459" y="947147"/>
                </a:cubicBezTo>
                <a:lnTo>
                  <a:pt x="6885416" y="947147"/>
                </a:lnTo>
                <a:close/>
                <a:moveTo>
                  <a:pt x="8676116" y="848921"/>
                </a:moveTo>
                <a:lnTo>
                  <a:pt x="8733563" y="848921"/>
                </a:lnTo>
                <a:cubicBezTo>
                  <a:pt x="8750430" y="848921"/>
                  <a:pt x="8764470" y="853435"/>
                  <a:pt x="8775682" y="862464"/>
                </a:cubicBezTo>
                <a:cubicBezTo>
                  <a:pt x="8786892" y="871493"/>
                  <a:pt x="8792498" y="885235"/>
                  <a:pt x="8792499" y="903689"/>
                </a:cubicBezTo>
                <a:cubicBezTo>
                  <a:pt x="8792498" y="922144"/>
                  <a:pt x="8787041" y="936085"/>
                  <a:pt x="8776128" y="945510"/>
                </a:cubicBezTo>
                <a:cubicBezTo>
                  <a:pt x="8765214" y="954936"/>
                  <a:pt x="8751026" y="959649"/>
                  <a:pt x="8733563" y="959649"/>
                </a:cubicBezTo>
                <a:lnTo>
                  <a:pt x="8676116" y="959649"/>
                </a:lnTo>
                <a:close/>
                <a:moveTo>
                  <a:pt x="7275941" y="848921"/>
                </a:moveTo>
                <a:lnTo>
                  <a:pt x="7319101" y="848921"/>
                </a:lnTo>
                <a:cubicBezTo>
                  <a:pt x="7327435" y="848921"/>
                  <a:pt x="7335224" y="850012"/>
                  <a:pt x="7342467" y="852195"/>
                </a:cubicBezTo>
                <a:cubicBezTo>
                  <a:pt x="7349709" y="854378"/>
                  <a:pt x="7355613" y="858347"/>
                  <a:pt x="7360177" y="864101"/>
                </a:cubicBezTo>
                <a:cubicBezTo>
                  <a:pt x="7364741" y="869856"/>
                  <a:pt x="7367023" y="877893"/>
                  <a:pt x="7367023" y="888211"/>
                </a:cubicBezTo>
                <a:cubicBezTo>
                  <a:pt x="7367023" y="902896"/>
                  <a:pt x="7362112" y="913661"/>
                  <a:pt x="7352289" y="920507"/>
                </a:cubicBezTo>
                <a:cubicBezTo>
                  <a:pt x="7342467" y="927353"/>
                  <a:pt x="7331403" y="930776"/>
                  <a:pt x="7319101" y="930776"/>
                </a:cubicBezTo>
                <a:lnTo>
                  <a:pt x="7275941" y="930776"/>
                </a:lnTo>
                <a:close/>
                <a:moveTo>
                  <a:pt x="7740582" y="846539"/>
                </a:moveTo>
                <a:cubicBezTo>
                  <a:pt x="7764196" y="846539"/>
                  <a:pt x="7783147" y="852245"/>
                  <a:pt x="7797434" y="863655"/>
                </a:cubicBezTo>
                <a:cubicBezTo>
                  <a:pt x="7811722" y="875065"/>
                  <a:pt x="7822140" y="890295"/>
                  <a:pt x="7828688" y="909345"/>
                </a:cubicBezTo>
                <a:cubicBezTo>
                  <a:pt x="7835237" y="928395"/>
                  <a:pt x="7838511" y="949429"/>
                  <a:pt x="7838511" y="972448"/>
                </a:cubicBezTo>
                <a:cubicBezTo>
                  <a:pt x="7838511" y="995070"/>
                  <a:pt x="7835237" y="1015906"/>
                  <a:pt x="7828688" y="1034956"/>
                </a:cubicBezTo>
                <a:cubicBezTo>
                  <a:pt x="7822140" y="1054006"/>
                  <a:pt x="7811722" y="1069286"/>
                  <a:pt x="7797434" y="1080795"/>
                </a:cubicBezTo>
                <a:cubicBezTo>
                  <a:pt x="7783147" y="1092304"/>
                  <a:pt x="7764196" y="1098059"/>
                  <a:pt x="7740582" y="1098059"/>
                </a:cubicBezTo>
                <a:cubicBezTo>
                  <a:pt x="7716770" y="1098059"/>
                  <a:pt x="7697670" y="1092304"/>
                  <a:pt x="7683283" y="1080795"/>
                </a:cubicBezTo>
                <a:cubicBezTo>
                  <a:pt x="7668896" y="1069286"/>
                  <a:pt x="7658478" y="1054006"/>
                  <a:pt x="7652029" y="1034956"/>
                </a:cubicBezTo>
                <a:cubicBezTo>
                  <a:pt x="7645580" y="1015906"/>
                  <a:pt x="7642355" y="995070"/>
                  <a:pt x="7642355" y="972448"/>
                </a:cubicBezTo>
                <a:cubicBezTo>
                  <a:pt x="7642355" y="949429"/>
                  <a:pt x="7645580" y="928395"/>
                  <a:pt x="7652029" y="909345"/>
                </a:cubicBezTo>
                <a:cubicBezTo>
                  <a:pt x="7658478" y="890295"/>
                  <a:pt x="7668896" y="875065"/>
                  <a:pt x="7683283" y="863655"/>
                </a:cubicBezTo>
                <a:cubicBezTo>
                  <a:pt x="7697670" y="852245"/>
                  <a:pt x="7716770" y="846539"/>
                  <a:pt x="7740582" y="846539"/>
                </a:cubicBezTo>
                <a:close/>
                <a:moveTo>
                  <a:pt x="4435407" y="846539"/>
                </a:moveTo>
                <a:cubicBezTo>
                  <a:pt x="4459021" y="846539"/>
                  <a:pt x="4477972" y="852245"/>
                  <a:pt x="4492259" y="863655"/>
                </a:cubicBezTo>
                <a:cubicBezTo>
                  <a:pt x="4506547" y="875065"/>
                  <a:pt x="4516965" y="890295"/>
                  <a:pt x="4523513" y="909345"/>
                </a:cubicBezTo>
                <a:cubicBezTo>
                  <a:pt x="4530062" y="928395"/>
                  <a:pt x="4533336" y="949429"/>
                  <a:pt x="4533336" y="972448"/>
                </a:cubicBezTo>
                <a:cubicBezTo>
                  <a:pt x="4533336" y="995070"/>
                  <a:pt x="4530062" y="1015906"/>
                  <a:pt x="4523513" y="1034956"/>
                </a:cubicBezTo>
                <a:cubicBezTo>
                  <a:pt x="4516965" y="1054006"/>
                  <a:pt x="4506547" y="1069286"/>
                  <a:pt x="4492259" y="1080795"/>
                </a:cubicBezTo>
                <a:cubicBezTo>
                  <a:pt x="4477972" y="1092304"/>
                  <a:pt x="4459021" y="1098059"/>
                  <a:pt x="4435407" y="1098059"/>
                </a:cubicBezTo>
                <a:cubicBezTo>
                  <a:pt x="4411595" y="1098059"/>
                  <a:pt x="4392495" y="1092304"/>
                  <a:pt x="4378108" y="1080795"/>
                </a:cubicBezTo>
                <a:cubicBezTo>
                  <a:pt x="4363721" y="1069286"/>
                  <a:pt x="4353303" y="1054006"/>
                  <a:pt x="4346854" y="1034956"/>
                </a:cubicBezTo>
                <a:cubicBezTo>
                  <a:pt x="4340405" y="1015906"/>
                  <a:pt x="4337180" y="995070"/>
                  <a:pt x="4337180" y="972448"/>
                </a:cubicBezTo>
                <a:cubicBezTo>
                  <a:pt x="4337180" y="949429"/>
                  <a:pt x="4340405" y="928395"/>
                  <a:pt x="4346854" y="909345"/>
                </a:cubicBezTo>
                <a:cubicBezTo>
                  <a:pt x="4353303" y="890295"/>
                  <a:pt x="4363721" y="875065"/>
                  <a:pt x="4378108" y="863655"/>
                </a:cubicBezTo>
                <a:cubicBezTo>
                  <a:pt x="4392495" y="852245"/>
                  <a:pt x="4411595" y="846539"/>
                  <a:pt x="4435407" y="846539"/>
                </a:cubicBezTo>
                <a:close/>
                <a:moveTo>
                  <a:pt x="1854132" y="846539"/>
                </a:moveTo>
                <a:cubicBezTo>
                  <a:pt x="1877746" y="846539"/>
                  <a:pt x="1896697" y="852245"/>
                  <a:pt x="1910984" y="863655"/>
                </a:cubicBezTo>
                <a:cubicBezTo>
                  <a:pt x="1925272" y="875065"/>
                  <a:pt x="1935690" y="890295"/>
                  <a:pt x="1942238" y="909345"/>
                </a:cubicBezTo>
                <a:cubicBezTo>
                  <a:pt x="1948787" y="928395"/>
                  <a:pt x="1952061" y="949429"/>
                  <a:pt x="1952061" y="972448"/>
                </a:cubicBezTo>
                <a:cubicBezTo>
                  <a:pt x="1952061" y="995070"/>
                  <a:pt x="1948787" y="1015906"/>
                  <a:pt x="1942238" y="1034956"/>
                </a:cubicBezTo>
                <a:cubicBezTo>
                  <a:pt x="1935690" y="1054006"/>
                  <a:pt x="1925272" y="1069286"/>
                  <a:pt x="1910984" y="1080795"/>
                </a:cubicBezTo>
                <a:cubicBezTo>
                  <a:pt x="1896697" y="1092304"/>
                  <a:pt x="1877746" y="1098059"/>
                  <a:pt x="1854132" y="1098059"/>
                </a:cubicBezTo>
                <a:cubicBezTo>
                  <a:pt x="1830320" y="1098059"/>
                  <a:pt x="1811220" y="1092304"/>
                  <a:pt x="1796833" y="1080795"/>
                </a:cubicBezTo>
                <a:cubicBezTo>
                  <a:pt x="1782447" y="1069286"/>
                  <a:pt x="1772029" y="1054006"/>
                  <a:pt x="1765579" y="1034956"/>
                </a:cubicBezTo>
                <a:cubicBezTo>
                  <a:pt x="1759130" y="1015906"/>
                  <a:pt x="1755905" y="995070"/>
                  <a:pt x="1755906" y="972448"/>
                </a:cubicBezTo>
                <a:cubicBezTo>
                  <a:pt x="1755905" y="949429"/>
                  <a:pt x="1759130" y="928395"/>
                  <a:pt x="1765579" y="909345"/>
                </a:cubicBezTo>
                <a:cubicBezTo>
                  <a:pt x="1772029" y="890295"/>
                  <a:pt x="1782447" y="875065"/>
                  <a:pt x="1796833" y="863655"/>
                </a:cubicBezTo>
                <a:cubicBezTo>
                  <a:pt x="1811220" y="852245"/>
                  <a:pt x="1830320" y="846539"/>
                  <a:pt x="1854132" y="846539"/>
                </a:cubicBezTo>
                <a:close/>
                <a:moveTo>
                  <a:pt x="10161718" y="771828"/>
                </a:moveTo>
                <a:lnTo>
                  <a:pt x="10161718" y="1172473"/>
                </a:lnTo>
                <a:lnTo>
                  <a:pt x="10251015" y="1172473"/>
                </a:lnTo>
                <a:lnTo>
                  <a:pt x="10251015" y="920061"/>
                </a:lnTo>
                <a:lnTo>
                  <a:pt x="10421572" y="1172473"/>
                </a:lnTo>
                <a:lnTo>
                  <a:pt x="10514738" y="1172473"/>
                </a:lnTo>
                <a:lnTo>
                  <a:pt x="10514738" y="771828"/>
                </a:lnTo>
                <a:lnTo>
                  <a:pt x="10424548" y="771828"/>
                </a:lnTo>
                <a:lnTo>
                  <a:pt x="10424548" y="1022157"/>
                </a:lnTo>
                <a:lnTo>
                  <a:pt x="10254586" y="771828"/>
                </a:lnTo>
                <a:close/>
                <a:moveTo>
                  <a:pt x="9971218" y="771828"/>
                </a:moveTo>
                <a:lnTo>
                  <a:pt x="9971218" y="1172473"/>
                </a:lnTo>
                <a:lnTo>
                  <a:pt x="10066765" y="1172473"/>
                </a:lnTo>
                <a:lnTo>
                  <a:pt x="10066765" y="771828"/>
                </a:lnTo>
                <a:close/>
                <a:moveTo>
                  <a:pt x="9342568" y="771828"/>
                </a:moveTo>
                <a:lnTo>
                  <a:pt x="9342568" y="1172473"/>
                </a:lnTo>
                <a:lnTo>
                  <a:pt x="9438115" y="1172473"/>
                </a:lnTo>
                <a:lnTo>
                  <a:pt x="9438115" y="771828"/>
                </a:lnTo>
                <a:close/>
                <a:moveTo>
                  <a:pt x="8952042" y="771828"/>
                </a:moveTo>
                <a:lnTo>
                  <a:pt x="8952042" y="1172473"/>
                </a:lnTo>
                <a:lnTo>
                  <a:pt x="9047590" y="1172473"/>
                </a:lnTo>
                <a:lnTo>
                  <a:pt x="9047590" y="1025729"/>
                </a:lnTo>
                <a:lnTo>
                  <a:pt x="9101466" y="1025729"/>
                </a:lnTo>
                <a:cubicBezTo>
                  <a:pt x="9116944" y="1025729"/>
                  <a:pt x="9128998" y="1028308"/>
                  <a:pt x="9137632" y="1033468"/>
                </a:cubicBezTo>
                <a:cubicBezTo>
                  <a:pt x="9146263" y="1038627"/>
                  <a:pt x="9153109" y="1046713"/>
                  <a:pt x="9158170" y="1057727"/>
                </a:cubicBezTo>
                <a:cubicBezTo>
                  <a:pt x="9163229" y="1068740"/>
                  <a:pt x="9167843" y="1083176"/>
                  <a:pt x="9172010" y="1101036"/>
                </a:cubicBezTo>
                <a:lnTo>
                  <a:pt x="9188977" y="1172473"/>
                </a:lnTo>
                <a:lnTo>
                  <a:pt x="9289287" y="1172473"/>
                </a:lnTo>
                <a:lnTo>
                  <a:pt x="9262796" y="1081093"/>
                </a:lnTo>
                <a:cubicBezTo>
                  <a:pt x="9257636" y="1062043"/>
                  <a:pt x="9251980" y="1046019"/>
                  <a:pt x="9245830" y="1033021"/>
                </a:cubicBezTo>
                <a:cubicBezTo>
                  <a:pt x="9239678" y="1020024"/>
                  <a:pt x="9231442" y="1009754"/>
                  <a:pt x="9221124" y="1002214"/>
                </a:cubicBezTo>
                <a:cubicBezTo>
                  <a:pt x="9210805" y="994673"/>
                  <a:pt x="9196815" y="989514"/>
                  <a:pt x="9179154" y="986736"/>
                </a:cubicBezTo>
                <a:cubicBezTo>
                  <a:pt x="9206936" y="978798"/>
                  <a:pt x="9227524" y="965999"/>
                  <a:pt x="9240918" y="948338"/>
                </a:cubicBezTo>
                <a:cubicBezTo>
                  <a:pt x="9254312" y="930677"/>
                  <a:pt x="9261010" y="909246"/>
                  <a:pt x="9261010" y="884044"/>
                </a:cubicBezTo>
                <a:cubicBezTo>
                  <a:pt x="9261010" y="856263"/>
                  <a:pt x="9255007" y="834187"/>
                  <a:pt x="9243002" y="817816"/>
                </a:cubicBezTo>
                <a:cubicBezTo>
                  <a:pt x="9230996" y="801445"/>
                  <a:pt x="9214576" y="789687"/>
                  <a:pt x="9193740" y="782543"/>
                </a:cubicBezTo>
                <a:cubicBezTo>
                  <a:pt x="9172904" y="775400"/>
                  <a:pt x="9149091" y="771828"/>
                  <a:pt x="9122302" y="771828"/>
                </a:cubicBezTo>
                <a:close/>
                <a:moveTo>
                  <a:pt x="8580568" y="771828"/>
                </a:moveTo>
                <a:lnTo>
                  <a:pt x="8580568" y="1172473"/>
                </a:lnTo>
                <a:lnTo>
                  <a:pt x="8676116" y="1172473"/>
                </a:lnTo>
                <a:lnTo>
                  <a:pt x="8676116" y="1035849"/>
                </a:lnTo>
                <a:lnTo>
                  <a:pt x="8742790" y="1035849"/>
                </a:lnTo>
                <a:cubicBezTo>
                  <a:pt x="8769778" y="1035849"/>
                  <a:pt x="8794483" y="1031235"/>
                  <a:pt x="8816907" y="1022008"/>
                </a:cubicBezTo>
                <a:cubicBezTo>
                  <a:pt x="8839330" y="1012781"/>
                  <a:pt x="8857288" y="998394"/>
                  <a:pt x="8870782" y="978848"/>
                </a:cubicBezTo>
                <a:cubicBezTo>
                  <a:pt x="8884276" y="959302"/>
                  <a:pt x="8891023" y="934249"/>
                  <a:pt x="8891023" y="903689"/>
                </a:cubicBezTo>
                <a:cubicBezTo>
                  <a:pt x="8891023" y="873130"/>
                  <a:pt x="8884276" y="848127"/>
                  <a:pt x="8870782" y="828680"/>
                </a:cubicBezTo>
                <a:cubicBezTo>
                  <a:pt x="8857288" y="809233"/>
                  <a:pt x="8839330" y="794896"/>
                  <a:pt x="8816907" y="785669"/>
                </a:cubicBezTo>
                <a:cubicBezTo>
                  <a:pt x="8794483" y="776441"/>
                  <a:pt x="8769778" y="771828"/>
                  <a:pt x="8742790" y="771828"/>
                </a:cubicBezTo>
                <a:close/>
                <a:moveTo>
                  <a:pt x="8009068" y="771828"/>
                </a:moveTo>
                <a:lnTo>
                  <a:pt x="8009068" y="1172473"/>
                </a:lnTo>
                <a:lnTo>
                  <a:pt x="8098365" y="1172473"/>
                </a:lnTo>
                <a:lnTo>
                  <a:pt x="8098365" y="920061"/>
                </a:lnTo>
                <a:lnTo>
                  <a:pt x="8268922" y="1172473"/>
                </a:lnTo>
                <a:lnTo>
                  <a:pt x="8362088" y="1172473"/>
                </a:lnTo>
                <a:lnTo>
                  <a:pt x="8362088" y="771828"/>
                </a:lnTo>
                <a:lnTo>
                  <a:pt x="8271898" y="771828"/>
                </a:lnTo>
                <a:lnTo>
                  <a:pt x="8271898" y="1022157"/>
                </a:lnTo>
                <a:lnTo>
                  <a:pt x="8101937" y="771828"/>
                </a:lnTo>
                <a:close/>
                <a:moveTo>
                  <a:pt x="7180393" y="771828"/>
                </a:moveTo>
                <a:lnTo>
                  <a:pt x="7180393" y="1172473"/>
                </a:lnTo>
                <a:lnTo>
                  <a:pt x="7336662" y="1172473"/>
                </a:lnTo>
                <a:cubicBezTo>
                  <a:pt x="7368015" y="1172473"/>
                  <a:pt x="7395251" y="1168405"/>
                  <a:pt x="7418369" y="1160269"/>
                </a:cubicBezTo>
                <a:cubicBezTo>
                  <a:pt x="7441487" y="1152133"/>
                  <a:pt x="7459446" y="1139334"/>
                  <a:pt x="7472245" y="1121872"/>
                </a:cubicBezTo>
                <a:cubicBezTo>
                  <a:pt x="7485044" y="1104409"/>
                  <a:pt x="7491444" y="1081787"/>
                  <a:pt x="7491444" y="1054006"/>
                </a:cubicBezTo>
                <a:cubicBezTo>
                  <a:pt x="7491444" y="1029201"/>
                  <a:pt x="7484548" y="1008415"/>
                  <a:pt x="7470757" y="991647"/>
                </a:cubicBezTo>
                <a:cubicBezTo>
                  <a:pt x="7456965" y="974879"/>
                  <a:pt x="7436178" y="963518"/>
                  <a:pt x="7408398" y="957565"/>
                </a:cubicBezTo>
                <a:cubicBezTo>
                  <a:pt x="7425265" y="950223"/>
                  <a:pt x="7438808" y="939508"/>
                  <a:pt x="7449028" y="925418"/>
                </a:cubicBezTo>
                <a:cubicBezTo>
                  <a:pt x="7459247" y="911329"/>
                  <a:pt x="7464357" y="893569"/>
                  <a:pt x="7464357" y="872138"/>
                </a:cubicBezTo>
                <a:cubicBezTo>
                  <a:pt x="7464357" y="838007"/>
                  <a:pt x="7451508" y="812756"/>
                  <a:pt x="7425811" y="796384"/>
                </a:cubicBezTo>
                <a:cubicBezTo>
                  <a:pt x="7400113" y="780013"/>
                  <a:pt x="7365138" y="771828"/>
                  <a:pt x="7320887" y="771828"/>
                </a:cubicBezTo>
                <a:close/>
                <a:moveTo>
                  <a:pt x="6789868" y="771828"/>
                </a:moveTo>
                <a:lnTo>
                  <a:pt x="6789868" y="1172473"/>
                </a:lnTo>
                <a:lnTo>
                  <a:pt x="6885416" y="1172473"/>
                </a:lnTo>
                <a:lnTo>
                  <a:pt x="6885416" y="1025729"/>
                </a:lnTo>
                <a:lnTo>
                  <a:pt x="6939291" y="1025729"/>
                </a:lnTo>
                <a:cubicBezTo>
                  <a:pt x="6954770" y="1025729"/>
                  <a:pt x="6966825" y="1028308"/>
                  <a:pt x="6975457" y="1033468"/>
                </a:cubicBezTo>
                <a:cubicBezTo>
                  <a:pt x="6984089" y="1038627"/>
                  <a:pt x="6990935" y="1046713"/>
                  <a:pt x="6995995" y="1057727"/>
                </a:cubicBezTo>
                <a:cubicBezTo>
                  <a:pt x="7001055" y="1068740"/>
                  <a:pt x="7005669" y="1083176"/>
                  <a:pt x="7009836" y="1101036"/>
                </a:cubicBezTo>
                <a:lnTo>
                  <a:pt x="7026802" y="1172473"/>
                </a:lnTo>
                <a:lnTo>
                  <a:pt x="7127112" y="1172473"/>
                </a:lnTo>
                <a:lnTo>
                  <a:pt x="7100621" y="1081093"/>
                </a:lnTo>
                <a:cubicBezTo>
                  <a:pt x="7095461" y="1062043"/>
                  <a:pt x="7089806" y="1046019"/>
                  <a:pt x="7083655" y="1033021"/>
                </a:cubicBezTo>
                <a:cubicBezTo>
                  <a:pt x="7077503" y="1020024"/>
                  <a:pt x="7069268" y="1009754"/>
                  <a:pt x="7058949" y="1002214"/>
                </a:cubicBezTo>
                <a:cubicBezTo>
                  <a:pt x="7048630" y="994673"/>
                  <a:pt x="7034640" y="989514"/>
                  <a:pt x="7016980" y="986736"/>
                </a:cubicBezTo>
                <a:cubicBezTo>
                  <a:pt x="7044761" y="978798"/>
                  <a:pt x="7065349" y="965999"/>
                  <a:pt x="7078743" y="948338"/>
                </a:cubicBezTo>
                <a:cubicBezTo>
                  <a:pt x="7092138" y="930677"/>
                  <a:pt x="7098835" y="909246"/>
                  <a:pt x="7098835" y="884044"/>
                </a:cubicBezTo>
                <a:cubicBezTo>
                  <a:pt x="7098835" y="856263"/>
                  <a:pt x="7092832" y="834187"/>
                  <a:pt x="7080827" y="817816"/>
                </a:cubicBezTo>
                <a:cubicBezTo>
                  <a:pt x="7068821" y="801445"/>
                  <a:pt x="7052401" y="789687"/>
                  <a:pt x="7031565" y="782543"/>
                </a:cubicBezTo>
                <a:cubicBezTo>
                  <a:pt x="7010729" y="775400"/>
                  <a:pt x="6986916" y="771828"/>
                  <a:pt x="6960127" y="771828"/>
                </a:cubicBezTo>
                <a:close/>
                <a:moveTo>
                  <a:pt x="6504713" y="771828"/>
                </a:moveTo>
                <a:lnTo>
                  <a:pt x="6363029" y="1172473"/>
                </a:lnTo>
                <a:lnTo>
                  <a:pt x="6462148" y="1172473"/>
                </a:lnTo>
                <a:lnTo>
                  <a:pt x="6487152" y="1094190"/>
                </a:lnTo>
                <a:lnTo>
                  <a:pt x="6623180" y="1094190"/>
                </a:lnTo>
                <a:lnTo>
                  <a:pt x="6648184" y="1172473"/>
                </a:lnTo>
                <a:lnTo>
                  <a:pt x="6748196" y="1172473"/>
                </a:lnTo>
                <a:lnTo>
                  <a:pt x="6605023" y="771828"/>
                </a:lnTo>
                <a:close/>
                <a:moveTo>
                  <a:pt x="5532568" y="771828"/>
                </a:moveTo>
                <a:lnTo>
                  <a:pt x="5532568" y="1172473"/>
                </a:lnTo>
                <a:lnTo>
                  <a:pt x="5790041" y="1172473"/>
                </a:lnTo>
                <a:lnTo>
                  <a:pt x="5790041" y="1087939"/>
                </a:lnTo>
                <a:lnTo>
                  <a:pt x="5628116" y="1087939"/>
                </a:lnTo>
                <a:lnTo>
                  <a:pt x="5628116" y="771828"/>
                </a:lnTo>
                <a:close/>
                <a:moveTo>
                  <a:pt x="5247414" y="771828"/>
                </a:moveTo>
                <a:lnTo>
                  <a:pt x="5105729" y="1172473"/>
                </a:lnTo>
                <a:lnTo>
                  <a:pt x="5204848" y="1172473"/>
                </a:lnTo>
                <a:lnTo>
                  <a:pt x="5229852" y="1094190"/>
                </a:lnTo>
                <a:lnTo>
                  <a:pt x="5365880" y="1094190"/>
                </a:lnTo>
                <a:lnTo>
                  <a:pt x="5390884" y="1172473"/>
                </a:lnTo>
                <a:lnTo>
                  <a:pt x="5490896" y="1172473"/>
                </a:lnTo>
                <a:lnTo>
                  <a:pt x="5347723" y="771828"/>
                </a:lnTo>
                <a:close/>
                <a:moveTo>
                  <a:pt x="4703893" y="771828"/>
                </a:moveTo>
                <a:lnTo>
                  <a:pt x="4703893" y="1172473"/>
                </a:lnTo>
                <a:lnTo>
                  <a:pt x="4793190" y="1172473"/>
                </a:lnTo>
                <a:lnTo>
                  <a:pt x="4793190" y="920061"/>
                </a:lnTo>
                <a:lnTo>
                  <a:pt x="4963747" y="1172473"/>
                </a:lnTo>
                <a:lnTo>
                  <a:pt x="5056913" y="1172473"/>
                </a:lnTo>
                <a:lnTo>
                  <a:pt x="5056913" y="771828"/>
                </a:lnTo>
                <a:lnTo>
                  <a:pt x="4966723" y="771828"/>
                </a:lnTo>
                <a:lnTo>
                  <a:pt x="4966723" y="1022157"/>
                </a:lnTo>
                <a:lnTo>
                  <a:pt x="4796763" y="771828"/>
                </a:lnTo>
                <a:close/>
                <a:moveTo>
                  <a:pt x="4065718" y="771828"/>
                </a:moveTo>
                <a:lnTo>
                  <a:pt x="4065718" y="1172473"/>
                </a:lnTo>
                <a:lnTo>
                  <a:pt x="4161266" y="1172473"/>
                </a:lnTo>
                <a:lnTo>
                  <a:pt x="4161266" y="771828"/>
                </a:lnTo>
                <a:close/>
                <a:moveTo>
                  <a:pt x="3710614" y="771828"/>
                </a:moveTo>
                <a:lnTo>
                  <a:pt x="3710614" y="851600"/>
                </a:lnTo>
                <a:lnTo>
                  <a:pt x="3815092" y="851600"/>
                </a:lnTo>
                <a:lnTo>
                  <a:pt x="3815092" y="1172473"/>
                </a:lnTo>
                <a:lnTo>
                  <a:pt x="3910937" y="1172473"/>
                </a:lnTo>
                <a:lnTo>
                  <a:pt x="3910937" y="851600"/>
                </a:lnTo>
                <a:lnTo>
                  <a:pt x="4014521" y="851600"/>
                </a:lnTo>
                <a:lnTo>
                  <a:pt x="4014521" y="771828"/>
                </a:lnTo>
                <a:close/>
                <a:moveTo>
                  <a:pt x="3303718" y="771828"/>
                </a:moveTo>
                <a:lnTo>
                  <a:pt x="3303718" y="1172473"/>
                </a:lnTo>
                <a:lnTo>
                  <a:pt x="3393015" y="1172473"/>
                </a:lnTo>
                <a:lnTo>
                  <a:pt x="3393015" y="920061"/>
                </a:lnTo>
                <a:lnTo>
                  <a:pt x="3563572" y="1172473"/>
                </a:lnTo>
                <a:lnTo>
                  <a:pt x="3656738" y="1172473"/>
                </a:lnTo>
                <a:lnTo>
                  <a:pt x="3656738" y="771828"/>
                </a:lnTo>
                <a:lnTo>
                  <a:pt x="3566549" y="771828"/>
                </a:lnTo>
                <a:lnTo>
                  <a:pt x="3566549" y="1022157"/>
                </a:lnTo>
                <a:lnTo>
                  <a:pt x="3396587" y="771828"/>
                </a:lnTo>
                <a:close/>
                <a:moveTo>
                  <a:pt x="2951293" y="771828"/>
                </a:moveTo>
                <a:lnTo>
                  <a:pt x="2951293" y="1172473"/>
                </a:lnTo>
                <a:lnTo>
                  <a:pt x="3225435" y="1172473"/>
                </a:lnTo>
                <a:lnTo>
                  <a:pt x="3225435" y="1093297"/>
                </a:lnTo>
                <a:lnTo>
                  <a:pt x="3046841" y="1093297"/>
                </a:lnTo>
                <a:lnTo>
                  <a:pt x="3046841" y="1006679"/>
                </a:lnTo>
                <a:lnTo>
                  <a:pt x="3207575" y="1006679"/>
                </a:lnTo>
                <a:lnTo>
                  <a:pt x="3207575" y="930479"/>
                </a:lnTo>
                <a:lnTo>
                  <a:pt x="3046841" y="930479"/>
                </a:lnTo>
                <a:lnTo>
                  <a:pt x="3046841" y="851004"/>
                </a:lnTo>
                <a:lnTo>
                  <a:pt x="3225435" y="851004"/>
                </a:lnTo>
                <a:lnTo>
                  <a:pt x="3225435" y="771828"/>
                </a:lnTo>
                <a:close/>
                <a:moveTo>
                  <a:pt x="2524454" y="771828"/>
                </a:moveTo>
                <a:lnTo>
                  <a:pt x="2657506" y="1172473"/>
                </a:lnTo>
                <a:lnTo>
                  <a:pt x="2770913" y="1172473"/>
                </a:lnTo>
                <a:lnTo>
                  <a:pt x="2907240" y="771828"/>
                </a:lnTo>
                <a:lnTo>
                  <a:pt x="2804549" y="771828"/>
                </a:lnTo>
                <a:lnTo>
                  <a:pt x="2714954" y="1075437"/>
                </a:lnTo>
                <a:lnTo>
                  <a:pt x="2627145" y="771828"/>
                </a:lnTo>
                <a:close/>
                <a:moveTo>
                  <a:pt x="2122618" y="771828"/>
                </a:moveTo>
                <a:lnTo>
                  <a:pt x="2122618" y="1172473"/>
                </a:lnTo>
                <a:lnTo>
                  <a:pt x="2211915" y="1172473"/>
                </a:lnTo>
                <a:lnTo>
                  <a:pt x="2211915" y="920061"/>
                </a:lnTo>
                <a:lnTo>
                  <a:pt x="2382472" y="1172473"/>
                </a:lnTo>
                <a:lnTo>
                  <a:pt x="2475638" y="1172473"/>
                </a:lnTo>
                <a:lnTo>
                  <a:pt x="2475638" y="771828"/>
                </a:lnTo>
                <a:lnTo>
                  <a:pt x="2385449" y="771828"/>
                </a:lnTo>
                <a:lnTo>
                  <a:pt x="2385449" y="1022157"/>
                </a:lnTo>
                <a:lnTo>
                  <a:pt x="2215487" y="771828"/>
                </a:lnTo>
                <a:close/>
                <a:moveTo>
                  <a:pt x="10790665" y="766470"/>
                </a:moveTo>
                <a:cubicBezTo>
                  <a:pt x="10749985" y="766470"/>
                  <a:pt x="10714763" y="774904"/>
                  <a:pt x="10684997" y="791771"/>
                </a:cubicBezTo>
                <a:cubicBezTo>
                  <a:pt x="10655232" y="808638"/>
                  <a:pt x="10632262" y="832500"/>
                  <a:pt x="10616090" y="863357"/>
                </a:cubicBezTo>
                <a:cubicBezTo>
                  <a:pt x="10599917" y="894214"/>
                  <a:pt x="10591830" y="930578"/>
                  <a:pt x="10591831" y="972448"/>
                </a:cubicBezTo>
                <a:cubicBezTo>
                  <a:pt x="10591830" y="1014120"/>
                  <a:pt x="10599917" y="1050335"/>
                  <a:pt x="10616090" y="1081093"/>
                </a:cubicBezTo>
                <a:cubicBezTo>
                  <a:pt x="10632262" y="1111851"/>
                  <a:pt x="10655232" y="1135663"/>
                  <a:pt x="10684997" y="1152530"/>
                </a:cubicBezTo>
                <a:cubicBezTo>
                  <a:pt x="10714763" y="1169397"/>
                  <a:pt x="10749985" y="1177831"/>
                  <a:pt x="10790665" y="1177831"/>
                </a:cubicBezTo>
                <a:cubicBezTo>
                  <a:pt x="10829757" y="1177831"/>
                  <a:pt x="10862946" y="1170439"/>
                  <a:pt x="10890231" y="1155656"/>
                </a:cubicBezTo>
                <a:cubicBezTo>
                  <a:pt x="10917516" y="1140872"/>
                  <a:pt x="10938352" y="1120284"/>
                  <a:pt x="10952739" y="1093892"/>
                </a:cubicBezTo>
                <a:cubicBezTo>
                  <a:pt x="10967126" y="1067500"/>
                  <a:pt x="10974319" y="1036940"/>
                  <a:pt x="10974319" y="1002214"/>
                </a:cubicBezTo>
                <a:lnTo>
                  <a:pt x="10974319" y="957565"/>
                </a:lnTo>
                <a:lnTo>
                  <a:pt x="10791558" y="957565"/>
                </a:lnTo>
                <a:lnTo>
                  <a:pt x="10791558" y="1033468"/>
                </a:lnTo>
                <a:lnTo>
                  <a:pt x="10877581" y="1033468"/>
                </a:lnTo>
                <a:cubicBezTo>
                  <a:pt x="10875994" y="1046366"/>
                  <a:pt x="10871479" y="1057677"/>
                  <a:pt x="10864038" y="1067401"/>
                </a:cubicBezTo>
                <a:cubicBezTo>
                  <a:pt x="10856596" y="1077124"/>
                  <a:pt x="10846675" y="1084714"/>
                  <a:pt x="10834272" y="1090171"/>
                </a:cubicBezTo>
                <a:cubicBezTo>
                  <a:pt x="10821869" y="1095628"/>
                  <a:pt x="10807334" y="1098357"/>
                  <a:pt x="10790665" y="1098357"/>
                </a:cubicBezTo>
                <a:cubicBezTo>
                  <a:pt x="10766258" y="1098357"/>
                  <a:pt x="10746711" y="1092503"/>
                  <a:pt x="10732027" y="1080795"/>
                </a:cubicBezTo>
                <a:cubicBezTo>
                  <a:pt x="10717342" y="1069087"/>
                  <a:pt x="10706676" y="1053609"/>
                  <a:pt x="10700029" y="1034361"/>
                </a:cubicBezTo>
                <a:cubicBezTo>
                  <a:pt x="10693381" y="1015112"/>
                  <a:pt x="10690057" y="994475"/>
                  <a:pt x="10690058" y="972448"/>
                </a:cubicBezTo>
                <a:cubicBezTo>
                  <a:pt x="10690057" y="950223"/>
                  <a:pt x="10693331" y="929586"/>
                  <a:pt x="10699880" y="910536"/>
                </a:cubicBezTo>
                <a:cubicBezTo>
                  <a:pt x="10706428" y="891486"/>
                  <a:pt x="10716895" y="876057"/>
                  <a:pt x="10731283" y="864250"/>
                </a:cubicBezTo>
                <a:cubicBezTo>
                  <a:pt x="10745669" y="852443"/>
                  <a:pt x="10764769" y="846539"/>
                  <a:pt x="10788582" y="846539"/>
                </a:cubicBezTo>
                <a:cubicBezTo>
                  <a:pt x="10805251" y="846539"/>
                  <a:pt x="10819488" y="849020"/>
                  <a:pt x="10831295" y="853981"/>
                </a:cubicBezTo>
                <a:cubicBezTo>
                  <a:pt x="10843102" y="858942"/>
                  <a:pt x="10852429" y="865937"/>
                  <a:pt x="10859275" y="874966"/>
                </a:cubicBezTo>
                <a:cubicBezTo>
                  <a:pt x="10866121" y="883995"/>
                  <a:pt x="10870238" y="894661"/>
                  <a:pt x="10871628" y="906964"/>
                </a:cubicBezTo>
                <a:lnTo>
                  <a:pt x="10970152" y="906964"/>
                </a:lnTo>
                <a:cubicBezTo>
                  <a:pt x="10967771" y="882556"/>
                  <a:pt x="10961024" y="861472"/>
                  <a:pt x="10949911" y="843712"/>
                </a:cubicBezTo>
                <a:cubicBezTo>
                  <a:pt x="10938799" y="825952"/>
                  <a:pt x="10924759" y="811366"/>
                  <a:pt x="10907793" y="799956"/>
                </a:cubicBezTo>
                <a:cubicBezTo>
                  <a:pt x="10890827" y="788546"/>
                  <a:pt x="10872223" y="780113"/>
                  <a:pt x="10851983" y="774656"/>
                </a:cubicBezTo>
                <a:cubicBezTo>
                  <a:pt x="10831742" y="769199"/>
                  <a:pt x="10811302" y="766470"/>
                  <a:pt x="10790665" y="766470"/>
                </a:cubicBezTo>
                <a:close/>
                <a:moveTo>
                  <a:pt x="9712257" y="766470"/>
                </a:moveTo>
                <a:cubicBezTo>
                  <a:pt x="9672172" y="766470"/>
                  <a:pt x="9637396" y="774854"/>
                  <a:pt x="9607928" y="791622"/>
                </a:cubicBezTo>
                <a:cubicBezTo>
                  <a:pt x="9578460" y="808390"/>
                  <a:pt x="9555690" y="832153"/>
                  <a:pt x="9539616" y="862911"/>
                </a:cubicBezTo>
                <a:cubicBezTo>
                  <a:pt x="9523543" y="893668"/>
                  <a:pt x="9515506" y="930181"/>
                  <a:pt x="9515506" y="972448"/>
                </a:cubicBezTo>
                <a:cubicBezTo>
                  <a:pt x="9515506" y="1014517"/>
                  <a:pt x="9523543" y="1050881"/>
                  <a:pt x="9539616" y="1081539"/>
                </a:cubicBezTo>
                <a:cubicBezTo>
                  <a:pt x="9555690" y="1112198"/>
                  <a:pt x="9578460" y="1135911"/>
                  <a:pt x="9607928" y="1152679"/>
                </a:cubicBezTo>
                <a:cubicBezTo>
                  <a:pt x="9637396" y="1169447"/>
                  <a:pt x="9672172" y="1177831"/>
                  <a:pt x="9712257" y="1177831"/>
                </a:cubicBezTo>
                <a:cubicBezTo>
                  <a:pt x="9749563" y="1177831"/>
                  <a:pt x="9781412" y="1171729"/>
                  <a:pt x="9807804" y="1159525"/>
                </a:cubicBezTo>
                <a:cubicBezTo>
                  <a:pt x="9834196" y="1147321"/>
                  <a:pt x="9854784" y="1129660"/>
                  <a:pt x="9869568" y="1106542"/>
                </a:cubicBezTo>
                <a:cubicBezTo>
                  <a:pt x="9884351" y="1083424"/>
                  <a:pt x="9892834" y="1055296"/>
                  <a:pt x="9895018" y="1022157"/>
                </a:cubicBezTo>
                <a:lnTo>
                  <a:pt x="9796493" y="1022157"/>
                </a:lnTo>
                <a:cubicBezTo>
                  <a:pt x="9794509" y="1045969"/>
                  <a:pt x="9786422" y="1064573"/>
                  <a:pt x="9772234" y="1077967"/>
                </a:cubicBezTo>
                <a:cubicBezTo>
                  <a:pt x="9758046" y="1091362"/>
                  <a:pt x="9738053" y="1098059"/>
                  <a:pt x="9712257" y="1098059"/>
                </a:cubicBezTo>
                <a:cubicBezTo>
                  <a:pt x="9688444" y="1098059"/>
                  <a:pt x="9669344" y="1092156"/>
                  <a:pt x="9654958" y="1080349"/>
                </a:cubicBezTo>
                <a:cubicBezTo>
                  <a:pt x="9640571" y="1068542"/>
                  <a:pt x="9630153" y="1053063"/>
                  <a:pt x="9623704" y="1033914"/>
                </a:cubicBezTo>
                <a:cubicBezTo>
                  <a:pt x="9617254" y="1014765"/>
                  <a:pt x="9614030" y="994276"/>
                  <a:pt x="9614030" y="972448"/>
                </a:cubicBezTo>
                <a:cubicBezTo>
                  <a:pt x="9614030" y="950422"/>
                  <a:pt x="9617254" y="929883"/>
                  <a:pt x="9623704" y="910833"/>
                </a:cubicBezTo>
                <a:cubicBezTo>
                  <a:pt x="9630153" y="891783"/>
                  <a:pt x="9640571" y="876305"/>
                  <a:pt x="9654958" y="864399"/>
                </a:cubicBezTo>
                <a:cubicBezTo>
                  <a:pt x="9669344" y="852493"/>
                  <a:pt x="9688444" y="846539"/>
                  <a:pt x="9712257" y="846539"/>
                </a:cubicBezTo>
                <a:cubicBezTo>
                  <a:pt x="9727536" y="846539"/>
                  <a:pt x="9741129" y="849020"/>
                  <a:pt x="9753036" y="853981"/>
                </a:cubicBezTo>
                <a:cubicBezTo>
                  <a:pt x="9764942" y="858942"/>
                  <a:pt x="9774616" y="866334"/>
                  <a:pt x="9782057" y="876156"/>
                </a:cubicBezTo>
                <a:cubicBezTo>
                  <a:pt x="9789499" y="885979"/>
                  <a:pt x="9794310" y="898233"/>
                  <a:pt x="9796493" y="912917"/>
                </a:cubicBezTo>
                <a:lnTo>
                  <a:pt x="9894720" y="912917"/>
                </a:lnTo>
                <a:cubicBezTo>
                  <a:pt x="9893728" y="881564"/>
                  <a:pt x="9884947" y="854973"/>
                  <a:pt x="9868377" y="833145"/>
                </a:cubicBezTo>
                <a:cubicBezTo>
                  <a:pt x="9851808" y="811317"/>
                  <a:pt x="9829880" y="794747"/>
                  <a:pt x="9802595" y="783436"/>
                </a:cubicBezTo>
                <a:cubicBezTo>
                  <a:pt x="9775310" y="772126"/>
                  <a:pt x="9745197" y="766470"/>
                  <a:pt x="9712257" y="766470"/>
                </a:cubicBezTo>
                <a:close/>
                <a:moveTo>
                  <a:pt x="7740582" y="766470"/>
                </a:moveTo>
                <a:cubicBezTo>
                  <a:pt x="7698711" y="766470"/>
                  <a:pt x="7663092" y="774854"/>
                  <a:pt x="7633723" y="791622"/>
                </a:cubicBezTo>
                <a:cubicBezTo>
                  <a:pt x="7604354" y="808390"/>
                  <a:pt x="7582030" y="832153"/>
                  <a:pt x="7566751" y="862911"/>
                </a:cubicBezTo>
                <a:cubicBezTo>
                  <a:pt x="7551471" y="893668"/>
                  <a:pt x="7543831" y="930181"/>
                  <a:pt x="7543831" y="972448"/>
                </a:cubicBezTo>
                <a:cubicBezTo>
                  <a:pt x="7543831" y="1014517"/>
                  <a:pt x="7551471" y="1050881"/>
                  <a:pt x="7566751" y="1081539"/>
                </a:cubicBezTo>
                <a:cubicBezTo>
                  <a:pt x="7582030" y="1112198"/>
                  <a:pt x="7604354" y="1135911"/>
                  <a:pt x="7633723" y="1152679"/>
                </a:cubicBezTo>
                <a:cubicBezTo>
                  <a:pt x="7663092" y="1169447"/>
                  <a:pt x="7698711" y="1177831"/>
                  <a:pt x="7740582" y="1177831"/>
                </a:cubicBezTo>
                <a:cubicBezTo>
                  <a:pt x="7782452" y="1177831"/>
                  <a:pt x="7818022" y="1169447"/>
                  <a:pt x="7847292" y="1152679"/>
                </a:cubicBezTo>
                <a:cubicBezTo>
                  <a:pt x="7876561" y="1135911"/>
                  <a:pt x="7898836" y="1112198"/>
                  <a:pt x="7914116" y="1081539"/>
                </a:cubicBezTo>
                <a:cubicBezTo>
                  <a:pt x="7929395" y="1050881"/>
                  <a:pt x="7937035" y="1014517"/>
                  <a:pt x="7937035" y="972448"/>
                </a:cubicBezTo>
                <a:cubicBezTo>
                  <a:pt x="7937035" y="930181"/>
                  <a:pt x="7929395" y="893668"/>
                  <a:pt x="7914116" y="862911"/>
                </a:cubicBezTo>
                <a:cubicBezTo>
                  <a:pt x="7898836" y="832153"/>
                  <a:pt x="7876561" y="808390"/>
                  <a:pt x="7847292" y="791622"/>
                </a:cubicBezTo>
                <a:cubicBezTo>
                  <a:pt x="7818022" y="774854"/>
                  <a:pt x="7782452" y="766470"/>
                  <a:pt x="7740582" y="766470"/>
                </a:cubicBezTo>
                <a:close/>
                <a:moveTo>
                  <a:pt x="6149907" y="766470"/>
                </a:moveTo>
                <a:cubicBezTo>
                  <a:pt x="6109822" y="766470"/>
                  <a:pt x="6075046" y="774854"/>
                  <a:pt x="6045579" y="791622"/>
                </a:cubicBezTo>
                <a:cubicBezTo>
                  <a:pt x="6016111" y="808390"/>
                  <a:pt x="5993340" y="832153"/>
                  <a:pt x="5977266" y="862911"/>
                </a:cubicBezTo>
                <a:cubicBezTo>
                  <a:pt x="5961193" y="893668"/>
                  <a:pt x="5953157" y="930181"/>
                  <a:pt x="5953157" y="972448"/>
                </a:cubicBezTo>
                <a:cubicBezTo>
                  <a:pt x="5953157" y="1014517"/>
                  <a:pt x="5961193" y="1050881"/>
                  <a:pt x="5977266" y="1081539"/>
                </a:cubicBezTo>
                <a:cubicBezTo>
                  <a:pt x="5993340" y="1112198"/>
                  <a:pt x="6016111" y="1135911"/>
                  <a:pt x="6045579" y="1152679"/>
                </a:cubicBezTo>
                <a:cubicBezTo>
                  <a:pt x="6075046" y="1169447"/>
                  <a:pt x="6109822" y="1177831"/>
                  <a:pt x="6149907" y="1177831"/>
                </a:cubicBezTo>
                <a:cubicBezTo>
                  <a:pt x="6187213" y="1177831"/>
                  <a:pt x="6219062" y="1171729"/>
                  <a:pt x="6245455" y="1159525"/>
                </a:cubicBezTo>
                <a:cubicBezTo>
                  <a:pt x="6271847" y="1147321"/>
                  <a:pt x="6292434" y="1129660"/>
                  <a:pt x="6307218" y="1106542"/>
                </a:cubicBezTo>
                <a:cubicBezTo>
                  <a:pt x="6322002" y="1083424"/>
                  <a:pt x="6330485" y="1055296"/>
                  <a:pt x="6332668" y="1022157"/>
                </a:cubicBezTo>
                <a:lnTo>
                  <a:pt x="6234144" y="1022157"/>
                </a:lnTo>
                <a:cubicBezTo>
                  <a:pt x="6232159" y="1045969"/>
                  <a:pt x="6224073" y="1064573"/>
                  <a:pt x="6209885" y="1077967"/>
                </a:cubicBezTo>
                <a:cubicBezTo>
                  <a:pt x="6195696" y="1091362"/>
                  <a:pt x="6175704" y="1098059"/>
                  <a:pt x="6149907" y="1098059"/>
                </a:cubicBezTo>
                <a:cubicBezTo>
                  <a:pt x="6126095" y="1098059"/>
                  <a:pt x="6106995" y="1092156"/>
                  <a:pt x="6092608" y="1080349"/>
                </a:cubicBezTo>
                <a:cubicBezTo>
                  <a:pt x="6078221" y="1068542"/>
                  <a:pt x="6067803" y="1053063"/>
                  <a:pt x="6061354" y="1033914"/>
                </a:cubicBezTo>
                <a:cubicBezTo>
                  <a:pt x="6054905" y="1014765"/>
                  <a:pt x="6051680" y="994276"/>
                  <a:pt x="6051680" y="972448"/>
                </a:cubicBezTo>
                <a:cubicBezTo>
                  <a:pt x="6051680" y="950422"/>
                  <a:pt x="6054905" y="929883"/>
                  <a:pt x="6061354" y="910833"/>
                </a:cubicBezTo>
                <a:cubicBezTo>
                  <a:pt x="6067803" y="891783"/>
                  <a:pt x="6078221" y="876305"/>
                  <a:pt x="6092608" y="864399"/>
                </a:cubicBezTo>
                <a:cubicBezTo>
                  <a:pt x="6106995" y="852493"/>
                  <a:pt x="6126095" y="846539"/>
                  <a:pt x="6149907" y="846539"/>
                </a:cubicBezTo>
                <a:cubicBezTo>
                  <a:pt x="6165186" y="846539"/>
                  <a:pt x="6178780" y="849020"/>
                  <a:pt x="6190686" y="853981"/>
                </a:cubicBezTo>
                <a:cubicBezTo>
                  <a:pt x="6202592" y="858942"/>
                  <a:pt x="6212266" y="866334"/>
                  <a:pt x="6219707" y="876156"/>
                </a:cubicBezTo>
                <a:cubicBezTo>
                  <a:pt x="6227149" y="885979"/>
                  <a:pt x="6231961" y="898233"/>
                  <a:pt x="6234144" y="912917"/>
                </a:cubicBezTo>
                <a:lnTo>
                  <a:pt x="6332370" y="912917"/>
                </a:lnTo>
                <a:cubicBezTo>
                  <a:pt x="6331378" y="881564"/>
                  <a:pt x="6322597" y="854973"/>
                  <a:pt x="6306028" y="833145"/>
                </a:cubicBezTo>
                <a:cubicBezTo>
                  <a:pt x="6289458" y="811317"/>
                  <a:pt x="6267531" y="794747"/>
                  <a:pt x="6240246" y="783436"/>
                </a:cubicBezTo>
                <a:cubicBezTo>
                  <a:pt x="6212960" y="772126"/>
                  <a:pt x="6182847" y="766470"/>
                  <a:pt x="6149907" y="766470"/>
                </a:cubicBezTo>
                <a:close/>
                <a:moveTo>
                  <a:pt x="4435407" y="766470"/>
                </a:moveTo>
                <a:cubicBezTo>
                  <a:pt x="4393537" y="766470"/>
                  <a:pt x="4357917" y="774854"/>
                  <a:pt x="4328548" y="791622"/>
                </a:cubicBezTo>
                <a:cubicBezTo>
                  <a:pt x="4299180" y="808390"/>
                  <a:pt x="4276855" y="832153"/>
                  <a:pt x="4261576" y="862911"/>
                </a:cubicBezTo>
                <a:cubicBezTo>
                  <a:pt x="4246296" y="893668"/>
                  <a:pt x="4238656" y="930181"/>
                  <a:pt x="4238656" y="972448"/>
                </a:cubicBezTo>
                <a:cubicBezTo>
                  <a:pt x="4238656" y="1014517"/>
                  <a:pt x="4246296" y="1050881"/>
                  <a:pt x="4261576" y="1081539"/>
                </a:cubicBezTo>
                <a:cubicBezTo>
                  <a:pt x="4276855" y="1112198"/>
                  <a:pt x="4299180" y="1135911"/>
                  <a:pt x="4328548" y="1152679"/>
                </a:cubicBezTo>
                <a:cubicBezTo>
                  <a:pt x="4357917" y="1169447"/>
                  <a:pt x="4393537" y="1177831"/>
                  <a:pt x="4435407" y="1177831"/>
                </a:cubicBezTo>
                <a:cubicBezTo>
                  <a:pt x="4477277" y="1177831"/>
                  <a:pt x="4512847" y="1169447"/>
                  <a:pt x="4542117" y="1152679"/>
                </a:cubicBezTo>
                <a:cubicBezTo>
                  <a:pt x="4571386" y="1135911"/>
                  <a:pt x="4593661" y="1112198"/>
                  <a:pt x="4608941" y="1081539"/>
                </a:cubicBezTo>
                <a:cubicBezTo>
                  <a:pt x="4624220" y="1050881"/>
                  <a:pt x="4631861" y="1014517"/>
                  <a:pt x="4631861" y="972448"/>
                </a:cubicBezTo>
                <a:cubicBezTo>
                  <a:pt x="4631861" y="930181"/>
                  <a:pt x="4624220" y="893668"/>
                  <a:pt x="4608941" y="862911"/>
                </a:cubicBezTo>
                <a:cubicBezTo>
                  <a:pt x="4593661" y="832153"/>
                  <a:pt x="4571386" y="808390"/>
                  <a:pt x="4542117" y="791622"/>
                </a:cubicBezTo>
                <a:cubicBezTo>
                  <a:pt x="4512847" y="774854"/>
                  <a:pt x="4477277" y="766470"/>
                  <a:pt x="4435407" y="766470"/>
                </a:cubicBezTo>
                <a:close/>
                <a:moveTo>
                  <a:pt x="1854132" y="766470"/>
                </a:moveTo>
                <a:cubicBezTo>
                  <a:pt x="1812262" y="766470"/>
                  <a:pt x="1776642" y="774854"/>
                  <a:pt x="1747274" y="791622"/>
                </a:cubicBezTo>
                <a:cubicBezTo>
                  <a:pt x="1717905" y="808390"/>
                  <a:pt x="1695580" y="832153"/>
                  <a:pt x="1680301" y="862911"/>
                </a:cubicBezTo>
                <a:cubicBezTo>
                  <a:pt x="1665021" y="893668"/>
                  <a:pt x="1657381" y="930181"/>
                  <a:pt x="1657381" y="972448"/>
                </a:cubicBezTo>
                <a:cubicBezTo>
                  <a:pt x="1657381" y="1014517"/>
                  <a:pt x="1665021" y="1050881"/>
                  <a:pt x="1680301" y="1081539"/>
                </a:cubicBezTo>
                <a:cubicBezTo>
                  <a:pt x="1695580" y="1112198"/>
                  <a:pt x="1717905" y="1135911"/>
                  <a:pt x="1747274" y="1152679"/>
                </a:cubicBezTo>
                <a:cubicBezTo>
                  <a:pt x="1776642" y="1169447"/>
                  <a:pt x="1812262" y="1177831"/>
                  <a:pt x="1854132" y="1177831"/>
                </a:cubicBezTo>
                <a:cubicBezTo>
                  <a:pt x="1896002" y="1177831"/>
                  <a:pt x="1931572" y="1169447"/>
                  <a:pt x="1960842" y="1152679"/>
                </a:cubicBezTo>
                <a:cubicBezTo>
                  <a:pt x="1990111" y="1135911"/>
                  <a:pt x="2012386" y="1112198"/>
                  <a:pt x="2027666" y="1081539"/>
                </a:cubicBezTo>
                <a:cubicBezTo>
                  <a:pt x="2042945" y="1050881"/>
                  <a:pt x="2050585" y="1014517"/>
                  <a:pt x="2050585" y="972448"/>
                </a:cubicBezTo>
                <a:cubicBezTo>
                  <a:pt x="2050585" y="930181"/>
                  <a:pt x="2042945" y="893668"/>
                  <a:pt x="2027666" y="862911"/>
                </a:cubicBezTo>
                <a:cubicBezTo>
                  <a:pt x="2012386" y="832153"/>
                  <a:pt x="1990111" y="808390"/>
                  <a:pt x="1960842" y="791622"/>
                </a:cubicBezTo>
                <a:cubicBezTo>
                  <a:pt x="1931572" y="774854"/>
                  <a:pt x="1896002" y="766470"/>
                  <a:pt x="1854132" y="766470"/>
                </a:cubicBezTo>
                <a:close/>
                <a:moveTo>
                  <a:pt x="1415982" y="766470"/>
                </a:moveTo>
                <a:cubicBezTo>
                  <a:pt x="1375898" y="766470"/>
                  <a:pt x="1341122" y="774854"/>
                  <a:pt x="1311654" y="791622"/>
                </a:cubicBezTo>
                <a:cubicBezTo>
                  <a:pt x="1282186" y="808390"/>
                  <a:pt x="1259415" y="832153"/>
                  <a:pt x="1243342" y="862911"/>
                </a:cubicBezTo>
                <a:cubicBezTo>
                  <a:pt x="1227268" y="893668"/>
                  <a:pt x="1219231" y="930181"/>
                  <a:pt x="1219231" y="972448"/>
                </a:cubicBezTo>
                <a:cubicBezTo>
                  <a:pt x="1219231" y="1014517"/>
                  <a:pt x="1227268" y="1050881"/>
                  <a:pt x="1243342" y="1081539"/>
                </a:cubicBezTo>
                <a:cubicBezTo>
                  <a:pt x="1259415" y="1112198"/>
                  <a:pt x="1282186" y="1135911"/>
                  <a:pt x="1311654" y="1152679"/>
                </a:cubicBezTo>
                <a:cubicBezTo>
                  <a:pt x="1341122" y="1169447"/>
                  <a:pt x="1375898" y="1177831"/>
                  <a:pt x="1415982" y="1177831"/>
                </a:cubicBezTo>
                <a:cubicBezTo>
                  <a:pt x="1453288" y="1177831"/>
                  <a:pt x="1485137" y="1171729"/>
                  <a:pt x="1511530" y="1159525"/>
                </a:cubicBezTo>
                <a:cubicBezTo>
                  <a:pt x="1537922" y="1147321"/>
                  <a:pt x="1558510" y="1129660"/>
                  <a:pt x="1573294" y="1106542"/>
                </a:cubicBezTo>
                <a:cubicBezTo>
                  <a:pt x="1588077" y="1083424"/>
                  <a:pt x="1596560" y="1055296"/>
                  <a:pt x="1598743" y="1022157"/>
                </a:cubicBezTo>
                <a:lnTo>
                  <a:pt x="1500219" y="1022157"/>
                </a:lnTo>
                <a:cubicBezTo>
                  <a:pt x="1498235" y="1045969"/>
                  <a:pt x="1490148" y="1064573"/>
                  <a:pt x="1475960" y="1077967"/>
                </a:cubicBezTo>
                <a:cubicBezTo>
                  <a:pt x="1461772" y="1091362"/>
                  <a:pt x="1441779" y="1098059"/>
                  <a:pt x="1415982" y="1098059"/>
                </a:cubicBezTo>
                <a:cubicBezTo>
                  <a:pt x="1392170" y="1098059"/>
                  <a:pt x="1373070" y="1092156"/>
                  <a:pt x="1358683" y="1080349"/>
                </a:cubicBezTo>
                <a:cubicBezTo>
                  <a:pt x="1344297" y="1068542"/>
                  <a:pt x="1333879" y="1053063"/>
                  <a:pt x="1327429" y="1033914"/>
                </a:cubicBezTo>
                <a:cubicBezTo>
                  <a:pt x="1320980" y="1014765"/>
                  <a:pt x="1317756" y="994276"/>
                  <a:pt x="1317756" y="972448"/>
                </a:cubicBezTo>
                <a:cubicBezTo>
                  <a:pt x="1317756" y="950422"/>
                  <a:pt x="1320980" y="929883"/>
                  <a:pt x="1327429" y="910833"/>
                </a:cubicBezTo>
                <a:cubicBezTo>
                  <a:pt x="1333879" y="891783"/>
                  <a:pt x="1344297" y="876305"/>
                  <a:pt x="1358683" y="864399"/>
                </a:cubicBezTo>
                <a:cubicBezTo>
                  <a:pt x="1373070" y="852493"/>
                  <a:pt x="1392170" y="846539"/>
                  <a:pt x="1415982" y="846539"/>
                </a:cubicBezTo>
                <a:cubicBezTo>
                  <a:pt x="1431262" y="846539"/>
                  <a:pt x="1444855" y="849020"/>
                  <a:pt x="1456761" y="853981"/>
                </a:cubicBezTo>
                <a:cubicBezTo>
                  <a:pt x="1468667" y="858942"/>
                  <a:pt x="1478341" y="866334"/>
                  <a:pt x="1485783" y="876156"/>
                </a:cubicBezTo>
                <a:cubicBezTo>
                  <a:pt x="1493224" y="885979"/>
                  <a:pt x="1498036" y="898233"/>
                  <a:pt x="1500219" y="912917"/>
                </a:cubicBezTo>
                <a:lnTo>
                  <a:pt x="1598446" y="912917"/>
                </a:lnTo>
                <a:cubicBezTo>
                  <a:pt x="1597453" y="881564"/>
                  <a:pt x="1588672" y="854973"/>
                  <a:pt x="1572103" y="833145"/>
                </a:cubicBezTo>
                <a:cubicBezTo>
                  <a:pt x="1555533" y="811317"/>
                  <a:pt x="1533606" y="794747"/>
                  <a:pt x="1506321" y="783436"/>
                </a:cubicBezTo>
                <a:cubicBezTo>
                  <a:pt x="1479036" y="772126"/>
                  <a:pt x="1448923" y="766470"/>
                  <a:pt x="1415982" y="766470"/>
                </a:cubicBezTo>
                <a:close/>
                <a:moveTo>
                  <a:pt x="0" y="0"/>
                </a:moveTo>
                <a:lnTo>
                  <a:pt x="12192000" y="0"/>
                </a:lnTo>
                <a:lnTo>
                  <a:pt x="12192000" y="7153835"/>
                </a:lnTo>
                <a:lnTo>
                  <a:pt x="0" y="7153835"/>
                </a:lnTo>
                <a:close/>
              </a:path>
            </a:pathLst>
          </a:cu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2" name="Picture 1" descr="A map of the world&#10;&#10;Description automatically generated">
            <a:extLst>
              <a:ext uri="{FF2B5EF4-FFF2-40B4-BE49-F238E27FC236}">
                <a16:creationId xmlns:a16="http://schemas.microsoft.com/office/drawing/2014/main" id="{B50CD8D6-3C6A-2321-7899-134B88998569}"/>
              </a:ext>
            </a:extLst>
          </p:cNvPr>
          <p:cNvPicPr>
            <a:picLocks noChangeAspect="1"/>
          </p:cNvPicPr>
          <p:nvPr/>
        </p:nvPicPr>
        <p:blipFill>
          <a:blip r:embed="rId3"/>
          <a:stretch>
            <a:fillRect/>
          </a:stretch>
        </p:blipFill>
        <p:spPr>
          <a:xfrm>
            <a:off x="852464" y="2081267"/>
            <a:ext cx="6648594" cy="4026760"/>
          </a:xfrm>
          <a:prstGeom prst="rect">
            <a:avLst/>
          </a:prstGeom>
        </p:spPr>
      </p:pic>
      <p:sp>
        <p:nvSpPr>
          <p:cNvPr id="3" name="TextBox 2">
            <a:extLst>
              <a:ext uri="{FF2B5EF4-FFF2-40B4-BE49-F238E27FC236}">
                <a16:creationId xmlns:a16="http://schemas.microsoft.com/office/drawing/2014/main" id="{463B4773-0F71-38A1-63DC-DB6985EC4F27}"/>
              </a:ext>
            </a:extLst>
          </p:cNvPr>
          <p:cNvSpPr txBox="1"/>
          <p:nvPr/>
        </p:nvSpPr>
        <p:spPr>
          <a:xfrm>
            <a:off x="1467904" y="1693635"/>
            <a:ext cx="5417713" cy="369332"/>
          </a:xfrm>
          <a:prstGeom prst="rect">
            <a:avLst/>
          </a:prstGeom>
          <a:noFill/>
        </p:spPr>
        <p:txBody>
          <a:bodyPr wrap="square" lIns="91440" tIns="45720" rIns="91440" bIns="45720" rtlCol="0" anchor="t">
            <a:spAutoFit/>
          </a:bodyPr>
          <a:lstStyle/>
          <a:p>
            <a:pPr algn="ctr"/>
            <a:r>
              <a:rPr lang="en-US" sz="1800" b="1" u="sng" dirty="0">
                <a:solidFill>
                  <a:srgbClr val="012903"/>
                </a:solidFill>
                <a:latin typeface="+mj-lt"/>
              </a:rPr>
              <a:t>Carbon Pricing Coverage</a:t>
            </a:r>
          </a:p>
        </p:txBody>
      </p:sp>
      <p:sp>
        <p:nvSpPr>
          <p:cNvPr id="4" name="TextBox 3">
            <a:extLst>
              <a:ext uri="{FF2B5EF4-FFF2-40B4-BE49-F238E27FC236}">
                <a16:creationId xmlns:a16="http://schemas.microsoft.com/office/drawing/2014/main" id="{1930BD21-A422-9C18-93BB-5ECE31724930}"/>
              </a:ext>
            </a:extLst>
          </p:cNvPr>
          <p:cNvSpPr txBox="1"/>
          <p:nvPr/>
        </p:nvSpPr>
        <p:spPr>
          <a:xfrm>
            <a:off x="1759412" y="6215432"/>
            <a:ext cx="4834695" cy="276999"/>
          </a:xfrm>
          <a:prstGeom prst="rect">
            <a:avLst/>
          </a:prstGeom>
          <a:noFill/>
        </p:spPr>
        <p:txBody>
          <a:bodyPr wrap="square" rtlCol="0">
            <a:spAutoFit/>
          </a:bodyPr>
          <a:lstStyle/>
          <a:p>
            <a:pPr algn="ctr"/>
            <a:r>
              <a:rPr lang="en-US" sz="1200" dirty="0">
                <a:solidFill>
                  <a:schemeClr val="tx1"/>
                </a:solidFill>
                <a:latin typeface="+mn-lt"/>
              </a:rPr>
              <a:t>Source: </a:t>
            </a:r>
            <a:r>
              <a:rPr lang="en-US" sz="1200" i="1" dirty="0">
                <a:solidFill>
                  <a:schemeClr val="tx1"/>
                </a:solidFill>
                <a:latin typeface="+mn-lt"/>
                <a:hlinkClick r:id="rId4">
                  <a:extLst>
                    <a:ext uri="{A12FA001-AC4F-418D-AE19-62706E023703}">
                      <ahyp:hlinkClr xmlns:ahyp="http://schemas.microsoft.com/office/drawing/2018/hyperlinkcolor" val="tx"/>
                    </a:ext>
                  </a:extLst>
                </a:hlinkClick>
              </a:rPr>
              <a:t>IMF</a:t>
            </a:r>
            <a:r>
              <a:rPr lang="en-US" sz="1200" i="1" dirty="0">
                <a:solidFill>
                  <a:schemeClr val="tx1"/>
                </a:solidFill>
                <a:latin typeface="+mn-lt"/>
              </a:rPr>
              <a:t> (2022) </a:t>
            </a:r>
          </a:p>
        </p:txBody>
      </p:sp>
      <p:sp>
        <p:nvSpPr>
          <p:cNvPr id="11" name="TextBox 10">
            <a:extLst>
              <a:ext uri="{FF2B5EF4-FFF2-40B4-BE49-F238E27FC236}">
                <a16:creationId xmlns:a16="http://schemas.microsoft.com/office/drawing/2014/main" id="{B600343E-51E1-4142-CE23-D6E93BBEFC9D}"/>
              </a:ext>
            </a:extLst>
          </p:cNvPr>
          <p:cNvSpPr txBox="1"/>
          <p:nvPr/>
        </p:nvSpPr>
        <p:spPr>
          <a:xfrm>
            <a:off x="7876911" y="2870816"/>
            <a:ext cx="3939234" cy="830997"/>
          </a:xfrm>
          <a:prstGeom prst="rect">
            <a:avLst/>
          </a:prstGeom>
          <a:noFill/>
        </p:spPr>
        <p:txBody>
          <a:bodyPr wrap="square">
            <a:spAutoFit/>
          </a:bodyPr>
          <a:lstStyle/>
          <a:p>
            <a:pPr algn="ctr">
              <a:buClrTx/>
            </a:pPr>
            <a:r>
              <a:rPr lang="en-GB" sz="1600" b="1" dirty="0">
                <a:solidFill>
                  <a:srgbClr val="012903"/>
                </a:solidFill>
                <a:latin typeface="Aptos" panose="020B0004020202020204" pitchFamily="34" charset="0"/>
              </a:rPr>
              <a:t>Carbon pricing instruments currently cover around 24% of global emissions (WB, 2024). </a:t>
            </a:r>
          </a:p>
        </p:txBody>
      </p:sp>
    </p:spTree>
    <p:extLst>
      <p:ext uri="{BB962C8B-B14F-4D97-AF65-F5344CB8AC3E}">
        <p14:creationId xmlns:p14="http://schemas.microsoft.com/office/powerpoint/2010/main" val="309748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factory with smoke coming out of it&#10;&#10;Description automatically generated">
            <a:extLst>
              <a:ext uri="{FF2B5EF4-FFF2-40B4-BE49-F238E27FC236}">
                <a16:creationId xmlns:a16="http://schemas.microsoft.com/office/drawing/2014/main" id="{D26DA6FA-C698-4CD8-D94C-1981BC0F6793}"/>
              </a:ext>
            </a:extLst>
          </p:cNvPr>
          <p:cNvPicPr>
            <a:picLocks noChangeAspect="1"/>
          </p:cNvPicPr>
          <p:nvPr/>
        </p:nvPicPr>
        <p:blipFill rotWithShape="1">
          <a:blip r:embed="rId2"/>
          <a:srcRect b="6360"/>
          <a:stretch/>
        </p:blipFill>
        <p:spPr>
          <a:xfrm>
            <a:off x="-1" y="-1"/>
            <a:ext cx="12191999" cy="7153835"/>
          </a:xfrm>
          <a:prstGeom prst="rect">
            <a:avLst/>
          </a:prstGeom>
        </p:spPr>
      </p:pic>
      <p:sp>
        <p:nvSpPr>
          <p:cNvPr id="6" name="Freeform 5">
            <a:extLst>
              <a:ext uri="{FF2B5EF4-FFF2-40B4-BE49-F238E27FC236}">
                <a16:creationId xmlns:a16="http://schemas.microsoft.com/office/drawing/2014/main" id="{4DC6784B-D507-A3D7-1A3B-BDEC1574B21A}"/>
              </a:ext>
            </a:extLst>
          </p:cNvPr>
          <p:cNvSpPr/>
          <p:nvPr/>
        </p:nvSpPr>
        <p:spPr>
          <a:xfrm>
            <a:off x="-2" y="-1"/>
            <a:ext cx="12192000" cy="7153837"/>
          </a:xfrm>
          <a:custGeom>
            <a:avLst/>
            <a:gdLst/>
            <a:ahLst/>
            <a:cxnLst/>
            <a:rect l="l" t="t" r="r" b="b"/>
            <a:pathLst>
              <a:path w="12192000" h="7153835">
                <a:moveTo>
                  <a:pt x="7275941" y="1003107"/>
                </a:moveTo>
                <a:lnTo>
                  <a:pt x="7332793" y="1003107"/>
                </a:lnTo>
                <a:cubicBezTo>
                  <a:pt x="7349858" y="1003107"/>
                  <a:pt x="7364394" y="1006183"/>
                  <a:pt x="7376400" y="1012334"/>
                </a:cubicBezTo>
                <a:cubicBezTo>
                  <a:pt x="7388405" y="1018486"/>
                  <a:pt x="7394408" y="1029400"/>
                  <a:pt x="7394408" y="1045076"/>
                </a:cubicBezTo>
                <a:cubicBezTo>
                  <a:pt x="7394408" y="1057181"/>
                  <a:pt x="7391679" y="1066756"/>
                  <a:pt x="7386222" y="1073800"/>
                </a:cubicBezTo>
                <a:cubicBezTo>
                  <a:pt x="7380765" y="1080845"/>
                  <a:pt x="7373423" y="1085855"/>
                  <a:pt x="7364196" y="1088832"/>
                </a:cubicBezTo>
                <a:cubicBezTo>
                  <a:pt x="7354968" y="1091808"/>
                  <a:pt x="7344500" y="1093297"/>
                  <a:pt x="7332793" y="1093297"/>
                </a:cubicBezTo>
                <a:lnTo>
                  <a:pt x="7275941" y="1093297"/>
                </a:lnTo>
                <a:close/>
                <a:moveTo>
                  <a:pt x="6555017" y="866483"/>
                </a:moveTo>
                <a:lnTo>
                  <a:pt x="6600559" y="1014715"/>
                </a:lnTo>
                <a:lnTo>
                  <a:pt x="6509476" y="1014715"/>
                </a:lnTo>
                <a:close/>
                <a:moveTo>
                  <a:pt x="5297717" y="866483"/>
                </a:moveTo>
                <a:lnTo>
                  <a:pt x="5343259" y="1014715"/>
                </a:lnTo>
                <a:lnTo>
                  <a:pt x="5252176" y="1014715"/>
                </a:lnTo>
                <a:close/>
                <a:moveTo>
                  <a:pt x="9047590" y="851004"/>
                </a:moveTo>
                <a:lnTo>
                  <a:pt x="9111586" y="851004"/>
                </a:lnTo>
                <a:cubicBezTo>
                  <a:pt x="9126072" y="851004"/>
                  <a:pt x="9138176" y="854775"/>
                  <a:pt x="9147900" y="862315"/>
                </a:cubicBezTo>
                <a:cubicBezTo>
                  <a:pt x="9157624" y="869856"/>
                  <a:pt x="9162486" y="881564"/>
                  <a:pt x="9162486" y="897439"/>
                </a:cubicBezTo>
                <a:cubicBezTo>
                  <a:pt x="9162486" y="908154"/>
                  <a:pt x="9160302" y="917233"/>
                  <a:pt x="9155937" y="924674"/>
                </a:cubicBezTo>
                <a:cubicBezTo>
                  <a:pt x="9151571" y="932116"/>
                  <a:pt x="9145172" y="937722"/>
                  <a:pt x="9136738" y="941492"/>
                </a:cubicBezTo>
                <a:cubicBezTo>
                  <a:pt x="9128304" y="945262"/>
                  <a:pt x="9117936" y="947147"/>
                  <a:pt x="9105634" y="947147"/>
                </a:cubicBezTo>
                <a:lnTo>
                  <a:pt x="9047590" y="947147"/>
                </a:lnTo>
                <a:close/>
                <a:moveTo>
                  <a:pt x="6885416" y="851004"/>
                </a:moveTo>
                <a:lnTo>
                  <a:pt x="6949412" y="851004"/>
                </a:lnTo>
                <a:cubicBezTo>
                  <a:pt x="6963897" y="851004"/>
                  <a:pt x="6976002" y="854775"/>
                  <a:pt x="6985726" y="862315"/>
                </a:cubicBezTo>
                <a:cubicBezTo>
                  <a:pt x="6995449" y="869856"/>
                  <a:pt x="7000311" y="881564"/>
                  <a:pt x="7000311" y="897439"/>
                </a:cubicBezTo>
                <a:cubicBezTo>
                  <a:pt x="7000311" y="908154"/>
                  <a:pt x="6998128" y="917233"/>
                  <a:pt x="6993762" y="924674"/>
                </a:cubicBezTo>
                <a:cubicBezTo>
                  <a:pt x="6989396" y="932116"/>
                  <a:pt x="6982997" y="937722"/>
                  <a:pt x="6974564" y="941492"/>
                </a:cubicBezTo>
                <a:cubicBezTo>
                  <a:pt x="6966130" y="945262"/>
                  <a:pt x="6955761" y="947147"/>
                  <a:pt x="6943459" y="947147"/>
                </a:cubicBezTo>
                <a:lnTo>
                  <a:pt x="6885416" y="947147"/>
                </a:lnTo>
                <a:close/>
                <a:moveTo>
                  <a:pt x="8676116" y="848921"/>
                </a:moveTo>
                <a:lnTo>
                  <a:pt x="8733563" y="848921"/>
                </a:lnTo>
                <a:cubicBezTo>
                  <a:pt x="8750430" y="848921"/>
                  <a:pt x="8764470" y="853435"/>
                  <a:pt x="8775682" y="862464"/>
                </a:cubicBezTo>
                <a:cubicBezTo>
                  <a:pt x="8786892" y="871493"/>
                  <a:pt x="8792498" y="885235"/>
                  <a:pt x="8792499" y="903689"/>
                </a:cubicBezTo>
                <a:cubicBezTo>
                  <a:pt x="8792498" y="922144"/>
                  <a:pt x="8787041" y="936085"/>
                  <a:pt x="8776128" y="945510"/>
                </a:cubicBezTo>
                <a:cubicBezTo>
                  <a:pt x="8765214" y="954936"/>
                  <a:pt x="8751026" y="959649"/>
                  <a:pt x="8733563" y="959649"/>
                </a:cubicBezTo>
                <a:lnTo>
                  <a:pt x="8676116" y="959649"/>
                </a:lnTo>
                <a:close/>
                <a:moveTo>
                  <a:pt x="7275941" y="848921"/>
                </a:moveTo>
                <a:lnTo>
                  <a:pt x="7319101" y="848921"/>
                </a:lnTo>
                <a:cubicBezTo>
                  <a:pt x="7327435" y="848921"/>
                  <a:pt x="7335224" y="850012"/>
                  <a:pt x="7342467" y="852195"/>
                </a:cubicBezTo>
                <a:cubicBezTo>
                  <a:pt x="7349709" y="854378"/>
                  <a:pt x="7355613" y="858347"/>
                  <a:pt x="7360177" y="864101"/>
                </a:cubicBezTo>
                <a:cubicBezTo>
                  <a:pt x="7364741" y="869856"/>
                  <a:pt x="7367023" y="877893"/>
                  <a:pt x="7367023" y="888211"/>
                </a:cubicBezTo>
                <a:cubicBezTo>
                  <a:pt x="7367023" y="902896"/>
                  <a:pt x="7362112" y="913661"/>
                  <a:pt x="7352289" y="920507"/>
                </a:cubicBezTo>
                <a:cubicBezTo>
                  <a:pt x="7342467" y="927353"/>
                  <a:pt x="7331403" y="930776"/>
                  <a:pt x="7319101" y="930776"/>
                </a:cubicBezTo>
                <a:lnTo>
                  <a:pt x="7275941" y="930776"/>
                </a:lnTo>
                <a:close/>
                <a:moveTo>
                  <a:pt x="7740582" y="846539"/>
                </a:moveTo>
                <a:cubicBezTo>
                  <a:pt x="7764196" y="846539"/>
                  <a:pt x="7783147" y="852245"/>
                  <a:pt x="7797434" y="863655"/>
                </a:cubicBezTo>
                <a:cubicBezTo>
                  <a:pt x="7811722" y="875065"/>
                  <a:pt x="7822140" y="890295"/>
                  <a:pt x="7828688" y="909345"/>
                </a:cubicBezTo>
                <a:cubicBezTo>
                  <a:pt x="7835237" y="928395"/>
                  <a:pt x="7838511" y="949429"/>
                  <a:pt x="7838511" y="972448"/>
                </a:cubicBezTo>
                <a:cubicBezTo>
                  <a:pt x="7838511" y="995070"/>
                  <a:pt x="7835237" y="1015906"/>
                  <a:pt x="7828688" y="1034956"/>
                </a:cubicBezTo>
                <a:cubicBezTo>
                  <a:pt x="7822140" y="1054006"/>
                  <a:pt x="7811722" y="1069286"/>
                  <a:pt x="7797434" y="1080795"/>
                </a:cubicBezTo>
                <a:cubicBezTo>
                  <a:pt x="7783147" y="1092304"/>
                  <a:pt x="7764196" y="1098059"/>
                  <a:pt x="7740582" y="1098059"/>
                </a:cubicBezTo>
                <a:cubicBezTo>
                  <a:pt x="7716770" y="1098059"/>
                  <a:pt x="7697670" y="1092304"/>
                  <a:pt x="7683283" y="1080795"/>
                </a:cubicBezTo>
                <a:cubicBezTo>
                  <a:pt x="7668896" y="1069286"/>
                  <a:pt x="7658478" y="1054006"/>
                  <a:pt x="7652029" y="1034956"/>
                </a:cubicBezTo>
                <a:cubicBezTo>
                  <a:pt x="7645580" y="1015906"/>
                  <a:pt x="7642355" y="995070"/>
                  <a:pt x="7642355" y="972448"/>
                </a:cubicBezTo>
                <a:cubicBezTo>
                  <a:pt x="7642355" y="949429"/>
                  <a:pt x="7645580" y="928395"/>
                  <a:pt x="7652029" y="909345"/>
                </a:cubicBezTo>
                <a:cubicBezTo>
                  <a:pt x="7658478" y="890295"/>
                  <a:pt x="7668896" y="875065"/>
                  <a:pt x="7683283" y="863655"/>
                </a:cubicBezTo>
                <a:cubicBezTo>
                  <a:pt x="7697670" y="852245"/>
                  <a:pt x="7716770" y="846539"/>
                  <a:pt x="7740582" y="846539"/>
                </a:cubicBezTo>
                <a:close/>
                <a:moveTo>
                  <a:pt x="4435407" y="846539"/>
                </a:moveTo>
                <a:cubicBezTo>
                  <a:pt x="4459021" y="846539"/>
                  <a:pt x="4477972" y="852245"/>
                  <a:pt x="4492259" y="863655"/>
                </a:cubicBezTo>
                <a:cubicBezTo>
                  <a:pt x="4506547" y="875065"/>
                  <a:pt x="4516965" y="890295"/>
                  <a:pt x="4523513" y="909345"/>
                </a:cubicBezTo>
                <a:cubicBezTo>
                  <a:pt x="4530062" y="928395"/>
                  <a:pt x="4533336" y="949429"/>
                  <a:pt x="4533336" y="972448"/>
                </a:cubicBezTo>
                <a:cubicBezTo>
                  <a:pt x="4533336" y="995070"/>
                  <a:pt x="4530062" y="1015906"/>
                  <a:pt x="4523513" y="1034956"/>
                </a:cubicBezTo>
                <a:cubicBezTo>
                  <a:pt x="4516965" y="1054006"/>
                  <a:pt x="4506547" y="1069286"/>
                  <a:pt x="4492259" y="1080795"/>
                </a:cubicBezTo>
                <a:cubicBezTo>
                  <a:pt x="4477972" y="1092304"/>
                  <a:pt x="4459021" y="1098059"/>
                  <a:pt x="4435407" y="1098059"/>
                </a:cubicBezTo>
                <a:cubicBezTo>
                  <a:pt x="4411595" y="1098059"/>
                  <a:pt x="4392495" y="1092304"/>
                  <a:pt x="4378108" y="1080795"/>
                </a:cubicBezTo>
                <a:cubicBezTo>
                  <a:pt x="4363721" y="1069286"/>
                  <a:pt x="4353303" y="1054006"/>
                  <a:pt x="4346854" y="1034956"/>
                </a:cubicBezTo>
                <a:cubicBezTo>
                  <a:pt x="4340405" y="1015906"/>
                  <a:pt x="4337180" y="995070"/>
                  <a:pt x="4337180" y="972448"/>
                </a:cubicBezTo>
                <a:cubicBezTo>
                  <a:pt x="4337180" y="949429"/>
                  <a:pt x="4340405" y="928395"/>
                  <a:pt x="4346854" y="909345"/>
                </a:cubicBezTo>
                <a:cubicBezTo>
                  <a:pt x="4353303" y="890295"/>
                  <a:pt x="4363721" y="875065"/>
                  <a:pt x="4378108" y="863655"/>
                </a:cubicBezTo>
                <a:cubicBezTo>
                  <a:pt x="4392495" y="852245"/>
                  <a:pt x="4411595" y="846539"/>
                  <a:pt x="4435407" y="846539"/>
                </a:cubicBezTo>
                <a:close/>
                <a:moveTo>
                  <a:pt x="1854132" y="846539"/>
                </a:moveTo>
                <a:cubicBezTo>
                  <a:pt x="1877746" y="846539"/>
                  <a:pt x="1896697" y="852245"/>
                  <a:pt x="1910984" y="863655"/>
                </a:cubicBezTo>
                <a:cubicBezTo>
                  <a:pt x="1925272" y="875065"/>
                  <a:pt x="1935690" y="890295"/>
                  <a:pt x="1942238" y="909345"/>
                </a:cubicBezTo>
                <a:cubicBezTo>
                  <a:pt x="1948787" y="928395"/>
                  <a:pt x="1952061" y="949429"/>
                  <a:pt x="1952061" y="972448"/>
                </a:cubicBezTo>
                <a:cubicBezTo>
                  <a:pt x="1952061" y="995070"/>
                  <a:pt x="1948787" y="1015906"/>
                  <a:pt x="1942238" y="1034956"/>
                </a:cubicBezTo>
                <a:cubicBezTo>
                  <a:pt x="1935690" y="1054006"/>
                  <a:pt x="1925272" y="1069286"/>
                  <a:pt x="1910984" y="1080795"/>
                </a:cubicBezTo>
                <a:cubicBezTo>
                  <a:pt x="1896697" y="1092304"/>
                  <a:pt x="1877746" y="1098059"/>
                  <a:pt x="1854132" y="1098059"/>
                </a:cubicBezTo>
                <a:cubicBezTo>
                  <a:pt x="1830320" y="1098059"/>
                  <a:pt x="1811220" y="1092304"/>
                  <a:pt x="1796833" y="1080795"/>
                </a:cubicBezTo>
                <a:cubicBezTo>
                  <a:pt x="1782447" y="1069286"/>
                  <a:pt x="1772029" y="1054006"/>
                  <a:pt x="1765579" y="1034956"/>
                </a:cubicBezTo>
                <a:cubicBezTo>
                  <a:pt x="1759130" y="1015906"/>
                  <a:pt x="1755905" y="995070"/>
                  <a:pt x="1755906" y="972448"/>
                </a:cubicBezTo>
                <a:cubicBezTo>
                  <a:pt x="1755905" y="949429"/>
                  <a:pt x="1759130" y="928395"/>
                  <a:pt x="1765579" y="909345"/>
                </a:cubicBezTo>
                <a:cubicBezTo>
                  <a:pt x="1772029" y="890295"/>
                  <a:pt x="1782447" y="875065"/>
                  <a:pt x="1796833" y="863655"/>
                </a:cubicBezTo>
                <a:cubicBezTo>
                  <a:pt x="1811220" y="852245"/>
                  <a:pt x="1830320" y="846539"/>
                  <a:pt x="1854132" y="846539"/>
                </a:cubicBezTo>
                <a:close/>
                <a:moveTo>
                  <a:pt x="10161718" y="771828"/>
                </a:moveTo>
                <a:lnTo>
                  <a:pt x="10161718" y="1172473"/>
                </a:lnTo>
                <a:lnTo>
                  <a:pt x="10251015" y="1172473"/>
                </a:lnTo>
                <a:lnTo>
                  <a:pt x="10251015" y="920061"/>
                </a:lnTo>
                <a:lnTo>
                  <a:pt x="10421572" y="1172473"/>
                </a:lnTo>
                <a:lnTo>
                  <a:pt x="10514738" y="1172473"/>
                </a:lnTo>
                <a:lnTo>
                  <a:pt x="10514738" y="771828"/>
                </a:lnTo>
                <a:lnTo>
                  <a:pt x="10424548" y="771828"/>
                </a:lnTo>
                <a:lnTo>
                  <a:pt x="10424548" y="1022157"/>
                </a:lnTo>
                <a:lnTo>
                  <a:pt x="10254586" y="771828"/>
                </a:lnTo>
                <a:close/>
                <a:moveTo>
                  <a:pt x="9971218" y="771828"/>
                </a:moveTo>
                <a:lnTo>
                  <a:pt x="9971218" y="1172473"/>
                </a:lnTo>
                <a:lnTo>
                  <a:pt x="10066765" y="1172473"/>
                </a:lnTo>
                <a:lnTo>
                  <a:pt x="10066765" y="771828"/>
                </a:lnTo>
                <a:close/>
                <a:moveTo>
                  <a:pt x="9342568" y="771828"/>
                </a:moveTo>
                <a:lnTo>
                  <a:pt x="9342568" y="1172473"/>
                </a:lnTo>
                <a:lnTo>
                  <a:pt x="9438115" y="1172473"/>
                </a:lnTo>
                <a:lnTo>
                  <a:pt x="9438115" y="771828"/>
                </a:lnTo>
                <a:close/>
                <a:moveTo>
                  <a:pt x="8952042" y="771828"/>
                </a:moveTo>
                <a:lnTo>
                  <a:pt x="8952042" y="1172473"/>
                </a:lnTo>
                <a:lnTo>
                  <a:pt x="9047590" y="1172473"/>
                </a:lnTo>
                <a:lnTo>
                  <a:pt x="9047590" y="1025729"/>
                </a:lnTo>
                <a:lnTo>
                  <a:pt x="9101466" y="1025729"/>
                </a:lnTo>
                <a:cubicBezTo>
                  <a:pt x="9116944" y="1025729"/>
                  <a:pt x="9128998" y="1028308"/>
                  <a:pt x="9137632" y="1033468"/>
                </a:cubicBezTo>
                <a:cubicBezTo>
                  <a:pt x="9146263" y="1038627"/>
                  <a:pt x="9153109" y="1046713"/>
                  <a:pt x="9158170" y="1057727"/>
                </a:cubicBezTo>
                <a:cubicBezTo>
                  <a:pt x="9163229" y="1068740"/>
                  <a:pt x="9167843" y="1083176"/>
                  <a:pt x="9172010" y="1101036"/>
                </a:cubicBezTo>
                <a:lnTo>
                  <a:pt x="9188977" y="1172473"/>
                </a:lnTo>
                <a:lnTo>
                  <a:pt x="9289287" y="1172473"/>
                </a:lnTo>
                <a:lnTo>
                  <a:pt x="9262796" y="1081093"/>
                </a:lnTo>
                <a:cubicBezTo>
                  <a:pt x="9257636" y="1062043"/>
                  <a:pt x="9251980" y="1046019"/>
                  <a:pt x="9245830" y="1033021"/>
                </a:cubicBezTo>
                <a:cubicBezTo>
                  <a:pt x="9239678" y="1020024"/>
                  <a:pt x="9231442" y="1009754"/>
                  <a:pt x="9221124" y="1002214"/>
                </a:cubicBezTo>
                <a:cubicBezTo>
                  <a:pt x="9210805" y="994673"/>
                  <a:pt x="9196815" y="989514"/>
                  <a:pt x="9179154" y="986736"/>
                </a:cubicBezTo>
                <a:cubicBezTo>
                  <a:pt x="9206936" y="978798"/>
                  <a:pt x="9227524" y="965999"/>
                  <a:pt x="9240918" y="948338"/>
                </a:cubicBezTo>
                <a:cubicBezTo>
                  <a:pt x="9254312" y="930677"/>
                  <a:pt x="9261010" y="909246"/>
                  <a:pt x="9261010" y="884044"/>
                </a:cubicBezTo>
                <a:cubicBezTo>
                  <a:pt x="9261010" y="856263"/>
                  <a:pt x="9255007" y="834187"/>
                  <a:pt x="9243002" y="817816"/>
                </a:cubicBezTo>
                <a:cubicBezTo>
                  <a:pt x="9230996" y="801445"/>
                  <a:pt x="9214576" y="789687"/>
                  <a:pt x="9193740" y="782543"/>
                </a:cubicBezTo>
                <a:cubicBezTo>
                  <a:pt x="9172904" y="775400"/>
                  <a:pt x="9149091" y="771828"/>
                  <a:pt x="9122302" y="771828"/>
                </a:cubicBezTo>
                <a:close/>
                <a:moveTo>
                  <a:pt x="8580568" y="771828"/>
                </a:moveTo>
                <a:lnTo>
                  <a:pt x="8580568" y="1172473"/>
                </a:lnTo>
                <a:lnTo>
                  <a:pt x="8676116" y="1172473"/>
                </a:lnTo>
                <a:lnTo>
                  <a:pt x="8676116" y="1035849"/>
                </a:lnTo>
                <a:lnTo>
                  <a:pt x="8742790" y="1035849"/>
                </a:lnTo>
                <a:cubicBezTo>
                  <a:pt x="8769778" y="1035849"/>
                  <a:pt x="8794483" y="1031235"/>
                  <a:pt x="8816907" y="1022008"/>
                </a:cubicBezTo>
                <a:cubicBezTo>
                  <a:pt x="8839330" y="1012781"/>
                  <a:pt x="8857288" y="998394"/>
                  <a:pt x="8870782" y="978848"/>
                </a:cubicBezTo>
                <a:cubicBezTo>
                  <a:pt x="8884276" y="959302"/>
                  <a:pt x="8891023" y="934249"/>
                  <a:pt x="8891023" y="903689"/>
                </a:cubicBezTo>
                <a:cubicBezTo>
                  <a:pt x="8891023" y="873130"/>
                  <a:pt x="8884276" y="848127"/>
                  <a:pt x="8870782" y="828680"/>
                </a:cubicBezTo>
                <a:cubicBezTo>
                  <a:pt x="8857288" y="809233"/>
                  <a:pt x="8839330" y="794896"/>
                  <a:pt x="8816907" y="785669"/>
                </a:cubicBezTo>
                <a:cubicBezTo>
                  <a:pt x="8794483" y="776441"/>
                  <a:pt x="8769778" y="771828"/>
                  <a:pt x="8742790" y="771828"/>
                </a:cubicBezTo>
                <a:close/>
                <a:moveTo>
                  <a:pt x="8009068" y="771828"/>
                </a:moveTo>
                <a:lnTo>
                  <a:pt x="8009068" y="1172473"/>
                </a:lnTo>
                <a:lnTo>
                  <a:pt x="8098365" y="1172473"/>
                </a:lnTo>
                <a:lnTo>
                  <a:pt x="8098365" y="920061"/>
                </a:lnTo>
                <a:lnTo>
                  <a:pt x="8268922" y="1172473"/>
                </a:lnTo>
                <a:lnTo>
                  <a:pt x="8362088" y="1172473"/>
                </a:lnTo>
                <a:lnTo>
                  <a:pt x="8362088" y="771828"/>
                </a:lnTo>
                <a:lnTo>
                  <a:pt x="8271898" y="771828"/>
                </a:lnTo>
                <a:lnTo>
                  <a:pt x="8271898" y="1022157"/>
                </a:lnTo>
                <a:lnTo>
                  <a:pt x="8101937" y="771828"/>
                </a:lnTo>
                <a:close/>
                <a:moveTo>
                  <a:pt x="7180393" y="771828"/>
                </a:moveTo>
                <a:lnTo>
                  <a:pt x="7180393" y="1172473"/>
                </a:lnTo>
                <a:lnTo>
                  <a:pt x="7336662" y="1172473"/>
                </a:lnTo>
                <a:cubicBezTo>
                  <a:pt x="7368015" y="1172473"/>
                  <a:pt x="7395251" y="1168405"/>
                  <a:pt x="7418369" y="1160269"/>
                </a:cubicBezTo>
                <a:cubicBezTo>
                  <a:pt x="7441487" y="1152133"/>
                  <a:pt x="7459446" y="1139334"/>
                  <a:pt x="7472245" y="1121872"/>
                </a:cubicBezTo>
                <a:cubicBezTo>
                  <a:pt x="7485044" y="1104409"/>
                  <a:pt x="7491444" y="1081787"/>
                  <a:pt x="7491444" y="1054006"/>
                </a:cubicBezTo>
                <a:cubicBezTo>
                  <a:pt x="7491444" y="1029201"/>
                  <a:pt x="7484548" y="1008415"/>
                  <a:pt x="7470757" y="991647"/>
                </a:cubicBezTo>
                <a:cubicBezTo>
                  <a:pt x="7456965" y="974879"/>
                  <a:pt x="7436178" y="963518"/>
                  <a:pt x="7408398" y="957565"/>
                </a:cubicBezTo>
                <a:cubicBezTo>
                  <a:pt x="7425265" y="950223"/>
                  <a:pt x="7438808" y="939508"/>
                  <a:pt x="7449028" y="925418"/>
                </a:cubicBezTo>
                <a:cubicBezTo>
                  <a:pt x="7459247" y="911329"/>
                  <a:pt x="7464357" y="893569"/>
                  <a:pt x="7464357" y="872138"/>
                </a:cubicBezTo>
                <a:cubicBezTo>
                  <a:pt x="7464357" y="838007"/>
                  <a:pt x="7451508" y="812756"/>
                  <a:pt x="7425811" y="796384"/>
                </a:cubicBezTo>
                <a:cubicBezTo>
                  <a:pt x="7400113" y="780013"/>
                  <a:pt x="7365138" y="771828"/>
                  <a:pt x="7320887" y="771828"/>
                </a:cubicBezTo>
                <a:close/>
                <a:moveTo>
                  <a:pt x="6789868" y="771828"/>
                </a:moveTo>
                <a:lnTo>
                  <a:pt x="6789868" y="1172473"/>
                </a:lnTo>
                <a:lnTo>
                  <a:pt x="6885416" y="1172473"/>
                </a:lnTo>
                <a:lnTo>
                  <a:pt x="6885416" y="1025729"/>
                </a:lnTo>
                <a:lnTo>
                  <a:pt x="6939291" y="1025729"/>
                </a:lnTo>
                <a:cubicBezTo>
                  <a:pt x="6954770" y="1025729"/>
                  <a:pt x="6966825" y="1028308"/>
                  <a:pt x="6975457" y="1033468"/>
                </a:cubicBezTo>
                <a:cubicBezTo>
                  <a:pt x="6984089" y="1038627"/>
                  <a:pt x="6990935" y="1046713"/>
                  <a:pt x="6995995" y="1057727"/>
                </a:cubicBezTo>
                <a:cubicBezTo>
                  <a:pt x="7001055" y="1068740"/>
                  <a:pt x="7005669" y="1083176"/>
                  <a:pt x="7009836" y="1101036"/>
                </a:cubicBezTo>
                <a:lnTo>
                  <a:pt x="7026802" y="1172473"/>
                </a:lnTo>
                <a:lnTo>
                  <a:pt x="7127112" y="1172473"/>
                </a:lnTo>
                <a:lnTo>
                  <a:pt x="7100621" y="1081093"/>
                </a:lnTo>
                <a:cubicBezTo>
                  <a:pt x="7095461" y="1062043"/>
                  <a:pt x="7089806" y="1046019"/>
                  <a:pt x="7083655" y="1033021"/>
                </a:cubicBezTo>
                <a:cubicBezTo>
                  <a:pt x="7077503" y="1020024"/>
                  <a:pt x="7069268" y="1009754"/>
                  <a:pt x="7058949" y="1002214"/>
                </a:cubicBezTo>
                <a:cubicBezTo>
                  <a:pt x="7048630" y="994673"/>
                  <a:pt x="7034640" y="989514"/>
                  <a:pt x="7016980" y="986736"/>
                </a:cubicBezTo>
                <a:cubicBezTo>
                  <a:pt x="7044761" y="978798"/>
                  <a:pt x="7065349" y="965999"/>
                  <a:pt x="7078743" y="948338"/>
                </a:cubicBezTo>
                <a:cubicBezTo>
                  <a:pt x="7092138" y="930677"/>
                  <a:pt x="7098835" y="909246"/>
                  <a:pt x="7098835" y="884044"/>
                </a:cubicBezTo>
                <a:cubicBezTo>
                  <a:pt x="7098835" y="856263"/>
                  <a:pt x="7092832" y="834187"/>
                  <a:pt x="7080827" y="817816"/>
                </a:cubicBezTo>
                <a:cubicBezTo>
                  <a:pt x="7068821" y="801445"/>
                  <a:pt x="7052401" y="789687"/>
                  <a:pt x="7031565" y="782543"/>
                </a:cubicBezTo>
                <a:cubicBezTo>
                  <a:pt x="7010729" y="775400"/>
                  <a:pt x="6986916" y="771828"/>
                  <a:pt x="6960127" y="771828"/>
                </a:cubicBezTo>
                <a:close/>
                <a:moveTo>
                  <a:pt x="6504713" y="771828"/>
                </a:moveTo>
                <a:lnTo>
                  <a:pt x="6363029" y="1172473"/>
                </a:lnTo>
                <a:lnTo>
                  <a:pt x="6462148" y="1172473"/>
                </a:lnTo>
                <a:lnTo>
                  <a:pt x="6487152" y="1094190"/>
                </a:lnTo>
                <a:lnTo>
                  <a:pt x="6623180" y="1094190"/>
                </a:lnTo>
                <a:lnTo>
                  <a:pt x="6648184" y="1172473"/>
                </a:lnTo>
                <a:lnTo>
                  <a:pt x="6748196" y="1172473"/>
                </a:lnTo>
                <a:lnTo>
                  <a:pt x="6605023" y="771828"/>
                </a:lnTo>
                <a:close/>
                <a:moveTo>
                  <a:pt x="5532568" y="771828"/>
                </a:moveTo>
                <a:lnTo>
                  <a:pt x="5532568" y="1172473"/>
                </a:lnTo>
                <a:lnTo>
                  <a:pt x="5790041" y="1172473"/>
                </a:lnTo>
                <a:lnTo>
                  <a:pt x="5790041" y="1087939"/>
                </a:lnTo>
                <a:lnTo>
                  <a:pt x="5628116" y="1087939"/>
                </a:lnTo>
                <a:lnTo>
                  <a:pt x="5628116" y="771828"/>
                </a:lnTo>
                <a:close/>
                <a:moveTo>
                  <a:pt x="5247414" y="771828"/>
                </a:moveTo>
                <a:lnTo>
                  <a:pt x="5105729" y="1172473"/>
                </a:lnTo>
                <a:lnTo>
                  <a:pt x="5204848" y="1172473"/>
                </a:lnTo>
                <a:lnTo>
                  <a:pt x="5229852" y="1094190"/>
                </a:lnTo>
                <a:lnTo>
                  <a:pt x="5365880" y="1094190"/>
                </a:lnTo>
                <a:lnTo>
                  <a:pt x="5390884" y="1172473"/>
                </a:lnTo>
                <a:lnTo>
                  <a:pt x="5490896" y="1172473"/>
                </a:lnTo>
                <a:lnTo>
                  <a:pt x="5347723" y="771828"/>
                </a:lnTo>
                <a:close/>
                <a:moveTo>
                  <a:pt x="4703893" y="771828"/>
                </a:moveTo>
                <a:lnTo>
                  <a:pt x="4703893" y="1172473"/>
                </a:lnTo>
                <a:lnTo>
                  <a:pt x="4793190" y="1172473"/>
                </a:lnTo>
                <a:lnTo>
                  <a:pt x="4793190" y="920061"/>
                </a:lnTo>
                <a:lnTo>
                  <a:pt x="4963747" y="1172473"/>
                </a:lnTo>
                <a:lnTo>
                  <a:pt x="5056913" y="1172473"/>
                </a:lnTo>
                <a:lnTo>
                  <a:pt x="5056913" y="771828"/>
                </a:lnTo>
                <a:lnTo>
                  <a:pt x="4966723" y="771828"/>
                </a:lnTo>
                <a:lnTo>
                  <a:pt x="4966723" y="1022157"/>
                </a:lnTo>
                <a:lnTo>
                  <a:pt x="4796763" y="771828"/>
                </a:lnTo>
                <a:close/>
                <a:moveTo>
                  <a:pt x="4065718" y="771828"/>
                </a:moveTo>
                <a:lnTo>
                  <a:pt x="4065718" y="1172473"/>
                </a:lnTo>
                <a:lnTo>
                  <a:pt x="4161266" y="1172473"/>
                </a:lnTo>
                <a:lnTo>
                  <a:pt x="4161266" y="771828"/>
                </a:lnTo>
                <a:close/>
                <a:moveTo>
                  <a:pt x="3710614" y="771828"/>
                </a:moveTo>
                <a:lnTo>
                  <a:pt x="3710614" y="851600"/>
                </a:lnTo>
                <a:lnTo>
                  <a:pt x="3815092" y="851600"/>
                </a:lnTo>
                <a:lnTo>
                  <a:pt x="3815092" y="1172473"/>
                </a:lnTo>
                <a:lnTo>
                  <a:pt x="3910937" y="1172473"/>
                </a:lnTo>
                <a:lnTo>
                  <a:pt x="3910937" y="851600"/>
                </a:lnTo>
                <a:lnTo>
                  <a:pt x="4014521" y="851600"/>
                </a:lnTo>
                <a:lnTo>
                  <a:pt x="4014521" y="771828"/>
                </a:lnTo>
                <a:close/>
                <a:moveTo>
                  <a:pt x="3303718" y="771828"/>
                </a:moveTo>
                <a:lnTo>
                  <a:pt x="3303718" y="1172473"/>
                </a:lnTo>
                <a:lnTo>
                  <a:pt x="3393015" y="1172473"/>
                </a:lnTo>
                <a:lnTo>
                  <a:pt x="3393015" y="920061"/>
                </a:lnTo>
                <a:lnTo>
                  <a:pt x="3563572" y="1172473"/>
                </a:lnTo>
                <a:lnTo>
                  <a:pt x="3656738" y="1172473"/>
                </a:lnTo>
                <a:lnTo>
                  <a:pt x="3656738" y="771828"/>
                </a:lnTo>
                <a:lnTo>
                  <a:pt x="3566549" y="771828"/>
                </a:lnTo>
                <a:lnTo>
                  <a:pt x="3566549" y="1022157"/>
                </a:lnTo>
                <a:lnTo>
                  <a:pt x="3396587" y="771828"/>
                </a:lnTo>
                <a:close/>
                <a:moveTo>
                  <a:pt x="2951293" y="771828"/>
                </a:moveTo>
                <a:lnTo>
                  <a:pt x="2951293" y="1172473"/>
                </a:lnTo>
                <a:lnTo>
                  <a:pt x="3225435" y="1172473"/>
                </a:lnTo>
                <a:lnTo>
                  <a:pt x="3225435" y="1093297"/>
                </a:lnTo>
                <a:lnTo>
                  <a:pt x="3046841" y="1093297"/>
                </a:lnTo>
                <a:lnTo>
                  <a:pt x="3046841" y="1006679"/>
                </a:lnTo>
                <a:lnTo>
                  <a:pt x="3207575" y="1006679"/>
                </a:lnTo>
                <a:lnTo>
                  <a:pt x="3207575" y="930479"/>
                </a:lnTo>
                <a:lnTo>
                  <a:pt x="3046841" y="930479"/>
                </a:lnTo>
                <a:lnTo>
                  <a:pt x="3046841" y="851004"/>
                </a:lnTo>
                <a:lnTo>
                  <a:pt x="3225435" y="851004"/>
                </a:lnTo>
                <a:lnTo>
                  <a:pt x="3225435" y="771828"/>
                </a:lnTo>
                <a:close/>
                <a:moveTo>
                  <a:pt x="2524454" y="771828"/>
                </a:moveTo>
                <a:lnTo>
                  <a:pt x="2657506" y="1172473"/>
                </a:lnTo>
                <a:lnTo>
                  <a:pt x="2770913" y="1172473"/>
                </a:lnTo>
                <a:lnTo>
                  <a:pt x="2907240" y="771828"/>
                </a:lnTo>
                <a:lnTo>
                  <a:pt x="2804549" y="771828"/>
                </a:lnTo>
                <a:lnTo>
                  <a:pt x="2714954" y="1075437"/>
                </a:lnTo>
                <a:lnTo>
                  <a:pt x="2627145" y="771828"/>
                </a:lnTo>
                <a:close/>
                <a:moveTo>
                  <a:pt x="2122618" y="771828"/>
                </a:moveTo>
                <a:lnTo>
                  <a:pt x="2122618" y="1172473"/>
                </a:lnTo>
                <a:lnTo>
                  <a:pt x="2211915" y="1172473"/>
                </a:lnTo>
                <a:lnTo>
                  <a:pt x="2211915" y="920061"/>
                </a:lnTo>
                <a:lnTo>
                  <a:pt x="2382472" y="1172473"/>
                </a:lnTo>
                <a:lnTo>
                  <a:pt x="2475638" y="1172473"/>
                </a:lnTo>
                <a:lnTo>
                  <a:pt x="2475638" y="771828"/>
                </a:lnTo>
                <a:lnTo>
                  <a:pt x="2385449" y="771828"/>
                </a:lnTo>
                <a:lnTo>
                  <a:pt x="2385449" y="1022157"/>
                </a:lnTo>
                <a:lnTo>
                  <a:pt x="2215487" y="771828"/>
                </a:lnTo>
                <a:close/>
                <a:moveTo>
                  <a:pt x="10790665" y="766470"/>
                </a:moveTo>
                <a:cubicBezTo>
                  <a:pt x="10749985" y="766470"/>
                  <a:pt x="10714763" y="774904"/>
                  <a:pt x="10684997" y="791771"/>
                </a:cubicBezTo>
                <a:cubicBezTo>
                  <a:pt x="10655232" y="808638"/>
                  <a:pt x="10632262" y="832500"/>
                  <a:pt x="10616090" y="863357"/>
                </a:cubicBezTo>
                <a:cubicBezTo>
                  <a:pt x="10599917" y="894214"/>
                  <a:pt x="10591830" y="930578"/>
                  <a:pt x="10591831" y="972448"/>
                </a:cubicBezTo>
                <a:cubicBezTo>
                  <a:pt x="10591830" y="1014120"/>
                  <a:pt x="10599917" y="1050335"/>
                  <a:pt x="10616090" y="1081093"/>
                </a:cubicBezTo>
                <a:cubicBezTo>
                  <a:pt x="10632262" y="1111851"/>
                  <a:pt x="10655232" y="1135663"/>
                  <a:pt x="10684997" y="1152530"/>
                </a:cubicBezTo>
                <a:cubicBezTo>
                  <a:pt x="10714763" y="1169397"/>
                  <a:pt x="10749985" y="1177831"/>
                  <a:pt x="10790665" y="1177831"/>
                </a:cubicBezTo>
                <a:cubicBezTo>
                  <a:pt x="10829757" y="1177831"/>
                  <a:pt x="10862946" y="1170439"/>
                  <a:pt x="10890231" y="1155656"/>
                </a:cubicBezTo>
                <a:cubicBezTo>
                  <a:pt x="10917516" y="1140872"/>
                  <a:pt x="10938352" y="1120284"/>
                  <a:pt x="10952739" y="1093892"/>
                </a:cubicBezTo>
                <a:cubicBezTo>
                  <a:pt x="10967126" y="1067500"/>
                  <a:pt x="10974319" y="1036940"/>
                  <a:pt x="10974319" y="1002214"/>
                </a:cubicBezTo>
                <a:lnTo>
                  <a:pt x="10974319" y="957565"/>
                </a:lnTo>
                <a:lnTo>
                  <a:pt x="10791558" y="957565"/>
                </a:lnTo>
                <a:lnTo>
                  <a:pt x="10791558" y="1033468"/>
                </a:lnTo>
                <a:lnTo>
                  <a:pt x="10877581" y="1033468"/>
                </a:lnTo>
                <a:cubicBezTo>
                  <a:pt x="10875994" y="1046366"/>
                  <a:pt x="10871479" y="1057677"/>
                  <a:pt x="10864038" y="1067401"/>
                </a:cubicBezTo>
                <a:cubicBezTo>
                  <a:pt x="10856596" y="1077124"/>
                  <a:pt x="10846675" y="1084714"/>
                  <a:pt x="10834272" y="1090171"/>
                </a:cubicBezTo>
                <a:cubicBezTo>
                  <a:pt x="10821869" y="1095628"/>
                  <a:pt x="10807334" y="1098357"/>
                  <a:pt x="10790665" y="1098357"/>
                </a:cubicBezTo>
                <a:cubicBezTo>
                  <a:pt x="10766258" y="1098357"/>
                  <a:pt x="10746711" y="1092503"/>
                  <a:pt x="10732027" y="1080795"/>
                </a:cubicBezTo>
                <a:cubicBezTo>
                  <a:pt x="10717342" y="1069087"/>
                  <a:pt x="10706676" y="1053609"/>
                  <a:pt x="10700029" y="1034361"/>
                </a:cubicBezTo>
                <a:cubicBezTo>
                  <a:pt x="10693381" y="1015112"/>
                  <a:pt x="10690057" y="994475"/>
                  <a:pt x="10690058" y="972448"/>
                </a:cubicBezTo>
                <a:cubicBezTo>
                  <a:pt x="10690057" y="950223"/>
                  <a:pt x="10693331" y="929586"/>
                  <a:pt x="10699880" y="910536"/>
                </a:cubicBezTo>
                <a:cubicBezTo>
                  <a:pt x="10706428" y="891486"/>
                  <a:pt x="10716895" y="876057"/>
                  <a:pt x="10731283" y="864250"/>
                </a:cubicBezTo>
                <a:cubicBezTo>
                  <a:pt x="10745669" y="852443"/>
                  <a:pt x="10764769" y="846539"/>
                  <a:pt x="10788582" y="846539"/>
                </a:cubicBezTo>
                <a:cubicBezTo>
                  <a:pt x="10805251" y="846539"/>
                  <a:pt x="10819488" y="849020"/>
                  <a:pt x="10831295" y="853981"/>
                </a:cubicBezTo>
                <a:cubicBezTo>
                  <a:pt x="10843102" y="858942"/>
                  <a:pt x="10852429" y="865937"/>
                  <a:pt x="10859275" y="874966"/>
                </a:cubicBezTo>
                <a:cubicBezTo>
                  <a:pt x="10866121" y="883995"/>
                  <a:pt x="10870238" y="894661"/>
                  <a:pt x="10871628" y="906964"/>
                </a:cubicBezTo>
                <a:lnTo>
                  <a:pt x="10970152" y="906964"/>
                </a:lnTo>
                <a:cubicBezTo>
                  <a:pt x="10967771" y="882556"/>
                  <a:pt x="10961024" y="861472"/>
                  <a:pt x="10949911" y="843712"/>
                </a:cubicBezTo>
                <a:cubicBezTo>
                  <a:pt x="10938799" y="825952"/>
                  <a:pt x="10924759" y="811366"/>
                  <a:pt x="10907793" y="799956"/>
                </a:cubicBezTo>
                <a:cubicBezTo>
                  <a:pt x="10890827" y="788546"/>
                  <a:pt x="10872223" y="780113"/>
                  <a:pt x="10851983" y="774656"/>
                </a:cubicBezTo>
                <a:cubicBezTo>
                  <a:pt x="10831742" y="769199"/>
                  <a:pt x="10811302" y="766470"/>
                  <a:pt x="10790665" y="766470"/>
                </a:cubicBezTo>
                <a:close/>
                <a:moveTo>
                  <a:pt x="9712257" y="766470"/>
                </a:moveTo>
                <a:cubicBezTo>
                  <a:pt x="9672172" y="766470"/>
                  <a:pt x="9637396" y="774854"/>
                  <a:pt x="9607928" y="791622"/>
                </a:cubicBezTo>
                <a:cubicBezTo>
                  <a:pt x="9578460" y="808390"/>
                  <a:pt x="9555690" y="832153"/>
                  <a:pt x="9539616" y="862911"/>
                </a:cubicBezTo>
                <a:cubicBezTo>
                  <a:pt x="9523543" y="893668"/>
                  <a:pt x="9515506" y="930181"/>
                  <a:pt x="9515506" y="972448"/>
                </a:cubicBezTo>
                <a:cubicBezTo>
                  <a:pt x="9515506" y="1014517"/>
                  <a:pt x="9523543" y="1050881"/>
                  <a:pt x="9539616" y="1081539"/>
                </a:cubicBezTo>
                <a:cubicBezTo>
                  <a:pt x="9555690" y="1112198"/>
                  <a:pt x="9578460" y="1135911"/>
                  <a:pt x="9607928" y="1152679"/>
                </a:cubicBezTo>
                <a:cubicBezTo>
                  <a:pt x="9637396" y="1169447"/>
                  <a:pt x="9672172" y="1177831"/>
                  <a:pt x="9712257" y="1177831"/>
                </a:cubicBezTo>
                <a:cubicBezTo>
                  <a:pt x="9749563" y="1177831"/>
                  <a:pt x="9781412" y="1171729"/>
                  <a:pt x="9807804" y="1159525"/>
                </a:cubicBezTo>
                <a:cubicBezTo>
                  <a:pt x="9834196" y="1147321"/>
                  <a:pt x="9854784" y="1129660"/>
                  <a:pt x="9869568" y="1106542"/>
                </a:cubicBezTo>
                <a:cubicBezTo>
                  <a:pt x="9884351" y="1083424"/>
                  <a:pt x="9892834" y="1055296"/>
                  <a:pt x="9895018" y="1022157"/>
                </a:cubicBezTo>
                <a:lnTo>
                  <a:pt x="9796493" y="1022157"/>
                </a:lnTo>
                <a:cubicBezTo>
                  <a:pt x="9794509" y="1045969"/>
                  <a:pt x="9786422" y="1064573"/>
                  <a:pt x="9772234" y="1077967"/>
                </a:cubicBezTo>
                <a:cubicBezTo>
                  <a:pt x="9758046" y="1091362"/>
                  <a:pt x="9738053" y="1098059"/>
                  <a:pt x="9712257" y="1098059"/>
                </a:cubicBezTo>
                <a:cubicBezTo>
                  <a:pt x="9688444" y="1098059"/>
                  <a:pt x="9669344" y="1092156"/>
                  <a:pt x="9654958" y="1080349"/>
                </a:cubicBezTo>
                <a:cubicBezTo>
                  <a:pt x="9640571" y="1068542"/>
                  <a:pt x="9630153" y="1053063"/>
                  <a:pt x="9623704" y="1033914"/>
                </a:cubicBezTo>
                <a:cubicBezTo>
                  <a:pt x="9617254" y="1014765"/>
                  <a:pt x="9614030" y="994276"/>
                  <a:pt x="9614030" y="972448"/>
                </a:cubicBezTo>
                <a:cubicBezTo>
                  <a:pt x="9614030" y="950422"/>
                  <a:pt x="9617254" y="929883"/>
                  <a:pt x="9623704" y="910833"/>
                </a:cubicBezTo>
                <a:cubicBezTo>
                  <a:pt x="9630153" y="891783"/>
                  <a:pt x="9640571" y="876305"/>
                  <a:pt x="9654958" y="864399"/>
                </a:cubicBezTo>
                <a:cubicBezTo>
                  <a:pt x="9669344" y="852493"/>
                  <a:pt x="9688444" y="846539"/>
                  <a:pt x="9712257" y="846539"/>
                </a:cubicBezTo>
                <a:cubicBezTo>
                  <a:pt x="9727536" y="846539"/>
                  <a:pt x="9741129" y="849020"/>
                  <a:pt x="9753036" y="853981"/>
                </a:cubicBezTo>
                <a:cubicBezTo>
                  <a:pt x="9764942" y="858942"/>
                  <a:pt x="9774616" y="866334"/>
                  <a:pt x="9782057" y="876156"/>
                </a:cubicBezTo>
                <a:cubicBezTo>
                  <a:pt x="9789499" y="885979"/>
                  <a:pt x="9794310" y="898233"/>
                  <a:pt x="9796493" y="912917"/>
                </a:cubicBezTo>
                <a:lnTo>
                  <a:pt x="9894720" y="912917"/>
                </a:lnTo>
                <a:cubicBezTo>
                  <a:pt x="9893728" y="881564"/>
                  <a:pt x="9884947" y="854973"/>
                  <a:pt x="9868377" y="833145"/>
                </a:cubicBezTo>
                <a:cubicBezTo>
                  <a:pt x="9851808" y="811317"/>
                  <a:pt x="9829880" y="794747"/>
                  <a:pt x="9802595" y="783436"/>
                </a:cubicBezTo>
                <a:cubicBezTo>
                  <a:pt x="9775310" y="772126"/>
                  <a:pt x="9745197" y="766470"/>
                  <a:pt x="9712257" y="766470"/>
                </a:cubicBezTo>
                <a:close/>
                <a:moveTo>
                  <a:pt x="7740582" y="766470"/>
                </a:moveTo>
                <a:cubicBezTo>
                  <a:pt x="7698711" y="766470"/>
                  <a:pt x="7663092" y="774854"/>
                  <a:pt x="7633723" y="791622"/>
                </a:cubicBezTo>
                <a:cubicBezTo>
                  <a:pt x="7604354" y="808390"/>
                  <a:pt x="7582030" y="832153"/>
                  <a:pt x="7566751" y="862911"/>
                </a:cubicBezTo>
                <a:cubicBezTo>
                  <a:pt x="7551471" y="893668"/>
                  <a:pt x="7543831" y="930181"/>
                  <a:pt x="7543831" y="972448"/>
                </a:cubicBezTo>
                <a:cubicBezTo>
                  <a:pt x="7543831" y="1014517"/>
                  <a:pt x="7551471" y="1050881"/>
                  <a:pt x="7566751" y="1081539"/>
                </a:cubicBezTo>
                <a:cubicBezTo>
                  <a:pt x="7582030" y="1112198"/>
                  <a:pt x="7604354" y="1135911"/>
                  <a:pt x="7633723" y="1152679"/>
                </a:cubicBezTo>
                <a:cubicBezTo>
                  <a:pt x="7663092" y="1169447"/>
                  <a:pt x="7698711" y="1177831"/>
                  <a:pt x="7740582" y="1177831"/>
                </a:cubicBezTo>
                <a:cubicBezTo>
                  <a:pt x="7782452" y="1177831"/>
                  <a:pt x="7818022" y="1169447"/>
                  <a:pt x="7847292" y="1152679"/>
                </a:cubicBezTo>
                <a:cubicBezTo>
                  <a:pt x="7876561" y="1135911"/>
                  <a:pt x="7898836" y="1112198"/>
                  <a:pt x="7914116" y="1081539"/>
                </a:cubicBezTo>
                <a:cubicBezTo>
                  <a:pt x="7929395" y="1050881"/>
                  <a:pt x="7937035" y="1014517"/>
                  <a:pt x="7937035" y="972448"/>
                </a:cubicBezTo>
                <a:cubicBezTo>
                  <a:pt x="7937035" y="930181"/>
                  <a:pt x="7929395" y="893668"/>
                  <a:pt x="7914116" y="862911"/>
                </a:cubicBezTo>
                <a:cubicBezTo>
                  <a:pt x="7898836" y="832153"/>
                  <a:pt x="7876561" y="808390"/>
                  <a:pt x="7847292" y="791622"/>
                </a:cubicBezTo>
                <a:cubicBezTo>
                  <a:pt x="7818022" y="774854"/>
                  <a:pt x="7782452" y="766470"/>
                  <a:pt x="7740582" y="766470"/>
                </a:cubicBezTo>
                <a:close/>
                <a:moveTo>
                  <a:pt x="6149907" y="766470"/>
                </a:moveTo>
                <a:cubicBezTo>
                  <a:pt x="6109822" y="766470"/>
                  <a:pt x="6075046" y="774854"/>
                  <a:pt x="6045579" y="791622"/>
                </a:cubicBezTo>
                <a:cubicBezTo>
                  <a:pt x="6016111" y="808390"/>
                  <a:pt x="5993340" y="832153"/>
                  <a:pt x="5977266" y="862911"/>
                </a:cubicBezTo>
                <a:cubicBezTo>
                  <a:pt x="5961193" y="893668"/>
                  <a:pt x="5953157" y="930181"/>
                  <a:pt x="5953157" y="972448"/>
                </a:cubicBezTo>
                <a:cubicBezTo>
                  <a:pt x="5953157" y="1014517"/>
                  <a:pt x="5961193" y="1050881"/>
                  <a:pt x="5977266" y="1081539"/>
                </a:cubicBezTo>
                <a:cubicBezTo>
                  <a:pt x="5993340" y="1112198"/>
                  <a:pt x="6016111" y="1135911"/>
                  <a:pt x="6045579" y="1152679"/>
                </a:cubicBezTo>
                <a:cubicBezTo>
                  <a:pt x="6075046" y="1169447"/>
                  <a:pt x="6109822" y="1177831"/>
                  <a:pt x="6149907" y="1177831"/>
                </a:cubicBezTo>
                <a:cubicBezTo>
                  <a:pt x="6187213" y="1177831"/>
                  <a:pt x="6219062" y="1171729"/>
                  <a:pt x="6245455" y="1159525"/>
                </a:cubicBezTo>
                <a:cubicBezTo>
                  <a:pt x="6271847" y="1147321"/>
                  <a:pt x="6292434" y="1129660"/>
                  <a:pt x="6307218" y="1106542"/>
                </a:cubicBezTo>
                <a:cubicBezTo>
                  <a:pt x="6322002" y="1083424"/>
                  <a:pt x="6330485" y="1055296"/>
                  <a:pt x="6332668" y="1022157"/>
                </a:cubicBezTo>
                <a:lnTo>
                  <a:pt x="6234144" y="1022157"/>
                </a:lnTo>
                <a:cubicBezTo>
                  <a:pt x="6232159" y="1045969"/>
                  <a:pt x="6224073" y="1064573"/>
                  <a:pt x="6209885" y="1077967"/>
                </a:cubicBezTo>
                <a:cubicBezTo>
                  <a:pt x="6195696" y="1091362"/>
                  <a:pt x="6175704" y="1098059"/>
                  <a:pt x="6149907" y="1098059"/>
                </a:cubicBezTo>
                <a:cubicBezTo>
                  <a:pt x="6126095" y="1098059"/>
                  <a:pt x="6106995" y="1092156"/>
                  <a:pt x="6092608" y="1080349"/>
                </a:cubicBezTo>
                <a:cubicBezTo>
                  <a:pt x="6078221" y="1068542"/>
                  <a:pt x="6067803" y="1053063"/>
                  <a:pt x="6061354" y="1033914"/>
                </a:cubicBezTo>
                <a:cubicBezTo>
                  <a:pt x="6054905" y="1014765"/>
                  <a:pt x="6051680" y="994276"/>
                  <a:pt x="6051680" y="972448"/>
                </a:cubicBezTo>
                <a:cubicBezTo>
                  <a:pt x="6051680" y="950422"/>
                  <a:pt x="6054905" y="929883"/>
                  <a:pt x="6061354" y="910833"/>
                </a:cubicBezTo>
                <a:cubicBezTo>
                  <a:pt x="6067803" y="891783"/>
                  <a:pt x="6078221" y="876305"/>
                  <a:pt x="6092608" y="864399"/>
                </a:cubicBezTo>
                <a:cubicBezTo>
                  <a:pt x="6106995" y="852493"/>
                  <a:pt x="6126095" y="846539"/>
                  <a:pt x="6149907" y="846539"/>
                </a:cubicBezTo>
                <a:cubicBezTo>
                  <a:pt x="6165186" y="846539"/>
                  <a:pt x="6178780" y="849020"/>
                  <a:pt x="6190686" y="853981"/>
                </a:cubicBezTo>
                <a:cubicBezTo>
                  <a:pt x="6202592" y="858942"/>
                  <a:pt x="6212266" y="866334"/>
                  <a:pt x="6219707" y="876156"/>
                </a:cubicBezTo>
                <a:cubicBezTo>
                  <a:pt x="6227149" y="885979"/>
                  <a:pt x="6231961" y="898233"/>
                  <a:pt x="6234144" y="912917"/>
                </a:cubicBezTo>
                <a:lnTo>
                  <a:pt x="6332370" y="912917"/>
                </a:lnTo>
                <a:cubicBezTo>
                  <a:pt x="6331378" y="881564"/>
                  <a:pt x="6322597" y="854973"/>
                  <a:pt x="6306028" y="833145"/>
                </a:cubicBezTo>
                <a:cubicBezTo>
                  <a:pt x="6289458" y="811317"/>
                  <a:pt x="6267531" y="794747"/>
                  <a:pt x="6240246" y="783436"/>
                </a:cubicBezTo>
                <a:cubicBezTo>
                  <a:pt x="6212960" y="772126"/>
                  <a:pt x="6182847" y="766470"/>
                  <a:pt x="6149907" y="766470"/>
                </a:cubicBezTo>
                <a:close/>
                <a:moveTo>
                  <a:pt x="4435407" y="766470"/>
                </a:moveTo>
                <a:cubicBezTo>
                  <a:pt x="4393537" y="766470"/>
                  <a:pt x="4357917" y="774854"/>
                  <a:pt x="4328548" y="791622"/>
                </a:cubicBezTo>
                <a:cubicBezTo>
                  <a:pt x="4299180" y="808390"/>
                  <a:pt x="4276855" y="832153"/>
                  <a:pt x="4261576" y="862911"/>
                </a:cubicBezTo>
                <a:cubicBezTo>
                  <a:pt x="4246296" y="893668"/>
                  <a:pt x="4238656" y="930181"/>
                  <a:pt x="4238656" y="972448"/>
                </a:cubicBezTo>
                <a:cubicBezTo>
                  <a:pt x="4238656" y="1014517"/>
                  <a:pt x="4246296" y="1050881"/>
                  <a:pt x="4261576" y="1081539"/>
                </a:cubicBezTo>
                <a:cubicBezTo>
                  <a:pt x="4276855" y="1112198"/>
                  <a:pt x="4299180" y="1135911"/>
                  <a:pt x="4328548" y="1152679"/>
                </a:cubicBezTo>
                <a:cubicBezTo>
                  <a:pt x="4357917" y="1169447"/>
                  <a:pt x="4393537" y="1177831"/>
                  <a:pt x="4435407" y="1177831"/>
                </a:cubicBezTo>
                <a:cubicBezTo>
                  <a:pt x="4477277" y="1177831"/>
                  <a:pt x="4512847" y="1169447"/>
                  <a:pt x="4542117" y="1152679"/>
                </a:cubicBezTo>
                <a:cubicBezTo>
                  <a:pt x="4571386" y="1135911"/>
                  <a:pt x="4593661" y="1112198"/>
                  <a:pt x="4608941" y="1081539"/>
                </a:cubicBezTo>
                <a:cubicBezTo>
                  <a:pt x="4624220" y="1050881"/>
                  <a:pt x="4631861" y="1014517"/>
                  <a:pt x="4631861" y="972448"/>
                </a:cubicBezTo>
                <a:cubicBezTo>
                  <a:pt x="4631861" y="930181"/>
                  <a:pt x="4624220" y="893668"/>
                  <a:pt x="4608941" y="862911"/>
                </a:cubicBezTo>
                <a:cubicBezTo>
                  <a:pt x="4593661" y="832153"/>
                  <a:pt x="4571386" y="808390"/>
                  <a:pt x="4542117" y="791622"/>
                </a:cubicBezTo>
                <a:cubicBezTo>
                  <a:pt x="4512847" y="774854"/>
                  <a:pt x="4477277" y="766470"/>
                  <a:pt x="4435407" y="766470"/>
                </a:cubicBezTo>
                <a:close/>
                <a:moveTo>
                  <a:pt x="1854132" y="766470"/>
                </a:moveTo>
                <a:cubicBezTo>
                  <a:pt x="1812262" y="766470"/>
                  <a:pt x="1776642" y="774854"/>
                  <a:pt x="1747274" y="791622"/>
                </a:cubicBezTo>
                <a:cubicBezTo>
                  <a:pt x="1717905" y="808390"/>
                  <a:pt x="1695580" y="832153"/>
                  <a:pt x="1680301" y="862911"/>
                </a:cubicBezTo>
                <a:cubicBezTo>
                  <a:pt x="1665021" y="893668"/>
                  <a:pt x="1657381" y="930181"/>
                  <a:pt x="1657381" y="972448"/>
                </a:cubicBezTo>
                <a:cubicBezTo>
                  <a:pt x="1657381" y="1014517"/>
                  <a:pt x="1665021" y="1050881"/>
                  <a:pt x="1680301" y="1081539"/>
                </a:cubicBezTo>
                <a:cubicBezTo>
                  <a:pt x="1695580" y="1112198"/>
                  <a:pt x="1717905" y="1135911"/>
                  <a:pt x="1747274" y="1152679"/>
                </a:cubicBezTo>
                <a:cubicBezTo>
                  <a:pt x="1776642" y="1169447"/>
                  <a:pt x="1812262" y="1177831"/>
                  <a:pt x="1854132" y="1177831"/>
                </a:cubicBezTo>
                <a:cubicBezTo>
                  <a:pt x="1896002" y="1177831"/>
                  <a:pt x="1931572" y="1169447"/>
                  <a:pt x="1960842" y="1152679"/>
                </a:cubicBezTo>
                <a:cubicBezTo>
                  <a:pt x="1990111" y="1135911"/>
                  <a:pt x="2012386" y="1112198"/>
                  <a:pt x="2027666" y="1081539"/>
                </a:cubicBezTo>
                <a:cubicBezTo>
                  <a:pt x="2042945" y="1050881"/>
                  <a:pt x="2050585" y="1014517"/>
                  <a:pt x="2050585" y="972448"/>
                </a:cubicBezTo>
                <a:cubicBezTo>
                  <a:pt x="2050585" y="930181"/>
                  <a:pt x="2042945" y="893668"/>
                  <a:pt x="2027666" y="862911"/>
                </a:cubicBezTo>
                <a:cubicBezTo>
                  <a:pt x="2012386" y="832153"/>
                  <a:pt x="1990111" y="808390"/>
                  <a:pt x="1960842" y="791622"/>
                </a:cubicBezTo>
                <a:cubicBezTo>
                  <a:pt x="1931572" y="774854"/>
                  <a:pt x="1896002" y="766470"/>
                  <a:pt x="1854132" y="766470"/>
                </a:cubicBezTo>
                <a:close/>
                <a:moveTo>
                  <a:pt x="1415982" y="766470"/>
                </a:moveTo>
                <a:cubicBezTo>
                  <a:pt x="1375898" y="766470"/>
                  <a:pt x="1341122" y="774854"/>
                  <a:pt x="1311654" y="791622"/>
                </a:cubicBezTo>
                <a:cubicBezTo>
                  <a:pt x="1282186" y="808390"/>
                  <a:pt x="1259415" y="832153"/>
                  <a:pt x="1243342" y="862911"/>
                </a:cubicBezTo>
                <a:cubicBezTo>
                  <a:pt x="1227268" y="893668"/>
                  <a:pt x="1219231" y="930181"/>
                  <a:pt x="1219231" y="972448"/>
                </a:cubicBezTo>
                <a:cubicBezTo>
                  <a:pt x="1219231" y="1014517"/>
                  <a:pt x="1227268" y="1050881"/>
                  <a:pt x="1243342" y="1081539"/>
                </a:cubicBezTo>
                <a:cubicBezTo>
                  <a:pt x="1259415" y="1112198"/>
                  <a:pt x="1282186" y="1135911"/>
                  <a:pt x="1311654" y="1152679"/>
                </a:cubicBezTo>
                <a:cubicBezTo>
                  <a:pt x="1341122" y="1169447"/>
                  <a:pt x="1375898" y="1177831"/>
                  <a:pt x="1415982" y="1177831"/>
                </a:cubicBezTo>
                <a:cubicBezTo>
                  <a:pt x="1453288" y="1177831"/>
                  <a:pt x="1485137" y="1171729"/>
                  <a:pt x="1511530" y="1159525"/>
                </a:cubicBezTo>
                <a:cubicBezTo>
                  <a:pt x="1537922" y="1147321"/>
                  <a:pt x="1558510" y="1129660"/>
                  <a:pt x="1573294" y="1106542"/>
                </a:cubicBezTo>
                <a:cubicBezTo>
                  <a:pt x="1588077" y="1083424"/>
                  <a:pt x="1596560" y="1055296"/>
                  <a:pt x="1598743" y="1022157"/>
                </a:cubicBezTo>
                <a:lnTo>
                  <a:pt x="1500219" y="1022157"/>
                </a:lnTo>
                <a:cubicBezTo>
                  <a:pt x="1498235" y="1045969"/>
                  <a:pt x="1490148" y="1064573"/>
                  <a:pt x="1475960" y="1077967"/>
                </a:cubicBezTo>
                <a:cubicBezTo>
                  <a:pt x="1461772" y="1091362"/>
                  <a:pt x="1441779" y="1098059"/>
                  <a:pt x="1415982" y="1098059"/>
                </a:cubicBezTo>
                <a:cubicBezTo>
                  <a:pt x="1392170" y="1098059"/>
                  <a:pt x="1373070" y="1092156"/>
                  <a:pt x="1358683" y="1080349"/>
                </a:cubicBezTo>
                <a:cubicBezTo>
                  <a:pt x="1344297" y="1068542"/>
                  <a:pt x="1333879" y="1053063"/>
                  <a:pt x="1327429" y="1033914"/>
                </a:cubicBezTo>
                <a:cubicBezTo>
                  <a:pt x="1320980" y="1014765"/>
                  <a:pt x="1317756" y="994276"/>
                  <a:pt x="1317756" y="972448"/>
                </a:cubicBezTo>
                <a:cubicBezTo>
                  <a:pt x="1317756" y="950422"/>
                  <a:pt x="1320980" y="929883"/>
                  <a:pt x="1327429" y="910833"/>
                </a:cubicBezTo>
                <a:cubicBezTo>
                  <a:pt x="1333879" y="891783"/>
                  <a:pt x="1344297" y="876305"/>
                  <a:pt x="1358683" y="864399"/>
                </a:cubicBezTo>
                <a:cubicBezTo>
                  <a:pt x="1373070" y="852493"/>
                  <a:pt x="1392170" y="846539"/>
                  <a:pt x="1415982" y="846539"/>
                </a:cubicBezTo>
                <a:cubicBezTo>
                  <a:pt x="1431262" y="846539"/>
                  <a:pt x="1444855" y="849020"/>
                  <a:pt x="1456761" y="853981"/>
                </a:cubicBezTo>
                <a:cubicBezTo>
                  <a:pt x="1468667" y="858942"/>
                  <a:pt x="1478341" y="866334"/>
                  <a:pt x="1485783" y="876156"/>
                </a:cubicBezTo>
                <a:cubicBezTo>
                  <a:pt x="1493224" y="885979"/>
                  <a:pt x="1498036" y="898233"/>
                  <a:pt x="1500219" y="912917"/>
                </a:cubicBezTo>
                <a:lnTo>
                  <a:pt x="1598446" y="912917"/>
                </a:lnTo>
                <a:cubicBezTo>
                  <a:pt x="1597453" y="881564"/>
                  <a:pt x="1588672" y="854973"/>
                  <a:pt x="1572103" y="833145"/>
                </a:cubicBezTo>
                <a:cubicBezTo>
                  <a:pt x="1555533" y="811317"/>
                  <a:pt x="1533606" y="794747"/>
                  <a:pt x="1506321" y="783436"/>
                </a:cubicBezTo>
                <a:cubicBezTo>
                  <a:pt x="1479036" y="772126"/>
                  <a:pt x="1448923" y="766470"/>
                  <a:pt x="1415982" y="766470"/>
                </a:cubicBezTo>
                <a:close/>
                <a:moveTo>
                  <a:pt x="0" y="0"/>
                </a:moveTo>
                <a:lnTo>
                  <a:pt x="12192000" y="0"/>
                </a:lnTo>
                <a:lnTo>
                  <a:pt x="12192000" y="7153835"/>
                </a:lnTo>
                <a:lnTo>
                  <a:pt x="0" y="7153835"/>
                </a:lnTo>
                <a:close/>
              </a:path>
            </a:pathLst>
          </a:cu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extBox 4">
            <a:extLst>
              <a:ext uri="{FF2B5EF4-FFF2-40B4-BE49-F238E27FC236}">
                <a16:creationId xmlns:a16="http://schemas.microsoft.com/office/drawing/2014/main" id="{42654D0C-BF00-34F3-EFBC-B7BC1BBBFF95}"/>
              </a:ext>
            </a:extLst>
          </p:cNvPr>
          <p:cNvSpPr txBox="1"/>
          <p:nvPr/>
        </p:nvSpPr>
        <p:spPr>
          <a:xfrm>
            <a:off x="505555" y="1840354"/>
            <a:ext cx="5417713" cy="369332"/>
          </a:xfrm>
          <a:prstGeom prst="rect">
            <a:avLst/>
          </a:prstGeom>
          <a:noFill/>
        </p:spPr>
        <p:txBody>
          <a:bodyPr wrap="square" lIns="91440" tIns="45720" rIns="91440" bIns="45720" rtlCol="0" anchor="t">
            <a:spAutoFit/>
          </a:bodyPr>
          <a:lstStyle/>
          <a:p>
            <a:pPr algn="ctr"/>
            <a:r>
              <a:rPr lang="en-US" sz="1800" b="1" u="sng" dirty="0">
                <a:solidFill>
                  <a:srgbClr val="012903"/>
                </a:solidFill>
                <a:latin typeface="Aptos Display"/>
              </a:rPr>
              <a:t>Global Total Carbon Price 2015-2021 (USD 2023)</a:t>
            </a:r>
            <a:endParaRPr lang="en-US" sz="1600" u="sng" dirty="0">
              <a:solidFill>
                <a:srgbClr val="012903"/>
              </a:solidFill>
            </a:endParaRPr>
          </a:p>
        </p:txBody>
      </p:sp>
      <p:pic>
        <p:nvPicPr>
          <p:cNvPr id="7" name="Picture 6">
            <a:extLst>
              <a:ext uri="{FF2B5EF4-FFF2-40B4-BE49-F238E27FC236}">
                <a16:creationId xmlns:a16="http://schemas.microsoft.com/office/drawing/2014/main" id="{ACAC298D-20E4-AFFB-0FD7-BB4388CF1CB5}"/>
              </a:ext>
            </a:extLst>
          </p:cNvPr>
          <p:cNvPicPr>
            <a:picLocks noChangeAspect="1"/>
          </p:cNvPicPr>
          <p:nvPr/>
        </p:nvPicPr>
        <p:blipFill>
          <a:blip r:embed="rId3"/>
          <a:stretch>
            <a:fillRect/>
          </a:stretch>
        </p:blipFill>
        <p:spPr>
          <a:xfrm>
            <a:off x="1065185" y="2377294"/>
            <a:ext cx="4298457" cy="3633138"/>
          </a:xfrm>
          <a:prstGeom prst="rect">
            <a:avLst/>
          </a:prstGeom>
        </p:spPr>
      </p:pic>
      <p:sp>
        <p:nvSpPr>
          <p:cNvPr id="9" name="TextBox 8">
            <a:extLst>
              <a:ext uri="{FF2B5EF4-FFF2-40B4-BE49-F238E27FC236}">
                <a16:creationId xmlns:a16="http://schemas.microsoft.com/office/drawing/2014/main" id="{3519C9AB-37EF-A59F-7647-688157992BAB}"/>
              </a:ext>
            </a:extLst>
          </p:cNvPr>
          <p:cNvSpPr txBox="1"/>
          <p:nvPr/>
        </p:nvSpPr>
        <p:spPr>
          <a:xfrm>
            <a:off x="391483" y="6208818"/>
            <a:ext cx="5645859" cy="276999"/>
          </a:xfrm>
          <a:prstGeom prst="rect">
            <a:avLst/>
          </a:prstGeom>
          <a:noFill/>
        </p:spPr>
        <p:txBody>
          <a:bodyPr wrap="square" lIns="91440" tIns="45720" rIns="91440" bIns="45720" rtlCol="0" anchor="t">
            <a:spAutoFit/>
          </a:bodyPr>
          <a:lstStyle/>
          <a:p>
            <a:pPr algn="ctr"/>
            <a:r>
              <a:rPr lang="en-US" sz="1200" dirty="0">
                <a:solidFill>
                  <a:schemeClr val="tx1"/>
                </a:solidFill>
                <a:latin typeface="+mn-lt"/>
              </a:rPr>
              <a:t>Source: </a:t>
            </a:r>
            <a:r>
              <a:rPr lang="en-US" sz="1200" dirty="0">
                <a:solidFill>
                  <a:schemeClr val="tx1"/>
                </a:solidFill>
                <a:latin typeface="+mn-lt"/>
                <a:hlinkClick r:id="rId4">
                  <a:extLst>
                    <a:ext uri="{A12FA001-AC4F-418D-AE19-62706E023703}">
                      <ahyp:hlinkClr xmlns:ahyp="http://schemas.microsoft.com/office/drawing/2018/hyperlinkcolor" val="tx"/>
                    </a:ext>
                  </a:extLst>
                </a:hlinkClick>
              </a:rPr>
              <a:t>WB</a:t>
            </a:r>
            <a:r>
              <a:rPr lang="en-US" sz="1200" dirty="0">
                <a:solidFill>
                  <a:schemeClr val="tx1"/>
                </a:solidFill>
                <a:latin typeface="+mn-lt"/>
              </a:rPr>
              <a:t> (2024)</a:t>
            </a:r>
            <a:endParaRPr lang="en-US" sz="1200" i="1" dirty="0">
              <a:solidFill>
                <a:schemeClr val="tx1"/>
              </a:solidFill>
              <a:latin typeface="+mn-lt"/>
            </a:endParaRPr>
          </a:p>
        </p:txBody>
      </p:sp>
      <p:sp>
        <p:nvSpPr>
          <p:cNvPr id="11" name="Content Placeholder 2">
            <a:extLst>
              <a:ext uri="{FF2B5EF4-FFF2-40B4-BE49-F238E27FC236}">
                <a16:creationId xmlns:a16="http://schemas.microsoft.com/office/drawing/2014/main" id="{FB8606ED-E45C-6D84-DCF5-43560D922F71}"/>
              </a:ext>
            </a:extLst>
          </p:cNvPr>
          <p:cNvSpPr txBox="1">
            <a:spLocks/>
          </p:cNvSpPr>
          <p:nvPr/>
        </p:nvSpPr>
        <p:spPr>
          <a:xfrm>
            <a:off x="6519864" y="2377294"/>
            <a:ext cx="4515911" cy="1634034"/>
          </a:xfrm>
          <a:prstGeom prst="rect">
            <a:avLst/>
          </a:prstGeom>
        </p:spPr>
        <p:txBody>
          <a:bodyPr vert="horz" lIns="0" tIns="0" rIns="0" bIns="0" rtlCol="0" anchor="t">
            <a:noAutofit/>
          </a:bodyPr>
          <a:lstStyle>
            <a:lvl1pPr marL="228600" indent="-228600" algn="l" defTabSz="914400" rtl="0" eaLnBrk="1" latinLnBrk="0" hangingPunct="1">
              <a:lnSpc>
                <a:spcPct val="150000"/>
              </a:lnSpc>
              <a:spcBef>
                <a:spcPts val="0"/>
              </a:spcBef>
              <a:buFont typeface="Arial" panose="020B0604020202020204" pitchFamily="34" charset="0"/>
              <a:buChar char="•"/>
              <a:defRPr sz="2800" kern="1200">
                <a:solidFill>
                  <a:srgbClr val="012903"/>
                </a:solidFill>
                <a:latin typeface="Aptos Light" panose="020B0004020202020204" pitchFamily="34" charset="0"/>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a:solidFill>
                  <a:srgbClr val="356D18"/>
                </a:solidFill>
                <a:latin typeface="Aptos Light" panose="020B0004020202020204" pitchFamily="34" charset="0"/>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a:solidFill>
                  <a:srgbClr val="356D18"/>
                </a:solidFill>
                <a:latin typeface="Aptos Light" panose="020B0004020202020204" pitchFamily="34" charset="0"/>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a:solidFill>
                  <a:srgbClr val="356D18"/>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Tx/>
              <a:buNone/>
            </a:pPr>
            <a:r>
              <a:rPr lang="en-GB" sz="1600" b="1" dirty="0">
                <a:latin typeface="Aptos" panose="020B0004020202020204" pitchFamily="34" charset="0"/>
                <a:cs typeface="Arial"/>
              </a:rPr>
              <a:t>Existing carbon price incentives, even if they include indirect carbon pricing, are insufficient to deliver the transformational changes needed to meet the Paris Agreement goals.</a:t>
            </a:r>
          </a:p>
          <a:p>
            <a:pPr marL="0" indent="0" algn="ctr">
              <a:buClrTx/>
              <a:buNone/>
            </a:pPr>
            <a:r>
              <a:rPr lang="en-GB" sz="1600" b="1" dirty="0">
                <a:latin typeface="Aptos" panose="020B0004020202020204" pitchFamily="34" charset="0"/>
                <a:cs typeface="Arial"/>
              </a:rPr>
              <a:t> (</a:t>
            </a:r>
            <a:r>
              <a:rPr lang="en-GB" sz="1600" b="1" dirty="0">
                <a:latin typeface="Aptos" panose="020B0004020202020204" pitchFamily="34" charset="0"/>
              </a:rPr>
              <a:t>WB, 2024).</a:t>
            </a:r>
          </a:p>
          <a:p>
            <a:pPr marL="0" indent="0" algn="ctr">
              <a:lnSpc>
                <a:spcPct val="100000"/>
              </a:lnSpc>
              <a:buClrTx/>
              <a:buNone/>
            </a:pPr>
            <a:endParaRPr lang="en-GB" sz="1600" b="1" dirty="0">
              <a:solidFill>
                <a:schemeClr val="tx1"/>
              </a:solidFill>
            </a:endParaRPr>
          </a:p>
        </p:txBody>
      </p:sp>
    </p:spTree>
    <p:extLst>
      <p:ext uri="{BB962C8B-B14F-4D97-AF65-F5344CB8AC3E}">
        <p14:creationId xmlns:p14="http://schemas.microsoft.com/office/powerpoint/2010/main" val="34833297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4744-2C2D-96A8-B2BD-901FC6FFA394}"/>
              </a:ext>
            </a:extLst>
          </p:cNvPr>
          <p:cNvSpPr>
            <a:spLocks noGrp="1"/>
          </p:cNvSpPr>
          <p:nvPr>
            <p:ph type="ctrTitle"/>
          </p:nvPr>
        </p:nvSpPr>
        <p:spPr>
          <a:xfrm>
            <a:off x="430049" y="1722361"/>
            <a:ext cx="4276422" cy="1066818"/>
          </a:xfrm>
        </p:spPr>
        <p:txBody>
          <a:bodyPr>
            <a:normAutofit fontScale="90000"/>
          </a:bodyPr>
          <a:lstStyle/>
          <a:p>
            <a:r>
              <a:rPr lang="en-US" dirty="0">
                <a:solidFill>
                  <a:srgbClr val="FFC6B1"/>
                </a:solidFill>
              </a:rPr>
              <a:t>Rethinking Carbon Pricing</a:t>
            </a:r>
          </a:p>
        </p:txBody>
      </p:sp>
      <p:sp>
        <p:nvSpPr>
          <p:cNvPr id="3" name="Content Placeholder 2">
            <a:extLst>
              <a:ext uri="{FF2B5EF4-FFF2-40B4-BE49-F238E27FC236}">
                <a16:creationId xmlns:a16="http://schemas.microsoft.com/office/drawing/2014/main" id="{AB5FA7EC-B336-13BB-AB6B-6DEF3873CD2B}"/>
              </a:ext>
            </a:extLst>
          </p:cNvPr>
          <p:cNvSpPr>
            <a:spLocks noGrp="1"/>
          </p:cNvSpPr>
          <p:nvPr>
            <p:ph type="subTitle" idx="1"/>
          </p:nvPr>
        </p:nvSpPr>
        <p:spPr>
          <a:xfrm>
            <a:off x="4935396" y="800797"/>
            <a:ext cx="6826555" cy="3268024"/>
          </a:xfrm>
        </p:spPr>
        <p:txBody>
          <a:bodyPr vert="horz" lIns="0" tIns="0" rIns="0" bIns="0" rtlCol="0" anchor="t">
            <a:noAutofit/>
          </a:bodyPr>
          <a:lstStyle/>
          <a:p>
            <a:r>
              <a:rPr lang="en-US" sz="2000" dirty="0">
                <a:solidFill>
                  <a:srgbClr val="B2DCEA"/>
                </a:solidFill>
              </a:rPr>
              <a:t>Four Functions of Carbon Pricing:</a:t>
            </a:r>
          </a:p>
          <a:p>
            <a:pPr marL="914400" lvl="1" indent="-457200" algn="l">
              <a:lnSpc>
                <a:spcPct val="100000"/>
              </a:lnSpc>
              <a:buFont typeface="+mj-lt"/>
              <a:buAutoNum type="arabicPeriod"/>
            </a:pPr>
            <a:r>
              <a:rPr lang="en-GB" dirty="0">
                <a:solidFill>
                  <a:schemeClr val="tx1"/>
                </a:solidFill>
              </a:rPr>
              <a:t>Transition: Scale Up Renewable Energy (RE)</a:t>
            </a:r>
          </a:p>
          <a:p>
            <a:pPr marL="914400" lvl="1" indent="-457200" algn="l">
              <a:lnSpc>
                <a:spcPct val="100000"/>
              </a:lnSpc>
              <a:buFont typeface="+mj-lt"/>
              <a:buAutoNum type="arabicPeriod"/>
            </a:pPr>
            <a:r>
              <a:rPr lang="en-GB" dirty="0">
                <a:solidFill>
                  <a:schemeClr val="tx1"/>
                </a:solidFill>
              </a:rPr>
              <a:t>Transition: Scale Down Fossil Fuels (FF)</a:t>
            </a:r>
          </a:p>
          <a:p>
            <a:pPr marL="914400" lvl="1" indent="-457200" algn="l">
              <a:lnSpc>
                <a:spcPct val="100000"/>
              </a:lnSpc>
              <a:buFont typeface="+mj-lt"/>
              <a:buAutoNum type="arabicPeriod"/>
            </a:pPr>
            <a:r>
              <a:rPr lang="en-GB" dirty="0">
                <a:solidFill>
                  <a:schemeClr val="tx1"/>
                </a:solidFill>
              </a:rPr>
              <a:t>Polluter Pays</a:t>
            </a:r>
          </a:p>
          <a:p>
            <a:pPr marL="914400" lvl="1" indent="-457200" algn="l">
              <a:lnSpc>
                <a:spcPct val="100000"/>
              </a:lnSpc>
              <a:buFont typeface="+mj-lt"/>
              <a:buAutoNum type="arabicPeriod"/>
            </a:pPr>
            <a:r>
              <a:rPr lang="en-GB" dirty="0">
                <a:solidFill>
                  <a:schemeClr val="tx1"/>
                </a:solidFill>
              </a:rPr>
              <a:t>Remediation</a:t>
            </a:r>
          </a:p>
          <a:p>
            <a:pPr>
              <a:lnSpc>
                <a:spcPct val="100000"/>
              </a:lnSpc>
            </a:pPr>
            <a:r>
              <a:rPr lang="en-US" sz="2000" dirty="0">
                <a:solidFill>
                  <a:srgbClr val="B2DCEA"/>
                </a:solidFill>
              </a:rPr>
              <a:t>Traditional implementation ignores (4- Remediation) and finds it politically difficult to combine (1) (2) and (3).</a:t>
            </a:r>
          </a:p>
        </p:txBody>
      </p:sp>
      <p:sp>
        <p:nvSpPr>
          <p:cNvPr id="7" name="Text Placeholder 6">
            <a:extLst>
              <a:ext uri="{FF2B5EF4-FFF2-40B4-BE49-F238E27FC236}">
                <a16:creationId xmlns:a16="http://schemas.microsoft.com/office/drawing/2014/main" id="{5FB0019C-F6EB-1F94-654E-A92808C3181D}"/>
              </a:ext>
            </a:extLst>
          </p:cNvPr>
          <p:cNvSpPr>
            <a:spLocks noGrp="1"/>
          </p:cNvSpPr>
          <p:nvPr>
            <p:ph type="body" sz="quarter" idx="14"/>
          </p:nvPr>
        </p:nvSpPr>
        <p:spPr/>
        <p:txBody>
          <a:bodyPr/>
          <a:lstStyle/>
          <a:p>
            <a:endParaRPr lang="en-US"/>
          </a:p>
        </p:txBody>
      </p:sp>
      <p:pic>
        <p:nvPicPr>
          <p:cNvPr id="5" name="Picture 4" descr="A factory with smoke coming out of it&#10;&#10;Description automatically generated">
            <a:extLst>
              <a:ext uri="{FF2B5EF4-FFF2-40B4-BE49-F238E27FC236}">
                <a16:creationId xmlns:a16="http://schemas.microsoft.com/office/drawing/2014/main" id="{7C7BE35C-8F7A-6DFB-8BB3-35EB589DEAE9}"/>
              </a:ext>
            </a:extLst>
          </p:cNvPr>
          <p:cNvPicPr>
            <a:picLocks noChangeAspect="1"/>
          </p:cNvPicPr>
          <p:nvPr/>
        </p:nvPicPr>
        <p:blipFill rotWithShape="1">
          <a:blip r:embed="rId3"/>
          <a:srcRect t="61628"/>
          <a:stretch/>
        </p:blipFill>
        <p:spPr>
          <a:xfrm>
            <a:off x="0" y="4068821"/>
            <a:ext cx="12192000" cy="2931459"/>
          </a:xfrm>
          <a:prstGeom prst="rect">
            <a:avLst/>
          </a:prstGeom>
        </p:spPr>
      </p:pic>
    </p:spTree>
    <p:extLst>
      <p:ext uri="{BB962C8B-B14F-4D97-AF65-F5344CB8AC3E}">
        <p14:creationId xmlns:p14="http://schemas.microsoft.com/office/powerpoint/2010/main" val="3982256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4744-2C2D-96A8-B2BD-901FC6FFA394}"/>
              </a:ext>
            </a:extLst>
          </p:cNvPr>
          <p:cNvSpPr>
            <a:spLocks noGrp="1"/>
          </p:cNvSpPr>
          <p:nvPr>
            <p:ph type="ctrTitle"/>
          </p:nvPr>
        </p:nvSpPr>
        <p:spPr>
          <a:xfrm>
            <a:off x="430051" y="1722361"/>
            <a:ext cx="4276422" cy="1066818"/>
          </a:xfrm>
        </p:spPr>
        <p:txBody>
          <a:bodyPr>
            <a:normAutofit fontScale="90000"/>
          </a:bodyPr>
          <a:lstStyle/>
          <a:p>
            <a:r>
              <a:rPr lang="en-US" dirty="0">
                <a:solidFill>
                  <a:srgbClr val="FFC6B1"/>
                </a:solidFill>
              </a:rPr>
              <a:t>Rethinking Carbon Pricing</a:t>
            </a:r>
          </a:p>
        </p:txBody>
      </p:sp>
      <p:sp>
        <p:nvSpPr>
          <p:cNvPr id="3" name="Content Placeholder 2">
            <a:extLst>
              <a:ext uri="{FF2B5EF4-FFF2-40B4-BE49-F238E27FC236}">
                <a16:creationId xmlns:a16="http://schemas.microsoft.com/office/drawing/2014/main" id="{AB5FA7EC-B336-13BB-AB6B-6DEF3873CD2B}"/>
              </a:ext>
            </a:extLst>
          </p:cNvPr>
          <p:cNvSpPr>
            <a:spLocks noGrp="1"/>
          </p:cNvSpPr>
          <p:nvPr>
            <p:ph type="subTitle" idx="1"/>
          </p:nvPr>
        </p:nvSpPr>
        <p:spPr>
          <a:xfrm>
            <a:off x="4706473" y="621758"/>
            <a:ext cx="6867218" cy="3268024"/>
          </a:xfrm>
        </p:spPr>
        <p:txBody>
          <a:bodyPr vert="horz" lIns="0" tIns="0" rIns="0" bIns="0" rtlCol="0" anchor="t">
            <a:noAutofit/>
          </a:bodyPr>
          <a:lstStyle/>
          <a:p>
            <a:r>
              <a:rPr lang="en-US" sz="2000" b="1" dirty="0">
                <a:solidFill>
                  <a:srgbClr val="B2DCEA"/>
                </a:solidFill>
              </a:rPr>
              <a:t>Alternative Approach:</a:t>
            </a:r>
          </a:p>
          <a:p>
            <a:pPr marL="914400" lvl="1" indent="-457200" algn="l">
              <a:buFont typeface="+mj-lt"/>
              <a:buAutoNum type="arabicPeriod"/>
            </a:pPr>
            <a:r>
              <a:rPr lang="en-GB" b="1" dirty="0">
                <a:solidFill>
                  <a:schemeClr val="tx1"/>
                </a:solidFill>
              </a:rPr>
              <a:t>Scale Up</a:t>
            </a:r>
            <a:r>
              <a:rPr lang="en-GB" dirty="0">
                <a:solidFill>
                  <a:schemeClr val="tx1"/>
                </a:solidFill>
              </a:rPr>
              <a:t>: RE Auction System to scale up clean energy (overlaps with energy)</a:t>
            </a:r>
          </a:p>
          <a:p>
            <a:pPr marL="914400" lvl="1" indent="-457200" algn="l">
              <a:buFont typeface="+mj-lt"/>
              <a:buAutoNum type="arabicPeriod"/>
            </a:pPr>
            <a:r>
              <a:rPr lang="en-GB" b="1" dirty="0">
                <a:solidFill>
                  <a:schemeClr val="tx1"/>
                </a:solidFill>
              </a:rPr>
              <a:t>Scale Down</a:t>
            </a:r>
            <a:r>
              <a:rPr lang="en-GB" dirty="0">
                <a:solidFill>
                  <a:schemeClr val="tx1"/>
                </a:solidFill>
              </a:rPr>
              <a:t>: Feebates (Political Economy) </a:t>
            </a:r>
          </a:p>
          <a:p>
            <a:pPr marL="914400" lvl="1" indent="-457200" algn="l">
              <a:buFont typeface="+mj-lt"/>
              <a:buAutoNum type="arabicPeriod"/>
            </a:pPr>
            <a:r>
              <a:rPr lang="en-GB" b="1" dirty="0">
                <a:solidFill>
                  <a:schemeClr val="tx1"/>
                </a:solidFill>
              </a:rPr>
              <a:t>Polluter Pays for Long-Term Liability: </a:t>
            </a:r>
            <a:r>
              <a:rPr lang="en-GB" dirty="0">
                <a:solidFill>
                  <a:schemeClr val="tx1"/>
                </a:solidFill>
              </a:rPr>
              <a:t>Dealing with Remediation </a:t>
            </a:r>
            <a:endParaRPr lang="en-US" dirty="0">
              <a:solidFill>
                <a:schemeClr val="tx1"/>
              </a:solidFill>
            </a:endParaRPr>
          </a:p>
        </p:txBody>
      </p:sp>
      <p:sp>
        <p:nvSpPr>
          <p:cNvPr id="7" name="Text Placeholder 6">
            <a:extLst>
              <a:ext uri="{FF2B5EF4-FFF2-40B4-BE49-F238E27FC236}">
                <a16:creationId xmlns:a16="http://schemas.microsoft.com/office/drawing/2014/main" id="{5FB0019C-F6EB-1F94-654E-A92808C3181D}"/>
              </a:ext>
            </a:extLst>
          </p:cNvPr>
          <p:cNvSpPr>
            <a:spLocks noGrp="1"/>
          </p:cNvSpPr>
          <p:nvPr>
            <p:ph type="body" sz="quarter" idx="14"/>
          </p:nvPr>
        </p:nvSpPr>
        <p:spPr/>
        <p:txBody>
          <a:bodyPr/>
          <a:lstStyle/>
          <a:p>
            <a:endParaRPr lang="en-US"/>
          </a:p>
        </p:txBody>
      </p:sp>
      <p:pic>
        <p:nvPicPr>
          <p:cNvPr id="5" name="Picture 4" descr="A factory with smoke coming out of it&#10;&#10;Description automatically generated">
            <a:extLst>
              <a:ext uri="{FF2B5EF4-FFF2-40B4-BE49-F238E27FC236}">
                <a16:creationId xmlns:a16="http://schemas.microsoft.com/office/drawing/2014/main" id="{7C7BE35C-8F7A-6DFB-8BB3-35EB589DEAE9}"/>
              </a:ext>
            </a:extLst>
          </p:cNvPr>
          <p:cNvPicPr>
            <a:picLocks noChangeAspect="1"/>
          </p:cNvPicPr>
          <p:nvPr/>
        </p:nvPicPr>
        <p:blipFill rotWithShape="1">
          <a:blip r:embed="rId3"/>
          <a:srcRect t="61628"/>
          <a:stretch/>
        </p:blipFill>
        <p:spPr>
          <a:xfrm>
            <a:off x="0" y="4068821"/>
            <a:ext cx="12192000" cy="2931459"/>
          </a:xfrm>
          <a:prstGeom prst="rect">
            <a:avLst/>
          </a:prstGeom>
        </p:spPr>
      </p:pic>
    </p:spTree>
    <p:extLst>
      <p:ext uri="{BB962C8B-B14F-4D97-AF65-F5344CB8AC3E}">
        <p14:creationId xmlns:p14="http://schemas.microsoft.com/office/powerpoint/2010/main" val="13935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9A2FAF7-9F44-DBC6-2CF1-8DC390101038}"/>
              </a:ext>
            </a:extLst>
          </p:cNvPr>
          <p:cNvSpPr/>
          <p:nvPr/>
        </p:nvSpPr>
        <p:spPr>
          <a:xfrm>
            <a:off x="5019427" y="3113275"/>
            <a:ext cx="2181522" cy="617042"/>
          </a:xfrm>
          <a:custGeom>
            <a:avLst/>
            <a:gdLst/>
            <a:ahLst/>
            <a:cxnLst/>
            <a:rect l="l" t="t" r="r" b="b"/>
            <a:pathLst>
              <a:path w="2181522" h="617042">
                <a:moveTo>
                  <a:pt x="1439019" y="132160"/>
                </a:moveTo>
                <a:lnTo>
                  <a:pt x="1360884" y="372815"/>
                </a:lnTo>
                <a:lnTo>
                  <a:pt x="1517154" y="372815"/>
                </a:lnTo>
                <a:close/>
                <a:moveTo>
                  <a:pt x="800844" y="109389"/>
                </a:moveTo>
                <a:lnTo>
                  <a:pt x="800844" y="294234"/>
                </a:lnTo>
                <a:lnTo>
                  <a:pt x="899517" y="294234"/>
                </a:lnTo>
                <a:cubicBezTo>
                  <a:pt x="928687" y="294234"/>
                  <a:pt x="952276" y="286495"/>
                  <a:pt x="970285" y="271016"/>
                </a:cubicBezTo>
                <a:cubicBezTo>
                  <a:pt x="988293" y="255538"/>
                  <a:pt x="997297" y="232619"/>
                  <a:pt x="997297" y="202258"/>
                </a:cubicBezTo>
                <a:cubicBezTo>
                  <a:pt x="997297" y="170706"/>
                  <a:pt x="988070" y="147340"/>
                  <a:pt x="969615" y="132160"/>
                </a:cubicBezTo>
                <a:cubicBezTo>
                  <a:pt x="951160" y="116979"/>
                  <a:pt x="927794" y="109389"/>
                  <a:pt x="899517" y="109389"/>
                </a:cubicBezTo>
                <a:close/>
                <a:moveTo>
                  <a:pt x="1735484" y="8037"/>
                </a:moveTo>
                <a:lnTo>
                  <a:pt x="2181522" y="8037"/>
                </a:lnTo>
                <a:lnTo>
                  <a:pt x="2181522" y="112515"/>
                </a:lnTo>
                <a:lnTo>
                  <a:pt x="2021681" y="112515"/>
                </a:lnTo>
                <a:lnTo>
                  <a:pt x="2021681" y="609005"/>
                </a:lnTo>
                <a:lnTo>
                  <a:pt x="1896219" y="609005"/>
                </a:lnTo>
                <a:lnTo>
                  <a:pt x="1896219" y="112515"/>
                </a:lnTo>
                <a:lnTo>
                  <a:pt x="1735484" y="112515"/>
                </a:lnTo>
                <a:close/>
                <a:moveTo>
                  <a:pt x="1373386" y="8037"/>
                </a:moveTo>
                <a:lnTo>
                  <a:pt x="1505099" y="8037"/>
                </a:lnTo>
                <a:lnTo>
                  <a:pt x="1721643" y="609005"/>
                </a:lnTo>
                <a:lnTo>
                  <a:pt x="1590824" y="609005"/>
                </a:lnTo>
                <a:lnTo>
                  <a:pt x="1547961" y="476846"/>
                </a:lnTo>
                <a:lnTo>
                  <a:pt x="1330970" y="476846"/>
                </a:lnTo>
                <a:lnTo>
                  <a:pt x="1286768" y="609005"/>
                </a:lnTo>
                <a:lnTo>
                  <a:pt x="1157287" y="609005"/>
                </a:lnTo>
                <a:close/>
                <a:moveTo>
                  <a:pt x="675382" y="8037"/>
                </a:moveTo>
                <a:lnTo>
                  <a:pt x="911125" y="8037"/>
                </a:lnTo>
                <a:cubicBezTo>
                  <a:pt x="950714" y="8037"/>
                  <a:pt x="986805" y="15032"/>
                  <a:pt x="1019398" y="29022"/>
                </a:cubicBezTo>
                <a:cubicBezTo>
                  <a:pt x="1051991" y="43012"/>
                  <a:pt x="1077962" y="64294"/>
                  <a:pt x="1097310" y="92869"/>
                </a:cubicBezTo>
                <a:cubicBezTo>
                  <a:pt x="1116657" y="121444"/>
                  <a:pt x="1126331" y="157907"/>
                  <a:pt x="1126331" y="202258"/>
                </a:cubicBezTo>
                <a:cubicBezTo>
                  <a:pt x="1126331" y="246013"/>
                  <a:pt x="1116657" y="282179"/>
                  <a:pt x="1097310" y="310754"/>
                </a:cubicBezTo>
                <a:cubicBezTo>
                  <a:pt x="1077962" y="339329"/>
                  <a:pt x="1051991" y="360537"/>
                  <a:pt x="1019398" y="374378"/>
                </a:cubicBezTo>
                <a:cubicBezTo>
                  <a:pt x="986805" y="388219"/>
                  <a:pt x="950714" y="395139"/>
                  <a:pt x="911125" y="395139"/>
                </a:cubicBezTo>
                <a:lnTo>
                  <a:pt x="800844" y="395139"/>
                </a:lnTo>
                <a:lnTo>
                  <a:pt x="800844" y="609005"/>
                </a:lnTo>
                <a:lnTo>
                  <a:pt x="675382" y="609005"/>
                </a:lnTo>
                <a:close/>
                <a:moveTo>
                  <a:pt x="292893" y="0"/>
                </a:moveTo>
                <a:cubicBezTo>
                  <a:pt x="339923" y="0"/>
                  <a:pt x="383232" y="8112"/>
                  <a:pt x="422820" y="24334"/>
                </a:cubicBezTo>
                <a:cubicBezTo>
                  <a:pt x="462409" y="40556"/>
                  <a:pt x="494556" y="64517"/>
                  <a:pt x="519261" y="96218"/>
                </a:cubicBezTo>
                <a:cubicBezTo>
                  <a:pt x="543966" y="127918"/>
                  <a:pt x="557510" y="166986"/>
                  <a:pt x="559891" y="213420"/>
                </a:cubicBezTo>
                <a:lnTo>
                  <a:pt x="431304" y="213420"/>
                </a:lnTo>
                <a:cubicBezTo>
                  <a:pt x="428029" y="189012"/>
                  <a:pt x="420067" y="168772"/>
                  <a:pt x="407417" y="152698"/>
                </a:cubicBezTo>
                <a:cubicBezTo>
                  <a:pt x="394766" y="136625"/>
                  <a:pt x="378618" y="124570"/>
                  <a:pt x="358973" y="116533"/>
                </a:cubicBezTo>
                <a:cubicBezTo>
                  <a:pt x="339328" y="108496"/>
                  <a:pt x="317301" y="104478"/>
                  <a:pt x="292893" y="104478"/>
                </a:cubicBezTo>
                <a:cubicBezTo>
                  <a:pt x="253603" y="104478"/>
                  <a:pt x="221977" y="114003"/>
                  <a:pt x="198015" y="133053"/>
                </a:cubicBezTo>
                <a:cubicBezTo>
                  <a:pt x="174054" y="152103"/>
                  <a:pt x="156641" y="177032"/>
                  <a:pt x="145777" y="207839"/>
                </a:cubicBezTo>
                <a:cubicBezTo>
                  <a:pt x="134912" y="238646"/>
                  <a:pt x="129480" y="272356"/>
                  <a:pt x="129480" y="308968"/>
                </a:cubicBezTo>
                <a:cubicBezTo>
                  <a:pt x="129480" y="345282"/>
                  <a:pt x="134912" y="378917"/>
                  <a:pt x="145777" y="409873"/>
                </a:cubicBezTo>
                <a:cubicBezTo>
                  <a:pt x="156641" y="440829"/>
                  <a:pt x="174054" y="465684"/>
                  <a:pt x="198015" y="484436"/>
                </a:cubicBezTo>
                <a:cubicBezTo>
                  <a:pt x="221977" y="503188"/>
                  <a:pt x="253603" y="512565"/>
                  <a:pt x="292893" y="512565"/>
                </a:cubicBezTo>
                <a:cubicBezTo>
                  <a:pt x="334268" y="512565"/>
                  <a:pt x="366935" y="501923"/>
                  <a:pt x="390897" y="480641"/>
                </a:cubicBezTo>
                <a:cubicBezTo>
                  <a:pt x="414858" y="459359"/>
                  <a:pt x="428625" y="429072"/>
                  <a:pt x="432197" y="389781"/>
                </a:cubicBezTo>
                <a:lnTo>
                  <a:pt x="560784" y="389781"/>
                </a:lnTo>
                <a:cubicBezTo>
                  <a:pt x="557212" y="438895"/>
                  <a:pt x="544264" y="480343"/>
                  <a:pt x="521940" y="514127"/>
                </a:cubicBezTo>
                <a:cubicBezTo>
                  <a:pt x="499616" y="547911"/>
                  <a:pt x="469106" y="573510"/>
                  <a:pt x="430411" y="590923"/>
                </a:cubicBezTo>
                <a:cubicBezTo>
                  <a:pt x="391715" y="608335"/>
                  <a:pt x="345876" y="617042"/>
                  <a:pt x="292893" y="617042"/>
                </a:cubicBezTo>
                <a:cubicBezTo>
                  <a:pt x="232172" y="617042"/>
                  <a:pt x="179933" y="604317"/>
                  <a:pt x="136177" y="578867"/>
                </a:cubicBezTo>
                <a:cubicBezTo>
                  <a:pt x="92422" y="553418"/>
                  <a:pt x="58787" y="517699"/>
                  <a:pt x="35272" y="471711"/>
                </a:cubicBezTo>
                <a:cubicBezTo>
                  <a:pt x="11757" y="425723"/>
                  <a:pt x="0" y="371475"/>
                  <a:pt x="0" y="308968"/>
                </a:cubicBezTo>
                <a:cubicBezTo>
                  <a:pt x="0" y="246460"/>
                  <a:pt x="11757" y="192063"/>
                  <a:pt x="35272" y="145778"/>
                </a:cubicBezTo>
                <a:cubicBezTo>
                  <a:pt x="58787" y="99492"/>
                  <a:pt x="92422" y="63624"/>
                  <a:pt x="136177" y="38175"/>
                </a:cubicBezTo>
                <a:cubicBezTo>
                  <a:pt x="179933" y="12725"/>
                  <a:pt x="232172" y="0"/>
                  <a:pt x="292893" y="0"/>
                </a:cubicBezTo>
                <a:close/>
              </a:path>
            </a:pathLst>
          </a:custGeom>
          <a:solidFill>
            <a:srgbClr val="FFFFFF">
              <a:alpha val="6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Tree>
    <p:extLst>
      <p:ext uri="{BB962C8B-B14F-4D97-AF65-F5344CB8AC3E}">
        <p14:creationId xmlns:p14="http://schemas.microsoft.com/office/powerpoint/2010/main" val="3039319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E7956DC-BAD7-435E-5EED-7EB84635D7DC}"/>
              </a:ext>
            </a:extLst>
          </p:cNvPr>
          <p:cNvSpPr>
            <a:spLocks noGrp="1"/>
          </p:cNvSpPr>
          <p:nvPr>
            <p:ph type="ctrTitle"/>
          </p:nvPr>
        </p:nvSpPr>
        <p:spPr/>
        <p:txBody>
          <a:bodyPr/>
          <a:lstStyle/>
          <a:p>
            <a:r>
              <a:rPr lang="en-AU" dirty="0"/>
              <a:t>What is it?</a:t>
            </a:r>
          </a:p>
        </p:txBody>
      </p:sp>
      <p:sp>
        <p:nvSpPr>
          <p:cNvPr id="11" name="Content Placeholder 10">
            <a:extLst>
              <a:ext uri="{FF2B5EF4-FFF2-40B4-BE49-F238E27FC236}">
                <a16:creationId xmlns:a16="http://schemas.microsoft.com/office/drawing/2014/main" id="{6D641BC6-1A37-5653-8960-317AFC9C692A}"/>
              </a:ext>
            </a:extLst>
          </p:cNvPr>
          <p:cNvSpPr>
            <a:spLocks noGrp="1"/>
          </p:cNvSpPr>
          <p:nvPr>
            <p:ph sz="half" idx="2"/>
          </p:nvPr>
        </p:nvSpPr>
        <p:spPr>
          <a:xfrm>
            <a:off x="4546605" y="502920"/>
            <a:ext cx="7266167" cy="6069330"/>
          </a:xfrm>
        </p:spPr>
        <p:txBody>
          <a:bodyPr/>
          <a:lstStyle/>
          <a:p>
            <a:r>
              <a:rPr lang="en-US" sz="2800" b="0" i="0" u="none" strike="noStrike" dirty="0">
                <a:solidFill>
                  <a:srgbClr val="494949"/>
                </a:solidFill>
                <a:effectLst/>
                <a:latin typeface="+mn-lt"/>
              </a:rPr>
              <a:t>Covers around </a:t>
            </a:r>
            <a:r>
              <a:rPr lang="en-US" sz="2800" b="1" i="0" u="none" strike="noStrike" dirty="0">
                <a:solidFill>
                  <a:srgbClr val="494949"/>
                </a:solidFill>
                <a:effectLst/>
                <a:latin typeface="+mn-lt"/>
              </a:rPr>
              <a:t>180 countries</a:t>
            </a:r>
            <a:r>
              <a:rPr lang="en-US" sz="2800" b="0" i="0" dirty="0">
                <a:solidFill>
                  <a:srgbClr val="000000"/>
                </a:solidFill>
                <a:effectLst/>
                <a:latin typeface="+mn-lt"/>
              </a:rPr>
              <a:t>​.</a:t>
            </a:r>
          </a:p>
          <a:p>
            <a:r>
              <a:rPr lang="en-US" sz="2800" b="0" i="0" u="none" strike="noStrike" dirty="0">
                <a:solidFill>
                  <a:srgbClr val="494949"/>
                </a:solidFill>
                <a:effectLst/>
                <a:latin typeface="+mn-lt"/>
              </a:rPr>
              <a:t>Helps </a:t>
            </a:r>
            <a:r>
              <a:rPr lang="en-US" sz="2800" b="1" i="0" u="none" strike="noStrike" dirty="0">
                <a:solidFill>
                  <a:srgbClr val="494949"/>
                </a:solidFill>
                <a:effectLst/>
                <a:latin typeface="+mn-lt"/>
              </a:rPr>
              <a:t>design, compare, and implement </a:t>
            </a:r>
            <a:r>
              <a:rPr lang="en-US" sz="2800" b="0" i="0" u="none" strike="noStrike" dirty="0">
                <a:solidFill>
                  <a:srgbClr val="494949"/>
                </a:solidFill>
                <a:effectLst/>
                <a:latin typeface="+mn-lt"/>
              </a:rPr>
              <a:t>different policies</a:t>
            </a:r>
            <a:r>
              <a:rPr lang="en-US" sz="2800" b="0" i="0" dirty="0">
                <a:solidFill>
                  <a:srgbClr val="000000"/>
                </a:solidFill>
                <a:effectLst/>
                <a:latin typeface="+mn-lt"/>
              </a:rPr>
              <a:t>​.</a:t>
            </a:r>
          </a:p>
          <a:p>
            <a:r>
              <a:rPr lang="en-US" sz="2800" b="0" i="0" u="none" strike="noStrike" dirty="0">
                <a:solidFill>
                  <a:srgbClr val="494949"/>
                </a:solidFill>
                <a:effectLst/>
                <a:latin typeface="+mn-lt"/>
              </a:rPr>
              <a:t>Provides </a:t>
            </a:r>
            <a:r>
              <a:rPr lang="en-US" dirty="0">
                <a:solidFill>
                  <a:srgbClr val="494949"/>
                </a:solidFill>
                <a:latin typeface="+mn-lt"/>
              </a:rPr>
              <a:t>ra</a:t>
            </a:r>
            <a:r>
              <a:rPr lang="en-US" sz="2800" b="0" i="0" u="none" strike="noStrike" dirty="0">
                <a:solidFill>
                  <a:srgbClr val="494949"/>
                </a:solidFill>
                <a:effectLst/>
                <a:latin typeface="+mn-lt"/>
              </a:rPr>
              <a:t>pid estimation of </a:t>
            </a:r>
            <a:r>
              <a:rPr lang="en-US" sz="2800" b="1" i="0" u="none" strike="noStrike" dirty="0">
                <a:solidFill>
                  <a:srgbClr val="494949"/>
                </a:solidFill>
                <a:effectLst/>
                <a:latin typeface="+mn-lt"/>
              </a:rPr>
              <a:t>multiple effects </a:t>
            </a:r>
            <a:r>
              <a:rPr lang="en-US" sz="2800" b="0" i="0" u="none" strike="noStrike" dirty="0">
                <a:solidFill>
                  <a:srgbClr val="494949"/>
                </a:solidFill>
                <a:effectLst/>
                <a:latin typeface="+mn-lt"/>
              </a:rPr>
              <a:t>of climate policies</a:t>
            </a:r>
            <a:r>
              <a:rPr lang="en-US" sz="2800" b="0" i="0" dirty="0">
                <a:solidFill>
                  <a:srgbClr val="000000"/>
                </a:solidFill>
                <a:effectLst/>
                <a:latin typeface="+mn-lt"/>
              </a:rPr>
              <a:t>​.</a:t>
            </a:r>
            <a:endParaRPr lang="en-AU" sz="2800" dirty="0">
              <a:latin typeface="+mn-lt"/>
            </a:endParaRPr>
          </a:p>
          <a:p>
            <a:r>
              <a:rPr lang="en-US" dirty="0"/>
              <a:t>Covers carbon pricing, taxes, feebates , efficiency policies, fossil fuel subsidy reform, and power sector-specific policies.</a:t>
            </a:r>
            <a:endParaRPr lang="en-AU" sz="2800" dirty="0">
              <a:latin typeface="+mn-lt"/>
            </a:endParaRPr>
          </a:p>
          <a:p>
            <a:endParaRPr lang="en-AU" dirty="0"/>
          </a:p>
        </p:txBody>
      </p:sp>
    </p:spTree>
    <p:extLst>
      <p:ext uri="{BB962C8B-B14F-4D97-AF65-F5344CB8AC3E}">
        <p14:creationId xmlns:p14="http://schemas.microsoft.com/office/powerpoint/2010/main" val="31775909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2EC7D46-3D49-0A81-F6F4-97763A851B82}"/>
              </a:ext>
            </a:extLst>
          </p:cNvPr>
          <p:cNvSpPr/>
          <p:nvPr/>
        </p:nvSpPr>
        <p:spPr>
          <a:xfrm>
            <a:off x="1165738" y="662307"/>
            <a:ext cx="2554784" cy="400645"/>
          </a:xfrm>
          <a:custGeom>
            <a:avLst/>
            <a:gdLst/>
            <a:ahLst/>
            <a:cxnLst/>
            <a:rect l="l" t="t" r="r" b="b"/>
            <a:pathLst>
              <a:path w="2554784" h="400645">
                <a:moveTo>
                  <a:pt x="855167" y="82748"/>
                </a:moveTo>
                <a:lnTo>
                  <a:pt x="803077" y="243185"/>
                </a:lnTo>
                <a:lnTo>
                  <a:pt x="907257" y="243185"/>
                </a:lnTo>
                <a:close/>
                <a:moveTo>
                  <a:pt x="1683842" y="67568"/>
                </a:moveTo>
                <a:lnTo>
                  <a:pt x="1683842" y="190797"/>
                </a:lnTo>
                <a:lnTo>
                  <a:pt x="1749624" y="190797"/>
                </a:lnTo>
                <a:cubicBezTo>
                  <a:pt x="1769071" y="190797"/>
                  <a:pt x="1784797" y="185638"/>
                  <a:pt x="1796803" y="175319"/>
                </a:cubicBezTo>
                <a:cubicBezTo>
                  <a:pt x="1808808" y="165001"/>
                  <a:pt x="1814811" y="149721"/>
                  <a:pt x="1814811" y="129480"/>
                </a:cubicBezTo>
                <a:cubicBezTo>
                  <a:pt x="1814811" y="108446"/>
                  <a:pt x="1808659" y="92869"/>
                  <a:pt x="1796356" y="82748"/>
                </a:cubicBezTo>
                <a:cubicBezTo>
                  <a:pt x="1784053" y="72628"/>
                  <a:pt x="1768475" y="67568"/>
                  <a:pt x="1749624" y="67568"/>
                </a:cubicBezTo>
                <a:close/>
                <a:moveTo>
                  <a:pt x="2286000" y="0"/>
                </a:moveTo>
                <a:lnTo>
                  <a:pt x="2554784" y="0"/>
                </a:lnTo>
                <a:lnTo>
                  <a:pt x="2554784" y="69354"/>
                </a:lnTo>
                <a:lnTo>
                  <a:pt x="2369642" y="69354"/>
                </a:lnTo>
                <a:lnTo>
                  <a:pt x="2369642" y="162520"/>
                </a:lnTo>
                <a:lnTo>
                  <a:pt x="2537520" y="162520"/>
                </a:lnTo>
                <a:lnTo>
                  <a:pt x="2537520" y="229493"/>
                </a:lnTo>
                <a:lnTo>
                  <a:pt x="2369642" y="229493"/>
                </a:lnTo>
                <a:lnTo>
                  <a:pt x="2369642" y="331291"/>
                </a:lnTo>
                <a:lnTo>
                  <a:pt x="2554784" y="331291"/>
                </a:lnTo>
                <a:lnTo>
                  <a:pt x="2554784" y="400645"/>
                </a:lnTo>
                <a:lnTo>
                  <a:pt x="2286000" y="400645"/>
                </a:lnTo>
                <a:close/>
                <a:moveTo>
                  <a:pt x="1971676" y="0"/>
                </a:moveTo>
                <a:lnTo>
                  <a:pt x="2055317" y="0"/>
                </a:lnTo>
                <a:lnTo>
                  <a:pt x="2055317" y="327124"/>
                </a:lnTo>
                <a:lnTo>
                  <a:pt x="2224386" y="327124"/>
                </a:lnTo>
                <a:lnTo>
                  <a:pt x="2224386" y="400645"/>
                </a:lnTo>
                <a:lnTo>
                  <a:pt x="1971676" y="400645"/>
                </a:lnTo>
                <a:close/>
                <a:moveTo>
                  <a:pt x="1600201" y="0"/>
                </a:moveTo>
                <a:lnTo>
                  <a:pt x="1757363" y="0"/>
                </a:lnTo>
                <a:cubicBezTo>
                  <a:pt x="1783755" y="0"/>
                  <a:pt x="1807816" y="4663"/>
                  <a:pt x="1829545" y="13990"/>
                </a:cubicBezTo>
                <a:cubicBezTo>
                  <a:pt x="1851274" y="23316"/>
                  <a:pt x="1868587" y="37504"/>
                  <a:pt x="1881485" y="56555"/>
                </a:cubicBezTo>
                <a:cubicBezTo>
                  <a:pt x="1894384" y="75604"/>
                  <a:pt x="1900833" y="99913"/>
                  <a:pt x="1900833" y="129480"/>
                </a:cubicBezTo>
                <a:cubicBezTo>
                  <a:pt x="1900833" y="158651"/>
                  <a:pt x="1894384" y="182761"/>
                  <a:pt x="1881485" y="201811"/>
                </a:cubicBezTo>
                <a:cubicBezTo>
                  <a:pt x="1868587" y="220861"/>
                  <a:pt x="1851274" y="234999"/>
                  <a:pt x="1829545" y="244227"/>
                </a:cubicBezTo>
                <a:cubicBezTo>
                  <a:pt x="1807816" y="253454"/>
                  <a:pt x="1783755" y="258068"/>
                  <a:pt x="1757363" y="258068"/>
                </a:cubicBezTo>
                <a:lnTo>
                  <a:pt x="1683842" y="258068"/>
                </a:lnTo>
                <a:lnTo>
                  <a:pt x="1683842" y="400645"/>
                </a:lnTo>
                <a:lnTo>
                  <a:pt x="1600201" y="400645"/>
                </a:lnTo>
                <a:close/>
                <a:moveTo>
                  <a:pt x="1095375" y="0"/>
                </a:moveTo>
                <a:lnTo>
                  <a:pt x="1191518" y="0"/>
                </a:lnTo>
                <a:lnTo>
                  <a:pt x="1300341" y="185153"/>
                </a:lnTo>
                <a:lnTo>
                  <a:pt x="1407617" y="0"/>
                </a:lnTo>
                <a:lnTo>
                  <a:pt x="1500188" y="0"/>
                </a:lnTo>
                <a:lnTo>
                  <a:pt x="1500188" y="400645"/>
                </a:lnTo>
                <a:lnTo>
                  <a:pt x="1417737" y="400645"/>
                </a:lnTo>
                <a:lnTo>
                  <a:pt x="1417737" y="108386"/>
                </a:lnTo>
                <a:lnTo>
                  <a:pt x="1323380" y="272653"/>
                </a:lnTo>
                <a:lnTo>
                  <a:pt x="1271886" y="272653"/>
                </a:lnTo>
                <a:lnTo>
                  <a:pt x="1175445" y="108854"/>
                </a:lnTo>
                <a:lnTo>
                  <a:pt x="1175445" y="400645"/>
                </a:lnTo>
                <a:lnTo>
                  <a:pt x="1095375" y="400645"/>
                </a:lnTo>
                <a:close/>
                <a:moveTo>
                  <a:pt x="316707" y="0"/>
                </a:moveTo>
                <a:lnTo>
                  <a:pt x="413445" y="0"/>
                </a:lnTo>
                <a:lnTo>
                  <a:pt x="486966" y="130969"/>
                </a:lnTo>
                <a:lnTo>
                  <a:pt x="564357" y="0"/>
                </a:lnTo>
                <a:lnTo>
                  <a:pt x="657225" y="0"/>
                </a:lnTo>
                <a:lnTo>
                  <a:pt x="533996" y="191690"/>
                </a:lnTo>
                <a:lnTo>
                  <a:pt x="667666" y="399754"/>
                </a:lnTo>
                <a:lnTo>
                  <a:pt x="811411" y="0"/>
                </a:lnTo>
                <a:lnTo>
                  <a:pt x="899220" y="0"/>
                </a:lnTo>
                <a:lnTo>
                  <a:pt x="1043583" y="400645"/>
                </a:lnTo>
                <a:lnTo>
                  <a:pt x="956370" y="400645"/>
                </a:lnTo>
                <a:lnTo>
                  <a:pt x="927795" y="312539"/>
                </a:lnTo>
                <a:lnTo>
                  <a:pt x="783134" y="312539"/>
                </a:lnTo>
                <a:lnTo>
                  <a:pt x="753666" y="400645"/>
                </a:lnTo>
                <a:lnTo>
                  <a:pt x="668239" y="400645"/>
                </a:lnTo>
                <a:lnTo>
                  <a:pt x="667346" y="400645"/>
                </a:lnTo>
                <a:lnTo>
                  <a:pt x="568524" y="400645"/>
                </a:lnTo>
                <a:lnTo>
                  <a:pt x="486966" y="259258"/>
                </a:lnTo>
                <a:lnTo>
                  <a:pt x="400051" y="400645"/>
                </a:lnTo>
                <a:lnTo>
                  <a:pt x="305991" y="400645"/>
                </a:lnTo>
                <a:lnTo>
                  <a:pt x="440829" y="191393"/>
                </a:lnTo>
                <a:close/>
                <a:moveTo>
                  <a:pt x="0" y="0"/>
                </a:moveTo>
                <a:lnTo>
                  <a:pt x="268784" y="0"/>
                </a:lnTo>
                <a:lnTo>
                  <a:pt x="268784" y="69354"/>
                </a:lnTo>
                <a:lnTo>
                  <a:pt x="83642" y="69354"/>
                </a:lnTo>
                <a:lnTo>
                  <a:pt x="83642" y="162520"/>
                </a:lnTo>
                <a:lnTo>
                  <a:pt x="251520" y="162520"/>
                </a:lnTo>
                <a:lnTo>
                  <a:pt x="251520" y="229493"/>
                </a:lnTo>
                <a:lnTo>
                  <a:pt x="83642" y="229493"/>
                </a:lnTo>
                <a:lnTo>
                  <a:pt x="83642" y="331291"/>
                </a:lnTo>
                <a:lnTo>
                  <a:pt x="268784" y="331291"/>
                </a:lnTo>
                <a:lnTo>
                  <a:pt x="268784" y="400645"/>
                </a:lnTo>
                <a:lnTo>
                  <a:pt x="0" y="400645"/>
                </a:lnTo>
                <a:close/>
              </a:path>
            </a:pathLst>
          </a:cu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Picture 3">
            <a:extLst>
              <a:ext uri="{FF2B5EF4-FFF2-40B4-BE49-F238E27FC236}">
                <a16:creationId xmlns:a16="http://schemas.microsoft.com/office/drawing/2014/main" id="{D2967E51-1F9E-3E1A-D856-9004D0FC1292}"/>
              </a:ext>
            </a:extLst>
          </p:cNvPr>
          <p:cNvPicPr>
            <a:picLocks noChangeAspect="1"/>
          </p:cNvPicPr>
          <p:nvPr/>
        </p:nvPicPr>
        <p:blipFill>
          <a:blip r:embed="rId2"/>
          <a:srcRect l="9858" t="38450" r="68262" b="15349"/>
          <a:stretch/>
        </p:blipFill>
        <p:spPr>
          <a:xfrm>
            <a:off x="691116" y="1570931"/>
            <a:ext cx="2158410" cy="2563789"/>
          </a:xfrm>
          <a:prstGeom prst="rect">
            <a:avLst/>
          </a:prstGeom>
        </p:spPr>
      </p:pic>
      <p:pic>
        <p:nvPicPr>
          <p:cNvPr id="10" name="Picture 9">
            <a:extLst>
              <a:ext uri="{FF2B5EF4-FFF2-40B4-BE49-F238E27FC236}">
                <a16:creationId xmlns:a16="http://schemas.microsoft.com/office/drawing/2014/main" id="{0EF7B219-3B3B-EC28-06B3-0CDF3E58019D}"/>
              </a:ext>
            </a:extLst>
          </p:cNvPr>
          <p:cNvPicPr>
            <a:picLocks noChangeAspect="1"/>
          </p:cNvPicPr>
          <p:nvPr/>
        </p:nvPicPr>
        <p:blipFill>
          <a:blip r:embed="rId3"/>
          <a:srcRect l="7064" t="38760" r="39390" b="39853"/>
          <a:stretch/>
        </p:blipFill>
        <p:spPr>
          <a:xfrm>
            <a:off x="6095999" y="102919"/>
            <a:ext cx="6202325" cy="1393474"/>
          </a:xfrm>
          <a:prstGeom prst="rect">
            <a:avLst/>
          </a:prstGeom>
        </p:spPr>
      </p:pic>
      <p:pic>
        <p:nvPicPr>
          <p:cNvPr id="12" name="Picture 11">
            <a:extLst>
              <a:ext uri="{FF2B5EF4-FFF2-40B4-BE49-F238E27FC236}">
                <a16:creationId xmlns:a16="http://schemas.microsoft.com/office/drawing/2014/main" id="{E162E4BE-CEA7-D2A6-C05F-A97F415D21BD}"/>
              </a:ext>
            </a:extLst>
          </p:cNvPr>
          <p:cNvPicPr>
            <a:picLocks noChangeAspect="1"/>
          </p:cNvPicPr>
          <p:nvPr/>
        </p:nvPicPr>
        <p:blipFill>
          <a:blip r:embed="rId4"/>
          <a:srcRect l="7849" t="38448" r="19768" b="17055"/>
          <a:stretch/>
        </p:blipFill>
        <p:spPr>
          <a:xfrm>
            <a:off x="4330995" y="4220410"/>
            <a:ext cx="7414437" cy="2563788"/>
          </a:xfrm>
          <a:prstGeom prst="rect">
            <a:avLst/>
          </a:prstGeom>
        </p:spPr>
      </p:pic>
      <p:pic>
        <p:nvPicPr>
          <p:cNvPr id="14" name="Picture 13">
            <a:extLst>
              <a:ext uri="{FF2B5EF4-FFF2-40B4-BE49-F238E27FC236}">
                <a16:creationId xmlns:a16="http://schemas.microsoft.com/office/drawing/2014/main" id="{2F9B309A-454E-B421-D20E-17E856409DFE}"/>
              </a:ext>
            </a:extLst>
          </p:cNvPr>
          <p:cNvPicPr>
            <a:picLocks noChangeAspect="1"/>
          </p:cNvPicPr>
          <p:nvPr/>
        </p:nvPicPr>
        <p:blipFill>
          <a:blip r:embed="rId5"/>
          <a:srcRect l="36802" t="39690" r="13750" b="15349"/>
          <a:stretch/>
        </p:blipFill>
        <p:spPr>
          <a:xfrm>
            <a:off x="2849526" y="1570931"/>
            <a:ext cx="5012652" cy="2563789"/>
          </a:xfrm>
          <a:prstGeom prst="rect">
            <a:avLst/>
          </a:prstGeom>
        </p:spPr>
      </p:pic>
    </p:spTree>
    <p:extLst>
      <p:ext uri="{BB962C8B-B14F-4D97-AF65-F5344CB8AC3E}">
        <p14:creationId xmlns:p14="http://schemas.microsoft.com/office/powerpoint/2010/main" val="235309432"/>
      </p:ext>
    </p:extLst>
  </p:cSld>
  <p:clrMapOvr>
    <a:masterClrMapping/>
  </p:clrMapOvr>
</p:sld>
</file>

<file path=ppt/theme/theme1.xml><?xml version="1.0" encoding="utf-8"?>
<a:theme xmlns:a="http://schemas.openxmlformats.org/drawingml/2006/main" name="Theme1">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D0AC83C3-44F1-354B-A406-D13BE5088D18}" vid="{0CBD1C04-D24F-2B40-A831-D8EA9EDDF62E}"/>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3468</TotalTime>
  <Words>795</Words>
  <Application>Microsoft Office PowerPoint</Application>
  <PresentationFormat>Widescreen</PresentationFormat>
  <Paragraphs>85</Paragraphs>
  <Slides>18</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Andes ExtraLight</vt:lpstr>
      <vt:lpstr>Aptos</vt:lpstr>
      <vt:lpstr>Aptos Display</vt:lpstr>
      <vt:lpstr>Aptos Light</vt:lpstr>
      <vt:lpstr>Arial</vt:lpstr>
      <vt:lpstr>Play</vt:lpstr>
      <vt:lpstr>Trebuchet MS</vt:lpstr>
      <vt:lpstr>Wingdings</vt:lpstr>
      <vt:lpstr>Theme1</vt:lpstr>
      <vt:lpstr>A Short Course on Robust Climate Policy</vt:lpstr>
      <vt:lpstr>Table of Contents</vt:lpstr>
      <vt:lpstr>Three Key Outcomes</vt:lpstr>
      <vt:lpstr>PowerPoint Presentation</vt:lpstr>
      <vt:lpstr>PowerPoint Presentation</vt:lpstr>
      <vt:lpstr>PowerPoint Presentation</vt:lpstr>
      <vt:lpstr>Why Do We Need This?</vt:lpstr>
      <vt:lpstr>PowerPoint Presentation</vt:lpstr>
      <vt:lpstr>PowerPoint Presentation</vt:lpstr>
      <vt:lpstr>PowerPoint Presentation</vt:lpstr>
      <vt:lpstr>PowerPoint Presentation</vt:lpstr>
      <vt:lpstr>PowerPoint Presentation</vt:lpstr>
      <vt:lpstr>PowerPoint Presentation</vt:lpstr>
      <vt:lpstr>Rethinking Carbon Pricing</vt:lpstr>
      <vt:lpstr>Rethinking Carbon Pricing</vt:lpstr>
      <vt:lpstr>PowerPoint Presentation</vt:lpstr>
      <vt:lpstr>What is it?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Short Course on Macro-Fiscal Climate Economics</dc:title>
  <dc:creator>Evie Davey</dc:creator>
  <cp:lastModifiedBy>Oliver Hart</cp:lastModifiedBy>
  <cp:revision>19</cp:revision>
  <dcterms:created xsi:type="dcterms:W3CDTF">2024-01-31T10:57:03Z</dcterms:created>
  <dcterms:modified xsi:type="dcterms:W3CDTF">2024-09-12T08:59:20Z</dcterms:modified>
</cp:coreProperties>
</file>