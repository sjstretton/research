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E46E-2480-3A48-4684-F19D596FF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CEF46-D4F4-7F68-944B-1D1A757C5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E6B31-5E27-5F8D-46B9-1812F76A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9EBBC-F62D-1089-63E7-0F49C1D9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D2DAE-FC1B-081B-E084-20C494DB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19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A610-24DA-F25E-21F3-27107703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42D47-E9A9-C565-2482-E94768741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31E8F-037D-7AD1-6550-1AF1CB5B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BF5A-C569-A657-998A-E15FE021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1503-8820-9B93-23EB-C6763A4A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27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B29A-F4D2-6DFC-FEC1-188168DEF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F394-6DC1-8DF3-F9A9-3674A0A9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BF87B-9060-ECBB-5084-945FB11F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5D00E-87DE-D804-8D46-4DE2571C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55B04-BC56-716A-436E-9040B7D6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26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3519-73CB-1751-C2AA-7ACC81E2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E736-E57D-5BB1-ECD1-E7B26F87D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0598F-072C-ACD7-DE8D-C0E2DB390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B571A-7933-B38D-2D98-E9762929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BBC86-752A-EF5C-170D-BFB4C889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1CC7F-8DD2-8E2B-D15E-52B2FBB8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38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6EEA-F57E-2E1C-7ED0-505AB4D4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00E98-FE86-0066-F96B-9FD990445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5E8EC-4B97-92DF-4A9B-E21887C3F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443C5-F078-C76D-7BC6-3D75E1A3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A2AF6E-5D48-E11E-07AD-1CAA7A1D1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A761EE-B48B-6E4A-D824-80309457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B1EAC-EB4C-65A0-789B-9174818E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DDAE5-D5D7-7083-0C2C-0013288A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91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330F-9705-E04D-9357-9AADC0CF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44E879-E859-0DF7-FE66-32E59B05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0BEF7-1022-5CE5-D37C-33D0E14E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F8ED7-1F18-5285-47BE-52FF1360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08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4300D-FB5E-633D-F837-902B38D4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48DBB-E8A2-8303-B30D-F302E52B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FC8A-E8A5-F094-AD28-628DA216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4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74FD-8A4C-DCB5-2DF6-0210A114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F91B-BC87-1DFE-D386-BA315B915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A4888-A8B8-41C9-ACF4-F05EE9061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D84B-20C5-D426-93A6-AEA7B99F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2CD7-5C23-C788-A356-A5B09751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6CD93-F574-6EB1-99F7-DED0F1CB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71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EC31-3FA8-2F0C-9E5A-E3F65634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597E47-AA67-8E4B-6607-A9D702F56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3D97A-1793-56F7-CFE7-1C621A73E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9B57-1D98-23F8-01E2-5EB602B0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45CE3-3E1E-031A-B458-9A17C2896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46FEA-1785-7922-C260-9B40D458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24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4679-8EC3-5A44-390F-C873B35C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C09D9-DA1A-3ACA-B3A7-350B8E1D1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5AC9F-A54A-97B0-FB59-C6E3D2F8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257CA-4EB9-719E-50BC-698FB8DF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A716-C76B-48C2-68AC-014A2201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486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BA62D-F129-8DCF-5B4B-E17EA00BB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5A414-911A-49EF-1BBB-FEDFE6FBB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2915-77CF-3BE0-0F6C-740498AD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7E1F4-BA2B-1AC3-6DDD-674A1E22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952B-C0E5-D074-C8A8-8F325CE0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74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2F16A-7357-6607-6743-633818E2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F3C8-5E53-5819-5761-22A57B9B3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D43EC-3AD2-5CED-98F7-E2F1F9792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EDAF-7DA2-4A4B-AF27-0F01C11462C4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6AB6-8243-6034-7F21-859A8CDF2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98B0-C647-629C-4329-34F9A1AF9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BC63E-3669-48C5-BB06-2B9327F17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08367F-F403-5DB6-C9F5-DC13EBF1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6" y="466724"/>
            <a:ext cx="2171700" cy="2486025"/>
          </a:xfrm>
        </p:spPr>
        <p:txBody>
          <a:bodyPr>
            <a:normAutofit fontScale="90000"/>
          </a:bodyPr>
          <a:lstStyle/>
          <a:p>
            <a:r>
              <a:rPr lang="en-GB" dirty="0"/>
              <a:t>Potential overestimate of contribution of CCS in IEA  projections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8194AC6-34A3-B34D-9EDE-46EE254EB78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43EBF-6DC1-DAC6-6A3B-6776FB66D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07" y="0"/>
            <a:ext cx="8933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5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268D-6883-0D24-9118-B034981D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47975" cy="2797175"/>
          </a:xfrm>
        </p:spPr>
        <p:txBody>
          <a:bodyPr>
            <a:normAutofit fontScale="90000"/>
          </a:bodyPr>
          <a:lstStyle/>
          <a:p>
            <a:r>
              <a:rPr lang="en-GB" dirty="0"/>
              <a:t>Renewable cost/price reductions are slowing 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EA57A-3279-D279-18B6-A261CEF61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68" y="0"/>
            <a:ext cx="8025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EF37-BC7D-4EAA-75D1-37EBA57A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65125"/>
            <a:ext cx="3086100" cy="3844925"/>
          </a:xfrm>
        </p:spPr>
        <p:txBody>
          <a:bodyPr>
            <a:normAutofit/>
          </a:bodyPr>
          <a:lstStyle/>
          <a:p>
            <a:r>
              <a:rPr lang="en-GB" dirty="0"/>
              <a:t>Many important technologies not yet market ready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87DA4-763C-A49A-6FA5-64C3511E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054" y="0"/>
            <a:ext cx="858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90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9446-83A3-BC12-D963-07E9EDE4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365125"/>
            <a:ext cx="2762250" cy="3568700"/>
          </a:xfrm>
        </p:spPr>
        <p:txBody>
          <a:bodyPr>
            <a:normAutofit fontScale="90000"/>
          </a:bodyPr>
          <a:lstStyle/>
          <a:p>
            <a:r>
              <a:rPr lang="en-GB" dirty="0"/>
              <a:t>Significant reliance on behavioural change in NZE scenarios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BD9C7-D9C9-C548-7B30-AF2ADA002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121" y="0"/>
            <a:ext cx="8739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3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77CA-50E1-BFF7-223C-D4009228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09825" cy="4892675"/>
          </a:xfrm>
        </p:spPr>
        <p:txBody>
          <a:bodyPr>
            <a:normAutofit fontScale="90000"/>
          </a:bodyPr>
          <a:lstStyle/>
          <a:p>
            <a:r>
              <a:rPr lang="en-GB" dirty="0"/>
              <a:t>While overall material intensity drops, critical mineral intensity increases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450DE-2B18-E673-7C0C-B4C7740F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8897"/>
            <a:ext cx="8943975" cy="684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4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DCF2-EED6-F46A-E0E2-BFA52FBC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24200" cy="4064000"/>
          </a:xfrm>
        </p:spPr>
        <p:txBody>
          <a:bodyPr>
            <a:normAutofit fontScale="90000"/>
          </a:bodyPr>
          <a:lstStyle/>
          <a:p>
            <a:r>
              <a:rPr lang="en-GB" dirty="0"/>
              <a:t>Demand for critical minerals not met by expected supply in NZE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86A4F-0D3A-6287-26CC-3EDA3B4A3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564" y="-10886"/>
            <a:ext cx="7867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4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4FA3-95AC-6F8B-CF16-3378BACB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365125"/>
            <a:ext cx="2828925" cy="6064250"/>
          </a:xfrm>
        </p:spPr>
        <p:txBody>
          <a:bodyPr/>
          <a:lstStyle/>
          <a:p>
            <a:r>
              <a:rPr lang="en-GB" dirty="0"/>
              <a:t>Financing costs significantly higher in poorer regions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1A197-A5A1-9898-2741-B7C27F2C2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771" y="0"/>
            <a:ext cx="9130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83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9E70-4638-6882-ED0D-67143A70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57700" cy="6159500"/>
          </a:xfrm>
        </p:spPr>
        <p:txBody>
          <a:bodyPr>
            <a:normAutofit fontScale="90000"/>
          </a:bodyPr>
          <a:lstStyle/>
          <a:p>
            <a:r>
              <a:rPr lang="en-GB" dirty="0"/>
              <a:t>While employment increases overall, there are still significant numbers of jobs lost in fossil fuel industries, with some countries harder hit than others.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870E1-CDE7-63F5-2C80-F128D837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491" y="0"/>
            <a:ext cx="6701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2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5959-952D-80E4-05FA-EA43E185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2577" cy="5811838"/>
          </a:xfrm>
        </p:spPr>
        <p:txBody>
          <a:bodyPr>
            <a:normAutofit/>
          </a:bodyPr>
          <a:lstStyle/>
          <a:p>
            <a:r>
              <a:rPr lang="en-GB" dirty="0"/>
              <a:t>Green energy transition reduces shifts energy  dependency from OPEC countries to China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4A431-1868-8C75-3104-5405BFF5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576" y="0"/>
            <a:ext cx="7795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9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98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Potential overestimate of contribution of CCS in IEA  projections  </vt:lpstr>
      <vt:lpstr>Renewable cost/price reductions are slowing down</vt:lpstr>
      <vt:lpstr>Many important technologies not yet market ready</vt:lpstr>
      <vt:lpstr>Significant reliance on behavioural change in NZE scenarios</vt:lpstr>
      <vt:lpstr>While overall material intensity drops, critical mineral intensity increases</vt:lpstr>
      <vt:lpstr>Demand for critical minerals not met by expected supply in NZE</vt:lpstr>
      <vt:lpstr>Financing costs significantly higher in poorer regions</vt:lpstr>
      <vt:lpstr>While employment increases overall, there are still significant numbers of jobs lost in fossil fuel industries, with some countries harder hit than others. </vt:lpstr>
      <vt:lpstr>Green energy transition reduces shifts energy  dependency from OPEC countries to China </vt:lpstr>
    </vt:vector>
  </TitlesOfParts>
  <Company>University of Surrey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 overestimate of contribution of CCS in IEA  projections  </dc:title>
  <dc:creator>Jackson, Andrew Dr (Sociology)</dc:creator>
  <cp:lastModifiedBy>Jackson, Andrew Dr (Sociology)</cp:lastModifiedBy>
  <cp:revision>2</cp:revision>
  <dcterms:created xsi:type="dcterms:W3CDTF">2024-01-09T13:42:37Z</dcterms:created>
  <dcterms:modified xsi:type="dcterms:W3CDTF">2024-01-09T14:31:44Z</dcterms:modified>
</cp:coreProperties>
</file>