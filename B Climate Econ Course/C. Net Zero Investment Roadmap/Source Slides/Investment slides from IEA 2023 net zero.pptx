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6A900-3B5D-4663-FAE9-6CC6DE67E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6FB08-3950-72B4-7ED3-8E4EEA90B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B2555-4076-A15D-B316-315E710A7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005A-869B-4DDC-AEFA-30DE1C02AE3A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DEEEF-F693-08EA-8FDA-E7261C0A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2293D-5D89-6882-EE56-0E7EC51FB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A4D1-063B-4997-8EA5-6D417D4C17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8879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E0AFF-B075-B322-37ED-0BA25002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3731D-42BA-5771-FAFF-4F4D450BD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21960-1C2C-4149-E491-CFD56E1EC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005A-869B-4DDC-AEFA-30DE1C02AE3A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F8F4E9-7F37-ADA2-050F-89CF6A803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497DE-A87C-59BB-B620-3B928D658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A4D1-063B-4997-8EA5-6D417D4C17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120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09E8F-4D16-7466-0EB3-EFE23C4DB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05301-65E0-E82A-8B5A-E4585C683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CC7B4-1911-5050-B004-66F13B55C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005A-869B-4DDC-AEFA-30DE1C02AE3A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B808A-C7A8-0E78-08A2-7774945D8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C9A8-9200-70B7-E21C-D91DF02FD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A4D1-063B-4997-8EA5-6D417D4C17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696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0D337-FE33-FFC4-07C5-F9D58BFEE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08678-9901-8648-4E89-12AD4D9C24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06988B-7BE0-C97D-13D2-6FFE3B1BC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4285C2-AB2B-261B-D091-65D4EE1B0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005A-869B-4DDC-AEFA-30DE1C02AE3A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5B1DA-8482-8FD5-F994-C6D3586AE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C05D0-3B87-4848-1468-0F155E802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A4D1-063B-4997-8EA5-6D417D4C17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263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80248-943F-4F5B-2174-A3C473168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F2163-4CFE-4E46-C4F0-635C159F1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337122-DE55-8C78-6703-A494C11E1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0A2E05-9EC5-1761-B1F6-A8D5384D2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BEBB7A-61F3-994C-EB2E-1365001E80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FDDA75-4190-EF93-7C5C-59BAB3AD4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005A-869B-4DDC-AEFA-30DE1C02AE3A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245056-3DC3-1FFD-9C11-7561ECB2A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BF5BF2-AAEF-DA1C-8528-7B82A8DAC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A4D1-063B-4997-8EA5-6D417D4C17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406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DC17A-A115-EF04-1DEC-B4F85C6E1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25137-483D-8BDD-B775-B5C6D7EF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005A-869B-4DDC-AEFA-30DE1C02AE3A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390915-479A-4586-0C43-A9C582D7A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A392-5E5C-DDED-41C8-AFDF44681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A4D1-063B-4997-8EA5-6D417D4C17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4629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3D1493-6B9A-7266-4E03-1B1963A12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005A-869B-4DDC-AEFA-30DE1C02AE3A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F025C6-F1D3-46D5-5D4B-6633B3FAA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F66D7-6676-EA9F-1954-503BE7E60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A4D1-063B-4997-8EA5-6D417D4C17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484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ED30F-E37D-CE7F-3CDC-EF6613C09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DA939-1143-F124-4772-2CE99557B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A0E188-F2E8-89FD-FE6C-FB5736F77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C0FA2-B727-7586-7084-BD762B55A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005A-869B-4DDC-AEFA-30DE1C02AE3A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D9DB4-4490-193E-0746-0CA23BA24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30B51-B7E7-3FD1-78CC-A9DC5D127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A4D1-063B-4997-8EA5-6D417D4C17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5280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BF811-68AE-1212-06BF-6B208C3AB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A934D8-2034-5F4F-AD45-D73FC4258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D603A5-44C8-75A4-ABCB-A315489E9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67DE2-20F7-9776-FC13-913FCC373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005A-869B-4DDC-AEFA-30DE1C02AE3A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856A0-C190-D085-4892-C77230D6F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9A8B0-60EC-8C62-3BBB-86FC61D88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A4D1-063B-4997-8EA5-6D417D4C17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022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670AF-7B0E-4FC6-5261-7924B36E0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1E29A0-7121-0105-9B56-3E4C53EBE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4C16E-6DAF-21DC-5166-F54FC32E8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005A-869B-4DDC-AEFA-30DE1C02AE3A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4AFEA-9A36-2338-CA60-A97E3734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93663-35C2-ED80-DE38-3BB33BFE9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A4D1-063B-4997-8EA5-6D417D4C17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132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F87B0A-774E-322A-CF0F-19D9D699A9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6CDD0-8220-6119-4518-4DBA27B75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74D6B-1A3E-3A10-C5AD-1E5D41BEF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D005A-869B-4DDC-AEFA-30DE1C02AE3A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C9B99-FC09-3F23-F186-57EEFFD7F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365CF-42D5-945F-A0D6-8A7555D6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2A4D1-063B-4997-8EA5-6D417D4C17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1388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6F1EE6-DE3B-CCBB-E137-6D802EB88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BE717-9EA9-AAB7-CF40-8DDE300BE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4D1D2-AFD9-1F50-B238-40B1939E7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D005A-869B-4DDC-AEFA-30DE1C02AE3A}" type="datetimeFigureOut">
              <a:rPr lang="en-GB" smtClean="0"/>
              <a:t>09/01/2024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2356D-863E-3DA2-79A1-F42BD12F84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E0982-AFF8-BE1C-6098-561F6D437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2A4D1-063B-4997-8EA5-6D417D4C17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982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A21716F-997B-0628-F74E-F85328C88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2714625" cy="4387850"/>
          </a:xfrm>
        </p:spPr>
        <p:txBody>
          <a:bodyPr>
            <a:normAutofit/>
          </a:bodyPr>
          <a:lstStyle/>
          <a:p>
            <a:r>
              <a:rPr lang="en-GB" dirty="0"/>
              <a:t>Massive increases in green investment required by 2030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19746E-0035-2E2F-0491-A8A10DEA7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480" y="647700"/>
            <a:ext cx="816807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732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F0562-83F7-2516-B1AC-8DE8927B7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497183" cy="5939881"/>
          </a:xfrm>
        </p:spPr>
        <p:txBody>
          <a:bodyPr>
            <a:normAutofit fontScale="90000"/>
          </a:bodyPr>
          <a:lstStyle/>
          <a:p>
            <a:r>
              <a:rPr lang="en-GB" dirty="0"/>
              <a:t>Green energy investment needs to increase rapidly to make the NZE a reality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84AD3B-E1AD-54FF-C555-AE2A666C6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204" y="0"/>
            <a:ext cx="85207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907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98939-7242-72C4-DE11-C56108A9D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4" y="365125"/>
            <a:ext cx="2656114" cy="5513161"/>
          </a:xfrm>
        </p:spPr>
        <p:txBody>
          <a:bodyPr>
            <a:normAutofit fontScale="90000"/>
          </a:bodyPr>
          <a:lstStyle/>
          <a:p>
            <a:r>
              <a:rPr lang="en-GB" dirty="0"/>
              <a:t>Bulk of increase in green investment is needed in emerging economies, excluding China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CDB57B-6024-CCDE-9690-45AA1ED51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627" y="0"/>
            <a:ext cx="93623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622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35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Massive increases in green investment required by 2030 </vt:lpstr>
      <vt:lpstr>Green energy investment needs to increase rapidly to make the NZE a reality</vt:lpstr>
      <vt:lpstr>Bulk of increase in green investment is needed in emerging economies, excluding China</vt:lpstr>
    </vt:vector>
  </TitlesOfParts>
  <Company>University of Surrey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Massive increases in green investment required by 2030 </dc:title>
  <dc:creator>Jackson, Andrew Dr (Sociology)</dc:creator>
  <cp:lastModifiedBy>Jackson, Andrew Dr (Sociology)</cp:lastModifiedBy>
  <cp:revision>1</cp:revision>
  <dcterms:created xsi:type="dcterms:W3CDTF">2024-01-09T14:33:25Z</dcterms:created>
  <dcterms:modified xsi:type="dcterms:W3CDTF">2024-01-09T14:44:56Z</dcterms:modified>
</cp:coreProperties>
</file>