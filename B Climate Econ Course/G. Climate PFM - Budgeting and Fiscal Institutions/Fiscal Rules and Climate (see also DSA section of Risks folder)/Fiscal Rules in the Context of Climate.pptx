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DC2EC2-02AA-6965-F5EC-6F55C194C150}" v="4" dt="2024-08-02T13:52:27.781"/>
    <p1510:client id="{DEE64BE8-2B61-4DE2-9B10-E742B79A6B25}" v="3" dt="2024-08-02T13:22:36.1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John Stretton" userId="S::sstretton@worldbank.org::da8c780b-1aa2-4e36-94fb-871dc8111504" providerId="AD" clId="Web-{6EDC2EC2-02AA-6965-F5EC-6F55C194C150}"/>
    <pc:docChg chg="addSld delSld modSld">
      <pc:chgData name="Stephen John Stretton" userId="S::sstretton@worldbank.org::da8c780b-1aa2-4e36-94fb-871dc8111504" providerId="AD" clId="Web-{6EDC2EC2-02AA-6965-F5EC-6F55C194C150}" dt="2024-08-02T13:52:27.781" v="2"/>
      <pc:docMkLst>
        <pc:docMk/>
      </pc:docMkLst>
      <pc:sldChg chg="modSp">
        <pc:chgData name="Stephen John Stretton" userId="S::sstretton@worldbank.org::da8c780b-1aa2-4e36-94fb-871dc8111504" providerId="AD" clId="Web-{6EDC2EC2-02AA-6965-F5EC-6F55C194C150}" dt="2024-08-02T13:45:01.996" v="0" actId="20577"/>
        <pc:sldMkLst>
          <pc:docMk/>
          <pc:sldMk cId="2158902785" sldId="256"/>
        </pc:sldMkLst>
        <pc:spChg chg="mod">
          <ac:chgData name="Stephen John Stretton" userId="S::sstretton@worldbank.org::da8c780b-1aa2-4e36-94fb-871dc8111504" providerId="AD" clId="Web-{6EDC2EC2-02AA-6965-F5EC-6F55C194C150}" dt="2024-08-02T13:45:01.996" v="0" actId="20577"/>
          <ac:spMkLst>
            <pc:docMk/>
            <pc:sldMk cId="2158902785" sldId="256"/>
            <ac:spMk id="2" creationId="{92B8DB63-8990-9054-4295-729BE8959B5B}"/>
          </ac:spMkLst>
        </pc:spChg>
      </pc:sldChg>
      <pc:sldChg chg="del">
        <pc:chgData name="Stephen John Stretton" userId="S::sstretton@worldbank.org::da8c780b-1aa2-4e36-94fb-871dc8111504" providerId="AD" clId="Web-{6EDC2EC2-02AA-6965-F5EC-6F55C194C150}" dt="2024-08-02T13:52:27.781" v="2"/>
        <pc:sldMkLst>
          <pc:docMk/>
          <pc:sldMk cId="4201248072" sldId="257"/>
        </pc:sldMkLst>
      </pc:sldChg>
      <pc:sldChg chg="add replId">
        <pc:chgData name="Stephen John Stretton" userId="S::sstretton@worldbank.org::da8c780b-1aa2-4e36-94fb-871dc8111504" providerId="AD" clId="Web-{6EDC2EC2-02AA-6965-F5EC-6F55C194C150}" dt="2024-08-02T13:52:21.437" v="1"/>
        <pc:sldMkLst>
          <pc:docMk/>
          <pc:sldMk cId="928248720" sldId="261"/>
        </pc:sldMkLst>
      </pc:sldChg>
    </pc:docChg>
  </pc:docChgLst>
  <pc:docChgLst>
    <pc:chgData name="Stephen John Stretton" userId="da8c780b-1aa2-4e36-94fb-871dc8111504" providerId="ADAL" clId="{DEE64BE8-2B61-4DE2-9B10-E742B79A6B25}"/>
    <pc:docChg chg="undo custSel addSld modSld">
      <pc:chgData name="Stephen John Stretton" userId="da8c780b-1aa2-4e36-94fb-871dc8111504" providerId="ADAL" clId="{DEE64BE8-2B61-4DE2-9B10-E742B79A6B25}" dt="2024-08-02T13:28:53.993" v="1187" actId="20577"/>
      <pc:docMkLst>
        <pc:docMk/>
      </pc:docMkLst>
      <pc:sldChg chg="modSp mod">
        <pc:chgData name="Stephen John Stretton" userId="da8c780b-1aa2-4e36-94fb-871dc8111504" providerId="ADAL" clId="{DEE64BE8-2B61-4DE2-9B10-E742B79A6B25}" dt="2024-08-02T13:21:27.809" v="190" actId="20577"/>
        <pc:sldMkLst>
          <pc:docMk/>
          <pc:sldMk cId="4201248072" sldId="257"/>
        </pc:sldMkLst>
        <pc:spChg chg="mod">
          <ac:chgData name="Stephen John Stretton" userId="da8c780b-1aa2-4e36-94fb-871dc8111504" providerId="ADAL" clId="{DEE64BE8-2B61-4DE2-9B10-E742B79A6B25}" dt="2024-08-02T13:05:13.068" v="11" actId="20577"/>
          <ac:spMkLst>
            <pc:docMk/>
            <pc:sldMk cId="4201248072" sldId="257"/>
            <ac:spMk id="2" creationId="{4B4D0107-5C07-06BA-DFD4-4A645E656B4D}"/>
          </ac:spMkLst>
        </pc:spChg>
        <pc:spChg chg="mod">
          <ac:chgData name="Stephen John Stretton" userId="da8c780b-1aa2-4e36-94fb-871dc8111504" providerId="ADAL" clId="{DEE64BE8-2B61-4DE2-9B10-E742B79A6B25}" dt="2024-08-02T13:21:27.809" v="190" actId="20577"/>
          <ac:spMkLst>
            <pc:docMk/>
            <pc:sldMk cId="4201248072" sldId="257"/>
            <ac:spMk id="3" creationId="{4FCAF130-1B38-17C5-1CDE-644BEB0BD5B4}"/>
          </ac:spMkLst>
        </pc:spChg>
      </pc:sldChg>
      <pc:sldChg chg="addSp delSp modSp add mod">
        <pc:chgData name="Stephen John Stretton" userId="da8c780b-1aa2-4e36-94fb-871dc8111504" providerId="ADAL" clId="{DEE64BE8-2B61-4DE2-9B10-E742B79A6B25}" dt="2024-08-02T13:22:19.810" v="277" actId="20577"/>
        <pc:sldMkLst>
          <pc:docMk/>
          <pc:sldMk cId="3380907049" sldId="258"/>
        </pc:sldMkLst>
        <pc:spChg chg="mod">
          <ac:chgData name="Stephen John Stretton" userId="da8c780b-1aa2-4e36-94fb-871dc8111504" providerId="ADAL" clId="{DEE64BE8-2B61-4DE2-9B10-E742B79A6B25}" dt="2024-08-02T13:05:35.926" v="56" actId="20577"/>
          <ac:spMkLst>
            <pc:docMk/>
            <pc:sldMk cId="3380907049" sldId="258"/>
            <ac:spMk id="2" creationId="{4B4D0107-5C07-06BA-DFD4-4A645E656B4D}"/>
          </ac:spMkLst>
        </pc:spChg>
        <pc:spChg chg="add del mod">
          <ac:chgData name="Stephen John Stretton" userId="da8c780b-1aa2-4e36-94fb-871dc8111504" providerId="ADAL" clId="{DEE64BE8-2B61-4DE2-9B10-E742B79A6B25}" dt="2024-08-02T13:22:19.810" v="277" actId="20577"/>
          <ac:spMkLst>
            <pc:docMk/>
            <pc:sldMk cId="3380907049" sldId="258"/>
            <ac:spMk id="3" creationId="{4FCAF130-1B38-17C5-1CDE-644BEB0BD5B4}"/>
          </ac:spMkLst>
        </pc:spChg>
        <pc:picChg chg="add del mod ord">
          <ac:chgData name="Stephen John Stretton" userId="da8c780b-1aa2-4e36-94fb-871dc8111504" providerId="ADAL" clId="{DEE64BE8-2B61-4DE2-9B10-E742B79A6B25}" dt="2024-08-02T13:05:39.067" v="58" actId="34307"/>
          <ac:picMkLst>
            <pc:docMk/>
            <pc:sldMk cId="3380907049" sldId="258"/>
            <ac:picMk id="4" creationId="{FF13FD50-2CCE-23AB-FF72-F074AAB158CB}"/>
          </ac:picMkLst>
        </pc:picChg>
      </pc:sldChg>
      <pc:sldChg chg="add">
        <pc:chgData name="Stephen John Stretton" userId="da8c780b-1aa2-4e36-94fb-871dc8111504" providerId="ADAL" clId="{DEE64BE8-2B61-4DE2-9B10-E742B79A6B25}" dt="2024-08-02T13:05:31.119" v="46"/>
        <pc:sldMkLst>
          <pc:docMk/>
          <pc:sldMk cId="719328729" sldId="259"/>
        </pc:sldMkLst>
      </pc:sldChg>
      <pc:sldChg chg="modSp add mod">
        <pc:chgData name="Stephen John Stretton" userId="da8c780b-1aa2-4e36-94fb-871dc8111504" providerId="ADAL" clId="{DEE64BE8-2B61-4DE2-9B10-E742B79A6B25}" dt="2024-08-02T13:28:53.993" v="1187" actId="20577"/>
        <pc:sldMkLst>
          <pc:docMk/>
          <pc:sldMk cId="2617426917" sldId="260"/>
        </pc:sldMkLst>
        <pc:spChg chg="mod">
          <ac:chgData name="Stephen John Stretton" userId="da8c780b-1aa2-4e36-94fb-871dc8111504" providerId="ADAL" clId="{DEE64BE8-2B61-4DE2-9B10-E742B79A6B25}" dt="2024-08-02T13:23:45.234" v="415" actId="20577"/>
          <ac:spMkLst>
            <pc:docMk/>
            <pc:sldMk cId="2617426917" sldId="260"/>
            <ac:spMk id="2" creationId="{4B4D0107-5C07-06BA-DFD4-4A645E656B4D}"/>
          </ac:spMkLst>
        </pc:spChg>
        <pc:spChg chg="mod">
          <ac:chgData name="Stephen John Stretton" userId="da8c780b-1aa2-4e36-94fb-871dc8111504" providerId="ADAL" clId="{DEE64BE8-2B61-4DE2-9B10-E742B79A6B25}" dt="2024-08-02T13:28:53.993" v="1187" actId="20577"/>
          <ac:spMkLst>
            <pc:docMk/>
            <pc:sldMk cId="2617426917" sldId="260"/>
            <ac:spMk id="3" creationId="{4FCAF130-1B38-17C5-1CDE-644BEB0BD5B4}"/>
          </ac:spMkLst>
        </pc:spChg>
      </pc:sldChg>
    </pc:docChg>
  </pc:docChgLst>
  <pc:docChgLst>
    <pc:chgData clId="Web-{6EDC2EC2-02AA-6965-F5EC-6F55C194C150}"/>
    <pc:docChg chg="modSld">
      <pc:chgData name="" userId="" providerId="" clId="Web-{6EDC2EC2-02AA-6965-F5EC-6F55C194C150}" dt="2024-08-02T13:42:10.060" v="0" actId="20577"/>
      <pc:docMkLst>
        <pc:docMk/>
      </pc:docMkLst>
      <pc:sldChg chg="modSp">
        <pc:chgData name="" userId="" providerId="" clId="Web-{6EDC2EC2-02AA-6965-F5EC-6F55C194C150}" dt="2024-08-02T13:42:10.060" v="0" actId="20577"/>
        <pc:sldMkLst>
          <pc:docMk/>
          <pc:sldMk cId="2158902785" sldId="256"/>
        </pc:sldMkLst>
        <pc:spChg chg="mod">
          <ac:chgData name="" userId="" providerId="" clId="Web-{6EDC2EC2-02AA-6965-F5EC-6F55C194C150}" dt="2024-08-02T13:42:10.060" v="0" actId="20577"/>
          <ac:spMkLst>
            <pc:docMk/>
            <pc:sldMk cId="2158902785" sldId="256"/>
            <ac:spMk id="2" creationId="{92B8DB63-8990-9054-4295-729BE8959B5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79231-0E07-3C3A-D39C-B970C09EC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E20FE-A0E5-7CD4-3B9A-DDF7B36EE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31D36-2548-E36C-92BA-7451F0E49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4E6B7-2E11-4AC5-BD53-B43D829ED399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5F735-2F9F-BCDA-5F13-41CABE038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B10DA-89CF-046A-7F70-E9CFDF5DB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AD28-5B9B-41BB-AD04-29EEB5921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38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F129-A7B9-5960-EEF2-B88CACF1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02C4D-5BA1-7B97-88A2-08DD6D39D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73A31-9CB8-3AAB-7DC7-B2DFDA9FC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4E6B7-2E11-4AC5-BD53-B43D829ED399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E7068-E6FB-9942-846F-15C79DCDA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0CE56-4E1E-3498-BA9E-1D2E5E2F0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AD28-5B9B-41BB-AD04-29EEB5921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2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11DE9-87FD-5E48-B5D1-7A0449C25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B1C2A-B47A-8ED7-C079-59D4D382A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1C323-4B6E-C22B-B418-DE4566CD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4E6B7-2E11-4AC5-BD53-B43D829ED399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9F525-915F-D5DE-58C9-91FCC1B13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906EE-7C0B-1203-0676-6E1E8201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AD28-5B9B-41BB-AD04-29EEB5921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73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9339-D83F-8D45-B067-6D43C3A29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1ED2E-34DD-4B5F-D80C-A25DEFB36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A9BEC-BAA9-E95D-3581-C1BF3D7CB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0B0E2-8E31-4919-CB7A-C089FC8A1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4E6B7-2E11-4AC5-BD53-B43D829ED399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0A8A0-E604-4FA9-1971-2AB6A895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943B9-5E55-55D4-9B42-16CBA1CF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AD28-5B9B-41BB-AD04-29EEB5921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8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00A7-75C6-E95A-9DCC-C0569499A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892EE-DAB4-E26E-960A-02948D1E6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BD4F85-C542-E9AF-9221-420C0550C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330E4B-B976-4F4A-CDCE-1BBB7D0AB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51B6E7-2013-BFCE-7F2F-A9E77AB93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7BABFA-5B60-1836-A52F-5D2F3C0B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4E6B7-2E11-4AC5-BD53-B43D829ED399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FFDBB-62B9-B884-07FD-8AC48C3D9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38AAAC-844C-FC4F-168F-E246D1F4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AD28-5B9B-41BB-AD04-29EEB5921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0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A2527-9424-E4BB-0A69-9603A90E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34FB7-D1C2-7905-AFE8-C03D4647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4E6B7-2E11-4AC5-BD53-B43D829ED399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34730D-92B6-E9D3-78AD-F8A2389F3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32C47-8885-E25C-8A9E-BACC437E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AD28-5B9B-41BB-AD04-29EEB5921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14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0096A2-F7CF-FACC-FDB6-D57E201D1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4E6B7-2E11-4AC5-BD53-B43D829ED399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3E3243-048A-8D86-BB51-71A5847BE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1CEF3-39B2-8520-7235-42804685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AD28-5B9B-41BB-AD04-29EEB5921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08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7C26D-7BB8-7AE1-084F-40A846CAC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547C3-6ACE-B527-028D-30835FB96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F1BBC-33FE-6621-DA93-FFC2C86D7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BDB64-8AF7-D4D4-D2A2-11E24969D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4E6B7-2E11-4AC5-BD53-B43D829ED399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AD9B2-0DA2-3641-96B2-C5E2B2CE8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9E349-0029-0546-2738-6AB70A08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AD28-5B9B-41BB-AD04-29EEB5921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3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E11FB-96A0-EFCA-FE69-1436D5727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BBEBF-05C0-FFD1-562F-0DD24AF34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5D485-3FE8-C950-75CC-96FEB1875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2A24B-7E98-1E38-C2BC-D38B162A4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4E6B7-2E11-4AC5-BD53-B43D829ED399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74045-4BC8-77C7-DB74-4DDF436B9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E753F-8C14-893C-9F94-9B6FC6BA3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AD28-5B9B-41BB-AD04-29EEB5921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5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C4FE-765D-A2D7-42DF-1502CBEE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8F99B-E4DE-5EE4-B807-0C4E6A032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80F92-60BC-7DA3-ADB8-F0EACB81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4E6B7-2E11-4AC5-BD53-B43D829ED399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A477A-0243-8FB0-0941-A254A3FB1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0FC7A-6557-2E25-B9F6-E3F75FFB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AD28-5B9B-41BB-AD04-29EEB5921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65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7A4704-98E9-BEDF-34B3-5D6D5E308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71332-AF4C-31C9-3194-10A4FB6B2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4F587-8CD4-3799-1D92-C530683DE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4E6B7-2E11-4AC5-BD53-B43D829ED399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77268-9EB5-D9C8-7906-12C65680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D63FF-8B13-C8F0-5787-76B6C9E2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AD28-5B9B-41BB-AD04-29EEB5921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9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91AD15-70C1-2AB6-BCB6-F87A766F6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3BA1B-E2EA-D85E-F9FA-7088CB409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33DF6-9AEB-9F01-3CDA-34AFD3D72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4E6B7-2E11-4AC5-BD53-B43D829ED399}" type="datetimeFigureOut">
              <a:rPr lang="en-US" smtClean="0"/>
              <a:t>8/2/2024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4C535-6768-F3B5-AF8E-D3E74A98D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AACEC-EDFF-8F9F-4448-F342D1EEE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8AD28-5B9B-41BB-AD04-29EEB5921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89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8DB63-8990-9054-4295-729BE8959B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Fiscal Rules in the context of Climate (and Climate-related Investment)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E11B49-6B54-62AA-A25D-C88ADF18CC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02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D0107-5C07-06BA-DFD4-4A645E65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Fiscal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AF130-1B38-17C5-1CDE-644BEB0BD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fiscal rules are there?</a:t>
            </a:r>
          </a:p>
          <a:p>
            <a:pPr lvl="1"/>
            <a:r>
              <a:rPr lang="en-US" dirty="0"/>
              <a:t>Debt rule (Stock)</a:t>
            </a:r>
          </a:p>
          <a:p>
            <a:pPr lvl="1"/>
            <a:r>
              <a:rPr lang="en-US" dirty="0"/>
              <a:t>Deficit rule</a:t>
            </a:r>
          </a:p>
          <a:p>
            <a:pPr lvl="2"/>
            <a:r>
              <a:rPr lang="en-US" dirty="0"/>
              <a:t>Simple rule</a:t>
            </a:r>
          </a:p>
          <a:p>
            <a:pPr lvl="2"/>
            <a:r>
              <a:rPr lang="en-US" dirty="0"/>
              <a:t>Golden rule (borrow to invest)</a:t>
            </a:r>
          </a:p>
        </p:txBody>
      </p:sp>
    </p:spTree>
    <p:extLst>
      <p:ext uri="{BB962C8B-B14F-4D97-AF65-F5344CB8AC3E}">
        <p14:creationId xmlns:p14="http://schemas.microsoft.com/office/powerpoint/2010/main" val="928248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D0107-5C07-06BA-DFD4-4A645E65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Climate Mitigation Investment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AF130-1B38-17C5-1CDE-644BEB0BD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has revenues and also reduces other fiscal risks (energy risk particularly)</a:t>
            </a:r>
          </a:p>
        </p:txBody>
      </p:sp>
    </p:spTree>
    <p:extLst>
      <p:ext uri="{BB962C8B-B14F-4D97-AF65-F5344CB8AC3E}">
        <p14:creationId xmlns:p14="http://schemas.microsoft.com/office/powerpoint/2010/main" val="338090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D0107-5C07-06BA-DFD4-4A645E65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Climate Adaptation Investment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AF130-1B38-17C5-1CDE-644BEB0BD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328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D0107-5C07-06BA-DFD4-4A645E65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Appendix: Robust Climate Mitigation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AF130-1B38-17C5-1CDE-644BEB0BD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Rethinking carbon pricing in response to the environmental effectiveness/revenue/political feasibility trilemma.</a:t>
            </a:r>
          </a:p>
          <a:p>
            <a:pPr lvl="1"/>
            <a:r>
              <a:rPr lang="en-US" dirty="0"/>
              <a:t>Instead of one carbon tax consider a revenue focused plus an effectiveness focused one: get out of the trilemma! </a:t>
            </a:r>
          </a:p>
          <a:p>
            <a:pPr lvl="1"/>
            <a:r>
              <a:rPr lang="en-US" dirty="0"/>
              <a:t>Presentational + content: environmental taxes + </a:t>
            </a:r>
            <a:r>
              <a:rPr lang="en-US"/>
              <a:t>whole economy feebate</a:t>
            </a:r>
            <a:r>
              <a:rPr lang="en-US" dirty="0"/>
              <a:t>.</a:t>
            </a:r>
          </a:p>
          <a:p>
            <a:r>
              <a:rPr lang="en-US" dirty="0"/>
              <a:t>Mitigation Investment Policy</a:t>
            </a:r>
          </a:p>
          <a:p>
            <a:r>
              <a:rPr lang="en-US" dirty="0"/>
              <a:t>Global Incentives to do the Right Thing</a:t>
            </a:r>
          </a:p>
          <a:p>
            <a:pPr lvl="1"/>
            <a:r>
              <a:rPr lang="en-US" dirty="0"/>
              <a:t>Framework for cooperation.</a:t>
            </a:r>
          </a:p>
          <a:p>
            <a:pPr lvl="1"/>
            <a:r>
              <a:rPr lang="en-US" dirty="0"/>
              <a:t>Framework for financing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426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127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Fiscal Rules in the context of Climate (and Climate-related Investment)</vt:lpstr>
      <vt:lpstr>Fiscal Rules</vt:lpstr>
      <vt:lpstr>Climate Mitigation Investment</vt:lpstr>
      <vt:lpstr>Climate Adaptation Investment</vt:lpstr>
      <vt:lpstr>Appendix: Robust Climate Mitigation Policy</vt:lpstr>
    </vt:vector>
  </TitlesOfParts>
  <Company>WBG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Fiscal Rules in the conext of Climate (and Climate-related Investment)</dc:title>
  <dc:creator>Stephen John Stretton</dc:creator>
  <cp:lastModifiedBy>Stephen John Stretton</cp:lastModifiedBy>
  <cp:revision>5</cp:revision>
  <dcterms:created xsi:type="dcterms:W3CDTF">2024-08-02T13:01:52Z</dcterms:created>
  <dcterms:modified xsi:type="dcterms:W3CDTF">2024-08-02T13:52:31Z</dcterms:modified>
</cp:coreProperties>
</file>