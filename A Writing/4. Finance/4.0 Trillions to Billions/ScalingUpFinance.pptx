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85D25A71-B099-4514-A44D-C02D03299F36}"/>
    <pc:docChg chg="undo custSel modSld">
      <pc:chgData name="Stephen John Stretton" userId="da8c780b-1aa2-4e36-94fb-871dc8111504" providerId="ADAL" clId="{85D25A71-B099-4514-A44D-C02D03299F36}" dt="2023-07-20T16:31:23.507" v="143" actId="20577"/>
      <pc:docMkLst>
        <pc:docMk/>
      </pc:docMkLst>
      <pc:sldChg chg="modSp mod">
        <pc:chgData name="Stephen John Stretton" userId="da8c780b-1aa2-4e36-94fb-871dc8111504" providerId="ADAL" clId="{85D25A71-B099-4514-A44D-C02D03299F36}" dt="2023-07-20T16:31:23.507" v="143" actId="20577"/>
        <pc:sldMkLst>
          <pc:docMk/>
          <pc:sldMk cId="909438302" sldId="256"/>
        </pc:sldMkLst>
        <pc:spChg chg="mod">
          <ac:chgData name="Stephen John Stretton" userId="da8c780b-1aa2-4e36-94fb-871dc8111504" providerId="ADAL" clId="{85D25A71-B099-4514-A44D-C02D03299F36}" dt="2023-07-20T16:31:23.507" v="143" actId="20577"/>
          <ac:spMkLst>
            <pc:docMk/>
            <pc:sldMk cId="909438302" sldId="256"/>
            <ac:spMk id="2" creationId="{B4F394CE-2A3B-01EE-0651-144BCE289F2B}"/>
          </ac:spMkLst>
        </pc:spChg>
      </pc:sldChg>
      <pc:sldChg chg="modSp mod">
        <pc:chgData name="Stephen John Stretton" userId="da8c780b-1aa2-4e36-94fb-871dc8111504" providerId="ADAL" clId="{85D25A71-B099-4514-A44D-C02D03299F36}" dt="2023-07-20T16:16:33.308" v="136" actId="313"/>
        <pc:sldMkLst>
          <pc:docMk/>
          <pc:sldMk cId="2773703787" sldId="257"/>
        </pc:sldMkLst>
        <pc:spChg chg="mod">
          <ac:chgData name="Stephen John Stretton" userId="da8c780b-1aa2-4e36-94fb-871dc8111504" providerId="ADAL" clId="{85D25A71-B099-4514-A44D-C02D03299F36}" dt="2023-07-20T16:16:33.308" v="136" actId="313"/>
          <ac:spMkLst>
            <pc:docMk/>
            <pc:sldMk cId="2773703787" sldId="257"/>
            <ac:spMk id="3" creationId="{2B9252E7-2E2F-A087-E68E-C385E79116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DC19-7256-AA6F-834C-E3F09A736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99423-7434-74B0-00F6-36F6EDE0D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761E2-4D81-EE84-4C0C-CAA04DAA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A210E-2ACD-61AA-3D3F-BCF50E09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9EF58-66CD-76A3-FE01-99E34569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8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2969-FE3F-A921-6928-CB28FB72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229B1-0813-0F7A-E789-4801FE4DC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FE131-4D40-B777-D636-171FDA20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77BF-2A71-0C11-5537-3B060883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0A45-B1A0-6037-E864-15E6F276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52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8D03-3AA3-0C29-16B0-BDB95D8C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A1E61-64D1-3826-00A6-CCB38FA9D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D51CA-0B3D-B848-1095-89E227AC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1EA64-466B-D85D-5EB9-03E66604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CE068-2235-F2E3-E347-28A927CE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00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08D2-88A3-252B-76ED-87D1A3D8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931A-182E-E246-E07A-0E1210CFD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CDA8F-58C4-16BF-C936-CCDD0DA54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61188-C785-E8D4-4E82-1E505EA7E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2D1E6-1789-CFDB-8D54-47B8032D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D50CA-6DD4-D317-A541-7D89297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6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E08D-8235-2BF1-1974-72B191C2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AF0DC-4022-049A-D564-CC1669CC2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F484C-3063-CC4B-F537-064B4681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05BFC-433E-00CC-E507-BC4E023B5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EF5075-7794-1574-F770-D86A5593C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9855D9-2423-2416-86F9-77CA1E862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0E521-F42B-C736-F278-4F71EBB8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5A589-E6FD-96B6-FEAC-176EB80E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48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7419-348F-E8B0-E754-BD3198892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58473-F5A9-EB74-6ACD-DE7345A9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2A888-5C92-B650-A9B4-F836C944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DEE31-CD68-CA0E-87A1-5D631328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4EBD1-56F9-EEE9-D01B-5F6AC4B7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A430B-C6C7-80C0-E3F9-C695A24C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3D948-E2EA-BAFE-7C04-685FCB1A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7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13EF-1FF4-83C3-CA7E-90D51548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338A-D1E3-DBC9-FB43-287BC49BF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08121-4233-C22F-B832-FF0F9E0C9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039CA-E134-45A4-3CDF-BC7B0222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C1152-BC34-68B0-2554-D79F62753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26F71-8C50-455D-D7F4-DA6D7A6F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5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EB1C-8B0E-A6F2-A4DC-76BC7DEC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A219E-6BB0-2832-EBF3-84BE2856E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91D1D-00A5-A040-E065-956377929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8F636-2879-EA25-23AC-8A48D208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5B847-4F39-9CFD-7B48-F2201FAF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E08DE-F76D-1D18-3AB3-8937F4AA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2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AC45-73D3-B14A-8E54-DDA503E89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BD572-F201-9845-EBD0-70F403359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17D3-695D-E1FC-89DC-3A055CF5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94A8-3ED0-8617-3A33-7DAC5B95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15878-FE37-0AF0-5FB9-D3DBCFFA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8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4B27A-E507-6869-A573-471A0FB1E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880FA-8698-0CDC-251D-33F4C3852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B41F3-1BAC-EC80-E9BD-B0758E9F4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F85CA-DE65-D544-9D72-B7CA4A15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650DD-9F67-CE78-EA9D-ECF70F5B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3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A429AF-C87F-2BA6-C9BA-5836FC45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0FF78-0E85-4243-631A-BEBA80DD7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ACFC3-7C9E-7F93-70E9-1E6B38307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71561-A40D-43CE-BA25-F703AC65F36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D2000-B9CA-34BD-8AC1-988CB9592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87EB9-2EFD-3D60-B9BD-F1DD50D6A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C4D84-8224-4D45-89D5-DB5128366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04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94CE-2A3B-01EE-0651-144BCE28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DBCA3-EB2C-BFD8-B9F9-8FC13EABD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3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D83A-BA20-1F64-AE0E-6C41B5AA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252E7-2E2F-A087-E68E-C385E7911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Context: Around Net Zero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Incentives and Cheap Finance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Financing Extra: Investment lending plus Policy lending.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Constraint: Capital Constraint (Governments limited)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Context: MDB reform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Other MDB reform suggestions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2-3 Specific Roadmap Suggestions that need find a solution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Institution Level Other Proposal for MDB reform (CPI)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Roadmap + Implementation of Aspect of the Roadmap: Link to detailed document for sector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Specific Proposal for Clean Energy; Detailed in a short note and long note.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the Solution Offers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Derisking: Creating for Investment Platform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Solution Scalable Solution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Multiplies the effect of the WB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Financially inclusive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Scale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Application to other contexts Further work: Critical Minerals Gigafactories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Relation with the Roadmap and Institutions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This deals with XYZ of the roadmap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This has been peer reviewed by IFC, Energy GP team; CPI 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70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EEF5-3279-FF42-C727-817EF273D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CEC7F-7B66-5FFC-78E6-F0D190D11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Large Needs</a:t>
            </a:r>
          </a:p>
          <a:p>
            <a:r>
              <a:rPr lang="en-US" dirty="0"/>
              <a:t>Scope: Energy System</a:t>
            </a:r>
          </a:p>
          <a:p>
            <a:r>
              <a:rPr lang="en-US" dirty="0"/>
              <a:t>Additionality</a:t>
            </a:r>
          </a:p>
          <a:p>
            <a:r>
              <a:rPr lang="en-US" dirty="0"/>
              <a:t>Scope: Policy and Project Lending</a:t>
            </a:r>
          </a:p>
          <a:p>
            <a:r>
              <a:rPr lang="en-US" dirty="0"/>
              <a:t>Risk Absorption</a:t>
            </a:r>
          </a:p>
          <a:p>
            <a:r>
              <a:rPr lang="en-US" dirty="0"/>
              <a:t>Summary of 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09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160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Outline</vt:lpstr>
      <vt:lpstr>PowerPoint Presentation</vt:lpstr>
      <vt:lpstr>PowerPoint Presentation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John Stretton</dc:creator>
  <cp:lastModifiedBy>Stephen John Stretton</cp:lastModifiedBy>
  <cp:revision>1</cp:revision>
  <dcterms:created xsi:type="dcterms:W3CDTF">2023-07-20T15:29:53Z</dcterms:created>
  <dcterms:modified xsi:type="dcterms:W3CDTF">2023-07-20T16:31:24Z</dcterms:modified>
</cp:coreProperties>
</file>