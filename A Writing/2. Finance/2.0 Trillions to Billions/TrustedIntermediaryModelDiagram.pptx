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CE4EF-FC42-435C-8645-2E275602572F}" v="3" dt="2023-10-10T18:19:21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500CE4EF-FC42-435C-8645-2E275602572F}"/>
    <pc:docChg chg="custSel modSld">
      <pc:chgData name="Stephen John Stretton" userId="da8c780b-1aa2-4e36-94fb-871dc8111504" providerId="ADAL" clId="{500CE4EF-FC42-435C-8645-2E275602572F}" dt="2023-10-10T18:22:03.095" v="300" actId="20577"/>
      <pc:docMkLst>
        <pc:docMk/>
      </pc:docMkLst>
      <pc:sldChg chg="addSp modSp mod">
        <pc:chgData name="Stephen John Stretton" userId="da8c780b-1aa2-4e36-94fb-871dc8111504" providerId="ADAL" clId="{500CE4EF-FC42-435C-8645-2E275602572F}" dt="2023-10-10T18:22:03.095" v="300" actId="20577"/>
        <pc:sldMkLst>
          <pc:docMk/>
          <pc:sldMk cId="65092000" sldId="257"/>
        </pc:sldMkLst>
        <pc:spChg chg="mod">
          <ac:chgData name="Stephen John Stretton" userId="da8c780b-1aa2-4e36-94fb-871dc8111504" providerId="ADAL" clId="{500CE4EF-FC42-435C-8645-2E275602572F}" dt="2023-10-10T18:19:32.200" v="27" actId="1076"/>
          <ac:spMkLst>
            <pc:docMk/>
            <pc:sldMk cId="65092000" sldId="257"/>
            <ac:spMk id="6" creationId="{1B3F46E8-6F4D-9A6C-C336-DBD23B543EDB}"/>
          </ac:spMkLst>
        </pc:spChg>
        <pc:spChg chg="mod">
          <ac:chgData name="Stephen John Stretton" userId="da8c780b-1aa2-4e36-94fb-871dc8111504" providerId="ADAL" clId="{500CE4EF-FC42-435C-8645-2E275602572F}" dt="2023-10-10T18:21:47.617" v="292" actId="1076"/>
          <ac:spMkLst>
            <pc:docMk/>
            <pc:sldMk cId="65092000" sldId="257"/>
            <ac:spMk id="7" creationId="{1C74934B-53CF-D222-CE81-250F9A8FABE9}"/>
          </ac:spMkLst>
        </pc:spChg>
        <pc:spChg chg="mod">
          <ac:chgData name="Stephen John Stretton" userId="da8c780b-1aa2-4e36-94fb-871dc8111504" providerId="ADAL" clId="{500CE4EF-FC42-435C-8645-2E275602572F}" dt="2023-10-10T18:21:58.351" v="296" actId="1076"/>
          <ac:spMkLst>
            <pc:docMk/>
            <pc:sldMk cId="65092000" sldId="257"/>
            <ac:spMk id="8" creationId="{A2ADF26F-8D97-1471-21CE-47C9AB695494}"/>
          </ac:spMkLst>
        </pc:spChg>
        <pc:spChg chg="mod">
          <ac:chgData name="Stephen John Stretton" userId="da8c780b-1aa2-4e36-94fb-871dc8111504" providerId="ADAL" clId="{500CE4EF-FC42-435C-8645-2E275602572F}" dt="2023-10-10T18:22:03.095" v="300" actId="20577"/>
          <ac:spMkLst>
            <pc:docMk/>
            <pc:sldMk cId="65092000" sldId="257"/>
            <ac:spMk id="10" creationId="{7FD997ED-0C4F-D495-6799-C7F8F77582EA}"/>
          </ac:spMkLst>
        </pc:spChg>
        <pc:spChg chg="add mod">
          <ac:chgData name="Stephen John Stretton" userId="da8c780b-1aa2-4e36-94fb-871dc8111504" providerId="ADAL" clId="{500CE4EF-FC42-435C-8645-2E275602572F}" dt="2023-10-10T18:19:37.403" v="29" actId="1076"/>
          <ac:spMkLst>
            <pc:docMk/>
            <pc:sldMk cId="65092000" sldId="257"/>
            <ac:spMk id="16" creationId="{0274E94A-ED8C-3D38-B2F7-C75C099C395F}"/>
          </ac:spMkLst>
        </pc:spChg>
        <pc:spChg chg="add mod">
          <ac:chgData name="Stephen John Stretton" userId="da8c780b-1aa2-4e36-94fb-871dc8111504" providerId="ADAL" clId="{500CE4EF-FC42-435C-8645-2E275602572F}" dt="2023-10-10T18:19:35.199" v="28" actId="1076"/>
          <ac:spMkLst>
            <pc:docMk/>
            <pc:sldMk cId="65092000" sldId="257"/>
            <ac:spMk id="17" creationId="{665E4B91-1579-6125-46CC-B05814D8CCD1}"/>
          </ac:spMkLst>
        </pc:spChg>
        <pc:cxnChg chg="mod">
          <ac:chgData name="Stephen John Stretton" userId="da8c780b-1aa2-4e36-94fb-871dc8111504" providerId="ADAL" clId="{500CE4EF-FC42-435C-8645-2E275602572F}" dt="2023-10-10T18:19:30.649" v="26" actId="1076"/>
          <ac:cxnSpMkLst>
            <pc:docMk/>
            <pc:sldMk cId="65092000" sldId="257"/>
            <ac:cxnSpMk id="14" creationId="{2F682CD2-7C03-260A-1C56-3F4761F5C792}"/>
          </ac:cxnSpMkLst>
        </pc:cxnChg>
        <pc:cxnChg chg="add">
          <ac:chgData name="Stephen John Stretton" userId="da8c780b-1aa2-4e36-94fb-871dc8111504" providerId="ADAL" clId="{500CE4EF-FC42-435C-8645-2E275602572F}" dt="2023-10-10T18:19:20.315" v="21" actId="11529"/>
          <ac:cxnSpMkLst>
            <pc:docMk/>
            <pc:sldMk cId="65092000" sldId="257"/>
            <ac:cxnSpMk id="19" creationId="{5F31294A-C9A9-13F3-761D-0C45B27D527C}"/>
          </ac:cxnSpMkLst>
        </pc:cxnChg>
        <pc:cxnChg chg="add mod">
          <ac:chgData name="Stephen John Stretton" userId="da8c780b-1aa2-4e36-94fb-871dc8111504" providerId="ADAL" clId="{500CE4EF-FC42-435C-8645-2E275602572F}" dt="2023-10-10T18:21:56.231" v="295" actId="14100"/>
          <ac:cxnSpMkLst>
            <pc:docMk/>
            <pc:sldMk cId="65092000" sldId="257"/>
            <ac:cxnSpMk id="20" creationId="{4D17E6C9-5F2E-F4F2-ABD0-7DC5FD45C25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543B-BBE8-FAC5-D155-3F0ABDE98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0318F-67F4-4B8D-61D0-A3B0C464C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B207B-B3EE-B7C4-E164-577B1D32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40370-1003-74F2-D9D8-0749D9C5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1CF7F-6D59-0DFD-F30D-D9A8BC47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7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08B8-DD4E-731F-85BD-0E8BDC3C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FB48-F50C-FC5A-806F-8B18AAA09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D936-1ED4-5E61-DFDB-94C44DFD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24C9F-44C2-8CFA-ECCD-8BBD5E8A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C69-5FAA-DB73-20ED-019A8AF0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2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4B30-69A8-6E0D-E867-79B00E88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B675-DAAA-6A84-FBF5-933B19DA6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E526-A43D-57FA-B28E-43F73544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9744C-27CD-B6E0-AE31-F881EC86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268BA-2617-6763-E166-F38DBB09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6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41AF-FB1F-8D26-4896-9228C2EE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FB438-A5A0-BDEE-3E09-F7639AE02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ADA1B-6F79-BA16-FDE8-8656C3E44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33B6A-4D88-0EAC-5750-6542FA39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E5578-E1D6-5A6B-F0B7-8037D130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3FCB6-2C6C-82B1-B947-1DD91E6A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401F-B614-93FD-560C-06D34A2A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2001E-60F1-9F72-5511-AECC74FD9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6EA7A-6854-6193-A365-9A4D30804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01AA2-9653-E869-274A-4B427491C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5C6AC-985A-5F6F-AA7F-C10E211B0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D5F030-8B33-2ED6-C315-FDC67F07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20B71-C9CB-5445-C26D-87D69420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1974E-BD44-5B3E-C2BA-078E2C1A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2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B4A5-ACBF-7B27-E128-61EE45D9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68EB9-425E-FE30-3739-99DE5C79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DB697-58FF-9D9F-437B-6F7CEF2E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3BC2D-D765-D97F-DF6D-11A0386F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6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A85C2-1224-CA30-A442-7E90BB74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DB584-0353-0A09-66B4-AE3C044F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B2A3C-F36B-F3EC-702D-C945BC10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0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B674-7B15-DE05-8E35-74777F51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38FA-9133-567F-959D-993CD9FD7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AE7AE-032D-B0FC-19A1-EC0ADC29D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C6B1C-1EE8-5A05-4005-49D1EFDA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6AE50-BA15-D416-4274-508D5783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605A5-CEA9-8B42-ED6F-7106C774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DF61-E5AF-FF50-53CD-85833E40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0AE45-245C-610D-041F-8D36034C7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A11B3-D703-4601-1164-FAC4E337A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A5DB3-D3C1-60FC-E51C-9220BD08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9A703-70F4-73CB-5AA5-0053E5AE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CAA25-C9AF-9F26-9C8C-A296BEF0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0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F0EC-4AD6-B546-EFF8-45FA1D31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BF34C-CEBC-54C8-93A5-86588FD0D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9569F-7B9B-213F-6C6E-E7964D99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2167E-1ABB-7298-746D-24E2360C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DE867-DD85-82DF-568C-61E5A1B1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5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771BB-4BED-A809-87F2-FF2A00362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F5A41-069B-6D27-FA8C-537B6D05E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32BB9-BA8D-CA9C-130A-B8197E9A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1F44-A976-21A5-27AC-7F174A6D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BBAA5-CFFA-364D-F77E-F41DE542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E8532-2464-D2CD-8107-85CE4947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C328F-6F90-0B40-1D61-16ECBE3EA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59B41-2021-6C1C-0065-DFEB68F0A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EAE8-131A-48FA-A2DA-E0F155457E1E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B10D-627A-7BE2-52B4-B45E32414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0A8F4-D01A-400E-E282-C6967C980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F9734-B901-4C76-B204-C6D2C6E25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9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6E8E97-FE4C-57BE-F183-6D2B42E706FB}"/>
              </a:ext>
            </a:extLst>
          </p:cNvPr>
          <p:cNvSpPr txBox="1"/>
          <p:nvPr/>
        </p:nvSpPr>
        <p:spPr>
          <a:xfrm>
            <a:off x="1512278" y="2127737"/>
            <a:ext cx="15914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Sovereign Borrower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1BDA9-5A4C-743C-3048-7DAAF921C2A9}"/>
              </a:ext>
            </a:extLst>
          </p:cNvPr>
          <p:cNvSpPr txBox="1"/>
          <p:nvPr/>
        </p:nvSpPr>
        <p:spPr>
          <a:xfrm>
            <a:off x="4979378" y="2127738"/>
            <a:ext cx="159140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AAA-rated Trusted Intermediary </a:t>
            </a:r>
            <a:r>
              <a:rPr lang="en-US" sz="1200" dirty="0"/>
              <a:t>special structure set up by WB (SPV or institution)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F46E8-6F4D-9A6C-C336-DBD23B543EDB}"/>
              </a:ext>
            </a:extLst>
          </p:cNvPr>
          <p:cNvSpPr txBox="1"/>
          <p:nvPr/>
        </p:nvSpPr>
        <p:spPr>
          <a:xfrm>
            <a:off x="8443548" y="2237707"/>
            <a:ext cx="1591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Bond Markets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4934B-53CF-D222-CE81-250F9A8FABE9}"/>
              </a:ext>
            </a:extLst>
          </p:cNvPr>
          <p:cNvSpPr txBox="1"/>
          <p:nvPr/>
        </p:nvSpPr>
        <p:spPr>
          <a:xfrm>
            <a:off x="4410811" y="4407098"/>
            <a:ext cx="1755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AAA Guarantees e.g. US/German/Swiss Govt callable capital, WB etc. Not expected to be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DF26F-8D97-1471-21CE-47C9AB695494}"/>
              </a:ext>
            </a:extLst>
          </p:cNvPr>
          <p:cNvSpPr txBox="1"/>
          <p:nvPr/>
        </p:nvSpPr>
        <p:spPr>
          <a:xfrm>
            <a:off x="6096000" y="4389896"/>
            <a:ext cx="17555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Separate Indemnification of risk via Side-Contracts</a:t>
            </a:r>
          </a:p>
          <a:p>
            <a:pPr algn="ctr"/>
            <a:r>
              <a:rPr lang="en-US" sz="1200" dirty="0"/>
              <a:t>(</a:t>
            </a:r>
            <a:r>
              <a:rPr lang="en-US" sz="1200" dirty="0" err="1"/>
              <a:t>eg</a:t>
            </a:r>
            <a:r>
              <a:rPr lang="en-US" sz="1200" dirty="0"/>
              <a:t> the sovereign pays back IBRD-guarantee indemnification i.e. WB borrowing relationship if it defaults on loan)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75827-85F9-06B8-DEC0-25DDFB6F12DD}"/>
              </a:ext>
            </a:extLst>
          </p:cNvPr>
          <p:cNvSpPr txBox="1"/>
          <p:nvPr/>
        </p:nvSpPr>
        <p:spPr>
          <a:xfrm>
            <a:off x="6688018" y="1707078"/>
            <a:ext cx="1755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Borrows at (say) 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997ED-0C4F-D495-6799-C7F8F77582EA}"/>
              </a:ext>
            </a:extLst>
          </p:cNvPr>
          <p:cNvSpPr txBox="1"/>
          <p:nvPr/>
        </p:nvSpPr>
        <p:spPr>
          <a:xfrm>
            <a:off x="3223848" y="1377893"/>
            <a:ext cx="175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Pays between 4% (100% KPI achievement) and 7% (0% KPI achievement)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5A26E9-0565-1DCF-00A1-4327446C8ED4}"/>
              </a:ext>
            </a:extLst>
          </p:cNvPr>
          <p:cNvCxnSpPr>
            <a:cxnSpLocks/>
          </p:cNvCxnSpPr>
          <p:nvPr/>
        </p:nvCxnSpPr>
        <p:spPr>
          <a:xfrm flipH="1">
            <a:off x="3103686" y="2450902"/>
            <a:ext cx="18756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682CD2-7C03-260A-1C56-3F4761F5C792}"/>
              </a:ext>
            </a:extLst>
          </p:cNvPr>
          <p:cNvCxnSpPr>
            <a:cxnSpLocks/>
          </p:cNvCxnSpPr>
          <p:nvPr/>
        </p:nvCxnSpPr>
        <p:spPr>
          <a:xfrm flipH="1">
            <a:off x="6570786" y="2469291"/>
            <a:ext cx="18756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DE8E90-8BE1-A1BE-AA96-89D0EA7110E4}"/>
              </a:ext>
            </a:extLst>
          </p:cNvPr>
          <p:cNvSpPr txBox="1"/>
          <p:nvPr/>
        </p:nvSpPr>
        <p:spPr>
          <a:xfrm>
            <a:off x="1408237" y="2877581"/>
            <a:ext cx="1755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Normally Borrows at (say) 7% from bond market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74E94A-ED8C-3D38-B2F7-C75C099C395F}"/>
              </a:ext>
            </a:extLst>
          </p:cNvPr>
          <p:cNvSpPr txBox="1"/>
          <p:nvPr/>
        </p:nvSpPr>
        <p:spPr>
          <a:xfrm>
            <a:off x="3220918" y="2421676"/>
            <a:ext cx="1755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Borrowing from: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E4B91-1579-6125-46CC-B05814D8CCD1}"/>
              </a:ext>
            </a:extLst>
          </p:cNvPr>
          <p:cNvSpPr txBox="1"/>
          <p:nvPr/>
        </p:nvSpPr>
        <p:spPr>
          <a:xfrm>
            <a:off x="6630867" y="2421676"/>
            <a:ext cx="1755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Borrowing from: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31294A-C9A9-13F3-761D-0C45B27D527C}"/>
              </a:ext>
            </a:extLst>
          </p:cNvPr>
          <p:cNvCxnSpPr/>
          <p:nvPr/>
        </p:nvCxnSpPr>
        <p:spPr>
          <a:xfrm flipV="1">
            <a:off x="5117123" y="3675185"/>
            <a:ext cx="483577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17E6C9-5F2E-F4F2-ABD0-7DC5FD45C251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605066"/>
            <a:ext cx="592018" cy="755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9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John Stretton</dc:creator>
  <cp:lastModifiedBy>Stephen John Stretton</cp:lastModifiedBy>
  <cp:revision>1</cp:revision>
  <dcterms:created xsi:type="dcterms:W3CDTF">2023-10-10T18:09:41Z</dcterms:created>
  <dcterms:modified xsi:type="dcterms:W3CDTF">2023-10-10T18:22:07Z</dcterms:modified>
</cp:coreProperties>
</file>