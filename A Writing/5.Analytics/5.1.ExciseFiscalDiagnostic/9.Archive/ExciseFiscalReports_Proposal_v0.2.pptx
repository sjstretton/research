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3" r:id="rId3"/>
    <p:sldId id="257" r:id="rId4"/>
    <p:sldId id="258" r:id="rId5"/>
    <p:sldId id="262" r:id="rId6"/>
    <p:sldId id="259" r:id="rId7"/>
    <p:sldId id="260" r:id="rId8"/>
    <p:sldId id="261" r:id="rId9"/>
  </p:sldIdLst>
  <p:sldSz cx="12192000" cy="6858000"/>
  <p:notesSz cx="698023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FEFB84-0905-49BA-A9A9-0001C5ED30A0}" v="24" dt="2026-05-21T18:27:38.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undo custSel mod addSld delSld modSld sldOrd modMainMaster">
      <pc:chgData name="Stephen John Stretton" userId="da8c780b-1aa2-4e36-94fb-871dc8111504" providerId="ADAL" clId="{461C8D16-F91C-40AB-8163-8272BCB3CEB6}" dt="2026-05-21T18:38:31.585" v="3791" actId="33475"/>
      <pc:docMkLst>
        <pc:docMk/>
      </pc:docMkLst>
      <pc:sldChg chg="modSp mod">
        <pc:chgData name="Stephen John Stretton" userId="da8c780b-1aa2-4e36-94fb-871dc8111504" providerId="ADAL" clId="{461C8D16-F91C-40AB-8163-8272BCB3CEB6}" dt="2026-05-21T16:01:12.085" v="2209" actId="20577"/>
        <pc:sldMkLst>
          <pc:docMk/>
          <pc:sldMk cId="0" sldId="256"/>
        </pc:sldMkLst>
        <pc:spChg chg="mod">
          <ac:chgData name="Stephen John Stretton" userId="da8c780b-1aa2-4e36-94fb-871dc8111504" providerId="ADAL" clId="{461C8D16-F91C-40AB-8163-8272BCB3CEB6}" dt="2026-05-21T15:58:54.799" v="2177" actId="6549"/>
          <ac:spMkLst>
            <pc:docMk/>
            <pc:sldMk cId="0" sldId="256"/>
            <ac:spMk id="9" creationId="{00000000-0000-0000-0000-000000000000}"/>
          </ac:spMkLst>
        </pc:spChg>
        <pc:spChg chg="mod">
          <ac:chgData name="Stephen John Stretton" userId="da8c780b-1aa2-4e36-94fb-871dc8111504" providerId="ADAL" clId="{461C8D16-F91C-40AB-8163-8272BCB3CEB6}" dt="2026-05-21T16:01:03.230" v="2193" actId="20577"/>
          <ac:spMkLst>
            <pc:docMk/>
            <pc:sldMk cId="0" sldId="256"/>
            <ac:spMk id="10" creationId="{00000000-0000-0000-0000-000000000000}"/>
          </ac:spMkLst>
        </pc:spChg>
        <pc:spChg chg="mod">
          <ac:chgData name="Stephen John Stretton" userId="da8c780b-1aa2-4e36-94fb-871dc8111504" providerId="ADAL" clId="{461C8D16-F91C-40AB-8163-8272BCB3CEB6}" dt="2026-05-21T15:58:55.921" v="2178" actId="6549"/>
          <ac:spMkLst>
            <pc:docMk/>
            <pc:sldMk cId="0" sldId="256"/>
            <ac:spMk id="14" creationId="{00000000-0000-0000-0000-000000000000}"/>
          </ac:spMkLst>
        </pc:spChg>
        <pc:spChg chg="mod">
          <ac:chgData name="Stephen John Stretton" userId="da8c780b-1aa2-4e36-94fb-871dc8111504" providerId="ADAL" clId="{461C8D16-F91C-40AB-8163-8272BCB3CEB6}" dt="2026-05-21T16:01:08.023" v="2201" actId="20577"/>
          <ac:spMkLst>
            <pc:docMk/>
            <pc:sldMk cId="0" sldId="256"/>
            <ac:spMk id="15" creationId="{00000000-0000-0000-0000-000000000000}"/>
          </ac:spMkLst>
        </pc:spChg>
        <pc:spChg chg="mod">
          <ac:chgData name="Stephen John Stretton" userId="da8c780b-1aa2-4e36-94fb-871dc8111504" providerId="ADAL" clId="{461C8D16-F91C-40AB-8163-8272BCB3CEB6}" dt="2026-05-21T15:59:04.088" v="2181" actId="6549"/>
          <ac:spMkLst>
            <pc:docMk/>
            <pc:sldMk cId="0" sldId="256"/>
            <ac:spMk id="19" creationId="{00000000-0000-0000-0000-000000000000}"/>
          </ac:spMkLst>
        </pc:spChg>
        <pc:spChg chg="mod">
          <ac:chgData name="Stephen John Stretton" userId="da8c780b-1aa2-4e36-94fb-871dc8111504" providerId="ADAL" clId="{461C8D16-F91C-40AB-8163-8272BCB3CEB6}" dt="2026-05-21T16:01:12.085" v="2209" actId="20577"/>
          <ac:spMkLst>
            <pc:docMk/>
            <pc:sldMk cId="0" sldId="256"/>
            <ac:spMk id="20" creationId="{00000000-0000-0000-0000-000000000000}"/>
          </ac:spMkLst>
        </pc:spChg>
        <pc:spChg chg="mod">
          <ac:chgData name="Stephen John Stretton" userId="da8c780b-1aa2-4e36-94fb-871dc8111504" providerId="ADAL" clId="{461C8D16-F91C-40AB-8163-8272BCB3CEB6}" dt="2026-05-21T16:00:03.997" v="2185" actId="20577"/>
          <ac:spMkLst>
            <pc:docMk/>
            <pc:sldMk cId="0" sldId="256"/>
            <ac:spMk id="21" creationId="{00000000-0000-0000-0000-000000000000}"/>
          </ac:spMkLst>
        </pc:spChg>
      </pc:sldChg>
      <pc:sldChg chg="modSp mod">
        <pc:chgData name="Stephen John Stretton" userId="da8c780b-1aa2-4e36-94fb-871dc8111504" providerId="ADAL" clId="{461C8D16-F91C-40AB-8163-8272BCB3CEB6}" dt="2026-05-21T18:32:12.673" v="3508" actId="20577"/>
        <pc:sldMkLst>
          <pc:docMk/>
          <pc:sldMk cId="0" sldId="257"/>
        </pc:sldMkLst>
        <pc:spChg chg="mod">
          <ac:chgData name="Stephen John Stretton" userId="da8c780b-1aa2-4e36-94fb-871dc8111504" providerId="ADAL" clId="{461C8D16-F91C-40AB-8163-8272BCB3CEB6}" dt="2026-05-21T18:28:41.502" v="3352" actId="20577"/>
          <ac:spMkLst>
            <pc:docMk/>
            <pc:sldMk cId="0" sldId="257"/>
            <ac:spMk id="2" creationId="{00000000-0000-0000-0000-000000000000}"/>
          </ac:spMkLst>
        </pc:spChg>
        <pc:spChg chg="mod">
          <ac:chgData name="Stephen John Stretton" userId="da8c780b-1aa2-4e36-94fb-871dc8111504" providerId="ADAL" clId="{461C8D16-F91C-40AB-8163-8272BCB3CEB6}" dt="2026-05-21T18:29:18.337" v="3375" actId="20577"/>
          <ac:spMkLst>
            <pc:docMk/>
            <pc:sldMk cId="0" sldId="257"/>
            <ac:spMk id="3" creationId="{00000000-0000-0000-0000-000000000000}"/>
          </ac:spMkLst>
        </pc:spChg>
        <pc:spChg chg="mod">
          <ac:chgData name="Stephen John Stretton" userId="da8c780b-1aa2-4e36-94fb-871dc8111504" providerId="ADAL" clId="{461C8D16-F91C-40AB-8163-8272BCB3CEB6}" dt="2026-05-21T18:12:06.242" v="2473" actId="20577"/>
          <ac:spMkLst>
            <pc:docMk/>
            <pc:sldMk cId="0" sldId="257"/>
            <ac:spMk id="4" creationId="{00000000-0000-0000-0000-000000000000}"/>
          </ac:spMkLst>
        </pc:spChg>
        <pc:spChg chg="mod">
          <ac:chgData name="Stephen John Stretton" userId="da8c780b-1aa2-4e36-94fb-871dc8111504" providerId="ADAL" clId="{461C8D16-F91C-40AB-8163-8272BCB3CEB6}" dt="2026-05-21T18:31:44.350" v="3461" actId="20577"/>
          <ac:spMkLst>
            <pc:docMk/>
            <pc:sldMk cId="0" sldId="257"/>
            <ac:spMk id="8" creationId="{00000000-0000-0000-0000-000000000000}"/>
          </ac:spMkLst>
        </pc:spChg>
        <pc:spChg chg="mod">
          <ac:chgData name="Stephen John Stretton" userId="da8c780b-1aa2-4e36-94fb-871dc8111504" providerId="ADAL" clId="{461C8D16-F91C-40AB-8163-8272BCB3CEB6}" dt="2026-05-21T18:32:12.673" v="3508" actId="20577"/>
          <ac:spMkLst>
            <pc:docMk/>
            <pc:sldMk cId="0" sldId="257"/>
            <ac:spMk id="9" creationId="{00000000-0000-0000-0000-000000000000}"/>
          </ac:spMkLst>
        </pc:spChg>
        <pc:spChg chg="mod">
          <ac:chgData name="Stephen John Stretton" userId="da8c780b-1aa2-4e36-94fb-871dc8111504" providerId="ADAL" clId="{461C8D16-F91C-40AB-8163-8272BCB3CEB6}" dt="2026-05-21T16:02:15.594" v="2248" actId="20577"/>
          <ac:spMkLst>
            <pc:docMk/>
            <pc:sldMk cId="0" sldId="257"/>
            <ac:spMk id="13" creationId="{00000000-0000-0000-0000-000000000000}"/>
          </ac:spMkLst>
        </pc:spChg>
        <pc:spChg chg="mod">
          <ac:chgData name="Stephen John Stretton" userId="da8c780b-1aa2-4e36-94fb-871dc8111504" providerId="ADAL" clId="{461C8D16-F91C-40AB-8163-8272BCB3CEB6}" dt="2026-05-21T16:08:30.187" v="2369" actId="14100"/>
          <ac:spMkLst>
            <pc:docMk/>
            <pc:sldMk cId="0" sldId="257"/>
            <ac:spMk id="14" creationId="{00000000-0000-0000-0000-000000000000}"/>
          </ac:spMkLst>
        </pc:spChg>
        <pc:spChg chg="mod">
          <ac:chgData name="Stephen John Stretton" userId="da8c780b-1aa2-4e36-94fb-871dc8111504" providerId="ADAL" clId="{461C8D16-F91C-40AB-8163-8272BCB3CEB6}" dt="2026-05-21T16:01:38.177" v="2242" actId="20577"/>
          <ac:spMkLst>
            <pc:docMk/>
            <pc:sldMk cId="0" sldId="257"/>
            <ac:spMk id="27" creationId="{00000000-0000-0000-0000-000000000000}"/>
          </ac:spMkLst>
        </pc:spChg>
        <pc:spChg chg="mod">
          <ac:chgData name="Stephen John Stretton" userId="da8c780b-1aa2-4e36-94fb-871dc8111504" providerId="ADAL" clId="{461C8D16-F91C-40AB-8163-8272BCB3CEB6}" dt="2026-05-21T16:02:50.530" v="2273" actId="20577"/>
          <ac:spMkLst>
            <pc:docMk/>
            <pc:sldMk cId="0" sldId="257"/>
            <ac:spMk id="33" creationId="{00000000-0000-0000-0000-000000000000}"/>
          </ac:spMkLst>
        </pc:spChg>
        <pc:spChg chg="mod">
          <ac:chgData name="Stephen John Stretton" userId="da8c780b-1aa2-4e36-94fb-871dc8111504" providerId="ADAL" clId="{461C8D16-F91C-40AB-8163-8272BCB3CEB6}" dt="2026-05-21T18:30:53.534" v="3432" actId="20577"/>
          <ac:spMkLst>
            <pc:docMk/>
            <pc:sldMk cId="0" sldId="257"/>
            <ac:spMk id="36" creationId="{00000000-0000-0000-0000-000000000000}"/>
          </ac:spMkLst>
        </pc:spChg>
      </pc:sldChg>
      <pc:sldChg chg="addSp modSp mod ord">
        <pc:chgData name="Stephen John Stretton" userId="da8c780b-1aa2-4e36-94fb-871dc8111504" providerId="ADAL" clId="{461C8D16-F91C-40AB-8163-8272BCB3CEB6}" dt="2026-05-21T18:32:21.690" v="3511" actId="20577"/>
        <pc:sldMkLst>
          <pc:docMk/>
          <pc:sldMk cId="0" sldId="258"/>
        </pc:sldMkLst>
        <pc:spChg chg="mod">
          <ac:chgData name="Stephen John Stretton" userId="da8c780b-1aa2-4e36-94fb-871dc8111504" providerId="ADAL" clId="{461C8D16-F91C-40AB-8163-8272BCB3CEB6}" dt="2026-05-21T18:28:43.830" v="3353" actId="20577"/>
          <ac:spMkLst>
            <pc:docMk/>
            <pc:sldMk cId="0" sldId="258"/>
            <ac:spMk id="2" creationId="{00000000-0000-0000-0000-000000000000}"/>
          </ac:spMkLst>
        </pc:spChg>
        <pc:spChg chg="mod">
          <ac:chgData name="Stephen John Stretton" userId="da8c780b-1aa2-4e36-94fb-871dc8111504" providerId="ADAL" clId="{461C8D16-F91C-40AB-8163-8272BCB3CEB6}" dt="2026-05-21T15:57:39.195" v="2137" actId="20577"/>
          <ac:spMkLst>
            <pc:docMk/>
            <pc:sldMk cId="0" sldId="258"/>
            <ac:spMk id="3" creationId="{00000000-0000-0000-0000-000000000000}"/>
          </ac:spMkLst>
        </pc:spChg>
        <pc:spChg chg="mod">
          <ac:chgData name="Stephen John Stretton" userId="da8c780b-1aa2-4e36-94fb-871dc8111504" providerId="ADAL" clId="{461C8D16-F91C-40AB-8163-8272BCB3CEB6}" dt="2026-05-21T16:07:39.344" v="2340" actId="14100"/>
          <ac:spMkLst>
            <pc:docMk/>
            <pc:sldMk cId="0" sldId="258"/>
            <ac:spMk id="6"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12" creationId="{00000000-0000-0000-0000-000000000000}"/>
          </ac:spMkLst>
        </pc:spChg>
        <pc:spChg chg="mod">
          <ac:chgData name="Stephen John Stretton" userId="da8c780b-1aa2-4e36-94fb-871dc8111504" providerId="ADAL" clId="{461C8D16-F91C-40AB-8163-8272BCB3CEB6}" dt="2026-05-21T18:32:21.690" v="3511" actId="20577"/>
          <ac:spMkLst>
            <pc:docMk/>
            <pc:sldMk cId="0" sldId="258"/>
            <ac:spMk id="13" creationId="{00000000-0000-0000-0000-000000000000}"/>
          </ac:spMkLst>
        </pc:spChg>
        <pc:spChg chg="mod">
          <ac:chgData name="Stephen John Stretton" userId="da8c780b-1aa2-4e36-94fb-871dc8111504" providerId="ADAL" clId="{461C8D16-F91C-40AB-8163-8272BCB3CEB6}" dt="2026-05-21T16:07:11.294" v="2336" actId="14100"/>
          <ac:spMkLst>
            <pc:docMk/>
            <pc:sldMk cId="0" sldId="258"/>
            <ac:spMk id="14"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15"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16" creationId="{00000000-0000-0000-0000-000000000000}"/>
          </ac:spMkLst>
        </pc:spChg>
        <pc:spChg chg="mod">
          <ac:chgData name="Stephen John Stretton" userId="da8c780b-1aa2-4e36-94fb-871dc8111504" providerId="ADAL" clId="{461C8D16-F91C-40AB-8163-8272BCB3CEB6}" dt="2026-05-21T16:07:36.014" v="2339" actId="14100"/>
          <ac:spMkLst>
            <pc:docMk/>
            <pc:sldMk cId="0" sldId="258"/>
            <ac:spMk id="18" creationId="{00000000-0000-0000-0000-000000000000}"/>
          </ac:spMkLst>
        </pc:spChg>
        <pc:spChg chg="mod">
          <ac:chgData name="Stephen John Stretton" userId="da8c780b-1aa2-4e36-94fb-871dc8111504" providerId="ADAL" clId="{461C8D16-F91C-40AB-8163-8272BCB3CEB6}" dt="2026-05-21T15:46:38.745" v="1043" actId="20577"/>
          <ac:spMkLst>
            <pc:docMk/>
            <pc:sldMk cId="0" sldId="258"/>
            <ac:spMk id="23"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24"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25" creationId="{00000000-0000-0000-0000-000000000000}"/>
          </ac:spMkLst>
        </pc:spChg>
        <pc:spChg chg="mod">
          <ac:chgData name="Stephen John Stretton" userId="da8c780b-1aa2-4e36-94fb-871dc8111504" providerId="ADAL" clId="{461C8D16-F91C-40AB-8163-8272BCB3CEB6}" dt="2026-05-21T16:07:09.168" v="2335" actId="14100"/>
          <ac:spMkLst>
            <pc:docMk/>
            <pc:sldMk cId="0" sldId="258"/>
            <ac:spMk id="26"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27"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28" creationId="{00000000-0000-0000-0000-000000000000}"/>
          </ac:spMkLst>
        </pc:spChg>
        <pc:spChg chg="mod">
          <ac:chgData name="Stephen John Stretton" userId="da8c780b-1aa2-4e36-94fb-871dc8111504" providerId="ADAL" clId="{461C8D16-F91C-40AB-8163-8272BCB3CEB6}" dt="2026-05-21T16:07:31.984" v="2338" actId="14100"/>
          <ac:spMkLst>
            <pc:docMk/>
            <pc:sldMk cId="0" sldId="258"/>
            <ac:spMk id="30" creationId="{00000000-0000-0000-0000-000000000000}"/>
          </ac:spMkLst>
        </pc:spChg>
        <pc:spChg chg="mod">
          <ac:chgData name="Stephen John Stretton" userId="da8c780b-1aa2-4e36-94fb-871dc8111504" providerId="ADAL" clId="{461C8D16-F91C-40AB-8163-8272BCB3CEB6}" dt="2026-05-21T15:47:55.016" v="1063"/>
          <ac:spMkLst>
            <pc:docMk/>
            <pc:sldMk cId="0" sldId="258"/>
            <ac:spMk id="35"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36"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37" creationId="{00000000-0000-0000-0000-000000000000}"/>
          </ac:spMkLst>
        </pc:spChg>
        <pc:spChg chg="mod">
          <ac:chgData name="Stephen John Stretton" userId="da8c780b-1aa2-4e36-94fb-871dc8111504" providerId="ADAL" clId="{461C8D16-F91C-40AB-8163-8272BCB3CEB6}" dt="2026-05-21T16:07:05.060" v="2334" actId="14100"/>
          <ac:spMkLst>
            <pc:docMk/>
            <pc:sldMk cId="0" sldId="258"/>
            <ac:spMk id="38"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39" creationId="{00000000-0000-0000-0000-000000000000}"/>
          </ac:spMkLst>
        </pc:spChg>
        <pc:spChg chg="mod">
          <ac:chgData name="Stephen John Stretton" userId="da8c780b-1aa2-4e36-94fb-871dc8111504" providerId="ADAL" clId="{461C8D16-F91C-40AB-8163-8272BCB3CEB6}" dt="2026-05-21T16:07:56.234" v="2344" actId="20577"/>
          <ac:spMkLst>
            <pc:docMk/>
            <pc:sldMk cId="0" sldId="258"/>
            <ac:spMk id="40" creationId="{00000000-0000-0000-0000-000000000000}"/>
          </ac:spMkLst>
        </pc:spChg>
        <pc:spChg chg="mod">
          <ac:chgData name="Stephen John Stretton" userId="da8c780b-1aa2-4e36-94fb-871dc8111504" providerId="ADAL" clId="{461C8D16-F91C-40AB-8163-8272BCB3CEB6}" dt="2026-05-21T18:30:56.109" v="3433" actId="20577"/>
          <ac:spMkLst>
            <pc:docMk/>
            <pc:sldMk cId="0" sldId="258"/>
            <ac:spMk id="43"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5"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6"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7"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8"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9"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0"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1"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2"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3"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4" creationId="{00000000-0000-0000-0000-000000000000}"/>
          </ac:spMkLst>
        </pc:spChg>
        <pc:spChg chg="add mod">
          <ac:chgData name="Stephen John Stretton" userId="da8c780b-1aa2-4e36-94fb-871dc8111504" providerId="ADAL" clId="{461C8D16-F91C-40AB-8163-8272BCB3CEB6}" dt="2026-05-21T16:06:21.691" v="2323" actId="14100"/>
          <ac:spMkLst>
            <pc:docMk/>
            <pc:sldMk cId="0" sldId="258"/>
            <ac:spMk id="55" creationId="{D8DFDA28-1E11-D757-4881-A5038FFB852A}"/>
          </ac:spMkLst>
        </pc:spChg>
        <pc:spChg chg="add mod">
          <ac:chgData name="Stephen John Stretton" userId="da8c780b-1aa2-4e36-94fb-871dc8111504" providerId="ADAL" clId="{461C8D16-F91C-40AB-8163-8272BCB3CEB6}" dt="2026-05-21T16:06:21.691" v="2323" actId="14100"/>
          <ac:spMkLst>
            <pc:docMk/>
            <pc:sldMk cId="0" sldId="258"/>
            <ac:spMk id="56" creationId="{32C5146C-7D20-88AA-A27D-2E52BADC4086}"/>
          </ac:spMkLst>
        </pc:spChg>
        <pc:spChg chg="add mod">
          <ac:chgData name="Stephen John Stretton" userId="da8c780b-1aa2-4e36-94fb-871dc8111504" providerId="ADAL" clId="{461C8D16-F91C-40AB-8163-8272BCB3CEB6}" dt="2026-05-21T16:07:46.654" v="2342" actId="1076"/>
          <ac:spMkLst>
            <pc:docMk/>
            <pc:sldMk cId="0" sldId="258"/>
            <ac:spMk id="57" creationId="{3EE9943E-63E8-BD9C-4049-B387777B117F}"/>
          </ac:spMkLst>
        </pc:spChg>
        <pc:spChg chg="add mod">
          <ac:chgData name="Stephen John Stretton" userId="da8c780b-1aa2-4e36-94fb-871dc8111504" providerId="ADAL" clId="{461C8D16-F91C-40AB-8163-8272BCB3CEB6}" dt="2026-05-21T16:06:53.154" v="2331" actId="255"/>
          <ac:spMkLst>
            <pc:docMk/>
            <pc:sldMk cId="0" sldId="258"/>
            <ac:spMk id="58" creationId="{3372DBF6-12A7-2080-31AD-01E455B0BDAE}"/>
          </ac:spMkLst>
        </pc:spChg>
        <pc:spChg chg="add mod">
          <ac:chgData name="Stephen John Stretton" userId="da8c780b-1aa2-4e36-94fb-871dc8111504" providerId="ADAL" clId="{461C8D16-F91C-40AB-8163-8272BCB3CEB6}" dt="2026-05-21T16:06:21.691" v="2323" actId="14100"/>
          <ac:spMkLst>
            <pc:docMk/>
            <pc:sldMk cId="0" sldId="258"/>
            <ac:spMk id="59" creationId="{059D66D8-9787-64CF-35D9-7541443DF24C}"/>
          </ac:spMkLst>
        </pc:spChg>
        <pc:spChg chg="add mod">
          <ac:chgData name="Stephen John Stretton" userId="da8c780b-1aa2-4e36-94fb-871dc8111504" providerId="ADAL" clId="{461C8D16-F91C-40AB-8163-8272BCB3CEB6}" dt="2026-05-21T16:06:21.691" v="2323" actId="14100"/>
          <ac:spMkLst>
            <pc:docMk/>
            <pc:sldMk cId="0" sldId="258"/>
            <ac:spMk id="60" creationId="{7E5EEFCA-F7CB-7D76-9872-FE835CA6AD12}"/>
          </ac:spMkLst>
        </pc:spChg>
        <pc:spChg chg="add mod">
          <ac:chgData name="Stephen John Stretton" userId="da8c780b-1aa2-4e36-94fb-871dc8111504" providerId="ADAL" clId="{461C8D16-F91C-40AB-8163-8272BCB3CEB6}" dt="2026-05-21T16:07:44.184" v="2341" actId="1076"/>
          <ac:spMkLst>
            <pc:docMk/>
            <pc:sldMk cId="0" sldId="258"/>
            <ac:spMk id="61" creationId="{A2A26E5A-8B8E-510F-F251-6ABB0DAAC92D}"/>
          </ac:spMkLst>
        </pc:spChg>
        <pc:spChg chg="add mod">
          <ac:chgData name="Stephen John Stretton" userId="da8c780b-1aa2-4e36-94fb-871dc8111504" providerId="ADAL" clId="{461C8D16-F91C-40AB-8163-8272BCB3CEB6}" dt="2026-05-21T16:06:59.883" v="2333" actId="14100"/>
          <ac:spMkLst>
            <pc:docMk/>
            <pc:sldMk cId="0" sldId="258"/>
            <ac:spMk id="62" creationId="{FC818035-7099-01B3-5574-9901B2F4CE91}"/>
          </ac:spMkLst>
        </pc:spChg>
        <pc:grpChg chg="add mod">
          <ac:chgData name="Stephen John Stretton" userId="da8c780b-1aa2-4e36-94fb-871dc8111504" providerId="ADAL" clId="{461C8D16-F91C-40AB-8163-8272BCB3CEB6}" dt="2026-05-21T16:07:17.057" v="2337" actId="1076"/>
          <ac:grpSpMkLst>
            <pc:docMk/>
            <pc:sldMk cId="0" sldId="258"/>
            <ac:grpSpMk id="44" creationId="{012048B2-39D0-E270-1BB2-25127F29FCC6}"/>
          </ac:grpSpMkLst>
        </pc:grpChg>
        <pc:picChg chg="mod">
          <ac:chgData name="Stephen John Stretton" userId="da8c780b-1aa2-4e36-94fb-871dc8111504" providerId="ADAL" clId="{461C8D16-F91C-40AB-8163-8272BCB3CEB6}" dt="2026-05-21T16:05:15.986" v="2309" actId="1076"/>
          <ac:picMkLst>
            <pc:docMk/>
            <pc:sldMk cId="0" sldId="258"/>
            <ac:picMk id="41" creationId="{00000000-0000-0000-0000-000000000000}"/>
          </ac:picMkLst>
        </pc:picChg>
        <pc:picChg chg="mod">
          <ac:chgData name="Stephen John Stretton" userId="da8c780b-1aa2-4e36-94fb-871dc8111504" providerId="ADAL" clId="{461C8D16-F91C-40AB-8163-8272BCB3CEB6}" dt="2026-05-21T16:05:15.986" v="2309" actId="1076"/>
          <ac:picMkLst>
            <pc:docMk/>
            <pc:sldMk cId="0" sldId="258"/>
            <ac:picMk id="42" creationId="{00000000-0000-0000-0000-000000000000}"/>
          </ac:picMkLst>
        </pc:picChg>
      </pc:sldChg>
      <pc:sldChg chg="modSp mod">
        <pc:chgData name="Stephen John Stretton" userId="da8c780b-1aa2-4e36-94fb-871dc8111504" providerId="ADAL" clId="{461C8D16-F91C-40AB-8163-8272BCB3CEB6}" dt="2026-05-21T18:35:00.179" v="3785" actId="403"/>
        <pc:sldMkLst>
          <pc:docMk/>
          <pc:sldMk cId="0" sldId="259"/>
        </pc:sldMkLst>
        <pc:spChg chg="mod">
          <ac:chgData name="Stephen John Stretton" userId="da8c780b-1aa2-4e36-94fb-871dc8111504" providerId="ADAL" clId="{461C8D16-F91C-40AB-8163-8272BCB3CEB6}" dt="2026-05-21T18:28:48.821" v="3355" actId="20577"/>
          <ac:spMkLst>
            <pc:docMk/>
            <pc:sldMk cId="0" sldId="259"/>
            <ac:spMk id="2" creationId="{00000000-0000-0000-0000-000000000000}"/>
          </ac:spMkLst>
        </pc:spChg>
        <pc:spChg chg="mod">
          <ac:chgData name="Stephen John Stretton" userId="da8c780b-1aa2-4e36-94fb-871dc8111504" providerId="ADAL" clId="{461C8D16-F91C-40AB-8163-8272BCB3CEB6}" dt="2026-05-21T15:42:10.836" v="326" actId="20577"/>
          <ac:spMkLst>
            <pc:docMk/>
            <pc:sldMk cId="0" sldId="259"/>
            <ac:spMk id="3" creationId="{00000000-0000-0000-0000-000000000000}"/>
          </ac:spMkLst>
        </pc:spChg>
        <pc:spChg chg="mod">
          <ac:chgData name="Stephen John Stretton" userId="da8c780b-1aa2-4e36-94fb-871dc8111504" providerId="ADAL" clId="{461C8D16-F91C-40AB-8163-8272BCB3CEB6}" dt="2026-05-21T18:34:44.084" v="3781" actId="20577"/>
          <ac:spMkLst>
            <pc:docMk/>
            <pc:sldMk cId="0" sldId="259"/>
            <ac:spMk id="4" creationId="{00000000-0000-0000-0000-000000000000}"/>
          </ac:spMkLst>
        </pc:spChg>
        <pc:spChg chg="mod">
          <ac:chgData name="Stephen John Stretton" userId="da8c780b-1aa2-4e36-94fb-871dc8111504" providerId="ADAL" clId="{461C8D16-F91C-40AB-8163-8272BCB3CEB6}" dt="2026-05-21T18:34:55.587" v="3783" actId="403"/>
          <ac:spMkLst>
            <pc:docMk/>
            <pc:sldMk cId="0" sldId="259"/>
            <ac:spMk id="8" creationId="{00000000-0000-0000-0000-000000000000}"/>
          </ac:spMkLst>
        </pc:spChg>
        <pc:spChg chg="mod">
          <ac:chgData name="Stephen John Stretton" userId="da8c780b-1aa2-4e36-94fb-871dc8111504" providerId="ADAL" clId="{461C8D16-F91C-40AB-8163-8272BCB3CEB6}" dt="2026-05-21T18:34:27.469" v="3760" actId="403"/>
          <ac:spMkLst>
            <pc:docMk/>
            <pc:sldMk cId="0" sldId="259"/>
            <ac:spMk id="15" creationId="{00000000-0000-0000-0000-000000000000}"/>
          </ac:spMkLst>
        </pc:spChg>
        <pc:spChg chg="mod">
          <ac:chgData name="Stephen John Stretton" userId="da8c780b-1aa2-4e36-94fb-871dc8111504" providerId="ADAL" clId="{461C8D16-F91C-40AB-8163-8272BCB3CEB6}" dt="2026-05-21T18:34:17.226" v="3752" actId="403"/>
          <ac:spMkLst>
            <pc:docMk/>
            <pc:sldMk cId="0" sldId="259"/>
            <ac:spMk id="16" creationId="{00000000-0000-0000-0000-000000000000}"/>
          </ac:spMkLst>
        </pc:spChg>
        <pc:spChg chg="mod">
          <ac:chgData name="Stephen John Stretton" userId="da8c780b-1aa2-4e36-94fb-871dc8111504" providerId="ADAL" clId="{461C8D16-F91C-40AB-8163-8272BCB3CEB6}" dt="2026-05-21T18:35:00.179" v="3785" actId="403"/>
          <ac:spMkLst>
            <pc:docMk/>
            <pc:sldMk cId="0" sldId="259"/>
            <ac:spMk id="20" creationId="{00000000-0000-0000-0000-000000000000}"/>
          </ac:spMkLst>
        </pc:spChg>
        <pc:spChg chg="mod">
          <ac:chgData name="Stephen John Stretton" userId="da8c780b-1aa2-4e36-94fb-871dc8111504" providerId="ADAL" clId="{461C8D16-F91C-40AB-8163-8272BCB3CEB6}" dt="2026-05-21T18:34:31.909" v="3765" actId="403"/>
          <ac:spMkLst>
            <pc:docMk/>
            <pc:sldMk cId="0" sldId="259"/>
            <ac:spMk id="26" creationId="{00000000-0000-0000-0000-000000000000}"/>
          </ac:spMkLst>
        </pc:spChg>
        <pc:spChg chg="mod">
          <ac:chgData name="Stephen John Stretton" userId="da8c780b-1aa2-4e36-94fb-871dc8111504" providerId="ADAL" clId="{461C8D16-F91C-40AB-8163-8272BCB3CEB6}" dt="2026-05-21T18:34:22.542" v="3755" actId="404"/>
          <ac:spMkLst>
            <pc:docMk/>
            <pc:sldMk cId="0" sldId="259"/>
            <ac:spMk id="27" creationId="{00000000-0000-0000-0000-000000000000}"/>
          </ac:spMkLst>
        </pc:spChg>
        <pc:spChg chg="mod">
          <ac:chgData name="Stephen John Stretton" userId="da8c780b-1aa2-4e36-94fb-871dc8111504" providerId="ADAL" clId="{461C8D16-F91C-40AB-8163-8272BCB3CEB6}" dt="2026-05-21T18:31:11.594" v="3440" actId="20577"/>
          <ac:spMkLst>
            <pc:docMk/>
            <pc:sldMk cId="0" sldId="259"/>
            <ac:spMk id="28" creationId="{00000000-0000-0000-0000-000000000000}"/>
          </ac:spMkLst>
        </pc:spChg>
      </pc:sldChg>
      <pc:sldChg chg="modSp mod">
        <pc:chgData name="Stephen John Stretton" userId="da8c780b-1aa2-4e36-94fb-871dc8111504" providerId="ADAL" clId="{461C8D16-F91C-40AB-8163-8272BCB3CEB6}" dt="2026-05-21T18:31:18.065" v="3444" actId="20577"/>
        <pc:sldMkLst>
          <pc:docMk/>
          <pc:sldMk cId="0" sldId="260"/>
        </pc:sldMkLst>
        <pc:spChg chg="mod">
          <ac:chgData name="Stephen John Stretton" userId="da8c780b-1aa2-4e36-94fb-871dc8111504" providerId="ADAL" clId="{461C8D16-F91C-40AB-8163-8272BCB3CEB6}" dt="2026-05-21T18:28:51.639" v="3356" actId="20577"/>
          <ac:spMkLst>
            <pc:docMk/>
            <pc:sldMk cId="0" sldId="260"/>
            <ac:spMk id="3" creationId="{00000000-0000-0000-0000-000000000000}"/>
          </ac:spMkLst>
        </pc:spChg>
        <pc:spChg chg="mod">
          <ac:chgData name="Stephen John Stretton" userId="da8c780b-1aa2-4e36-94fb-871dc8111504" providerId="ADAL" clId="{461C8D16-F91C-40AB-8163-8272BCB3CEB6}" dt="2026-05-21T15:33:56.773" v="62" actId="20577"/>
          <ac:spMkLst>
            <pc:docMk/>
            <pc:sldMk cId="0" sldId="260"/>
            <ac:spMk id="10" creationId="{00000000-0000-0000-0000-000000000000}"/>
          </ac:spMkLst>
        </pc:spChg>
        <pc:spChg chg="mod">
          <ac:chgData name="Stephen John Stretton" userId="da8c780b-1aa2-4e36-94fb-871dc8111504" providerId="ADAL" clId="{461C8D16-F91C-40AB-8163-8272BCB3CEB6}" dt="2026-05-21T15:33:20.828" v="27" actId="20577"/>
          <ac:spMkLst>
            <pc:docMk/>
            <pc:sldMk cId="0" sldId="260"/>
            <ac:spMk id="15" creationId="{00000000-0000-0000-0000-000000000000}"/>
          </ac:spMkLst>
        </pc:spChg>
        <pc:spChg chg="mod">
          <ac:chgData name="Stephen John Stretton" userId="da8c780b-1aa2-4e36-94fb-871dc8111504" providerId="ADAL" clId="{461C8D16-F91C-40AB-8163-8272BCB3CEB6}" dt="2026-05-21T18:31:18.065" v="3444" actId="20577"/>
          <ac:spMkLst>
            <pc:docMk/>
            <pc:sldMk cId="0" sldId="260"/>
            <ac:spMk id="23" creationId="{00000000-0000-0000-0000-000000000000}"/>
          </ac:spMkLst>
        </pc:spChg>
      </pc:sldChg>
      <pc:sldChg chg="addSp delSp modSp mod">
        <pc:chgData name="Stephen John Stretton" userId="da8c780b-1aa2-4e36-94fb-871dc8111504" providerId="ADAL" clId="{461C8D16-F91C-40AB-8163-8272BCB3CEB6}" dt="2026-05-21T18:34:11.042" v="3749" actId="403"/>
        <pc:sldMkLst>
          <pc:docMk/>
          <pc:sldMk cId="0" sldId="261"/>
        </pc:sldMkLst>
        <pc:spChg chg="del">
          <ac:chgData name="Stephen John Stretton" userId="da8c780b-1aa2-4e36-94fb-871dc8111504" providerId="ADAL" clId="{461C8D16-F91C-40AB-8163-8272BCB3CEB6}" dt="2026-05-21T16:03:19.277" v="2274" actId="21"/>
          <ac:spMkLst>
            <pc:docMk/>
            <pc:sldMk cId="0" sldId="261"/>
            <ac:spMk id="4"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5"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6"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8"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9"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0"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1"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2"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3" creationId="{00000000-0000-0000-0000-000000000000}"/>
          </ac:spMkLst>
        </pc:spChg>
        <pc:spChg chg="del">
          <ac:chgData name="Stephen John Stretton" userId="da8c780b-1aa2-4e36-94fb-871dc8111504" providerId="ADAL" clId="{461C8D16-F91C-40AB-8163-8272BCB3CEB6}" dt="2026-05-21T16:05:31.019" v="2314" actId="21"/>
          <ac:spMkLst>
            <pc:docMk/>
            <pc:sldMk cId="0" sldId="261"/>
            <ac:spMk id="14"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5"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6"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7"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8"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9"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0"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1"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2"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3" creationId="{00000000-0000-0000-0000-000000000000}"/>
          </ac:spMkLst>
        </pc:spChg>
        <pc:spChg chg="add mod">
          <ac:chgData name="Stephen John Stretton" userId="da8c780b-1aa2-4e36-94fb-871dc8111504" providerId="ADAL" clId="{461C8D16-F91C-40AB-8163-8272BCB3CEB6}" dt="2026-05-21T16:05:39.945" v="2316"/>
          <ac:spMkLst>
            <pc:docMk/>
            <pc:sldMk cId="0" sldId="261"/>
            <ac:spMk id="24" creationId="{E20E4AE1-314E-D030-04EB-22BD54821FCE}"/>
          </ac:spMkLst>
        </pc:spChg>
        <pc:spChg chg="add del mod">
          <ac:chgData name="Stephen John Stretton" userId="da8c780b-1aa2-4e36-94fb-871dc8111504" providerId="ADAL" clId="{461C8D16-F91C-40AB-8163-8272BCB3CEB6}" dt="2026-05-21T18:12:23.132" v="2474" actId="478"/>
          <ac:spMkLst>
            <pc:docMk/>
            <pc:sldMk cId="0" sldId="261"/>
            <ac:spMk id="25" creationId="{4FB833E7-202A-CA0A-ABC1-39A7DC385654}"/>
          </ac:spMkLst>
        </pc:spChg>
        <pc:spChg chg="add del mod">
          <ac:chgData name="Stephen John Stretton" userId="da8c780b-1aa2-4e36-94fb-871dc8111504" providerId="ADAL" clId="{461C8D16-F91C-40AB-8163-8272BCB3CEB6}" dt="2026-05-21T18:12:23.132" v="2474" actId="478"/>
          <ac:spMkLst>
            <pc:docMk/>
            <pc:sldMk cId="0" sldId="261"/>
            <ac:spMk id="26" creationId="{4D9B66A4-C1E7-291E-0C74-9B607085A50C}"/>
          </ac:spMkLst>
        </pc:spChg>
        <pc:spChg chg="add del mod">
          <ac:chgData name="Stephen John Stretton" userId="da8c780b-1aa2-4e36-94fb-871dc8111504" providerId="ADAL" clId="{461C8D16-F91C-40AB-8163-8272BCB3CEB6}" dt="2026-05-21T18:12:23.132" v="2474" actId="478"/>
          <ac:spMkLst>
            <pc:docMk/>
            <pc:sldMk cId="0" sldId="261"/>
            <ac:spMk id="27" creationId="{6C4BE38D-099C-0B66-50C5-1FFF4B445A5A}"/>
          </ac:spMkLst>
        </pc:spChg>
        <pc:spChg chg="add del mod">
          <ac:chgData name="Stephen John Stretton" userId="da8c780b-1aa2-4e36-94fb-871dc8111504" providerId="ADAL" clId="{461C8D16-F91C-40AB-8163-8272BCB3CEB6}" dt="2026-05-21T18:12:23.132" v="2474" actId="478"/>
          <ac:spMkLst>
            <pc:docMk/>
            <pc:sldMk cId="0" sldId="261"/>
            <ac:spMk id="28" creationId="{AA2E908B-B400-DB6A-F45E-75673ADF793F}"/>
          </ac:spMkLst>
        </pc:spChg>
        <pc:spChg chg="add del mod">
          <ac:chgData name="Stephen John Stretton" userId="da8c780b-1aa2-4e36-94fb-871dc8111504" providerId="ADAL" clId="{461C8D16-F91C-40AB-8163-8272BCB3CEB6}" dt="2026-05-21T18:12:23.132" v="2474" actId="478"/>
          <ac:spMkLst>
            <pc:docMk/>
            <pc:sldMk cId="0" sldId="261"/>
            <ac:spMk id="29" creationId="{E5D62CC9-BBA0-35B0-F2D2-84656B89EBC1}"/>
          </ac:spMkLst>
        </pc:spChg>
        <pc:spChg chg="add del mod">
          <ac:chgData name="Stephen John Stretton" userId="da8c780b-1aa2-4e36-94fb-871dc8111504" providerId="ADAL" clId="{461C8D16-F91C-40AB-8163-8272BCB3CEB6}" dt="2026-05-21T18:12:23.132" v="2474" actId="478"/>
          <ac:spMkLst>
            <pc:docMk/>
            <pc:sldMk cId="0" sldId="261"/>
            <ac:spMk id="30" creationId="{2BB51D1C-8EB1-9C56-67FE-751445011813}"/>
          </ac:spMkLst>
        </pc:spChg>
        <pc:spChg chg="add del mod">
          <ac:chgData name="Stephen John Stretton" userId="da8c780b-1aa2-4e36-94fb-871dc8111504" providerId="ADAL" clId="{461C8D16-F91C-40AB-8163-8272BCB3CEB6}" dt="2026-05-21T18:12:23.132" v="2474" actId="478"/>
          <ac:spMkLst>
            <pc:docMk/>
            <pc:sldMk cId="0" sldId="261"/>
            <ac:spMk id="31" creationId="{4E933752-1B22-F0CE-D17B-19D820F6F6AC}"/>
          </ac:spMkLst>
        </pc:spChg>
        <pc:spChg chg="add del mod">
          <ac:chgData name="Stephen John Stretton" userId="da8c780b-1aa2-4e36-94fb-871dc8111504" providerId="ADAL" clId="{461C8D16-F91C-40AB-8163-8272BCB3CEB6}" dt="2026-05-21T18:12:23.132" v="2474" actId="478"/>
          <ac:spMkLst>
            <pc:docMk/>
            <pc:sldMk cId="0" sldId="261"/>
            <ac:spMk id="32" creationId="{2BF280E5-F47F-7D6E-1D10-47BBDFA27EDA}"/>
          </ac:spMkLst>
        </pc:spChg>
        <pc:spChg chg="add del mod">
          <ac:chgData name="Stephen John Stretton" userId="da8c780b-1aa2-4e36-94fb-871dc8111504" providerId="ADAL" clId="{461C8D16-F91C-40AB-8163-8272BCB3CEB6}" dt="2026-05-21T18:12:23.132" v="2474" actId="478"/>
          <ac:spMkLst>
            <pc:docMk/>
            <pc:sldMk cId="0" sldId="261"/>
            <ac:spMk id="33" creationId="{FEE221E6-5F2E-92D8-27BB-66CADFB874F8}"/>
          </ac:spMkLst>
        </pc:spChg>
        <pc:graphicFrameChg chg="modGraphic">
          <ac:chgData name="Stephen John Stretton" userId="da8c780b-1aa2-4e36-94fb-871dc8111504" providerId="ADAL" clId="{461C8D16-F91C-40AB-8163-8272BCB3CEB6}" dt="2026-05-21T18:34:11.042" v="3749" actId="403"/>
          <ac:graphicFrameMkLst>
            <pc:docMk/>
            <pc:sldMk cId="0" sldId="261"/>
            <ac:graphicFrameMk id="7" creationId="{00000000-0000-0000-0000-000000000000}"/>
          </ac:graphicFrameMkLst>
        </pc:graphicFrameChg>
      </pc:sldChg>
      <pc:sldChg chg="addSp modSp add mod ord setBg">
        <pc:chgData name="Stephen John Stretton" userId="da8c780b-1aa2-4e36-94fb-871dc8111504" providerId="ADAL" clId="{461C8D16-F91C-40AB-8163-8272BCB3CEB6}" dt="2026-05-21T18:35:16.144" v="3789" actId="313"/>
        <pc:sldMkLst>
          <pc:docMk/>
          <pc:sldMk cId="1294642696" sldId="262"/>
        </pc:sldMkLst>
        <pc:spChg chg="mod">
          <ac:chgData name="Stephen John Stretton" userId="da8c780b-1aa2-4e36-94fb-871dc8111504" providerId="ADAL" clId="{461C8D16-F91C-40AB-8163-8272BCB3CEB6}" dt="2026-05-21T18:28:46.182" v="3354" actId="20577"/>
          <ac:spMkLst>
            <pc:docMk/>
            <pc:sldMk cId="1294642696" sldId="262"/>
            <ac:spMk id="2" creationId="{3AE0D2D5-668A-C353-FA4C-078331DC855C}"/>
          </ac:spMkLst>
        </pc:spChg>
        <pc:spChg chg="mod">
          <ac:chgData name="Stephen John Stretton" userId="da8c780b-1aa2-4e36-94fb-871dc8111504" providerId="ADAL" clId="{461C8D16-F91C-40AB-8163-8272BCB3CEB6}" dt="2026-05-21T15:57:04.538" v="2052" actId="20577"/>
          <ac:spMkLst>
            <pc:docMk/>
            <pc:sldMk cId="1294642696" sldId="262"/>
            <ac:spMk id="3" creationId="{8B2ABA58-1AF0-1231-E228-E668693B7A61}"/>
          </ac:spMkLst>
        </pc:spChg>
        <pc:spChg chg="mod">
          <ac:chgData name="Stephen John Stretton" userId="da8c780b-1aa2-4e36-94fb-871dc8111504" providerId="ADAL" clId="{461C8D16-F91C-40AB-8163-8272BCB3CEB6}" dt="2026-05-21T15:57:21.527" v="2099" actId="108"/>
          <ac:spMkLst>
            <pc:docMk/>
            <pc:sldMk cId="1294642696" sldId="262"/>
            <ac:spMk id="4" creationId="{28866365-F595-A070-EF08-BBDED6B68631}"/>
          </ac:spMkLst>
        </pc:spChg>
        <pc:spChg chg="mod">
          <ac:chgData name="Stephen John Stretton" userId="da8c780b-1aa2-4e36-94fb-871dc8111504" providerId="ADAL" clId="{461C8D16-F91C-40AB-8163-8272BCB3CEB6}" dt="2026-05-21T18:35:10.106" v="3787" actId="14100"/>
          <ac:spMkLst>
            <pc:docMk/>
            <pc:sldMk cId="1294642696" sldId="262"/>
            <ac:spMk id="5" creationId="{ABD08DA9-499D-8573-74F6-CF48B85EFB9C}"/>
          </ac:spMkLst>
        </pc:spChg>
        <pc:spChg chg="mod">
          <ac:chgData name="Stephen John Stretton" userId="da8c780b-1aa2-4e36-94fb-871dc8111504" providerId="ADAL" clId="{461C8D16-F91C-40AB-8163-8272BCB3CEB6}" dt="2026-05-21T15:36:03.973" v="187" actId="20577"/>
          <ac:spMkLst>
            <pc:docMk/>
            <pc:sldMk cId="1294642696" sldId="262"/>
            <ac:spMk id="7" creationId="{7250AF76-0BFE-AF7D-ADFC-38B9C28369BC}"/>
          </ac:spMkLst>
        </pc:spChg>
        <pc:spChg chg="mod">
          <ac:chgData name="Stephen John Stretton" userId="da8c780b-1aa2-4e36-94fb-871dc8111504" providerId="ADAL" clId="{461C8D16-F91C-40AB-8163-8272BCB3CEB6}" dt="2026-05-21T15:45:01.517" v="892" actId="20577"/>
          <ac:spMkLst>
            <pc:docMk/>
            <pc:sldMk cId="1294642696" sldId="262"/>
            <ac:spMk id="8" creationId="{1D4A82F1-BDB6-B533-3E98-9A59AFCA3331}"/>
          </ac:spMkLst>
        </pc:spChg>
        <pc:spChg chg="mod">
          <ac:chgData name="Stephen John Stretton" userId="da8c780b-1aa2-4e36-94fb-871dc8111504" providerId="ADAL" clId="{461C8D16-F91C-40AB-8163-8272BCB3CEB6}" dt="2026-05-21T18:35:16.144" v="3789" actId="313"/>
          <ac:spMkLst>
            <pc:docMk/>
            <pc:sldMk cId="1294642696" sldId="262"/>
            <ac:spMk id="9" creationId="{DEDB8EE9-ECCD-448F-37B1-42A3C8268260}"/>
          </ac:spMkLst>
        </pc:spChg>
        <pc:spChg chg="mod">
          <ac:chgData name="Stephen John Stretton" userId="da8c780b-1aa2-4e36-94fb-871dc8111504" providerId="ADAL" clId="{461C8D16-F91C-40AB-8163-8272BCB3CEB6}" dt="2026-05-21T15:36:24.334" v="243" actId="20577"/>
          <ac:spMkLst>
            <pc:docMk/>
            <pc:sldMk cId="1294642696" sldId="262"/>
            <ac:spMk id="12" creationId="{D2E2F4E6-747C-0292-5726-6C693434E949}"/>
          </ac:spMkLst>
        </pc:spChg>
        <pc:spChg chg="mod">
          <ac:chgData name="Stephen John Stretton" userId="da8c780b-1aa2-4e36-94fb-871dc8111504" providerId="ADAL" clId="{461C8D16-F91C-40AB-8163-8272BCB3CEB6}" dt="2026-05-21T15:42:57.251" v="505" actId="20577"/>
          <ac:spMkLst>
            <pc:docMk/>
            <pc:sldMk cId="1294642696" sldId="262"/>
            <ac:spMk id="13" creationId="{51C37E75-5282-8A44-1D99-9BA2E74E7F27}"/>
          </ac:spMkLst>
        </pc:spChg>
        <pc:spChg chg="mod">
          <ac:chgData name="Stephen John Stretton" userId="da8c780b-1aa2-4e36-94fb-871dc8111504" providerId="ADAL" clId="{461C8D16-F91C-40AB-8163-8272BCB3CEB6}" dt="2026-05-21T18:35:12.595" v="3788" actId="14100"/>
          <ac:spMkLst>
            <pc:docMk/>
            <pc:sldMk cId="1294642696" sldId="262"/>
            <ac:spMk id="14" creationId="{8E4CA1FA-9750-042B-10E1-877AD56D572E}"/>
          </ac:spMkLst>
        </pc:spChg>
        <pc:spChg chg="mod">
          <ac:chgData name="Stephen John Stretton" userId="da8c780b-1aa2-4e36-94fb-871dc8111504" providerId="ADAL" clId="{461C8D16-F91C-40AB-8163-8272BCB3CEB6}" dt="2026-05-21T15:56:58.785" v="2051" actId="6549"/>
          <ac:spMkLst>
            <pc:docMk/>
            <pc:sldMk cId="1294642696" sldId="262"/>
            <ac:spMk id="15" creationId="{08F3240E-7FC5-47A8-95D8-23F69EF636A4}"/>
          </ac:spMkLst>
        </pc:spChg>
        <pc:spChg chg="mod">
          <ac:chgData name="Stephen John Stretton" userId="da8c780b-1aa2-4e36-94fb-871dc8111504" providerId="ADAL" clId="{461C8D16-F91C-40AB-8163-8272BCB3CEB6}" dt="2026-05-21T15:50:42.253" v="1414" actId="5793"/>
          <ac:spMkLst>
            <pc:docMk/>
            <pc:sldMk cId="1294642696" sldId="262"/>
            <ac:spMk id="18" creationId="{03444173-B61D-A25C-C30B-40DDB0C97003}"/>
          </ac:spMkLst>
        </pc:spChg>
        <pc:spChg chg="mod">
          <ac:chgData name="Stephen John Stretton" userId="da8c780b-1aa2-4e36-94fb-871dc8111504" providerId="ADAL" clId="{461C8D16-F91C-40AB-8163-8272BCB3CEB6}" dt="2026-05-21T15:55:04.427" v="1898" actId="20577"/>
          <ac:spMkLst>
            <pc:docMk/>
            <pc:sldMk cId="1294642696" sldId="262"/>
            <ac:spMk id="19" creationId="{8689EECB-97A5-E73D-032D-C05016567289}"/>
          </ac:spMkLst>
        </pc:spChg>
        <pc:spChg chg="mod">
          <ac:chgData name="Stephen John Stretton" userId="da8c780b-1aa2-4e36-94fb-871dc8111504" providerId="ADAL" clId="{461C8D16-F91C-40AB-8163-8272BCB3CEB6}" dt="2026-05-21T15:50:32.757" v="1398" actId="20577"/>
          <ac:spMkLst>
            <pc:docMk/>
            <pc:sldMk cId="1294642696" sldId="262"/>
            <ac:spMk id="20" creationId="{161335E0-7B9B-E86A-D8DB-10C6A18FE692}"/>
          </ac:spMkLst>
        </pc:spChg>
        <pc:spChg chg="mod">
          <ac:chgData name="Stephen John Stretton" userId="da8c780b-1aa2-4e36-94fb-871dc8111504" providerId="ADAL" clId="{461C8D16-F91C-40AB-8163-8272BCB3CEB6}" dt="2026-05-21T15:56:52.655" v="2049" actId="20577"/>
          <ac:spMkLst>
            <pc:docMk/>
            <pc:sldMk cId="1294642696" sldId="262"/>
            <ac:spMk id="21" creationId="{1F8A0E2F-0AD7-4AE1-147B-DEFEFE6F1E29}"/>
          </ac:spMkLst>
        </pc:spChg>
        <pc:spChg chg="mod">
          <ac:chgData name="Stephen John Stretton" userId="da8c780b-1aa2-4e36-94fb-871dc8111504" providerId="ADAL" clId="{461C8D16-F91C-40AB-8163-8272BCB3CEB6}" dt="2026-05-21T15:50:20.199" v="1369" actId="1076"/>
          <ac:spMkLst>
            <pc:docMk/>
            <pc:sldMk cId="1294642696" sldId="262"/>
            <ac:spMk id="23" creationId="{4A232B17-E645-8184-0A4C-33477636C2FB}"/>
          </ac:spMkLst>
        </pc:spChg>
        <pc:spChg chg="mod">
          <ac:chgData name="Stephen John Stretton" userId="da8c780b-1aa2-4e36-94fb-871dc8111504" providerId="ADAL" clId="{461C8D16-F91C-40AB-8163-8272BCB3CEB6}" dt="2026-05-21T15:53:54.875" v="1705" actId="20577"/>
          <ac:spMkLst>
            <pc:docMk/>
            <pc:sldMk cId="1294642696" sldId="262"/>
            <ac:spMk id="24" creationId="{14BDC7D8-72C1-DA77-43D2-F9C97C4AB9E8}"/>
          </ac:spMkLst>
        </pc:spChg>
        <pc:spChg chg="mod">
          <ac:chgData name="Stephen John Stretton" userId="da8c780b-1aa2-4e36-94fb-871dc8111504" providerId="ADAL" clId="{461C8D16-F91C-40AB-8163-8272BCB3CEB6}" dt="2026-05-21T15:55:06.826" v="1899" actId="20577"/>
          <ac:spMkLst>
            <pc:docMk/>
            <pc:sldMk cId="1294642696" sldId="262"/>
            <ac:spMk id="25" creationId="{3E6CF399-837E-7400-6A4C-4464A7D87FB1}"/>
          </ac:spMkLst>
        </pc:spChg>
        <pc:spChg chg="mod">
          <ac:chgData name="Stephen John Stretton" userId="da8c780b-1aa2-4e36-94fb-871dc8111504" providerId="ADAL" clId="{461C8D16-F91C-40AB-8163-8272BCB3CEB6}" dt="2026-05-21T15:51:55.138" v="1443" actId="20577"/>
          <ac:spMkLst>
            <pc:docMk/>
            <pc:sldMk cId="1294642696" sldId="262"/>
            <ac:spMk id="26" creationId="{D04E8C83-9A4A-FF0D-8EC5-B290416C0700}"/>
          </ac:spMkLst>
        </pc:spChg>
        <pc:spChg chg="mod">
          <ac:chgData name="Stephen John Stretton" userId="da8c780b-1aa2-4e36-94fb-871dc8111504" providerId="ADAL" clId="{461C8D16-F91C-40AB-8163-8272BCB3CEB6}" dt="2026-05-21T15:50:03.796" v="1357" actId="6549"/>
          <ac:spMkLst>
            <pc:docMk/>
            <pc:sldMk cId="1294642696" sldId="262"/>
            <ac:spMk id="27" creationId="{19514AAC-3208-5C4B-F7A9-49355B39A392}"/>
          </ac:spMkLst>
        </pc:spChg>
        <pc:spChg chg="mod">
          <ac:chgData name="Stephen John Stretton" userId="da8c780b-1aa2-4e36-94fb-871dc8111504" providerId="ADAL" clId="{461C8D16-F91C-40AB-8163-8272BCB3CEB6}" dt="2026-05-21T15:53:58.077" v="1706" actId="6549"/>
          <ac:spMkLst>
            <pc:docMk/>
            <pc:sldMk cId="1294642696" sldId="262"/>
            <ac:spMk id="30" creationId="{1B74947B-AF84-C133-E64A-A1DB342B3550}"/>
          </ac:spMkLst>
        </pc:spChg>
        <pc:spChg chg="mod">
          <ac:chgData name="Stephen John Stretton" userId="da8c780b-1aa2-4e36-94fb-871dc8111504" providerId="ADAL" clId="{461C8D16-F91C-40AB-8163-8272BCB3CEB6}" dt="2026-05-21T15:55:18.628" v="1917" actId="20577"/>
          <ac:spMkLst>
            <pc:docMk/>
            <pc:sldMk cId="1294642696" sldId="262"/>
            <ac:spMk id="31" creationId="{91BFD4CC-41A2-37C3-28F0-403F04766395}"/>
          </ac:spMkLst>
        </pc:spChg>
        <pc:spChg chg="mod">
          <ac:chgData name="Stephen John Stretton" userId="da8c780b-1aa2-4e36-94fb-871dc8111504" providerId="ADAL" clId="{461C8D16-F91C-40AB-8163-8272BCB3CEB6}" dt="2026-05-21T15:56:42.590" v="2038" actId="313"/>
          <ac:spMkLst>
            <pc:docMk/>
            <pc:sldMk cId="1294642696" sldId="262"/>
            <ac:spMk id="33" creationId="{5F64DAE0-AFC4-FC75-DEC0-661D242B1657}"/>
          </ac:spMkLst>
        </pc:spChg>
        <pc:spChg chg="mod">
          <ac:chgData name="Stephen John Stretton" userId="da8c780b-1aa2-4e36-94fb-871dc8111504" providerId="ADAL" clId="{461C8D16-F91C-40AB-8163-8272BCB3CEB6}" dt="2026-05-21T18:31:04.010" v="3436" actId="20577"/>
          <ac:spMkLst>
            <pc:docMk/>
            <pc:sldMk cId="1294642696" sldId="262"/>
            <ac:spMk id="36" creationId="{A4B7F91F-B239-C907-7E07-2640AF4CFBDD}"/>
          </ac:spMkLst>
        </pc:spChg>
        <pc:spChg chg="add mod">
          <ac:chgData name="Stephen John Stretton" userId="da8c780b-1aa2-4e36-94fb-871dc8111504" providerId="ADAL" clId="{461C8D16-F91C-40AB-8163-8272BCB3CEB6}" dt="2026-05-21T15:56:46.186" v="2039"/>
          <ac:spMkLst>
            <pc:docMk/>
            <pc:sldMk cId="1294642696" sldId="262"/>
            <ac:spMk id="37" creationId="{80E348B0-BAD8-CC5D-131C-CB9A7883CC21}"/>
          </ac:spMkLst>
        </pc:spChg>
      </pc:sldChg>
      <pc:sldChg chg="add del setBg">
        <pc:chgData name="Stephen John Stretton" userId="da8c780b-1aa2-4e36-94fb-871dc8111504" providerId="ADAL" clId="{461C8D16-F91C-40AB-8163-8272BCB3CEB6}" dt="2026-05-21T18:15:24.854" v="2481"/>
        <pc:sldMkLst>
          <pc:docMk/>
          <pc:sldMk cId="3064586286" sldId="263"/>
        </pc:sldMkLst>
      </pc:sldChg>
      <pc:sldChg chg="modSp add mod ord setBg">
        <pc:chgData name="Stephen John Stretton" userId="da8c780b-1aa2-4e36-94fb-871dc8111504" providerId="ADAL" clId="{461C8D16-F91C-40AB-8163-8272BCB3CEB6}" dt="2026-05-21T18:33:59.514" v="3745" actId="20577"/>
        <pc:sldMkLst>
          <pc:docMk/>
          <pc:sldMk cId="4060204744" sldId="263"/>
        </pc:sldMkLst>
        <pc:spChg chg="mod">
          <ac:chgData name="Stephen John Stretton" userId="da8c780b-1aa2-4e36-94fb-871dc8111504" providerId="ADAL" clId="{461C8D16-F91C-40AB-8163-8272BCB3CEB6}" dt="2026-05-21T18:28:16.134" v="3346" actId="20577"/>
          <ac:spMkLst>
            <pc:docMk/>
            <pc:sldMk cId="4060204744" sldId="263"/>
            <ac:spMk id="3" creationId="{835083E7-7E2B-EAB5-2F9E-416CD1E28246}"/>
          </ac:spMkLst>
        </pc:spChg>
        <pc:spChg chg="mod">
          <ac:chgData name="Stephen John Stretton" userId="da8c780b-1aa2-4e36-94fb-871dc8111504" providerId="ADAL" clId="{461C8D16-F91C-40AB-8163-8272BCB3CEB6}" dt="2026-05-21T18:27:18.737" v="3322" actId="20577"/>
          <ac:spMkLst>
            <pc:docMk/>
            <pc:sldMk cId="4060204744" sldId="263"/>
            <ac:spMk id="4" creationId="{F1ADFAA3-A96C-2BEC-D079-0AF2B0F6F94D}"/>
          </ac:spMkLst>
        </pc:spChg>
        <pc:spChg chg="mod">
          <ac:chgData name="Stephen John Stretton" userId="da8c780b-1aa2-4e36-94fb-871dc8111504" providerId="ADAL" clId="{461C8D16-F91C-40AB-8163-8272BCB3CEB6}" dt="2026-05-21T18:29:54.083" v="3391" actId="20577"/>
          <ac:spMkLst>
            <pc:docMk/>
            <pc:sldMk cId="4060204744" sldId="263"/>
            <ac:spMk id="5" creationId="{90387760-A346-0C68-5131-B6DF49F15C41}"/>
          </ac:spMkLst>
        </pc:spChg>
        <pc:spChg chg="mod">
          <ac:chgData name="Stephen John Stretton" userId="da8c780b-1aa2-4e36-94fb-871dc8111504" providerId="ADAL" clId="{461C8D16-F91C-40AB-8163-8272BCB3CEB6}" dt="2026-05-21T18:23:53.227" v="2671" actId="20577"/>
          <ac:spMkLst>
            <pc:docMk/>
            <pc:sldMk cId="4060204744" sldId="263"/>
            <ac:spMk id="9" creationId="{2A3ED7C0-3816-236D-E874-A880E69350F2}"/>
          </ac:spMkLst>
        </pc:spChg>
        <pc:spChg chg="mod">
          <ac:chgData name="Stephen John Stretton" userId="da8c780b-1aa2-4e36-94fb-871dc8111504" providerId="ADAL" clId="{461C8D16-F91C-40AB-8163-8272BCB3CEB6}" dt="2026-05-21T18:33:26.026" v="3641" actId="20577"/>
          <ac:spMkLst>
            <pc:docMk/>
            <pc:sldMk cId="4060204744" sldId="263"/>
            <ac:spMk id="10" creationId="{2220F0E7-1E2E-812B-9A6B-289A107F6A10}"/>
          </ac:spMkLst>
        </pc:spChg>
        <pc:spChg chg="mod">
          <ac:chgData name="Stephen John Stretton" userId="da8c780b-1aa2-4e36-94fb-871dc8111504" providerId="ADAL" clId="{461C8D16-F91C-40AB-8163-8272BCB3CEB6}" dt="2026-05-21T18:24:30.802" v="2814" actId="20577"/>
          <ac:spMkLst>
            <pc:docMk/>
            <pc:sldMk cId="4060204744" sldId="263"/>
            <ac:spMk id="14" creationId="{53F34CFC-92BD-B02D-3425-B975D8D11D04}"/>
          </ac:spMkLst>
        </pc:spChg>
        <pc:spChg chg="mod">
          <ac:chgData name="Stephen John Stretton" userId="da8c780b-1aa2-4e36-94fb-871dc8111504" providerId="ADAL" clId="{461C8D16-F91C-40AB-8163-8272BCB3CEB6}" dt="2026-05-21T18:33:59.514" v="3745" actId="20577"/>
          <ac:spMkLst>
            <pc:docMk/>
            <pc:sldMk cId="4060204744" sldId="263"/>
            <ac:spMk id="15" creationId="{26A2C623-548E-EE54-F9E1-BD295DBA0E00}"/>
          </ac:spMkLst>
        </pc:spChg>
        <pc:spChg chg="mod">
          <ac:chgData name="Stephen John Stretton" userId="da8c780b-1aa2-4e36-94fb-871dc8111504" providerId="ADAL" clId="{461C8D16-F91C-40AB-8163-8272BCB3CEB6}" dt="2026-05-21T18:24:36.977" v="2819" actId="20577"/>
          <ac:spMkLst>
            <pc:docMk/>
            <pc:sldMk cId="4060204744" sldId="263"/>
            <ac:spMk id="19" creationId="{21FFBC34-8314-0873-FD8A-BD968E82408F}"/>
          </ac:spMkLst>
        </pc:spChg>
        <pc:spChg chg="mod">
          <ac:chgData name="Stephen John Stretton" userId="da8c780b-1aa2-4e36-94fb-871dc8111504" providerId="ADAL" clId="{461C8D16-F91C-40AB-8163-8272BCB3CEB6}" dt="2026-05-21T18:30:20.618" v="3430" actId="6549"/>
          <ac:spMkLst>
            <pc:docMk/>
            <pc:sldMk cId="4060204744" sldId="263"/>
            <ac:spMk id="20" creationId="{3AB8C3F0-CE07-758F-2D7B-571BA29E2A40}"/>
          </ac:spMkLst>
        </pc:spChg>
        <pc:spChg chg="mod">
          <ac:chgData name="Stephen John Stretton" userId="da8c780b-1aa2-4e36-94fb-871dc8111504" providerId="ADAL" clId="{461C8D16-F91C-40AB-8163-8272BCB3CEB6}" dt="2026-05-21T18:26:48.688" v="3307" actId="20577"/>
          <ac:spMkLst>
            <pc:docMk/>
            <pc:sldMk cId="4060204744" sldId="263"/>
            <ac:spMk id="22" creationId="{32E8C82A-C7F5-765E-2A1A-30E87835FCB2}"/>
          </ac:spMkLst>
        </pc:spChg>
        <pc:spChg chg="mod">
          <ac:chgData name="Stephen John Stretton" userId="da8c780b-1aa2-4e36-94fb-871dc8111504" providerId="ADAL" clId="{461C8D16-F91C-40AB-8163-8272BCB3CEB6}" dt="2026-05-21T18:30:50.822" v="3431" actId="20577"/>
          <ac:spMkLst>
            <pc:docMk/>
            <pc:sldMk cId="4060204744" sldId="263"/>
            <ac:spMk id="23" creationId="{D58AC046-EE62-40C9-2DDD-9070B9241D3C}"/>
          </ac:spMkLst>
        </pc:spChg>
      </pc:sldChg>
      <pc:sldMasterChg chg="delSp mod">
        <pc:chgData name="Stephen John Stretton" userId="da8c780b-1aa2-4e36-94fb-871dc8111504" providerId="ADAL" clId="{461C8D16-F91C-40AB-8163-8272BCB3CEB6}" dt="2026-05-21T18:38:31.579" v="3790" actId="33475"/>
        <pc:sldMasterMkLst>
          <pc:docMk/>
          <pc:sldMasterMk cId="0" sldId="2147483648"/>
        </pc:sldMasterMkLst>
        <pc:spChg chg="del">
          <ac:chgData name="Stephen John Stretton" userId="da8c780b-1aa2-4e36-94fb-871dc8111504" providerId="ADAL" clId="{461C8D16-F91C-40AB-8163-8272BCB3CEB6}" dt="2026-05-21T18:38:31.579" v="3790" actId="33475"/>
          <ac:spMkLst>
            <pc:docMk/>
            <pc:sldMasterMk cId="0" sldId="2147483648"/>
            <ac:spMk id="3" creationId="{D8E38662-0C43-F087-58E3-66753D53699C}"/>
          </ac:spMkLst>
        </pc:spChg>
      </pc:sldMasterChg>
      <pc:sldMasterChg chg="addSp mod">
        <pc:chgData name="Stephen John Stretton" userId="da8c780b-1aa2-4e36-94fb-871dc8111504" providerId="ADAL" clId="{461C8D16-F91C-40AB-8163-8272BCB3CEB6}" dt="2026-05-21T15:31:47.085" v="20" actId="33475"/>
        <pc:sldMasterMkLst>
          <pc:docMk/>
          <pc:sldMasterMk cId="0" sldId="2147483650"/>
        </pc:sldMasterMkLst>
        <pc:spChg chg="add">
          <ac:chgData name="Stephen John Stretton" userId="da8c780b-1aa2-4e36-94fb-871dc8111504" providerId="ADAL" clId="{461C8D16-F91C-40AB-8163-8272BCB3CEB6}" dt="2026-05-21T15:31:47.085" v="20" actId="33475"/>
          <ac:spMkLst>
            <pc:docMk/>
            <pc:sldMasterMk cId="0" sldId="2147483650"/>
            <ac:spMk id="3" creationId="{D8E38662-0C43-F087-58E3-66753D53699C}"/>
          </ac:spMkLst>
        </pc:spChg>
      </pc:sldMasterChg>
      <pc:sldMasterChg chg="addSp">
        <pc:chgData name="Stephen John Stretton" userId="da8c780b-1aa2-4e36-94fb-871dc8111504" providerId="ADAL" clId="{461C8D16-F91C-40AB-8163-8272BCB3CEB6}" dt="2026-05-21T18:15:16.531" v="2479"/>
        <pc:sldMasterMkLst>
          <pc:docMk/>
          <pc:sldMasterMk cId="1137160202" sldId="2147483650"/>
        </pc:sldMasterMkLst>
        <pc:spChg chg="add">
          <ac:chgData name="Stephen John Stretton" userId="da8c780b-1aa2-4e36-94fb-871dc8111504" providerId="ADAL" clId="{461C8D16-F91C-40AB-8163-8272BCB3CEB6}" dt="2026-05-21T18:15:16.531" v="2479"/>
          <ac:spMkLst>
            <pc:docMk/>
            <pc:sldMasterMk cId="1137160202" sldId="2147483650"/>
            <ac:spMk id="9" creationId="{27282949-C0BF-441F-0BC1-B357BC9132D9}"/>
          </ac:spMkLst>
        </pc:spChg>
      </pc:sldMasterChg>
      <pc:sldMasterChg chg="addSp">
        <pc:chgData name="Stephen John Stretton" userId="da8c780b-1aa2-4e36-94fb-871dc8111504" providerId="ADAL" clId="{461C8D16-F91C-40AB-8163-8272BCB3CEB6}" dt="2026-05-21T18:15:16.899" v="2480"/>
        <pc:sldMasterMkLst>
          <pc:docMk/>
          <pc:sldMasterMk cId="2693750592" sldId="2147483669"/>
        </pc:sldMasterMkLst>
        <pc:spChg chg="add">
          <ac:chgData name="Stephen John Stretton" userId="da8c780b-1aa2-4e36-94fb-871dc8111504" providerId="ADAL" clId="{461C8D16-F91C-40AB-8163-8272BCB3CEB6}" dt="2026-05-21T18:15:16.899" v="2480"/>
          <ac:spMkLst>
            <pc:docMk/>
            <pc:sldMasterMk cId="2693750592" sldId="2147483669"/>
            <ac:spMk id="11" creationId="{673E147C-8280-CAC6-DF57-DC329D20D997}"/>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57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87AD-2185-708C-111C-602D35A20E1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33BA0AF-F1AD-F368-FAE5-2428E66E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4395C-B46E-4EB6-6E36-7F200F6B28B9}"/>
              </a:ext>
            </a:extLst>
          </p:cNvPr>
          <p:cNvSpPr>
            <a:spLocks noGrp="1"/>
          </p:cNvSpPr>
          <p:nvPr>
            <p:ph type="sldNum" sz="quarter" idx="4294967295"/>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62799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FDCD-10CE-2C27-5F1F-5D94C0584D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3A3157D-5699-65A1-43CA-F6214BD3D1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77276D-E92E-7675-E3CB-A4942D4E03A0}"/>
              </a:ext>
            </a:extLst>
          </p:cNvPr>
          <p:cNvSpPr>
            <a:spLocks noGrp="1"/>
          </p:cNvSpPr>
          <p:nvPr>
            <p:ph type="sldNum" sz="quarter" idx="4294967295"/>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00816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731520" y="1280160"/>
            <a:ext cx="10058400" cy="320040"/>
          </a:xfrm>
          <a:prstGeom prst="rect">
            <a:avLst/>
          </a:prstGeom>
          <a:noFill/>
          <a:ln/>
        </p:spPr>
        <p:txBody>
          <a:bodyPr wrap="square" lIns="0" tIns="0" rIns="0" bIns="0" rtlCol="0" anchor="ctr"/>
          <a:lstStyle/>
          <a:p>
            <a:pPr marL="0" indent="0">
              <a:buNone/>
            </a:pPr>
            <a:r>
              <a:rPr lang="en-US" sz="1200" b="1" kern="0" spc="800" dirty="0">
                <a:solidFill>
                  <a:srgbClr val="CADCFC"/>
                </a:solidFill>
                <a:latin typeface="Calibri" pitchFamily="34" charset="0"/>
                <a:ea typeface="Calibri" pitchFamily="34" charset="-122"/>
                <a:cs typeface="Calibri" pitchFamily="34" charset="-120"/>
              </a:rPr>
              <a:t>PROPOSAL — DRAFT FOR DISCUSSION</a:t>
            </a:r>
            <a:endParaRPr lang="en-US" sz="1200" dirty="0"/>
          </a:p>
        </p:txBody>
      </p:sp>
      <p:sp>
        <p:nvSpPr>
          <p:cNvPr id="4" name="Text 2"/>
          <p:cNvSpPr/>
          <p:nvPr/>
        </p:nvSpPr>
        <p:spPr>
          <a:xfrm>
            <a:off x="731520" y="169164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Automated Excise-Fiscal Reports</a:t>
            </a:r>
            <a:endParaRPr lang="en-US" sz="4600" dirty="0"/>
          </a:p>
        </p:txBody>
      </p:sp>
      <p:sp>
        <p:nvSpPr>
          <p:cNvPr id="5" name="Text 3"/>
          <p:cNvSpPr/>
          <p:nvPr/>
        </p:nvSpPr>
        <p:spPr>
          <a:xfrm>
            <a:off x="731520" y="3063240"/>
            <a:ext cx="105156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sz="1800" dirty="0"/>
          </a:p>
        </p:txBody>
      </p:sp>
      <p:sp>
        <p:nvSpPr>
          <p:cNvPr id="6" name="Shape 4"/>
          <p:cNvSpPr/>
          <p:nvPr/>
        </p:nvSpPr>
        <p:spPr>
          <a:xfrm>
            <a:off x="731520" y="4526280"/>
            <a:ext cx="2743200" cy="822960"/>
          </a:xfrm>
          <a:prstGeom prst="rect">
            <a:avLst/>
          </a:prstGeom>
          <a:solidFill>
            <a:srgbClr val="1E2761"/>
          </a:solidFill>
          <a:ln/>
        </p:spPr>
        <p:txBody>
          <a:bodyPr/>
          <a:lstStyle/>
          <a:p>
            <a:endParaRPr lang="en-US"/>
          </a:p>
        </p:txBody>
      </p:sp>
      <p:sp>
        <p:nvSpPr>
          <p:cNvPr id="7" name="Shape 5"/>
          <p:cNvSpPr/>
          <p:nvPr/>
        </p:nvSpPr>
        <p:spPr>
          <a:xfrm>
            <a:off x="896112" y="4690872"/>
            <a:ext cx="502920" cy="502920"/>
          </a:xfrm>
          <a:prstGeom prst="ellipse">
            <a:avLst/>
          </a:prstGeom>
          <a:solidFill>
            <a:srgbClr val="D4A24C"/>
          </a:solidFill>
          <a:ln/>
        </p:spPr>
        <p:txBody>
          <a:bodyPr/>
          <a:lstStyle/>
          <a:p>
            <a:endParaRPr lang="en-US"/>
          </a:p>
        </p:txBody>
      </p:sp>
      <p:sp>
        <p:nvSpPr>
          <p:cNvPr id="8" name="Text 6"/>
          <p:cNvSpPr/>
          <p:nvPr/>
        </p:nvSpPr>
        <p:spPr>
          <a:xfrm>
            <a:off x="89611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50876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0" name="Text 8"/>
          <p:cNvSpPr/>
          <p:nvPr/>
        </p:nvSpPr>
        <p:spPr>
          <a:xfrm>
            <a:off x="150876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A: Excise Diagnostic</a:t>
            </a:r>
            <a:endParaRPr lang="en-US" sz="1400" dirty="0"/>
          </a:p>
        </p:txBody>
      </p:sp>
      <p:sp>
        <p:nvSpPr>
          <p:cNvPr id="11" name="Shape 9"/>
          <p:cNvSpPr/>
          <p:nvPr/>
        </p:nvSpPr>
        <p:spPr>
          <a:xfrm>
            <a:off x="3657600" y="4526280"/>
            <a:ext cx="2743200" cy="822960"/>
          </a:xfrm>
          <a:prstGeom prst="rect">
            <a:avLst/>
          </a:prstGeom>
          <a:solidFill>
            <a:srgbClr val="1E2761"/>
          </a:solidFill>
          <a:ln/>
        </p:spPr>
        <p:txBody>
          <a:bodyPr/>
          <a:lstStyle/>
          <a:p>
            <a:endParaRPr lang="en-US"/>
          </a:p>
        </p:txBody>
      </p:sp>
      <p:sp>
        <p:nvSpPr>
          <p:cNvPr id="12" name="Shape 10"/>
          <p:cNvSpPr/>
          <p:nvPr/>
        </p:nvSpPr>
        <p:spPr>
          <a:xfrm>
            <a:off x="3822192" y="4690872"/>
            <a:ext cx="502920" cy="502920"/>
          </a:xfrm>
          <a:prstGeom prst="ellipse">
            <a:avLst/>
          </a:prstGeom>
          <a:solidFill>
            <a:srgbClr val="D4A24C"/>
          </a:solidFill>
          <a:ln/>
        </p:spPr>
        <p:txBody>
          <a:bodyPr/>
          <a:lstStyle/>
          <a:p>
            <a:endParaRPr lang="en-US"/>
          </a:p>
        </p:txBody>
      </p:sp>
      <p:sp>
        <p:nvSpPr>
          <p:cNvPr id="13" name="Text 11"/>
          <p:cNvSpPr/>
          <p:nvPr/>
        </p:nvSpPr>
        <p:spPr>
          <a:xfrm>
            <a:off x="382219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B</a:t>
            </a:r>
            <a:endParaRPr lang="en-US" sz="1800" dirty="0"/>
          </a:p>
        </p:txBody>
      </p:sp>
      <p:sp>
        <p:nvSpPr>
          <p:cNvPr id="14" name="Text 12"/>
          <p:cNvSpPr/>
          <p:nvPr/>
        </p:nvSpPr>
        <p:spPr>
          <a:xfrm>
            <a:off x="443484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443484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B: Externality Diagnostic</a:t>
            </a:r>
            <a:endParaRPr lang="en-US" sz="1400" dirty="0"/>
          </a:p>
        </p:txBody>
      </p:sp>
      <p:sp>
        <p:nvSpPr>
          <p:cNvPr id="16" name="Shape 14"/>
          <p:cNvSpPr/>
          <p:nvPr/>
        </p:nvSpPr>
        <p:spPr>
          <a:xfrm>
            <a:off x="6583680" y="4526280"/>
            <a:ext cx="2743200" cy="822960"/>
          </a:xfrm>
          <a:prstGeom prst="rect">
            <a:avLst/>
          </a:prstGeom>
          <a:solidFill>
            <a:srgbClr val="1E2761"/>
          </a:solidFill>
          <a:ln/>
        </p:spPr>
        <p:txBody>
          <a:bodyPr/>
          <a:lstStyle/>
          <a:p>
            <a:endParaRPr lang="en-US"/>
          </a:p>
        </p:txBody>
      </p:sp>
      <p:sp>
        <p:nvSpPr>
          <p:cNvPr id="17" name="Shape 15"/>
          <p:cNvSpPr/>
          <p:nvPr/>
        </p:nvSpPr>
        <p:spPr>
          <a:xfrm>
            <a:off x="6748272" y="4690872"/>
            <a:ext cx="502920" cy="502920"/>
          </a:xfrm>
          <a:prstGeom prst="ellipse">
            <a:avLst/>
          </a:prstGeom>
          <a:solidFill>
            <a:srgbClr val="D4A24C"/>
          </a:solidFill>
          <a:ln/>
        </p:spPr>
        <p:txBody>
          <a:bodyPr/>
          <a:lstStyle/>
          <a:p>
            <a:endParaRPr lang="en-US"/>
          </a:p>
        </p:txBody>
      </p:sp>
      <p:sp>
        <p:nvSpPr>
          <p:cNvPr id="18" name="Text 16"/>
          <p:cNvSpPr/>
          <p:nvPr/>
        </p:nvSpPr>
        <p:spPr>
          <a:xfrm>
            <a:off x="674827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C</a:t>
            </a:r>
            <a:endParaRPr lang="en-US" sz="1800" dirty="0"/>
          </a:p>
        </p:txBody>
      </p:sp>
      <p:sp>
        <p:nvSpPr>
          <p:cNvPr id="19" name="Text 17"/>
          <p:cNvSpPr/>
          <p:nvPr/>
        </p:nvSpPr>
        <p:spPr>
          <a:xfrm>
            <a:off x="7360920" y="4672584"/>
            <a:ext cx="1645920" cy="228600"/>
          </a:xfrm>
          <a:prstGeom prst="rect">
            <a:avLst/>
          </a:prstGeom>
          <a:noFill/>
          <a:ln/>
        </p:spPr>
        <p:txBody>
          <a:bodyPr wrap="square" lIns="0" tIns="0" rIns="0" bIns="0" rtlCol="0" anchor="ctr"/>
          <a:lstStyle/>
          <a:p>
            <a:pPr marL="0" indent="0">
              <a:buNone/>
            </a:pPr>
            <a:endParaRPr lang="en-US" sz="900" dirty="0"/>
          </a:p>
        </p:txBody>
      </p:sp>
      <p:sp>
        <p:nvSpPr>
          <p:cNvPr id="20" name="Text 18"/>
          <p:cNvSpPr/>
          <p:nvPr/>
        </p:nvSpPr>
        <p:spPr>
          <a:xfrm>
            <a:off x="736092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C: Policy Pathways</a:t>
            </a:r>
            <a:endParaRPr lang="en-US" sz="1400" dirty="0"/>
          </a:p>
        </p:txBody>
      </p:sp>
      <p:sp>
        <p:nvSpPr>
          <p:cNvPr id="21" name="Text 19"/>
          <p:cNvSpPr/>
          <p:nvPr/>
        </p:nvSpPr>
        <p:spPr>
          <a:xfrm>
            <a:off x="731520" y="6263640"/>
            <a:ext cx="8229600" cy="274320"/>
          </a:xfrm>
          <a:prstGeom prst="rect">
            <a:avLst/>
          </a:prstGeom>
          <a:noFill/>
          <a:ln/>
        </p:spPr>
        <p:txBody>
          <a:bodyPr wrap="square" lIns="0" tIns="0" rIns="0" bIns="0" rtlCol="0" anchor="ctr"/>
          <a:lstStyle/>
          <a:p>
            <a:pPr marL="0" indent="0">
              <a:buNone/>
            </a:pPr>
            <a:r>
              <a:rPr lang="en-US" sz="1000" dirty="0">
                <a:solidFill>
                  <a:srgbClr val="CADCFC">
                    <a:alpha val="70000"/>
                  </a:srgbClr>
                </a:solidFill>
                <a:latin typeface="Calibri" pitchFamily="34" charset="0"/>
                <a:ea typeface="Calibri" pitchFamily="34" charset="-122"/>
                <a:cs typeface="Calibri" pitchFamily="34" charset="-120"/>
              </a:rPr>
              <a:t>World Bank · Fiscal Policy Unit · </a:t>
            </a:r>
            <a:r>
              <a:rPr lang="en-US" sz="1000">
                <a:solidFill>
                  <a:srgbClr val="CADCFC">
                    <a:alpha val="70000"/>
                  </a:srgbClr>
                </a:solidFill>
                <a:latin typeface="Calibri" pitchFamily="34" charset="0"/>
                <a:ea typeface="Calibri" pitchFamily="34" charset="-122"/>
                <a:cs typeface="Calibri" pitchFamily="34" charset="-120"/>
              </a:rPr>
              <a:t>Draft v0.2 </a:t>
            </a:r>
            <a:r>
              <a:rPr lang="en-US" sz="1000" dirty="0">
                <a:solidFill>
                  <a:srgbClr val="CADCFC">
                    <a:alpha val="70000"/>
                  </a:srgbClr>
                </a:solidFill>
                <a:latin typeface="Calibri" pitchFamily="34" charset="0"/>
                <a:ea typeface="Calibri" pitchFamily="34" charset="-122"/>
                <a:cs typeface="Calibri" pitchFamily="34" charset="-120"/>
              </a:rPr>
              <a:t>· May-June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6AD9A-24DE-4BED-3D17-02D024ECA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ECA43-349B-DC11-FA7A-4B37B2993369}"/>
              </a:ext>
            </a:extLst>
          </p:cNvPr>
          <p:cNvSpPr/>
          <p:nvPr/>
        </p:nvSpPr>
        <p:spPr>
          <a:xfrm>
            <a:off x="0" y="0"/>
            <a:ext cx="164592" cy="6858000"/>
          </a:xfrm>
          <a:prstGeom prst="rect">
            <a:avLst/>
          </a:prstGeom>
          <a:solidFill>
            <a:srgbClr val="D4A24C"/>
          </a:solidFill>
          <a:ln/>
        </p:spPr>
        <p:txBody>
          <a:bodyPr/>
          <a:lstStyle/>
          <a:p>
            <a:endParaRPr lang="en-US"/>
          </a:p>
        </p:txBody>
      </p:sp>
      <p:sp>
        <p:nvSpPr>
          <p:cNvPr id="3" name="Text 1">
            <a:extLst>
              <a:ext uri="{FF2B5EF4-FFF2-40B4-BE49-F238E27FC236}">
                <a16:creationId xmlns:a16="http://schemas.microsoft.com/office/drawing/2014/main" id="{835083E7-7E2B-EAB5-2F9E-416CD1E28246}"/>
              </a:ext>
            </a:extLst>
          </p:cNvPr>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01  — OVERVIEW (i)</a:t>
            </a:r>
            <a:endParaRPr lang="en-US" sz="1100" dirty="0"/>
          </a:p>
        </p:txBody>
      </p:sp>
      <p:sp>
        <p:nvSpPr>
          <p:cNvPr id="4" name="Text 2">
            <a:extLst>
              <a:ext uri="{FF2B5EF4-FFF2-40B4-BE49-F238E27FC236}">
                <a16:creationId xmlns:a16="http://schemas.microsoft.com/office/drawing/2014/main" id="{F1ADFAA3-A96C-2BEC-D079-0AF2B0F6F94D}"/>
              </a:ext>
            </a:extLst>
          </p:cNvPr>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Purpose, Context, Definition and Scope</a:t>
            </a:r>
            <a:endParaRPr lang="en-US" sz="3200" dirty="0"/>
          </a:p>
        </p:txBody>
      </p:sp>
      <p:sp>
        <p:nvSpPr>
          <p:cNvPr id="5" name="Text 3">
            <a:extLst>
              <a:ext uri="{FF2B5EF4-FFF2-40B4-BE49-F238E27FC236}">
                <a16:creationId xmlns:a16="http://schemas.microsoft.com/office/drawing/2014/main" id="{90387760-A346-0C68-5131-B6DF49F15C41}"/>
              </a:ext>
            </a:extLst>
          </p:cNvPr>
          <p:cNvSpPr/>
          <p:nvPr/>
        </p:nvSpPr>
        <p:spPr>
          <a:xfrm>
            <a:off x="640080" y="1691640"/>
            <a:ext cx="10607040" cy="1005840"/>
          </a:xfrm>
          <a:prstGeom prst="rect">
            <a:avLst/>
          </a:prstGeom>
          <a:noFill/>
          <a:ln/>
        </p:spPr>
        <p:txBody>
          <a:bodyPr wrap="square" lIns="0" tIns="0" rIns="0" bIns="0" rtlCol="0" anchor="ctr"/>
          <a:lstStyle/>
          <a:p>
            <a:r>
              <a:rPr lang="en-US" sz="1400" dirty="0">
                <a:solidFill>
                  <a:schemeClr val="bg1"/>
                </a:solidFill>
              </a:rPr>
              <a:t>The </a:t>
            </a:r>
            <a:r>
              <a:rPr lang="en-US" sz="1400" b="1" dirty="0">
                <a:solidFill>
                  <a:schemeClr val="bg1"/>
                </a:solidFill>
              </a:rPr>
              <a:t>purpose of this project </a:t>
            </a:r>
            <a:r>
              <a:rPr lang="en-US" sz="1400" dirty="0">
                <a:solidFill>
                  <a:schemeClr val="bg1"/>
                </a:solidFill>
              </a:rPr>
              <a:t>is to develop an AI-augmented tool that provides a unified framework for analyzing excise taxes, including tax diagnostics, the market failures they address, and potential reform pathways. Given their corrective role, excise taxes can reduce economic distortions, improve price signals, expand fiscal space, and generate additional public revenue. By bringing different excise taxes into a single analytical framework, the tool will help estimate country economists both current revenue performance and the additional revenue potential associated with improved tax design, in order to support excise tax reforms.  </a:t>
            </a:r>
          </a:p>
          <a:p>
            <a:endParaRPr lang="en-US" sz="1100" dirty="0">
              <a:solidFill>
                <a:schemeClr val="bg1"/>
              </a:solidFill>
            </a:endParaRPr>
          </a:p>
        </p:txBody>
      </p:sp>
      <p:sp>
        <p:nvSpPr>
          <p:cNvPr id="6" name="Shape 4">
            <a:extLst>
              <a:ext uri="{FF2B5EF4-FFF2-40B4-BE49-F238E27FC236}">
                <a16:creationId xmlns:a16="http://schemas.microsoft.com/office/drawing/2014/main" id="{97753FCE-81C2-0AD4-E14C-6C517BF5146B}"/>
              </a:ext>
            </a:extLst>
          </p:cNvPr>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a:extLst>
              <a:ext uri="{FF2B5EF4-FFF2-40B4-BE49-F238E27FC236}">
                <a16:creationId xmlns:a16="http://schemas.microsoft.com/office/drawing/2014/main" id="{4FB771B9-1D4A-A344-08D5-D340CC9D6513}"/>
              </a:ext>
            </a:extLst>
          </p:cNvPr>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a:extLst>
              <a:ext uri="{FF2B5EF4-FFF2-40B4-BE49-F238E27FC236}">
                <a16:creationId xmlns:a16="http://schemas.microsoft.com/office/drawing/2014/main" id="{229B9C1D-DAA6-03A4-F85D-2C524D6AA2D8}"/>
              </a:ext>
            </a:extLst>
          </p:cNvPr>
          <p:cNvPicPr>
            <a:picLocks noChangeAspect="1"/>
          </p:cNvPicPr>
          <p:nvPr/>
        </p:nvPicPr>
        <p:blipFill>
          <a:blip r:embed="rId3"/>
          <a:stretch>
            <a:fillRect/>
          </a:stretch>
        </p:blipFill>
        <p:spPr>
          <a:xfrm>
            <a:off x="914400" y="3200400"/>
            <a:ext cx="411480" cy="411480"/>
          </a:xfrm>
          <a:prstGeom prst="rect">
            <a:avLst/>
          </a:prstGeom>
        </p:spPr>
      </p:pic>
      <p:sp>
        <p:nvSpPr>
          <p:cNvPr id="9" name="Text 6">
            <a:extLst>
              <a:ext uri="{FF2B5EF4-FFF2-40B4-BE49-F238E27FC236}">
                <a16:creationId xmlns:a16="http://schemas.microsoft.com/office/drawing/2014/main" id="{2A3ED7C0-3816-236D-E874-A880E69350F2}"/>
              </a:ext>
            </a:extLst>
          </p:cNvPr>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CONTEXT</a:t>
            </a:r>
            <a:endParaRPr lang="en-US" sz="1100" dirty="0"/>
          </a:p>
        </p:txBody>
      </p:sp>
      <p:sp>
        <p:nvSpPr>
          <p:cNvPr id="10" name="Text 7">
            <a:extLst>
              <a:ext uri="{FF2B5EF4-FFF2-40B4-BE49-F238E27FC236}">
                <a16:creationId xmlns:a16="http://schemas.microsoft.com/office/drawing/2014/main" id="{2220F0E7-1E2E-812B-9A6B-289A107F6A10}"/>
              </a:ext>
            </a:extLst>
          </p:cNvPr>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Need to integrate health and climate related excise programs around inputs to the PFR. Excise diagnostic developed earlier as one-off for Sierra Leone (2023) provides inspiration.</a:t>
            </a:r>
            <a:endParaRPr lang="en-US" sz="1200" dirty="0"/>
          </a:p>
        </p:txBody>
      </p:sp>
      <p:sp>
        <p:nvSpPr>
          <p:cNvPr id="11" name="Shape 8">
            <a:extLst>
              <a:ext uri="{FF2B5EF4-FFF2-40B4-BE49-F238E27FC236}">
                <a16:creationId xmlns:a16="http://schemas.microsoft.com/office/drawing/2014/main" id="{2C1EF02A-8FC2-04AA-4AF2-A97DDF206BB2}"/>
              </a:ext>
            </a:extLst>
          </p:cNvPr>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a:extLst>
              <a:ext uri="{FF2B5EF4-FFF2-40B4-BE49-F238E27FC236}">
                <a16:creationId xmlns:a16="http://schemas.microsoft.com/office/drawing/2014/main" id="{A4705832-C87A-1D3C-A681-57DDDD189B23}"/>
              </a:ext>
            </a:extLst>
          </p:cNvPr>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a:extLst>
              <a:ext uri="{FF2B5EF4-FFF2-40B4-BE49-F238E27FC236}">
                <a16:creationId xmlns:a16="http://schemas.microsoft.com/office/drawing/2014/main" id="{BC43369A-A433-C615-7406-1FD86239FEA5}"/>
              </a:ext>
            </a:extLst>
          </p:cNvPr>
          <p:cNvPicPr>
            <a:picLocks noChangeAspect="1"/>
          </p:cNvPicPr>
          <p:nvPr/>
        </p:nvPicPr>
        <p:blipFill>
          <a:blip r:embed="rId4"/>
          <a:stretch>
            <a:fillRect/>
          </a:stretch>
        </p:blipFill>
        <p:spPr>
          <a:xfrm>
            <a:off x="4617720" y="3200400"/>
            <a:ext cx="411480" cy="411480"/>
          </a:xfrm>
          <a:prstGeom prst="rect">
            <a:avLst/>
          </a:prstGeom>
        </p:spPr>
      </p:pic>
      <p:sp>
        <p:nvSpPr>
          <p:cNvPr id="14" name="Text 10">
            <a:extLst>
              <a:ext uri="{FF2B5EF4-FFF2-40B4-BE49-F238E27FC236}">
                <a16:creationId xmlns:a16="http://schemas.microsoft.com/office/drawing/2014/main" id="{53F34CFC-92BD-B02D-3425-B975D8D11D04}"/>
              </a:ext>
            </a:extLst>
          </p:cNvPr>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WHAT IT IS</a:t>
            </a:r>
            <a:endParaRPr lang="en-US" sz="1100" dirty="0"/>
          </a:p>
        </p:txBody>
      </p:sp>
      <p:sp>
        <p:nvSpPr>
          <p:cNvPr id="15" name="Text 11">
            <a:extLst>
              <a:ext uri="{FF2B5EF4-FFF2-40B4-BE49-F238E27FC236}">
                <a16:creationId xmlns:a16="http://schemas.microsoft.com/office/drawing/2014/main" id="{26A2C623-548E-EE54-F9E1-BD295DBA0E00}"/>
              </a:ext>
            </a:extLst>
          </p:cNvPr>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automated three-part report on excises, externalities and policy pathways, with examples of part one (excise diagnostic) developed already, that can then be tailored by humans to PFR and country context.</a:t>
            </a:r>
            <a:endParaRPr lang="en-US" sz="1200" dirty="0"/>
          </a:p>
        </p:txBody>
      </p:sp>
      <p:sp>
        <p:nvSpPr>
          <p:cNvPr id="16" name="Shape 12">
            <a:extLst>
              <a:ext uri="{FF2B5EF4-FFF2-40B4-BE49-F238E27FC236}">
                <a16:creationId xmlns:a16="http://schemas.microsoft.com/office/drawing/2014/main" id="{952F58EF-2568-F4B4-CF0C-407FE3740331}"/>
              </a:ext>
            </a:extLst>
          </p:cNvPr>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a:extLst>
              <a:ext uri="{FF2B5EF4-FFF2-40B4-BE49-F238E27FC236}">
                <a16:creationId xmlns:a16="http://schemas.microsoft.com/office/drawing/2014/main" id="{421A5B82-156D-E0C8-E908-59D79B329B07}"/>
              </a:ext>
            </a:extLst>
          </p:cNvPr>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a:extLst>
              <a:ext uri="{FF2B5EF4-FFF2-40B4-BE49-F238E27FC236}">
                <a16:creationId xmlns:a16="http://schemas.microsoft.com/office/drawing/2014/main" id="{BCB3ED0E-CC70-6B15-9782-FCB887891864}"/>
              </a:ext>
            </a:extLst>
          </p:cNvPr>
          <p:cNvPicPr>
            <a:picLocks noChangeAspect="1"/>
          </p:cNvPicPr>
          <p:nvPr/>
        </p:nvPicPr>
        <p:blipFill>
          <a:blip r:embed="rId5"/>
          <a:stretch>
            <a:fillRect/>
          </a:stretch>
        </p:blipFill>
        <p:spPr>
          <a:xfrm>
            <a:off x="8321040" y="3200400"/>
            <a:ext cx="411480" cy="411480"/>
          </a:xfrm>
          <a:prstGeom prst="rect">
            <a:avLst/>
          </a:prstGeom>
        </p:spPr>
      </p:pic>
      <p:sp>
        <p:nvSpPr>
          <p:cNvPr id="19" name="Text 14">
            <a:extLst>
              <a:ext uri="{FF2B5EF4-FFF2-40B4-BE49-F238E27FC236}">
                <a16:creationId xmlns:a16="http://schemas.microsoft.com/office/drawing/2014/main" id="{21FFBC34-8314-0873-FD8A-BD968E82408F}"/>
              </a:ext>
            </a:extLst>
          </p:cNvPr>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SCOPE</a:t>
            </a:r>
            <a:endParaRPr lang="en-US" sz="1100" dirty="0"/>
          </a:p>
        </p:txBody>
      </p:sp>
      <p:sp>
        <p:nvSpPr>
          <p:cNvPr id="20" name="Text 15">
            <a:extLst>
              <a:ext uri="{FF2B5EF4-FFF2-40B4-BE49-F238E27FC236}">
                <a16:creationId xmlns:a16="http://schemas.microsoft.com/office/drawing/2014/main" id="{3AB8C3F0-CE07-758F-2D7B-571BA29E2A40}"/>
              </a:ext>
            </a:extLst>
          </p:cNvPr>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excises but analytical focus on six major categories: fuel, vehicle, tobacco, alcohol, sugar sweetened beverages (SSBs), and gambling.</a:t>
            </a:r>
            <a:endParaRPr lang="en-US" sz="1200" dirty="0"/>
          </a:p>
        </p:txBody>
      </p:sp>
      <p:sp>
        <p:nvSpPr>
          <p:cNvPr id="21" name="Shape 16">
            <a:extLst>
              <a:ext uri="{FF2B5EF4-FFF2-40B4-BE49-F238E27FC236}">
                <a16:creationId xmlns:a16="http://schemas.microsoft.com/office/drawing/2014/main" id="{22FE4924-989F-D833-6E34-F6CCD5AE6D94}"/>
              </a:ext>
            </a:extLst>
          </p:cNvPr>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a:extLst>
              <a:ext uri="{FF2B5EF4-FFF2-40B4-BE49-F238E27FC236}">
                <a16:creationId xmlns:a16="http://schemas.microsoft.com/office/drawing/2014/main" id="{32E8C82A-C7F5-765E-2A1A-30E87835FCB2}"/>
              </a:ext>
            </a:extLst>
          </p:cNvPr>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report shows the revenue mobilizing capabilities by country of simple and efficient excise systems that also tackle social costs”</a:t>
            </a:r>
            <a:endParaRPr lang="en-US" sz="1400" dirty="0"/>
          </a:p>
        </p:txBody>
      </p:sp>
      <p:sp>
        <p:nvSpPr>
          <p:cNvPr id="23" name="Text 18">
            <a:extLst>
              <a:ext uri="{FF2B5EF4-FFF2-40B4-BE49-F238E27FC236}">
                <a16:creationId xmlns:a16="http://schemas.microsoft.com/office/drawing/2014/main" id="{D58AC046-EE62-40C9-2DDD-9070B9241D3C}"/>
              </a:ext>
            </a:extLst>
          </p:cNvPr>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01 / 07</a:t>
            </a:r>
            <a:endParaRPr lang="en-US" sz="900" dirty="0"/>
          </a:p>
        </p:txBody>
      </p:sp>
    </p:spTree>
    <p:extLst>
      <p:ext uri="{BB962C8B-B14F-4D97-AF65-F5344CB8AC3E}">
        <p14:creationId xmlns:p14="http://schemas.microsoft.com/office/powerpoint/2010/main" val="4060204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r>
              <a:rPr lang="en-US" sz="1100" b="1" kern="0" spc="600" dirty="0">
                <a:solidFill>
                  <a:srgbClr val="D4A24C"/>
                </a:solidFill>
                <a:latin typeface="Calibri" pitchFamily="34" charset="0"/>
                <a:ea typeface="Calibri" pitchFamily="34" charset="-122"/>
                <a:cs typeface="Calibri" pitchFamily="34" charset="-120"/>
              </a:rPr>
              <a:t>02 — OVERVIEW (ii)</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Why a synthesis layer is needed; what it delivers</a:t>
            </a:r>
            <a:endParaRPr lang="en-US" sz="3000" dirty="0"/>
          </a:p>
        </p:txBody>
      </p:sp>
      <p:sp>
        <p:nvSpPr>
          <p:cNvPr id="4" name="Text 2"/>
          <p:cNvSpPr/>
          <p:nvPr/>
        </p:nvSpPr>
        <p:spPr>
          <a:xfrm>
            <a:off x="548640" y="1371600"/>
            <a:ext cx="11064240" cy="594360"/>
          </a:xfrm>
          <a:prstGeom prst="rect">
            <a:avLst/>
          </a:prstGeom>
          <a:noFill/>
          <a:ln/>
        </p:spPr>
        <p:txBody>
          <a:bodyPr wrap="square" lIns="0" tIns="0" rIns="0" bIns="0" rtlCol="0" anchor="ctr"/>
          <a:lstStyle/>
          <a:p>
            <a:pPr marL="0" indent="0">
              <a:buNone/>
            </a:pPr>
            <a:r>
              <a:rPr lang="en-US" sz="1400" i="1" dirty="0">
                <a:solidFill>
                  <a:srgbClr val="1F2747"/>
                </a:solidFill>
                <a:latin typeface="Calibri" pitchFamily="34" charset="0"/>
                <a:ea typeface="Calibri" pitchFamily="34" charset="-122"/>
                <a:cs typeface="Calibri" pitchFamily="34" charset="-120"/>
              </a:rPr>
              <a:t>The PFR reads excise instrument-by-instrument. It does not ask whether the tax system, taken together, deals with externalities. </a:t>
            </a:r>
          </a:p>
          <a:p>
            <a:pPr marL="0" indent="0">
              <a:buNone/>
            </a:pPr>
            <a:r>
              <a:rPr lang="en-US" sz="1400" i="1" dirty="0">
                <a:solidFill>
                  <a:srgbClr val="1F2747"/>
                </a:solidFill>
                <a:latin typeface="Calibri" pitchFamily="34" charset="0"/>
                <a:ea typeface="Calibri" pitchFamily="34" charset="-122"/>
                <a:cs typeface="Calibri" pitchFamily="34" charset="-120"/>
              </a:rPr>
              <a:t>The diagnostic closes gaps on instrument-by-instrument detail into aggregated metrics and on externality coverage.</a:t>
            </a:r>
            <a:endParaRPr lang="en-US" sz="1400" dirty="0"/>
          </a:p>
        </p:txBody>
      </p:sp>
      <p:sp>
        <p:nvSpPr>
          <p:cNvPr id="5" name="Shape 3"/>
          <p:cNvSpPr/>
          <p:nvPr/>
        </p:nvSpPr>
        <p:spPr>
          <a:xfrm>
            <a:off x="548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p:cNvSpPr/>
          <p:nvPr/>
        </p:nvSpPr>
        <p:spPr>
          <a:xfrm>
            <a:off x="548640" y="2240280"/>
            <a:ext cx="73152" cy="1463040"/>
          </a:xfrm>
          <a:prstGeom prst="rect">
            <a:avLst/>
          </a:prstGeom>
          <a:solidFill>
            <a:srgbClr val="1E2761"/>
          </a:solidFill>
          <a:ln/>
        </p:spPr>
        <p:txBody>
          <a:bodyPr/>
          <a:lstStyle/>
          <a:p>
            <a:endParaRPr lang="en-US"/>
          </a:p>
        </p:txBody>
      </p:sp>
      <p:sp>
        <p:nvSpPr>
          <p:cNvPr id="7" name="Text 5"/>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1 — INSTRUMENT LEGIBILITY</a:t>
            </a:r>
            <a:endParaRPr lang="en-US" sz="1000" dirty="0"/>
          </a:p>
        </p:txBody>
      </p:sp>
      <p:sp>
        <p:nvSpPr>
          <p:cNvPr id="8" name="Text 6"/>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By-instrument approach</a:t>
            </a:r>
            <a:endParaRPr lang="en-US" sz="1700" dirty="0"/>
          </a:p>
        </p:txBody>
      </p:sp>
      <p:sp>
        <p:nvSpPr>
          <p:cNvPr id="9" name="Text 7"/>
          <p:cNvSpPr/>
          <p:nvPr/>
        </p:nvSpPr>
        <p:spPr>
          <a:xfrm>
            <a:off x="868680" y="3081528"/>
            <a:ext cx="522732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Schedules accrete line-by-line over decades. Nobody fully owns them; few read them end-to-end. We need a structured snapshot — categorised, standardised, with rates scaled to feed standard global metrics.</a:t>
            </a:r>
            <a:endParaRPr lang="en-US" sz="1150" dirty="0"/>
          </a:p>
        </p:txBody>
      </p:sp>
      <p:sp>
        <p:nvSpPr>
          <p:cNvPr id="10" name="Shape 8"/>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p:cNvSpPr/>
          <p:nvPr/>
        </p:nvSpPr>
        <p:spPr>
          <a:xfrm>
            <a:off x="6263640" y="2240280"/>
            <a:ext cx="73152" cy="1463040"/>
          </a:xfrm>
          <a:prstGeom prst="rect">
            <a:avLst/>
          </a:prstGeom>
          <a:solidFill>
            <a:srgbClr val="D4A24C"/>
          </a:solidFill>
          <a:ln/>
        </p:spPr>
        <p:txBody>
          <a:bodyPr/>
          <a:lstStyle/>
          <a:p>
            <a:endParaRPr lang="en-US"/>
          </a:p>
        </p:txBody>
      </p:sp>
      <p:sp>
        <p:nvSpPr>
          <p:cNvPr id="12" name="Text 10"/>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2 — THE EXTERNALITY QUESTION</a:t>
            </a:r>
            <a:endParaRPr lang="en-US" sz="1000" dirty="0"/>
          </a:p>
        </p:txBody>
      </p:sp>
      <p:sp>
        <p:nvSpPr>
          <p:cNvPr id="13" name="Text 11"/>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Does the system handle externalities?</a:t>
            </a:r>
            <a:endParaRPr lang="en-US" sz="1700" dirty="0"/>
          </a:p>
        </p:txBody>
      </p:sp>
      <p:sp>
        <p:nvSpPr>
          <p:cNvPr id="14" name="Text 12"/>
          <p:cNvSpPr/>
          <p:nvPr/>
        </p:nvSpPr>
        <p:spPr>
          <a:xfrm>
            <a:off x="6583680" y="3081528"/>
            <a:ext cx="516636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Core question in PFRs. Carbon, local air pollution, accidents, congestion, road damage — each lives in a different silo. CPAT, the Climate &amp; Health Program, transport CBA, IMF GEPR. No product brings them together for a finance minister to read.</a:t>
            </a:r>
            <a:endParaRPr lang="en-US" sz="1150" dirty="0"/>
          </a:p>
        </p:txBody>
      </p:sp>
      <p:sp>
        <p:nvSpPr>
          <p:cNvPr id="15" name="Text 13"/>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WHAT THE REPORT DELIVERS</a:t>
            </a:r>
            <a:endParaRPr lang="en-US" sz="1000" dirty="0"/>
          </a:p>
        </p:txBody>
      </p:sp>
      <p:sp>
        <p:nvSpPr>
          <p:cNvPr id="16" name="Shape 14"/>
          <p:cNvSpPr/>
          <p:nvPr/>
        </p:nvSpPr>
        <p:spPr>
          <a:xfrm>
            <a:off x="548640" y="4370832"/>
            <a:ext cx="3657600" cy="502920"/>
          </a:xfrm>
          <a:prstGeom prst="rect">
            <a:avLst/>
          </a:prstGeom>
          <a:solidFill>
            <a:srgbClr val="1E2761"/>
          </a:solidFill>
          <a:ln/>
        </p:spPr>
        <p:txBody>
          <a:bodyPr/>
          <a:lstStyle/>
          <a:p>
            <a:endParaRPr lang="en-US"/>
          </a:p>
        </p:txBody>
      </p:sp>
      <p:sp>
        <p:nvSpPr>
          <p:cNvPr id="17" name="Shape 15"/>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A</a:t>
            </a:r>
            <a:endParaRPr lang="en-US" sz="1100" dirty="0"/>
          </a:p>
        </p:txBody>
      </p:sp>
      <p:sp>
        <p:nvSpPr>
          <p:cNvPr id="19" name="Text 17"/>
          <p:cNvSpPr/>
          <p:nvPr/>
        </p:nvSpPr>
        <p:spPr>
          <a:xfrm>
            <a:off x="7772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Excise Diagnostic</a:t>
            </a:r>
            <a:endParaRPr lang="en-US" sz="1700" dirty="0"/>
          </a:p>
        </p:txBody>
      </p:sp>
      <p:sp>
        <p:nvSpPr>
          <p:cNvPr id="20" name="Text 18"/>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a:t>
            </a:r>
            <a:endParaRPr lang="en-US" sz="1100" dirty="0"/>
          </a:p>
        </p:txBody>
      </p:sp>
      <p:sp>
        <p:nvSpPr>
          <p:cNvPr id="21" name="Text 19"/>
          <p:cNvSpPr/>
          <p:nvPr/>
        </p:nvSpPr>
        <p:spPr>
          <a:xfrm>
            <a:off x="7772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Categorise every line. Standardise on three measures: $/unit, % of consumer price, % of GDP. Surface erosion, gaps, incoherence.</a:t>
            </a:r>
            <a:endParaRPr lang="en-US" sz="1100" dirty="0"/>
          </a:p>
        </p:txBody>
      </p:sp>
      <p:sp>
        <p:nvSpPr>
          <p:cNvPr id="22" name="Shape 20"/>
          <p:cNvSpPr/>
          <p:nvPr/>
        </p:nvSpPr>
        <p:spPr>
          <a:xfrm>
            <a:off x="4434840" y="4370832"/>
            <a:ext cx="3657600" cy="502920"/>
          </a:xfrm>
          <a:prstGeom prst="rect">
            <a:avLst/>
          </a:prstGeom>
          <a:solidFill>
            <a:srgbClr val="3A4A8A"/>
          </a:solidFill>
          <a:ln/>
        </p:spPr>
        <p:txBody>
          <a:bodyPr/>
          <a:lstStyle/>
          <a:p>
            <a:endParaRPr lang="en-US"/>
          </a:p>
        </p:txBody>
      </p:sp>
      <p:sp>
        <p:nvSpPr>
          <p:cNvPr id="23" name="Shape 21"/>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p:cNvSpPr/>
          <p:nvPr/>
        </p:nvSpPr>
        <p:spPr>
          <a:xfrm>
            <a:off x="46634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B</a:t>
            </a:r>
            <a:endParaRPr lang="en-US" sz="1100" dirty="0"/>
          </a:p>
        </p:txBody>
      </p:sp>
      <p:sp>
        <p:nvSpPr>
          <p:cNvPr id="25" name="Text 23"/>
          <p:cNvSpPr/>
          <p:nvPr/>
        </p:nvSpPr>
        <p:spPr>
          <a:xfrm>
            <a:off x="46634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Externality Diagnostic</a:t>
            </a:r>
            <a:endParaRPr lang="en-US" sz="1700" dirty="0"/>
          </a:p>
        </p:txBody>
      </p:sp>
      <p:sp>
        <p:nvSpPr>
          <p:cNvPr id="26" name="Text 24"/>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Ask the system question</a:t>
            </a:r>
            <a:endParaRPr lang="en-US" sz="1100" dirty="0"/>
          </a:p>
        </p:txBody>
      </p:sp>
      <p:sp>
        <p:nvSpPr>
          <p:cNvPr id="27" name="Text 25"/>
          <p:cNvSpPr/>
          <p:nvPr/>
        </p:nvSpPr>
        <p:spPr>
          <a:xfrm>
            <a:off x="46634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Seven-section spine. Answer: “what is the biggest externality?”. Carbon, PM2.5, accidents, congestion, sugar, tobacco, alcohol — valued on a single spine, with consistent VSL.</a:t>
            </a:r>
            <a:endParaRPr lang="en-US" sz="1100" dirty="0"/>
          </a:p>
        </p:txBody>
      </p:sp>
      <p:sp>
        <p:nvSpPr>
          <p:cNvPr id="28" name="Shape 26"/>
          <p:cNvSpPr/>
          <p:nvPr/>
        </p:nvSpPr>
        <p:spPr>
          <a:xfrm>
            <a:off x="8321040" y="4370832"/>
            <a:ext cx="3291840" cy="502920"/>
          </a:xfrm>
          <a:prstGeom prst="rect">
            <a:avLst/>
          </a:prstGeom>
          <a:solidFill>
            <a:srgbClr val="D4A24C"/>
          </a:solidFill>
          <a:ln/>
        </p:spPr>
        <p:txBody>
          <a:bodyPr/>
          <a:lstStyle/>
          <a:p>
            <a:endParaRPr lang="en-US"/>
          </a:p>
        </p:txBody>
      </p:sp>
      <p:sp>
        <p:nvSpPr>
          <p:cNvPr id="29" name="Shape 27"/>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Policy Pathways</a:t>
            </a:r>
            <a:endParaRPr lang="en-US" sz="1700" dirty="0"/>
          </a:p>
        </p:txBody>
      </p:sp>
      <p:sp>
        <p:nvSpPr>
          <p:cNvPr id="32" name="Text 30"/>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p:cNvSpPr/>
          <p:nvPr/>
        </p:nvSpPr>
        <p:spPr>
          <a:xfrm>
            <a:off x="8549640" y="5678424"/>
            <a:ext cx="283464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IMF benchmarks + Part B summary. Success stories. Narrative political-economy analysis. Success stories. Reform proposals.</a:t>
            </a:r>
            <a:endParaRPr lang="en-US" sz="1100" dirty="0"/>
          </a:p>
        </p:txBody>
      </p:sp>
      <p:pic>
        <p:nvPicPr>
          <p:cNvPr id="34" name="Image 0" descr="preencoded.png"/>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p:cNvPicPr>
            <a:picLocks noChangeAspect="1"/>
          </p:cNvPicPr>
          <p:nvPr/>
        </p:nvPicPr>
        <p:blipFill>
          <a:blip r:embed="rId3"/>
          <a:stretch>
            <a:fillRect/>
          </a:stretch>
        </p:blipFill>
        <p:spPr>
          <a:xfrm>
            <a:off x="8046720" y="5239512"/>
            <a:ext cx="274320" cy="274320"/>
          </a:xfrm>
          <a:prstGeom prst="rect">
            <a:avLst/>
          </a:prstGeom>
        </p:spPr>
      </p:pic>
      <p:sp>
        <p:nvSpPr>
          <p:cNvPr id="36" name="Text 32"/>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02 / 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03 — STRUCTURE</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Structure of the reports</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i="1" dirty="0">
                <a:solidFill>
                  <a:srgbClr val="1F2747"/>
                </a:solidFill>
                <a:latin typeface="Calibri" pitchFamily="34" charset="0"/>
                <a:ea typeface="Calibri" pitchFamily="34" charset="-122"/>
                <a:cs typeface="Calibri" pitchFamily="34" charset="-120"/>
              </a:rPr>
              <a:t>Each part has fixed inputs, a fixed method, and a fixed output. Country teams populate a parameter spreadsheet; the template renders the report.</a:t>
            </a:r>
            <a:endParaRPr lang="en-US" sz="1300" dirty="0"/>
          </a:p>
        </p:txBody>
      </p:sp>
      <p:sp>
        <p:nvSpPr>
          <p:cNvPr id="5" name="Shape 3"/>
          <p:cNvSpPr/>
          <p:nvPr/>
        </p:nvSpPr>
        <p:spPr>
          <a:xfrm>
            <a:off x="548640" y="1965960"/>
            <a:ext cx="3657600" cy="777240"/>
          </a:xfrm>
          <a:prstGeom prst="rect">
            <a:avLst/>
          </a:prstGeom>
          <a:solidFill>
            <a:srgbClr val="1E2761"/>
          </a:solidFill>
          <a:ln/>
        </p:spPr>
        <p:txBody>
          <a:bodyPr/>
          <a:lstStyle/>
          <a:p>
            <a:endParaRPr lang="en-US"/>
          </a:p>
        </p:txBody>
      </p:sp>
      <p:sp>
        <p:nvSpPr>
          <p:cNvPr id="6" name="Shape 4"/>
          <p:cNvSpPr/>
          <p:nvPr/>
        </p:nvSpPr>
        <p:spPr>
          <a:xfrm>
            <a:off x="548640" y="2801985"/>
            <a:ext cx="3657600" cy="286990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Shape 5"/>
          <p:cNvSpPr/>
          <p:nvPr/>
        </p:nvSpPr>
        <p:spPr>
          <a:xfrm>
            <a:off x="7772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8" name="Text 6"/>
          <p:cNvSpPr/>
          <p:nvPr/>
        </p:nvSpPr>
        <p:spPr>
          <a:xfrm>
            <a:off x="7772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3258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Excise Diagnostic</a:t>
            </a:r>
            <a:endParaRPr lang="en-US" sz="17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BASIS</a:t>
            </a:r>
            <a:endParaRPr lang="en-US" sz="900" dirty="0"/>
          </a:p>
        </p:txBody>
      </p:sp>
      <p:sp>
        <p:nvSpPr>
          <p:cNvPr id="11" name="Text 9"/>
          <p:cNvSpPr/>
          <p:nvPr/>
        </p:nvSpPr>
        <p:spPr>
          <a:xfrm>
            <a:off x="7772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Excise diagnostic working paper</a:t>
            </a:r>
            <a:endParaRPr lang="en-US" sz="1100" dirty="0"/>
          </a:p>
        </p:txBody>
      </p:sp>
      <p:sp>
        <p:nvSpPr>
          <p:cNvPr id="12" name="Text 10"/>
          <p:cNvSpPr/>
          <p:nvPr/>
        </p:nvSpPr>
        <p:spPr>
          <a:xfrm>
            <a:off x="777240" y="3440535"/>
            <a:ext cx="320040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METHOD</a:t>
            </a:r>
            <a:endParaRPr lang="en-US" sz="900" dirty="0"/>
          </a:p>
        </p:txBody>
      </p:sp>
      <p:sp>
        <p:nvSpPr>
          <p:cNvPr id="13" name="Text 11"/>
          <p:cNvSpPr/>
          <p:nvPr/>
        </p:nvSpPr>
        <p:spPr>
          <a:xfrm>
            <a:off x="777240" y="3659991"/>
            <a:ext cx="3200400" cy="867809"/>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Categorise every line (7 typology classes)</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Record: rate, structure, differentiation, history</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Compute three measures: $/unit, % price, % GDP</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Surface erosion, gaps, incoherence</a:t>
            </a:r>
            <a:endParaRPr lang="en-US" sz="1050" dirty="0"/>
          </a:p>
        </p:txBody>
      </p:sp>
      <p:sp>
        <p:nvSpPr>
          <p:cNvPr id="17" name="Shape 15"/>
          <p:cNvSpPr/>
          <p:nvPr/>
        </p:nvSpPr>
        <p:spPr>
          <a:xfrm>
            <a:off x="4434840" y="1965960"/>
            <a:ext cx="3657600" cy="777240"/>
          </a:xfrm>
          <a:prstGeom prst="rect">
            <a:avLst/>
          </a:prstGeom>
          <a:solidFill>
            <a:srgbClr val="3A4A8A"/>
          </a:solidFill>
          <a:ln/>
        </p:spPr>
        <p:txBody>
          <a:bodyPr/>
          <a:lstStyle/>
          <a:p>
            <a:endParaRPr lang="en-US"/>
          </a:p>
        </p:txBody>
      </p:sp>
      <p:sp>
        <p:nvSpPr>
          <p:cNvPr id="18" name="Shape 16"/>
          <p:cNvSpPr/>
          <p:nvPr/>
        </p:nvSpPr>
        <p:spPr>
          <a:xfrm>
            <a:off x="4434840" y="2743201"/>
            <a:ext cx="3657600" cy="2928684"/>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7"/>
          <p:cNvSpPr/>
          <p:nvPr/>
        </p:nvSpPr>
        <p:spPr>
          <a:xfrm>
            <a:off x="46634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20" name="Text 18"/>
          <p:cNvSpPr/>
          <p:nvPr/>
        </p:nvSpPr>
        <p:spPr>
          <a:xfrm>
            <a:off x="46634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21" name="Text 19"/>
          <p:cNvSpPr/>
          <p:nvPr/>
        </p:nvSpPr>
        <p:spPr>
          <a:xfrm>
            <a:off x="52120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Externality Diagnostic</a:t>
            </a:r>
            <a:endParaRPr lang="en-US" sz="1700" dirty="0"/>
          </a:p>
        </p:txBody>
      </p:sp>
      <p:sp>
        <p:nvSpPr>
          <p:cNvPr id="22" name="Text 20"/>
          <p:cNvSpPr/>
          <p:nvPr/>
        </p:nvSpPr>
        <p:spPr>
          <a:xfrm>
            <a:off x="4663440" y="2880360"/>
            <a:ext cx="320040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BASIS</a:t>
            </a:r>
            <a:endParaRPr lang="en-US" sz="900" dirty="0"/>
          </a:p>
        </p:txBody>
      </p:sp>
      <p:sp>
        <p:nvSpPr>
          <p:cNvPr id="23" name="Text 21"/>
          <p:cNvSpPr/>
          <p:nvPr/>
        </p:nvSpPr>
        <p:spPr>
          <a:xfrm>
            <a:off x="46634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Seven-section spine + new sub-question</a:t>
            </a:r>
            <a:endParaRPr lang="en-US" sz="1100" dirty="0"/>
          </a:p>
        </p:txBody>
      </p:sp>
      <p:sp>
        <p:nvSpPr>
          <p:cNvPr id="24" name="Text 22"/>
          <p:cNvSpPr/>
          <p:nvPr/>
        </p:nvSpPr>
        <p:spPr>
          <a:xfrm>
            <a:off x="4663440" y="3440535"/>
            <a:ext cx="320040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METHOD</a:t>
            </a:r>
            <a:endParaRPr lang="en-US" sz="900" dirty="0"/>
          </a:p>
        </p:txBody>
      </p:sp>
      <p:sp>
        <p:nvSpPr>
          <p:cNvPr id="25" name="Text 23"/>
          <p:cNvSpPr/>
          <p:nvPr/>
        </p:nvSpPr>
        <p:spPr>
          <a:xfrm>
            <a:off x="4663440" y="3659991"/>
            <a:ext cx="3200400" cy="1011501"/>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Section 1–7: tax baseline, externalities, optimal rate, gap, incidence, norms, pathway</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Add: “what is the biggest externality?” ranking</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Inputs: CPAT, Climate &amp; Health Program, IMF GEPR</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Tier 1 country data; Tier 2 pooled defaults</a:t>
            </a:r>
            <a:endParaRPr lang="en-US" sz="1050" dirty="0"/>
          </a:p>
        </p:txBody>
      </p:sp>
      <p:sp>
        <p:nvSpPr>
          <p:cNvPr id="29" name="Shape 27"/>
          <p:cNvSpPr/>
          <p:nvPr/>
        </p:nvSpPr>
        <p:spPr>
          <a:xfrm>
            <a:off x="8321040" y="1965960"/>
            <a:ext cx="3291840" cy="777240"/>
          </a:xfrm>
          <a:prstGeom prst="rect">
            <a:avLst/>
          </a:prstGeom>
          <a:solidFill>
            <a:srgbClr val="D4A24C"/>
          </a:solidFill>
          <a:ln/>
        </p:spPr>
        <p:txBody>
          <a:bodyPr/>
          <a:lstStyle/>
          <a:p>
            <a:endParaRPr lang="en-US"/>
          </a:p>
        </p:txBody>
      </p:sp>
      <p:sp>
        <p:nvSpPr>
          <p:cNvPr id="30" name="Shape 28"/>
          <p:cNvSpPr/>
          <p:nvPr/>
        </p:nvSpPr>
        <p:spPr>
          <a:xfrm>
            <a:off x="8321040" y="2743200"/>
            <a:ext cx="3291840" cy="2928685"/>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1" name="Shape 29"/>
          <p:cNvSpPr/>
          <p:nvPr/>
        </p:nvSpPr>
        <p:spPr>
          <a:xfrm>
            <a:off x="85496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32" name="Text 30"/>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33" name="Text 31"/>
          <p:cNvSpPr/>
          <p:nvPr/>
        </p:nvSpPr>
        <p:spPr>
          <a:xfrm>
            <a:off x="9098280" y="2167128"/>
            <a:ext cx="237744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Policy Pathways</a:t>
            </a:r>
            <a:endParaRPr lang="en-US" sz="1700" dirty="0"/>
          </a:p>
        </p:txBody>
      </p:sp>
      <p:sp>
        <p:nvSpPr>
          <p:cNvPr id="34" name="Text 32"/>
          <p:cNvSpPr/>
          <p:nvPr/>
        </p:nvSpPr>
        <p:spPr>
          <a:xfrm>
            <a:off x="8549640" y="2880360"/>
            <a:ext cx="283464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BASIS</a:t>
            </a:r>
            <a:endParaRPr lang="en-US" sz="900" dirty="0"/>
          </a:p>
        </p:txBody>
      </p:sp>
      <p:sp>
        <p:nvSpPr>
          <p:cNvPr id="35" name="Text 33"/>
          <p:cNvSpPr/>
          <p:nvPr/>
        </p:nvSpPr>
        <p:spPr>
          <a:xfrm>
            <a:off x="8549640" y="3081528"/>
            <a:ext cx="2834640" cy="365760"/>
          </a:xfrm>
          <a:prstGeom prst="rect">
            <a:avLst/>
          </a:prstGeom>
          <a:noFill/>
          <a:ln/>
        </p:spPr>
        <p:txBody>
          <a:bodyPr wrap="square" lIns="0" tIns="0" rIns="0" bIns="0" rtlCol="0" anchor="ctr"/>
          <a:lstStyle/>
          <a:p>
            <a:r>
              <a:rPr lang="en-US" sz="1100" i="1" dirty="0">
                <a:solidFill>
                  <a:srgbClr val="1F2747"/>
                </a:solidFill>
                <a:latin typeface="Calibri" pitchFamily="34" charset="0"/>
                <a:ea typeface="Calibri" pitchFamily="34" charset="-122"/>
                <a:cs typeface="Calibri" pitchFamily="34" charset="-120"/>
              </a:rPr>
              <a:t>Existing proposals + Part A + Part B + country context</a:t>
            </a:r>
            <a:endParaRPr lang="en-US" sz="1100" dirty="0"/>
          </a:p>
        </p:txBody>
      </p:sp>
      <p:sp>
        <p:nvSpPr>
          <p:cNvPr id="36" name="Text 34"/>
          <p:cNvSpPr/>
          <p:nvPr/>
        </p:nvSpPr>
        <p:spPr>
          <a:xfrm>
            <a:off x="8549640" y="3440535"/>
            <a:ext cx="2834640" cy="228600"/>
          </a:xfrm>
          <a:prstGeom prst="rect">
            <a:avLst/>
          </a:prstGeom>
          <a:noFill/>
          <a:ln/>
        </p:spPr>
        <p:txBody>
          <a:bodyPr wrap="square" lIns="0" tIns="0" rIns="0" bIns="0" rtlCol="0" anchor="ctr"/>
          <a:lstStyle/>
          <a:p>
            <a:pPr marL="0" indent="0">
              <a:buNone/>
            </a:pPr>
            <a:r>
              <a:rPr lang="en-US" sz="900" b="1" kern="0" spc="500" dirty="0">
                <a:solidFill>
                  <a:srgbClr val="6B7693"/>
                </a:solidFill>
                <a:latin typeface="Calibri" pitchFamily="34" charset="0"/>
                <a:ea typeface="Calibri" pitchFamily="34" charset="-122"/>
                <a:cs typeface="Calibri" pitchFamily="34" charset="-120"/>
              </a:rPr>
              <a:t>METHOD</a:t>
            </a:r>
            <a:endParaRPr lang="en-US" sz="900" dirty="0"/>
          </a:p>
        </p:txBody>
      </p:sp>
      <p:sp>
        <p:nvSpPr>
          <p:cNvPr id="37" name="Text 35"/>
          <p:cNvSpPr/>
          <p:nvPr/>
        </p:nvSpPr>
        <p:spPr>
          <a:xfrm>
            <a:off x="8549640" y="3659991"/>
            <a:ext cx="2834640" cy="1011501"/>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Existing proposals: IMF benchmarks + summary of Part B</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Success stories from comparator countries</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Narrative political-economy analysis</a:t>
            </a:r>
            <a:endParaRPr lang="en-US" sz="1050" dirty="0"/>
          </a:p>
          <a:p>
            <a:pPr marL="342900" indent="-342900">
              <a:spcAft>
                <a:spcPts val="400"/>
              </a:spcAft>
              <a:buSzPct val="100000"/>
              <a:buChar char="▪"/>
            </a:pPr>
            <a:r>
              <a:rPr lang="en-US" sz="1050" dirty="0">
                <a:solidFill>
                  <a:srgbClr val="1F2747"/>
                </a:solidFill>
                <a:latin typeface="Calibri" pitchFamily="34" charset="0"/>
                <a:ea typeface="Calibri" pitchFamily="34" charset="-122"/>
                <a:cs typeface="Calibri" pitchFamily="34" charset="-120"/>
              </a:rPr>
              <a:t>Conclusion: prioritised reform proposals</a:t>
            </a:r>
            <a:endParaRPr lang="en-US" sz="1050" dirty="0"/>
          </a:p>
        </p:txBody>
      </p:sp>
      <p:grpSp>
        <p:nvGrpSpPr>
          <p:cNvPr id="44" name="Group 43">
            <a:extLst>
              <a:ext uri="{FF2B5EF4-FFF2-40B4-BE49-F238E27FC236}">
                <a16:creationId xmlns:a16="http://schemas.microsoft.com/office/drawing/2014/main" id="{012048B2-39D0-E270-1BB2-25127F29FCC6}"/>
              </a:ext>
            </a:extLst>
          </p:cNvPr>
          <p:cNvGrpSpPr/>
          <p:nvPr/>
        </p:nvGrpSpPr>
        <p:grpSpPr>
          <a:xfrm>
            <a:off x="658368" y="4946903"/>
            <a:ext cx="10753344" cy="578451"/>
            <a:chOff x="694944" y="5577839"/>
            <a:chExt cx="10753344" cy="578451"/>
          </a:xfrm>
        </p:grpSpPr>
        <p:sp>
          <p:nvSpPr>
            <p:cNvPr id="14" name="Shape 12"/>
            <p:cNvSpPr/>
            <p:nvPr/>
          </p:nvSpPr>
          <p:spPr>
            <a:xfrm>
              <a:off x="694944" y="5577839"/>
              <a:ext cx="3328416" cy="578449"/>
            </a:xfrm>
            <a:prstGeom prst="rect">
              <a:avLst/>
            </a:prstGeom>
            <a:solidFill>
              <a:srgbClr val="F6F8FE"/>
            </a:solidFill>
            <a:ln/>
          </p:spPr>
          <p:txBody>
            <a:bodyPr/>
            <a:lstStyle/>
            <a:p>
              <a:endParaRPr lang="en-US"/>
            </a:p>
          </p:txBody>
        </p:sp>
        <p:sp>
          <p:nvSpPr>
            <p:cNvPr id="15" name="Text 13"/>
            <p:cNvSpPr/>
            <p:nvPr/>
          </p:nvSpPr>
          <p:spPr>
            <a:xfrm>
              <a:off x="822960" y="5596128"/>
              <a:ext cx="3200400" cy="182880"/>
            </a:xfrm>
            <a:prstGeom prst="rect">
              <a:avLst/>
            </a:prstGeom>
            <a:noFill/>
            <a:ln/>
          </p:spPr>
          <p:txBody>
            <a:bodyPr wrap="square" lIns="0" tIns="0" rIns="0" bIns="0" rtlCol="0" anchor="ctr"/>
            <a:lstStyle/>
            <a:p>
              <a:pPr marL="0" indent="0">
                <a:buNone/>
              </a:pPr>
              <a:r>
                <a:rPr lang="en-US" sz="850" b="1" kern="0" spc="500" dirty="0">
                  <a:solidFill>
                    <a:srgbClr val="1E2761"/>
                  </a:solidFill>
                  <a:latin typeface="Calibri" pitchFamily="34" charset="0"/>
                  <a:ea typeface="Calibri" pitchFamily="34" charset="-122"/>
                  <a:cs typeface="Calibri" pitchFamily="34" charset="-120"/>
                </a:rPr>
                <a:t>OUTPUT</a:t>
              </a:r>
              <a:endParaRPr lang="en-US" sz="850" dirty="0"/>
            </a:p>
          </p:txBody>
        </p:sp>
        <p:sp>
          <p:nvSpPr>
            <p:cNvPr id="16" name="Text 14"/>
            <p:cNvSpPr/>
            <p:nvPr/>
          </p:nvSpPr>
          <p:spPr>
            <a:xfrm>
              <a:off x="822960" y="5788152"/>
              <a:ext cx="3200400" cy="228600"/>
            </a:xfrm>
            <a:prstGeom prst="rect">
              <a:avLst/>
            </a:prstGeom>
            <a:noFill/>
            <a:ln/>
          </p:spPr>
          <p:txBody>
            <a:bodyPr wrap="square" lIns="0" tIns="0" rIns="0" bIns="0" rtlCol="0" anchor="ctr"/>
            <a:lstStyle/>
            <a:p>
              <a:pPr marL="0" indent="0">
                <a:buNone/>
              </a:pPr>
              <a:r>
                <a:rPr lang="en-US" sz="1000" b="1" dirty="0">
                  <a:solidFill>
                    <a:srgbClr val="121A47"/>
                  </a:solidFill>
                  <a:latin typeface="Calibri" pitchFamily="34" charset="0"/>
                  <a:ea typeface="Calibri" pitchFamily="34" charset="-122"/>
                  <a:cs typeface="Calibri" pitchFamily="34" charset="-120"/>
                </a:rPr>
                <a:t>Appendix-style structured tables + narrative summary</a:t>
              </a:r>
              <a:endParaRPr lang="en-US" sz="1000" dirty="0"/>
            </a:p>
          </p:txBody>
        </p:sp>
        <p:sp>
          <p:nvSpPr>
            <p:cNvPr id="26" name="Shape 24"/>
            <p:cNvSpPr/>
            <p:nvPr/>
          </p:nvSpPr>
          <p:spPr>
            <a:xfrm>
              <a:off x="4599432" y="5577840"/>
              <a:ext cx="3328416" cy="578450"/>
            </a:xfrm>
            <a:prstGeom prst="rect">
              <a:avLst/>
            </a:prstGeom>
            <a:solidFill>
              <a:srgbClr val="F6F8FE"/>
            </a:solidFill>
            <a:ln/>
          </p:spPr>
          <p:txBody>
            <a:bodyPr/>
            <a:lstStyle/>
            <a:p>
              <a:endParaRPr lang="en-US"/>
            </a:p>
          </p:txBody>
        </p:sp>
        <p:sp>
          <p:nvSpPr>
            <p:cNvPr id="27" name="Text 25"/>
            <p:cNvSpPr/>
            <p:nvPr/>
          </p:nvSpPr>
          <p:spPr>
            <a:xfrm>
              <a:off x="4709160" y="5596128"/>
              <a:ext cx="3200400" cy="182880"/>
            </a:xfrm>
            <a:prstGeom prst="rect">
              <a:avLst/>
            </a:prstGeom>
            <a:noFill/>
            <a:ln/>
          </p:spPr>
          <p:txBody>
            <a:bodyPr wrap="square" lIns="0" tIns="0" rIns="0" bIns="0" rtlCol="0" anchor="ctr"/>
            <a:lstStyle/>
            <a:p>
              <a:pPr marL="0" indent="0">
                <a:buNone/>
              </a:pPr>
              <a:r>
                <a:rPr lang="en-US" sz="850" b="1" kern="0" spc="500" dirty="0">
                  <a:solidFill>
                    <a:srgbClr val="1E2761"/>
                  </a:solidFill>
                  <a:latin typeface="Calibri" pitchFamily="34" charset="0"/>
                  <a:ea typeface="Calibri" pitchFamily="34" charset="-122"/>
                  <a:cs typeface="Calibri" pitchFamily="34" charset="-120"/>
                </a:rPr>
                <a:t>OUTPUT</a:t>
              </a:r>
              <a:endParaRPr lang="en-US" sz="850" dirty="0"/>
            </a:p>
          </p:txBody>
        </p:sp>
        <p:sp>
          <p:nvSpPr>
            <p:cNvPr id="28" name="Text 26"/>
            <p:cNvSpPr/>
            <p:nvPr/>
          </p:nvSpPr>
          <p:spPr>
            <a:xfrm>
              <a:off x="4709160" y="5788152"/>
              <a:ext cx="3200400" cy="228600"/>
            </a:xfrm>
            <a:prstGeom prst="rect">
              <a:avLst/>
            </a:prstGeom>
            <a:noFill/>
            <a:ln/>
          </p:spPr>
          <p:txBody>
            <a:bodyPr wrap="square" lIns="0" tIns="0" rIns="0" bIns="0" rtlCol="0" anchor="ctr"/>
            <a:lstStyle/>
            <a:p>
              <a:pPr marL="0" indent="0">
                <a:buNone/>
              </a:pPr>
              <a:r>
                <a:rPr lang="en-US" sz="1000" b="1" dirty="0">
                  <a:solidFill>
                    <a:srgbClr val="121A47"/>
                  </a:solidFill>
                  <a:latin typeface="Calibri" pitchFamily="34" charset="0"/>
                  <a:ea typeface="Calibri" pitchFamily="34" charset="-122"/>
                  <a:cs typeface="Calibri" pitchFamily="34" charset="-120"/>
                </a:rPr>
                <a:t>Standardised externality assessment with ranges</a:t>
              </a:r>
              <a:endParaRPr lang="en-US" sz="1000" dirty="0"/>
            </a:p>
          </p:txBody>
        </p:sp>
        <p:sp>
          <p:nvSpPr>
            <p:cNvPr id="38" name="Shape 36"/>
            <p:cNvSpPr/>
            <p:nvPr/>
          </p:nvSpPr>
          <p:spPr>
            <a:xfrm>
              <a:off x="8485632" y="5577839"/>
              <a:ext cx="2962656" cy="578451"/>
            </a:xfrm>
            <a:prstGeom prst="rect">
              <a:avLst/>
            </a:prstGeom>
            <a:solidFill>
              <a:srgbClr val="F6F8FE"/>
            </a:solidFill>
            <a:ln/>
          </p:spPr>
          <p:txBody>
            <a:bodyPr/>
            <a:lstStyle/>
            <a:p>
              <a:endParaRPr lang="en-US"/>
            </a:p>
          </p:txBody>
        </p:sp>
        <p:sp>
          <p:nvSpPr>
            <p:cNvPr id="39" name="Text 37"/>
            <p:cNvSpPr/>
            <p:nvPr/>
          </p:nvSpPr>
          <p:spPr>
            <a:xfrm>
              <a:off x="8595360" y="5596128"/>
              <a:ext cx="2834640" cy="182880"/>
            </a:xfrm>
            <a:prstGeom prst="rect">
              <a:avLst/>
            </a:prstGeom>
            <a:noFill/>
            <a:ln/>
          </p:spPr>
          <p:txBody>
            <a:bodyPr wrap="square" lIns="0" tIns="0" rIns="0" bIns="0" rtlCol="0" anchor="ctr"/>
            <a:lstStyle/>
            <a:p>
              <a:pPr marL="0" indent="0">
                <a:buNone/>
              </a:pPr>
              <a:r>
                <a:rPr lang="en-US" sz="850" b="1" kern="0" spc="500" dirty="0">
                  <a:solidFill>
                    <a:srgbClr val="1E2761"/>
                  </a:solidFill>
                  <a:latin typeface="Calibri" pitchFamily="34" charset="0"/>
                  <a:ea typeface="Calibri" pitchFamily="34" charset="-122"/>
                  <a:cs typeface="Calibri" pitchFamily="34" charset="-120"/>
                </a:rPr>
                <a:t>OUTPUT</a:t>
              </a:r>
              <a:endParaRPr lang="en-US" sz="850" dirty="0"/>
            </a:p>
          </p:txBody>
        </p:sp>
        <p:sp>
          <p:nvSpPr>
            <p:cNvPr id="40" name="Text 38"/>
            <p:cNvSpPr/>
            <p:nvPr/>
          </p:nvSpPr>
          <p:spPr>
            <a:xfrm>
              <a:off x="8595360" y="5788152"/>
              <a:ext cx="2834640" cy="228600"/>
            </a:xfrm>
            <a:prstGeom prst="rect">
              <a:avLst/>
            </a:prstGeom>
            <a:noFill/>
            <a:ln/>
          </p:spPr>
          <p:txBody>
            <a:bodyPr wrap="square" lIns="0" tIns="0" rIns="0" bIns="0" rtlCol="0" anchor="ctr"/>
            <a:lstStyle/>
            <a:p>
              <a:pPr marL="0" indent="0">
                <a:buNone/>
              </a:pPr>
              <a:r>
                <a:rPr lang="en-US" sz="1000" b="1" dirty="0">
                  <a:solidFill>
                    <a:srgbClr val="121A47"/>
                  </a:solidFill>
                  <a:latin typeface="Calibri" pitchFamily="34" charset="0"/>
                  <a:ea typeface="Calibri" pitchFamily="34" charset="-122"/>
                  <a:cs typeface="Calibri" pitchFamily="34" charset="-120"/>
                </a:rPr>
                <a:t>Sequenced reform package with comparators</a:t>
              </a:r>
              <a:endParaRPr lang="en-US" sz="1000" dirty="0"/>
            </a:p>
          </p:txBody>
        </p:sp>
      </p:grpSp>
      <p:pic>
        <p:nvPicPr>
          <p:cNvPr id="41" name="Image 0" descr="preencoded.png"/>
          <p:cNvPicPr>
            <a:picLocks noChangeAspect="1"/>
          </p:cNvPicPr>
          <p:nvPr/>
        </p:nvPicPr>
        <p:blipFill>
          <a:blip r:embed="rId3"/>
          <a:stretch>
            <a:fillRect/>
          </a:stretch>
        </p:blipFill>
        <p:spPr>
          <a:xfrm>
            <a:off x="4160520" y="3641703"/>
            <a:ext cx="274320" cy="274320"/>
          </a:xfrm>
          <a:prstGeom prst="rect">
            <a:avLst/>
          </a:prstGeom>
        </p:spPr>
      </p:pic>
      <p:pic>
        <p:nvPicPr>
          <p:cNvPr id="42" name="Image 1" descr="preencoded.png"/>
          <p:cNvPicPr>
            <a:picLocks noChangeAspect="1"/>
          </p:cNvPicPr>
          <p:nvPr/>
        </p:nvPicPr>
        <p:blipFill>
          <a:blip r:embed="rId3"/>
          <a:stretch>
            <a:fillRect/>
          </a:stretch>
        </p:blipFill>
        <p:spPr>
          <a:xfrm>
            <a:off x="8046720" y="3641703"/>
            <a:ext cx="274320" cy="274320"/>
          </a:xfrm>
          <a:prstGeom prst="rect">
            <a:avLst/>
          </a:prstGeom>
        </p:spPr>
      </p:pic>
      <p:sp>
        <p:nvSpPr>
          <p:cNvPr id="43" name="Text 39"/>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03 / 07</a:t>
            </a:r>
            <a:endParaRPr lang="en-US" sz="900" dirty="0"/>
          </a:p>
        </p:txBody>
      </p:sp>
      <p:sp>
        <p:nvSpPr>
          <p:cNvPr id="55" name="Shape 3">
            <a:extLst>
              <a:ext uri="{FF2B5EF4-FFF2-40B4-BE49-F238E27FC236}">
                <a16:creationId xmlns:a16="http://schemas.microsoft.com/office/drawing/2014/main" id="{D8DFDA28-1E11-D757-4881-A5038FFB852A}"/>
              </a:ext>
            </a:extLst>
          </p:cNvPr>
          <p:cNvSpPr/>
          <p:nvPr/>
        </p:nvSpPr>
        <p:spPr>
          <a:xfrm>
            <a:off x="548640" y="5974944"/>
            <a:ext cx="5440680" cy="471575"/>
          </a:xfrm>
          <a:prstGeom prst="rect">
            <a:avLst/>
          </a:prstGeom>
          <a:solidFill>
            <a:srgbClr val="F6F8FE"/>
          </a:solidFill>
          <a:ln/>
        </p:spPr>
        <p:txBody>
          <a:bodyPr/>
          <a:lstStyle/>
          <a:p>
            <a:endParaRPr lang="en-US" sz="1050"/>
          </a:p>
        </p:txBody>
      </p:sp>
      <p:sp>
        <p:nvSpPr>
          <p:cNvPr id="56" name="Shape 4">
            <a:extLst>
              <a:ext uri="{FF2B5EF4-FFF2-40B4-BE49-F238E27FC236}">
                <a16:creationId xmlns:a16="http://schemas.microsoft.com/office/drawing/2014/main" id="{32C5146C-7D20-88AA-A27D-2E52BADC4086}"/>
              </a:ext>
            </a:extLst>
          </p:cNvPr>
          <p:cNvSpPr/>
          <p:nvPr/>
        </p:nvSpPr>
        <p:spPr>
          <a:xfrm>
            <a:off x="548640" y="5974944"/>
            <a:ext cx="73152" cy="471575"/>
          </a:xfrm>
          <a:prstGeom prst="rect">
            <a:avLst/>
          </a:prstGeom>
          <a:solidFill>
            <a:srgbClr val="1E2761"/>
          </a:solidFill>
          <a:ln/>
        </p:spPr>
        <p:txBody>
          <a:bodyPr/>
          <a:lstStyle/>
          <a:p>
            <a:endParaRPr lang="en-US" sz="1050"/>
          </a:p>
        </p:txBody>
      </p:sp>
      <p:sp>
        <p:nvSpPr>
          <p:cNvPr id="57" name="Text 5">
            <a:extLst>
              <a:ext uri="{FF2B5EF4-FFF2-40B4-BE49-F238E27FC236}">
                <a16:creationId xmlns:a16="http://schemas.microsoft.com/office/drawing/2014/main" id="{3EE9943E-63E8-BD9C-4049-B387777B117F}"/>
              </a:ext>
            </a:extLst>
          </p:cNvPr>
          <p:cNvSpPr/>
          <p:nvPr/>
        </p:nvSpPr>
        <p:spPr>
          <a:xfrm>
            <a:off x="783771" y="5765534"/>
            <a:ext cx="5029200" cy="125753"/>
          </a:xfrm>
          <a:prstGeom prst="rect">
            <a:avLst/>
          </a:prstGeom>
          <a:noFill/>
          <a:ln/>
        </p:spPr>
        <p:txBody>
          <a:bodyPr wrap="square" lIns="0" tIns="0" rIns="0" bIns="0" rtlCol="0" anchor="ctr"/>
          <a:lstStyle/>
          <a:p>
            <a:pPr marL="0" indent="0">
              <a:buNone/>
            </a:pPr>
            <a:r>
              <a:rPr lang="en-US" sz="1050" b="1" dirty="0">
                <a:solidFill>
                  <a:srgbClr val="121A47"/>
                </a:solidFill>
                <a:latin typeface="Georgia" pitchFamily="34" charset="0"/>
                <a:ea typeface="Georgia" pitchFamily="34" charset="-122"/>
                <a:cs typeface="Georgia" pitchFamily="34" charset="-120"/>
              </a:rPr>
              <a:t>Tier 1 — capable LMICs / UMICs</a:t>
            </a:r>
            <a:endParaRPr lang="en-US" sz="1050" dirty="0"/>
          </a:p>
        </p:txBody>
      </p:sp>
      <p:sp>
        <p:nvSpPr>
          <p:cNvPr id="58" name="Text 6">
            <a:extLst>
              <a:ext uri="{FF2B5EF4-FFF2-40B4-BE49-F238E27FC236}">
                <a16:creationId xmlns:a16="http://schemas.microsoft.com/office/drawing/2014/main" id="{3372DBF6-12A7-2080-31AD-01E455B0BDAE}"/>
              </a:ext>
            </a:extLst>
          </p:cNvPr>
          <p:cNvSpPr/>
          <p:nvPr/>
        </p:nvSpPr>
        <p:spPr>
          <a:xfrm>
            <a:off x="777240" y="6030902"/>
            <a:ext cx="5074920" cy="415618"/>
          </a:xfrm>
          <a:prstGeom prst="rect">
            <a:avLst/>
          </a:prstGeom>
          <a:noFill/>
          <a:ln/>
        </p:spPr>
        <p:txBody>
          <a:bodyPr wrap="square" lIns="0" tIns="0" rIns="0" bIns="0" rtlCol="0" anchor="ctr"/>
          <a:lstStyle/>
          <a:p>
            <a:pPr marL="0" indent="0">
              <a:buNone/>
            </a:pPr>
            <a:r>
              <a:rPr lang="en-US" sz="900" dirty="0">
                <a:solidFill>
                  <a:srgbClr val="1F2747"/>
                </a:solidFill>
                <a:latin typeface="Calibri" pitchFamily="34" charset="0"/>
                <a:ea typeface="Calibri" pitchFamily="34" charset="-122"/>
                <a:cs typeface="Calibri" pitchFamily="34" charset="-120"/>
              </a:rPr>
              <a:t>Country-specific data; income-elasticity-transferred VSL; active-travel benefits via WHO HEAT; vintage modelling. Candidates: Chile, Colombia, South Africa, Mexico, Brazil, Indonesia.</a:t>
            </a:r>
            <a:endParaRPr lang="en-US" sz="900" dirty="0"/>
          </a:p>
        </p:txBody>
      </p:sp>
      <p:sp>
        <p:nvSpPr>
          <p:cNvPr id="59" name="Shape 7">
            <a:extLst>
              <a:ext uri="{FF2B5EF4-FFF2-40B4-BE49-F238E27FC236}">
                <a16:creationId xmlns:a16="http://schemas.microsoft.com/office/drawing/2014/main" id="{059D66D8-9787-64CF-35D9-7541443DF24C}"/>
              </a:ext>
            </a:extLst>
          </p:cNvPr>
          <p:cNvSpPr/>
          <p:nvPr/>
        </p:nvSpPr>
        <p:spPr>
          <a:xfrm>
            <a:off x="6172200" y="5974944"/>
            <a:ext cx="5440680" cy="471575"/>
          </a:xfrm>
          <a:prstGeom prst="rect">
            <a:avLst/>
          </a:prstGeom>
          <a:solidFill>
            <a:srgbClr val="F6F8FE"/>
          </a:solidFill>
          <a:ln/>
        </p:spPr>
        <p:txBody>
          <a:bodyPr/>
          <a:lstStyle/>
          <a:p>
            <a:endParaRPr lang="en-US" sz="1050"/>
          </a:p>
        </p:txBody>
      </p:sp>
      <p:sp>
        <p:nvSpPr>
          <p:cNvPr id="60" name="Shape 8">
            <a:extLst>
              <a:ext uri="{FF2B5EF4-FFF2-40B4-BE49-F238E27FC236}">
                <a16:creationId xmlns:a16="http://schemas.microsoft.com/office/drawing/2014/main" id="{7E5EEFCA-F7CB-7D76-9872-FE835CA6AD12}"/>
              </a:ext>
            </a:extLst>
          </p:cNvPr>
          <p:cNvSpPr/>
          <p:nvPr/>
        </p:nvSpPr>
        <p:spPr>
          <a:xfrm>
            <a:off x="6172200" y="5974944"/>
            <a:ext cx="73152" cy="471575"/>
          </a:xfrm>
          <a:prstGeom prst="rect">
            <a:avLst/>
          </a:prstGeom>
          <a:solidFill>
            <a:srgbClr val="D4A24C"/>
          </a:solidFill>
          <a:ln/>
        </p:spPr>
        <p:txBody>
          <a:bodyPr/>
          <a:lstStyle/>
          <a:p>
            <a:endParaRPr lang="en-US" sz="1050"/>
          </a:p>
        </p:txBody>
      </p:sp>
      <p:sp>
        <p:nvSpPr>
          <p:cNvPr id="61" name="Text 9">
            <a:extLst>
              <a:ext uri="{FF2B5EF4-FFF2-40B4-BE49-F238E27FC236}">
                <a16:creationId xmlns:a16="http://schemas.microsoft.com/office/drawing/2014/main" id="{A2A26E5A-8B8E-510F-F251-6ABB0DAAC92D}"/>
              </a:ext>
            </a:extLst>
          </p:cNvPr>
          <p:cNvSpPr/>
          <p:nvPr/>
        </p:nvSpPr>
        <p:spPr>
          <a:xfrm>
            <a:off x="6400800" y="5779127"/>
            <a:ext cx="5029200" cy="125753"/>
          </a:xfrm>
          <a:prstGeom prst="rect">
            <a:avLst/>
          </a:prstGeom>
          <a:noFill/>
          <a:ln/>
        </p:spPr>
        <p:txBody>
          <a:bodyPr wrap="square" lIns="0" tIns="0" rIns="0" bIns="0" rtlCol="0" anchor="ctr"/>
          <a:lstStyle/>
          <a:p>
            <a:pPr marL="0" indent="0">
              <a:buNone/>
            </a:pPr>
            <a:r>
              <a:rPr lang="en-US" sz="1050" b="1" dirty="0">
                <a:solidFill>
                  <a:srgbClr val="121A47"/>
                </a:solidFill>
                <a:latin typeface="Georgia" pitchFamily="34" charset="0"/>
                <a:ea typeface="Georgia" pitchFamily="34" charset="-122"/>
                <a:cs typeface="Georgia" pitchFamily="34" charset="-120"/>
              </a:rPr>
              <a:t>Tier 2 — LICs / weak-data LMICs</a:t>
            </a:r>
            <a:endParaRPr lang="en-US" sz="1050" dirty="0"/>
          </a:p>
        </p:txBody>
      </p:sp>
      <p:sp>
        <p:nvSpPr>
          <p:cNvPr id="62" name="Text 10">
            <a:extLst>
              <a:ext uri="{FF2B5EF4-FFF2-40B4-BE49-F238E27FC236}">
                <a16:creationId xmlns:a16="http://schemas.microsoft.com/office/drawing/2014/main" id="{FC818035-7099-01B3-5574-9901B2F4CE91}"/>
              </a:ext>
            </a:extLst>
          </p:cNvPr>
          <p:cNvSpPr/>
          <p:nvPr/>
        </p:nvSpPr>
        <p:spPr>
          <a:xfrm>
            <a:off x="6400800" y="5989320"/>
            <a:ext cx="5074920" cy="411480"/>
          </a:xfrm>
          <a:prstGeom prst="rect">
            <a:avLst/>
          </a:prstGeom>
          <a:noFill/>
          <a:ln/>
        </p:spPr>
        <p:txBody>
          <a:bodyPr wrap="square" lIns="0" tIns="0" rIns="0" bIns="0" rtlCol="0" anchor="ctr"/>
          <a:lstStyle/>
          <a:p>
            <a:pPr marL="0" indent="0">
              <a:buNone/>
            </a:pPr>
            <a:r>
              <a:rPr lang="en-US" sz="900" dirty="0">
                <a:solidFill>
                  <a:srgbClr val="1F2747"/>
                </a:solidFill>
                <a:latin typeface="Calibri" pitchFamily="34" charset="0"/>
                <a:ea typeface="Calibri" pitchFamily="34" charset="-122"/>
                <a:cs typeface="Calibri" pitchFamily="34" charset="-120"/>
              </a:rPr>
              <a:t>Same seven-section spine; pooled regional elasticities; benefit-transferred VSL; congestion only for primary city. Deliverable is direction and magnitude. Candidates: Uganda, Tanzania, Ghana, Senegal.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9FA2-9EF2-F5DE-5DED-A9BFB1DF2D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E0D2D5-668A-C353-FA4C-078331DC855C}"/>
              </a:ext>
            </a:extLst>
          </p:cNvPr>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04 — PROCESS: USE OF AI</a:t>
            </a:r>
            <a:endParaRPr lang="en-US" sz="1100" dirty="0"/>
          </a:p>
        </p:txBody>
      </p:sp>
      <p:sp>
        <p:nvSpPr>
          <p:cNvPr id="3" name="Text 1">
            <a:extLst>
              <a:ext uri="{FF2B5EF4-FFF2-40B4-BE49-F238E27FC236}">
                <a16:creationId xmlns:a16="http://schemas.microsoft.com/office/drawing/2014/main" id="{8B2ABA58-1AF0-1231-E228-E668693B7A61}"/>
              </a:ext>
            </a:extLst>
          </p:cNvPr>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How we use AI</a:t>
            </a:r>
            <a:endParaRPr lang="en-US" sz="3000" dirty="0"/>
          </a:p>
        </p:txBody>
      </p:sp>
      <p:sp>
        <p:nvSpPr>
          <p:cNvPr id="4" name="Text 2">
            <a:extLst>
              <a:ext uri="{FF2B5EF4-FFF2-40B4-BE49-F238E27FC236}">
                <a16:creationId xmlns:a16="http://schemas.microsoft.com/office/drawing/2014/main" id="{28866365-F595-A070-EF08-BBDED6B68631}"/>
              </a:ext>
            </a:extLst>
          </p:cNvPr>
          <p:cNvSpPr/>
          <p:nvPr/>
        </p:nvSpPr>
        <p:spPr>
          <a:xfrm>
            <a:off x="548640" y="1371600"/>
            <a:ext cx="11064240" cy="594360"/>
          </a:xfrm>
          <a:prstGeom prst="rect">
            <a:avLst/>
          </a:prstGeom>
          <a:noFill/>
          <a:ln/>
        </p:spPr>
        <p:txBody>
          <a:bodyPr wrap="square" lIns="0" tIns="0" rIns="0" bIns="0" rtlCol="0" anchor="ctr"/>
          <a:lstStyle/>
          <a:p>
            <a:r>
              <a:rPr lang="en-US" sz="1400" i="1" dirty="0">
                <a:solidFill>
                  <a:srgbClr val="1F2747"/>
                </a:solidFill>
                <a:latin typeface="Calibri" pitchFamily="34" charset="0"/>
                <a:ea typeface="Calibri" pitchFamily="34" charset="-122"/>
                <a:cs typeface="Calibri" pitchFamily="34" charset="-120"/>
              </a:rPr>
              <a:t>Proposed Tool and Process</a:t>
            </a:r>
          </a:p>
        </p:txBody>
      </p:sp>
      <p:sp>
        <p:nvSpPr>
          <p:cNvPr id="5" name="Shape 3">
            <a:extLst>
              <a:ext uri="{FF2B5EF4-FFF2-40B4-BE49-F238E27FC236}">
                <a16:creationId xmlns:a16="http://schemas.microsoft.com/office/drawing/2014/main" id="{ABD08DA9-499D-8573-74F6-CF48B85EFB9C}"/>
              </a:ext>
            </a:extLst>
          </p:cNvPr>
          <p:cNvSpPr/>
          <p:nvPr/>
        </p:nvSpPr>
        <p:spPr>
          <a:xfrm>
            <a:off x="548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a:extLst>
              <a:ext uri="{FF2B5EF4-FFF2-40B4-BE49-F238E27FC236}">
                <a16:creationId xmlns:a16="http://schemas.microsoft.com/office/drawing/2014/main" id="{5F0BA6C2-3D1A-90DC-677C-94DB327EFE3A}"/>
              </a:ext>
            </a:extLst>
          </p:cNvPr>
          <p:cNvSpPr/>
          <p:nvPr/>
        </p:nvSpPr>
        <p:spPr>
          <a:xfrm>
            <a:off x="548640" y="2240280"/>
            <a:ext cx="73152" cy="1463040"/>
          </a:xfrm>
          <a:prstGeom prst="rect">
            <a:avLst/>
          </a:prstGeom>
          <a:solidFill>
            <a:srgbClr val="1E2761"/>
          </a:solidFill>
          <a:ln/>
        </p:spPr>
        <p:txBody>
          <a:bodyPr/>
          <a:lstStyle/>
          <a:p>
            <a:endParaRPr lang="en-US"/>
          </a:p>
        </p:txBody>
      </p:sp>
      <p:sp>
        <p:nvSpPr>
          <p:cNvPr id="7" name="Text 5">
            <a:extLst>
              <a:ext uri="{FF2B5EF4-FFF2-40B4-BE49-F238E27FC236}">
                <a16:creationId xmlns:a16="http://schemas.microsoft.com/office/drawing/2014/main" id="{7250AF76-0BFE-AF7D-ADFC-38B9C28369BC}"/>
              </a:ext>
            </a:extLst>
          </p:cNvPr>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TOOL - CLAUDE</a:t>
            </a:r>
            <a:endParaRPr lang="en-US" sz="1000" dirty="0"/>
          </a:p>
        </p:txBody>
      </p:sp>
      <p:sp>
        <p:nvSpPr>
          <p:cNvPr id="8" name="Text 6">
            <a:extLst>
              <a:ext uri="{FF2B5EF4-FFF2-40B4-BE49-F238E27FC236}">
                <a16:creationId xmlns:a16="http://schemas.microsoft.com/office/drawing/2014/main" id="{1D4A82F1-BDB6-B533-3E98-9A59AFCA3331}"/>
              </a:ext>
            </a:extLst>
          </p:cNvPr>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Using Claude With Shared Projects</a:t>
            </a:r>
            <a:endParaRPr lang="en-US" sz="1700" dirty="0"/>
          </a:p>
        </p:txBody>
      </p:sp>
      <p:sp>
        <p:nvSpPr>
          <p:cNvPr id="9" name="Text 7">
            <a:extLst>
              <a:ext uri="{FF2B5EF4-FFF2-40B4-BE49-F238E27FC236}">
                <a16:creationId xmlns:a16="http://schemas.microsoft.com/office/drawing/2014/main" id="{DEDB8EE9-ECCD-448F-37B1-42A3C8268260}"/>
              </a:ext>
            </a:extLst>
          </p:cNvPr>
          <p:cNvSpPr/>
          <p:nvPr/>
        </p:nvSpPr>
        <p:spPr>
          <a:xfrm>
            <a:off x="868680" y="3081528"/>
            <a:ext cx="502920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(Anthropic) is emerging as the market leader both in terms of capability and ethics.  Many (WB MAI as an option, IMF FAD, SiSePuede team) already use Claude. To get it to work on shared projects, share a Claude </a:t>
            </a:r>
            <a:r>
              <a:rPr lang="en-US" sz="1150" i="1" dirty="0">
                <a:solidFill>
                  <a:srgbClr val="1F2747"/>
                </a:solidFill>
                <a:latin typeface="Calibri" pitchFamily="34" charset="0"/>
                <a:ea typeface="Calibri" pitchFamily="34" charset="-122"/>
                <a:cs typeface="Calibri" pitchFamily="34" charset="-120"/>
              </a:rPr>
              <a:t>project</a:t>
            </a:r>
            <a:r>
              <a:rPr lang="en-US" sz="1150" dirty="0">
                <a:solidFill>
                  <a:srgbClr val="1F2747"/>
                </a:solidFill>
                <a:latin typeface="Calibri" pitchFamily="34" charset="0"/>
                <a:ea typeface="Calibri" pitchFamily="34" charset="-122"/>
                <a:cs typeface="Calibri" pitchFamily="34" charset="-120"/>
              </a:rPr>
              <a:t> with multiple users.</a:t>
            </a:r>
            <a:endParaRPr lang="en-US" sz="1150" dirty="0"/>
          </a:p>
        </p:txBody>
      </p:sp>
      <p:sp>
        <p:nvSpPr>
          <p:cNvPr id="10" name="Shape 8">
            <a:extLst>
              <a:ext uri="{FF2B5EF4-FFF2-40B4-BE49-F238E27FC236}">
                <a16:creationId xmlns:a16="http://schemas.microsoft.com/office/drawing/2014/main" id="{A81947C6-D60E-5958-EE2C-8484A93C9B5C}"/>
              </a:ext>
            </a:extLst>
          </p:cNvPr>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a:extLst>
              <a:ext uri="{FF2B5EF4-FFF2-40B4-BE49-F238E27FC236}">
                <a16:creationId xmlns:a16="http://schemas.microsoft.com/office/drawing/2014/main" id="{64967345-58C8-AE43-5F5B-E7C656C73C53}"/>
              </a:ext>
            </a:extLst>
          </p:cNvPr>
          <p:cNvSpPr/>
          <p:nvPr/>
        </p:nvSpPr>
        <p:spPr>
          <a:xfrm>
            <a:off x="6263640" y="2240280"/>
            <a:ext cx="73152" cy="1463040"/>
          </a:xfrm>
          <a:prstGeom prst="rect">
            <a:avLst/>
          </a:prstGeom>
          <a:solidFill>
            <a:srgbClr val="D4A24C"/>
          </a:solidFill>
          <a:ln/>
        </p:spPr>
        <p:txBody>
          <a:bodyPr/>
          <a:lstStyle/>
          <a:p>
            <a:endParaRPr lang="en-US"/>
          </a:p>
        </p:txBody>
      </p:sp>
      <p:sp>
        <p:nvSpPr>
          <p:cNvPr id="12" name="Text 10">
            <a:extLst>
              <a:ext uri="{FF2B5EF4-FFF2-40B4-BE49-F238E27FC236}">
                <a16:creationId xmlns:a16="http://schemas.microsoft.com/office/drawing/2014/main" id="{D2E2F4E6-747C-0292-5726-6C693434E949}"/>
              </a:ext>
            </a:extLst>
          </p:cNvPr>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WHAT IS NEEDED</a:t>
            </a:r>
            <a:endParaRPr lang="en-US" sz="1000" dirty="0"/>
          </a:p>
        </p:txBody>
      </p:sp>
      <p:sp>
        <p:nvSpPr>
          <p:cNvPr id="13" name="Text 11">
            <a:extLst>
              <a:ext uri="{FF2B5EF4-FFF2-40B4-BE49-F238E27FC236}">
                <a16:creationId xmlns:a16="http://schemas.microsoft.com/office/drawing/2014/main" id="{51C37E75-5282-8A44-1D99-9BA2E74E7F27}"/>
              </a:ext>
            </a:extLst>
          </p:cNvPr>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rPr>
              <a:t>Claude Projects, Accounts, Tokens</a:t>
            </a:r>
            <a:endParaRPr lang="en-US" sz="1700" dirty="0"/>
          </a:p>
        </p:txBody>
      </p:sp>
      <p:sp>
        <p:nvSpPr>
          <p:cNvPr id="14" name="Text 12">
            <a:extLst>
              <a:ext uri="{FF2B5EF4-FFF2-40B4-BE49-F238E27FC236}">
                <a16:creationId xmlns:a16="http://schemas.microsoft.com/office/drawing/2014/main" id="{8E4CA1FA-9750-042B-10E1-877AD56D572E}"/>
              </a:ext>
            </a:extLst>
          </p:cNvPr>
          <p:cNvSpPr/>
          <p:nvPr/>
        </p:nvSpPr>
        <p:spPr>
          <a:xfrm>
            <a:off x="6583680" y="3081528"/>
            <a:ext cx="4983480" cy="84582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can be run on MAI (limited), on personal Claude accounts, or on ‘team’ </a:t>
            </a:r>
            <a:r>
              <a:rPr lang="en-US" sz="1150" dirty="0" err="1">
                <a:solidFill>
                  <a:srgbClr val="1F2747"/>
                </a:solidFill>
                <a:latin typeface="Calibri" pitchFamily="34" charset="0"/>
                <a:ea typeface="Calibri" pitchFamily="34" charset="-122"/>
                <a:cs typeface="Calibri" pitchFamily="34" charset="-120"/>
              </a:rPr>
              <a:t>claude</a:t>
            </a:r>
            <a:r>
              <a:rPr lang="en-US" sz="1150" dirty="0">
                <a:solidFill>
                  <a:srgbClr val="1F2747"/>
                </a:solidFill>
                <a:latin typeface="Calibri" pitchFamily="34" charset="0"/>
                <a:ea typeface="Calibri" pitchFamily="34" charset="-122"/>
                <a:cs typeface="Calibri" pitchFamily="34" charset="-120"/>
              </a:rPr>
              <a:t> accounts. In order to work as a team we need projects. Use is intensive and may require ‘</a:t>
            </a:r>
            <a:r>
              <a:rPr lang="en-US" sz="1150" dirty="0" err="1">
                <a:solidFill>
                  <a:srgbClr val="1F2747"/>
                </a:solidFill>
                <a:latin typeface="Calibri" pitchFamily="34" charset="0"/>
                <a:ea typeface="Calibri" pitchFamily="34" charset="-122"/>
                <a:cs typeface="Calibri" pitchFamily="34" charset="-120"/>
              </a:rPr>
              <a:t>plus’</a:t>
            </a:r>
            <a:r>
              <a:rPr lang="en-US" sz="1150" dirty="0">
                <a:solidFill>
                  <a:srgbClr val="1F2747"/>
                </a:solidFill>
                <a:latin typeface="Calibri" pitchFamily="34" charset="0"/>
                <a:ea typeface="Calibri" pitchFamily="34" charset="-122"/>
                <a:cs typeface="Calibri" pitchFamily="34" charset="-120"/>
              </a:rPr>
              <a:t> or ‘team’ accounts ($25/month/user) plus additional tokens.</a:t>
            </a:r>
            <a:endParaRPr lang="en-US" sz="1150" dirty="0"/>
          </a:p>
        </p:txBody>
      </p:sp>
      <p:sp>
        <p:nvSpPr>
          <p:cNvPr id="15" name="Text 13">
            <a:extLst>
              <a:ext uri="{FF2B5EF4-FFF2-40B4-BE49-F238E27FC236}">
                <a16:creationId xmlns:a16="http://schemas.microsoft.com/office/drawing/2014/main" id="{08F3240E-7FC5-47A8-95D8-23F69EF636A4}"/>
              </a:ext>
            </a:extLst>
          </p:cNvPr>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How it works</a:t>
            </a:r>
            <a:endParaRPr lang="en-US" sz="1000" dirty="0"/>
          </a:p>
        </p:txBody>
      </p:sp>
      <p:sp>
        <p:nvSpPr>
          <p:cNvPr id="16" name="Shape 14">
            <a:extLst>
              <a:ext uri="{FF2B5EF4-FFF2-40B4-BE49-F238E27FC236}">
                <a16:creationId xmlns:a16="http://schemas.microsoft.com/office/drawing/2014/main" id="{F11752B9-B758-B872-560C-AF440F480757}"/>
              </a:ext>
            </a:extLst>
          </p:cNvPr>
          <p:cNvSpPr/>
          <p:nvPr/>
        </p:nvSpPr>
        <p:spPr>
          <a:xfrm>
            <a:off x="548640" y="4370832"/>
            <a:ext cx="3657600" cy="502920"/>
          </a:xfrm>
          <a:prstGeom prst="rect">
            <a:avLst/>
          </a:prstGeom>
          <a:solidFill>
            <a:srgbClr val="1E2761"/>
          </a:solidFill>
          <a:ln/>
        </p:spPr>
        <p:txBody>
          <a:bodyPr/>
          <a:lstStyle/>
          <a:p>
            <a:endParaRPr lang="en-US"/>
          </a:p>
        </p:txBody>
      </p:sp>
      <p:sp>
        <p:nvSpPr>
          <p:cNvPr id="17" name="Shape 15">
            <a:extLst>
              <a:ext uri="{FF2B5EF4-FFF2-40B4-BE49-F238E27FC236}">
                <a16:creationId xmlns:a16="http://schemas.microsoft.com/office/drawing/2014/main" id="{9EBBE189-CE18-EE12-8E87-FA3F5D9A8FF7}"/>
              </a:ext>
            </a:extLst>
          </p:cNvPr>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03444173-B61D-A25C-C30B-40DDB0C97003}"/>
              </a:ext>
            </a:extLst>
          </p:cNvPr>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Stage A1 – A2</a:t>
            </a:r>
            <a:endParaRPr lang="en-US" sz="1100" dirty="0"/>
          </a:p>
        </p:txBody>
      </p:sp>
      <p:sp>
        <p:nvSpPr>
          <p:cNvPr id="19" name="Text 17">
            <a:extLst>
              <a:ext uri="{FF2B5EF4-FFF2-40B4-BE49-F238E27FC236}">
                <a16:creationId xmlns:a16="http://schemas.microsoft.com/office/drawing/2014/main" id="{8689EECB-97A5-E73D-032D-C05016567289}"/>
              </a:ext>
            </a:extLst>
          </p:cNvPr>
          <p:cNvSpPr/>
          <p:nvPr/>
        </p:nvSpPr>
        <p:spPr>
          <a:xfrm>
            <a:off x="777240" y="5010912"/>
            <a:ext cx="32004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Trends and Current Status</a:t>
            </a:r>
            <a:endParaRPr lang="en-US" sz="1600" dirty="0"/>
          </a:p>
        </p:txBody>
      </p:sp>
      <p:sp>
        <p:nvSpPr>
          <p:cNvPr id="20" name="Text 18">
            <a:extLst>
              <a:ext uri="{FF2B5EF4-FFF2-40B4-BE49-F238E27FC236}">
                <a16:creationId xmlns:a16="http://schemas.microsoft.com/office/drawing/2014/main" id="{161335E0-7B9B-E86A-D8DB-10C6A18FE692}"/>
              </a:ext>
            </a:extLst>
          </p:cNvPr>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 </a:t>
            </a:r>
            <a:r>
              <a:rPr lang="en-US" sz="1100" b="1" i="1" dirty="0" err="1">
                <a:solidFill>
                  <a:srgbClr val="D4A24C"/>
                </a:solidFill>
                <a:latin typeface="Calibri" pitchFamily="34" charset="0"/>
                <a:ea typeface="Calibri" pitchFamily="34" charset="-122"/>
                <a:cs typeface="Calibri" pitchFamily="34" charset="-120"/>
              </a:rPr>
              <a:t>summarise</a:t>
            </a:r>
            <a:r>
              <a:rPr lang="en-US" sz="1100" b="1" i="1" dirty="0">
                <a:solidFill>
                  <a:srgbClr val="D4A24C"/>
                </a:solidFill>
                <a:latin typeface="Calibri" pitchFamily="34" charset="0"/>
                <a:ea typeface="Calibri" pitchFamily="34" charset="-122"/>
                <a:cs typeface="Calibri" pitchFamily="34" charset="-120"/>
              </a:rPr>
              <a:t> current status</a:t>
            </a:r>
            <a:endParaRPr lang="en-US" sz="1100" dirty="0"/>
          </a:p>
        </p:txBody>
      </p:sp>
      <p:sp>
        <p:nvSpPr>
          <p:cNvPr id="21" name="Text 19">
            <a:extLst>
              <a:ext uri="{FF2B5EF4-FFF2-40B4-BE49-F238E27FC236}">
                <a16:creationId xmlns:a16="http://schemas.microsoft.com/office/drawing/2014/main" id="{1F8A0E2F-0AD7-4AE1-147B-DEFEFE6F1E29}"/>
              </a:ext>
            </a:extLst>
          </p:cNvPr>
          <p:cNvSpPr/>
          <p:nvPr/>
        </p:nvSpPr>
        <p:spPr>
          <a:xfrm>
            <a:off x="777240" y="5678424"/>
            <a:ext cx="320040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Find starting point (2020) and recent changes to excises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Determine current status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050" dirty="0"/>
          </a:p>
        </p:txBody>
      </p:sp>
      <p:sp>
        <p:nvSpPr>
          <p:cNvPr id="22" name="Shape 20">
            <a:extLst>
              <a:ext uri="{FF2B5EF4-FFF2-40B4-BE49-F238E27FC236}">
                <a16:creationId xmlns:a16="http://schemas.microsoft.com/office/drawing/2014/main" id="{47E7C4DA-ABC9-15BD-11E5-79825B1C9D08}"/>
              </a:ext>
            </a:extLst>
          </p:cNvPr>
          <p:cNvSpPr/>
          <p:nvPr/>
        </p:nvSpPr>
        <p:spPr>
          <a:xfrm>
            <a:off x="4434840" y="4370832"/>
            <a:ext cx="3657600" cy="502920"/>
          </a:xfrm>
          <a:prstGeom prst="rect">
            <a:avLst/>
          </a:prstGeom>
          <a:solidFill>
            <a:srgbClr val="3A4A8A"/>
          </a:solidFill>
          <a:ln/>
        </p:spPr>
        <p:txBody>
          <a:bodyPr/>
          <a:lstStyle/>
          <a:p>
            <a:endParaRPr lang="en-US" dirty="0"/>
          </a:p>
        </p:txBody>
      </p:sp>
      <p:sp>
        <p:nvSpPr>
          <p:cNvPr id="23" name="Shape 21">
            <a:extLst>
              <a:ext uri="{FF2B5EF4-FFF2-40B4-BE49-F238E27FC236}">
                <a16:creationId xmlns:a16="http://schemas.microsoft.com/office/drawing/2014/main" id="{4A232B17-E645-8184-0A4C-33477636C2FB}"/>
              </a:ext>
            </a:extLst>
          </p:cNvPr>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a:extLst>
              <a:ext uri="{FF2B5EF4-FFF2-40B4-BE49-F238E27FC236}">
                <a16:creationId xmlns:a16="http://schemas.microsoft.com/office/drawing/2014/main" id="{14BDC7D8-72C1-DA77-43D2-F9C97C4AB9E8}"/>
              </a:ext>
            </a:extLst>
          </p:cNvPr>
          <p:cNvSpPr/>
          <p:nvPr/>
        </p:nvSpPr>
        <p:spPr>
          <a:xfrm>
            <a:off x="4663440" y="4489704"/>
            <a:ext cx="1828800" cy="274320"/>
          </a:xfrm>
          <a:prstGeom prst="rect">
            <a:avLst/>
          </a:prstGeom>
          <a:noFill/>
          <a:ln/>
        </p:spPr>
        <p:txBody>
          <a:bodyPr wrap="square" lIns="0" tIns="0" rIns="0" bIns="0" rtlCol="0" anchor="ctr"/>
          <a:lstStyle/>
          <a:p>
            <a:r>
              <a:rPr lang="en-US" sz="1100" b="1" kern="0" spc="500" dirty="0">
                <a:solidFill>
                  <a:srgbClr val="FFFFFF"/>
                </a:solidFill>
                <a:latin typeface="Calibri" pitchFamily="34" charset="0"/>
                <a:ea typeface="Calibri" pitchFamily="34" charset="-122"/>
                <a:cs typeface="Calibri" pitchFamily="34" charset="-120"/>
              </a:rPr>
              <a:t>Stage A3-A4, Stage B</a:t>
            </a:r>
            <a:endParaRPr lang="en-US" sz="1100" dirty="0"/>
          </a:p>
        </p:txBody>
      </p:sp>
      <p:sp>
        <p:nvSpPr>
          <p:cNvPr id="25" name="Text 23">
            <a:extLst>
              <a:ext uri="{FF2B5EF4-FFF2-40B4-BE49-F238E27FC236}">
                <a16:creationId xmlns:a16="http://schemas.microsoft.com/office/drawing/2014/main" id="{3E6CF399-837E-7400-6A4C-4464A7D87FB1}"/>
              </a:ext>
            </a:extLst>
          </p:cNvPr>
          <p:cNvSpPr/>
          <p:nvPr/>
        </p:nvSpPr>
        <p:spPr>
          <a:xfrm>
            <a:off x="4663440" y="5010912"/>
            <a:ext cx="34290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Aggregation, Gaps, Externalities</a:t>
            </a:r>
            <a:endParaRPr lang="en-US" sz="1600" dirty="0"/>
          </a:p>
        </p:txBody>
      </p:sp>
      <p:sp>
        <p:nvSpPr>
          <p:cNvPr id="26" name="Text 24">
            <a:extLst>
              <a:ext uri="{FF2B5EF4-FFF2-40B4-BE49-F238E27FC236}">
                <a16:creationId xmlns:a16="http://schemas.microsoft.com/office/drawing/2014/main" id="{D04E8C83-9A4A-FF0D-8EC5-B290416C0700}"/>
              </a:ext>
            </a:extLst>
          </p:cNvPr>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Aggregate into key metrics</a:t>
            </a:r>
            <a:endParaRPr lang="en-US" sz="1100" dirty="0"/>
          </a:p>
        </p:txBody>
      </p:sp>
      <p:sp>
        <p:nvSpPr>
          <p:cNvPr id="27" name="Text 25">
            <a:extLst>
              <a:ext uri="{FF2B5EF4-FFF2-40B4-BE49-F238E27FC236}">
                <a16:creationId xmlns:a16="http://schemas.microsoft.com/office/drawing/2014/main" id="{19514AAC-3208-5C4B-F7A9-49355B39A392}"/>
              </a:ext>
            </a:extLst>
          </p:cNvPr>
          <p:cNvSpPr/>
          <p:nvPr/>
        </p:nvSpPr>
        <p:spPr>
          <a:xfrm>
            <a:off x="4663440" y="5678424"/>
            <a:ext cx="3200400" cy="640080"/>
          </a:xfrm>
          <a:prstGeom prst="rect">
            <a:avLst/>
          </a:prstGeom>
          <a:noFill/>
          <a:ln/>
        </p:spPr>
        <p:txBody>
          <a:bodyPr wrap="square" lIns="0" tIns="0" rIns="0" bIns="0" rtlCol="0" anchor="ctr"/>
          <a:lstStyle/>
          <a:p>
            <a:pPr marL="0" indent="0">
              <a:buNone/>
            </a:pPr>
            <a:endParaRPr lang="en-US" sz="1100" dirty="0"/>
          </a:p>
        </p:txBody>
      </p:sp>
      <p:sp>
        <p:nvSpPr>
          <p:cNvPr id="28" name="Shape 26">
            <a:extLst>
              <a:ext uri="{FF2B5EF4-FFF2-40B4-BE49-F238E27FC236}">
                <a16:creationId xmlns:a16="http://schemas.microsoft.com/office/drawing/2014/main" id="{DF569A5D-DA4E-4800-6A34-CEAB8F2841C1}"/>
              </a:ext>
            </a:extLst>
          </p:cNvPr>
          <p:cNvSpPr/>
          <p:nvPr/>
        </p:nvSpPr>
        <p:spPr>
          <a:xfrm>
            <a:off x="8321040" y="4370832"/>
            <a:ext cx="3291840" cy="502920"/>
          </a:xfrm>
          <a:prstGeom prst="rect">
            <a:avLst/>
          </a:prstGeom>
          <a:solidFill>
            <a:srgbClr val="D4A24C"/>
          </a:solidFill>
          <a:ln/>
        </p:spPr>
        <p:txBody>
          <a:bodyPr/>
          <a:lstStyle/>
          <a:p>
            <a:endParaRPr lang="en-US"/>
          </a:p>
        </p:txBody>
      </p:sp>
      <p:sp>
        <p:nvSpPr>
          <p:cNvPr id="29" name="Shape 27">
            <a:extLst>
              <a:ext uri="{FF2B5EF4-FFF2-40B4-BE49-F238E27FC236}">
                <a16:creationId xmlns:a16="http://schemas.microsoft.com/office/drawing/2014/main" id="{D6825879-BB1D-E188-B91E-DDF8A34225AC}"/>
              </a:ext>
            </a:extLst>
          </p:cNvPr>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1B74947B-AF84-C133-E64A-A1DB342B3550}"/>
              </a:ext>
            </a:extLst>
          </p:cNvPr>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a:extLst>
              <a:ext uri="{FF2B5EF4-FFF2-40B4-BE49-F238E27FC236}">
                <a16:creationId xmlns:a16="http://schemas.microsoft.com/office/drawing/2014/main" id="{91BFD4CC-41A2-37C3-28F0-403F04766395}"/>
              </a:ext>
            </a:extLst>
          </p:cNvPr>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Legal, Political, Reforms</a:t>
            </a:r>
            <a:endParaRPr lang="en-US" sz="1700" dirty="0"/>
          </a:p>
        </p:txBody>
      </p:sp>
      <p:sp>
        <p:nvSpPr>
          <p:cNvPr id="32" name="Text 30">
            <a:extLst>
              <a:ext uri="{FF2B5EF4-FFF2-40B4-BE49-F238E27FC236}">
                <a16:creationId xmlns:a16="http://schemas.microsoft.com/office/drawing/2014/main" id="{C65DA104-DB9D-5339-0C40-ACB50AE7FF14}"/>
              </a:ext>
            </a:extLst>
          </p:cNvPr>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a:extLst>
              <a:ext uri="{FF2B5EF4-FFF2-40B4-BE49-F238E27FC236}">
                <a16:creationId xmlns:a16="http://schemas.microsoft.com/office/drawing/2014/main" id="{5F64DAE0-AFC4-FC75-DEC0-661D242B1657}"/>
              </a:ext>
            </a:extLst>
          </p:cNvPr>
          <p:cNvSpPr/>
          <p:nvPr/>
        </p:nvSpPr>
        <p:spPr>
          <a:xfrm>
            <a:off x="8549640" y="5678424"/>
            <a:ext cx="283464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Summarize latest IMF/WB reports.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Identify legal and political climate</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Integrate into recommendations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AI ‘peer review’</a:t>
            </a:r>
            <a:endParaRPr lang="en-US" sz="1000" dirty="0"/>
          </a:p>
        </p:txBody>
      </p:sp>
      <p:pic>
        <p:nvPicPr>
          <p:cNvPr id="34" name="Image 0" descr="preencoded.png">
            <a:extLst>
              <a:ext uri="{FF2B5EF4-FFF2-40B4-BE49-F238E27FC236}">
                <a16:creationId xmlns:a16="http://schemas.microsoft.com/office/drawing/2014/main" id="{617AC698-87C3-00DE-F833-D086DBBB1CD1}"/>
              </a:ext>
            </a:extLst>
          </p:cNvPr>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a:extLst>
              <a:ext uri="{FF2B5EF4-FFF2-40B4-BE49-F238E27FC236}">
                <a16:creationId xmlns:a16="http://schemas.microsoft.com/office/drawing/2014/main" id="{EC22170A-68FE-7118-12A4-4D8D84F90804}"/>
              </a:ext>
            </a:extLst>
          </p:cNvPr>
          <p:cNvPicPr>
            <a:picLocks noChangeAspect="1"/>
          </p:cNvPicPr>
          <p:nvPr/>
        </p:nvPicPr>
        <p:blipFill>
          <a:blip r:embed="rId3"/>
          <a:stretch>
            <a:fillRect/>
          </a:stretch>
        </p:blipFill>
        <p:spPr>
          <a:xfrm>
            <a:off x="8046720" y="5239512"/>
            <a:ext cx="274320" cy="274320"/>
          </a:xfrm>
          <a:prstGeom prst="rect">
            <a:avLst/>
          </a:prstGeom>
        </p:spPr>
      </p:pic>
      <p:sp>
        <p:nvSpPr>
          <p:cNvPr id="36" name="Text 32">
            <a:extLst>
              <a:ext uri="{FF2B5EF4-FFF2-40B4-BE49-F238E27FC236}">
                <a16:creationId xmlns:a16="http://schemas.microsoft.com/office/drawing/2014/main" id="{A4B7F91F-B239-C907-7E07-2640AF4CFBDD}"/>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04 / 07</a:t>
            </a:r>
            <a:endParaRPr lang="en-US" sz="900" dirty="0"/>
          </a:p>
        </p:txBody>
      </p:sp>
      <p:sp>
        <p:nvSpPr>
          <p:cNvPr id="37" name="Text 19">
            <a:extLst>
              <a:ext uri="{FF2B5EF4-FFF2-40B4-BE49-F238E27FC236}">
                <a16:creationId xmlns:a16="http://schemas.microsoft.com/office/drawing/2014/main" id="{80E348B0-BAD8-CC5D-131C-CB9A7883CC21}"/>
              </a:ext>
            </a:extLst>
          </p:cNvPr>
          <p:cNvSpPr/>
          <p:nvPr/>
        </p:nvSpPr>
        <p:spPr>
          <a:xfrm>
            <a:off x="4576354" y="5628132"/>
            <a:ext cx="3470366"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Aggregate excise reports into key metrics; peer comparison.</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key inconsistencies and anomalies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gaps with optimal externalities (from part B)</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100" dirty="0">
              <a:solidFill>
                <a:srgbClr val="1F2747"/>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29464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 — EXAMPLES</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worked applications (focused on Part A)</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2000" i="1" dirty="0">
                <a:solidFill>
                  <a:srgbClr val="1F2747"/>
                </a:solidFill>
                <a:latin typeface="Calibri" pitchFamily="34" charset="0"/>
                <a:ea typeface="Calibri" pitchFamily="34" charset="-122"/>
                <a:cs typeface="Calibri" pitchFamily="34" charset="-120"/>
              </a:rPr>
              <a:t>Drawn directly from the Excise Diagnostic (Uganda / Sierra Leone) and the </a:t>
            </a:r>
            <a:r>
              <a:rPr lang="en-US" sz="2000" i="1" dirty="0" err="1">
                <a:solidFill>
                  <a:srgbClr val="1F2747"/>
                </a:solidFill>
                <a:latin typeface="Calibri" pitchFamily="34" charset="0"/>
                <a:ea typeface="Calibri" pitchFamily="34" charset="-122"/>
                <a:cs typeface="Calibri" pitchFamily="34" charset="-120"/>
              </a:rPr>
              <a:t>extenalities</a:t>
            </a:r>
            <a:r>
              <a:rPr lang="en-US" sz="2000" i="1" dirty="0">
                <a:solidFill>
                  <a:srgbClr val="1F2747"/>
                </a:solidFill>
                <a:latin typeface="Calibri" pitchFamily="34" charset="0"/>
                <a:ea typeface="Calibri" pitchFamily="34" charset="-122"/>
                <a:cs typeface="Calibri" pitchFamily="34" charset="-120"/>
              </a:rPr>
              <a:t> pilot framework. Both demonstrate Parts A and B; pathway logic for Part C is sketched.</a:t>
            </a:r>
            <a:endParaRPr lang="en-US" sz="2000" dirty="0"/>
          </a:p>
        </p:txBody>
      </p:sp>
      <p:sp>
        <p:nvSpPr>
          <p:cNvPr id="5" name="Shape 3"/>
          <p:cNvSpPr/>
          <p:nvPr/>
        </p:nvSpPr>
        <p:spPr>
          <a:xfrm>
            <a:off x="548640" y="1965960"/>
            <a:ext cx="5532120" cy="640080"/>
          </a:xfrm>
          <a:prstGeom prst="rect">
            <a:avLst/>
          </a:prstGeom>
          <a:solidFill>
            <a:srgbClr val="1E2761"/>
          </a:solidFill>
          <a:ln/>
        </p:spPr>
        <p:txBody>
          <a:bodyPr/>
          <a:lstStyle/>
          <a:p>
            <a:endParaRPr lang="en-US"/>
          </a:p>
        </p:txBody>
      </p:sp>
      <p:sp>
        <p:nvSpPr>
          <p:cNvPr id="6" name="Shape 4"/>
          <p:cNvSpPr/>
          <p:nvPr/>
        </p:nvSpPr>
        <p:spPr>
          <a:xfrm>
            <a:off x="548640" y="2606040"/>
            <a:ext cx="5532120"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p:cNvSpPr/>
          <p:nvPr/>
        </p:nvSpPr>
        <p:spPr>
          <a:xfrm>
            <a:off x="822960" y="2130552"/>
            <a:ext cx="182880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UGANDA</a:t>
            </a:r>
            <a:endParaRPr lang="en-US" sz="1800" dirty="0"/>
          </a:p>
        </p:txBody>
      </p:sp>
      <p:sp>
        <p:nvSpPr>
          <p:cNvPr id="8" name="Text 6"/>
          <p:cNvSpPr/>
          <p:nvPr/>
        </p:nvSpPr>
        <p:spPr>
          <a:xfrm>
            <a:off x="2651760" y="2130552"/>
            <a:ext cx="3154680"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Full A + B + C candidate (Tier 2)</a:t>
            </a:r>
            <a:endParaRPr lang="en-US" sz="1400" dirty="0"/>
          </a:p>
        </p:txBody>
      </p:sp>
      <p:sp>
        <p:nvSpPr>
          <p:cNvPr id="9" name="Text 7"/>
          <p:cNvSpPr/>
          <p:nvPr/>
        </p:nvSpPr>
        <p:spPr>
          <a:xfrm>
            <a:off x="822960" y="2834640"/>
            <a:ext cx="169164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1.5–1.7%</a:t>
            </a:r>
            <a:endParaRPr lang="en-US" sz="2400" dirty="0"/>
          </a:p>
        </p:txBody>
      </p:sp>
      <p:sp>
        <p:nvSpPr>
          <p:cNvPr id="10" name="Text 8"/>
          <p:cNvSpPr/>
          <p:nvPr/>
        </p:nvSpPr>
        <p:spPr>
          <a:xfrm>
            <a:off x="822960" y="3447288"/>
            <a:ext cx="169164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energy + tobacco + alcohol + SSB excise</a:t>
            </a:r>
            <a:endParaRPr lang="en-US" sz="950" dirty="0"/>
          </a:p>
        </p:txBody>
      </p:sp>
      <p:sp>
        <p:nvSpPr>
          <p:cNvPr id="11" name="Text 9"/>
          <p:cNvSpPr/>
          <p:nvPr/>
        </p:nvSpPr>
        <p:spPr>
          <a:xfrm>
            <a:off x="2651760" y="2834640"/>
            <a:ext cx="150876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30%</a:t>
            </a:r>
            <a:endParaRPr lang="en-US" sz="2400" dirty="0"/>
          </a:p>
        </p:txBody>
      </p:sp>
      <p:sp>
        <p:nvSpPr>
          <p:cNvPr id="12" name="Text 10"/>
          <p:cNvSpPr/>
          <p:nvPr/>
        </p:nvSpPr>
        <p:spPr>
          <a:xfrm>
            <a:off x="2651760" y="3447288"/>
            <a:ext cx="150876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pump price as petrol excise — close to OECD lower band</a:t>
            </a:r>
            <a:endParaRPr lang="en-US" sz="950" dirty="0"/>
          </a:p>
        </p:txBody>
      </p:sp>
      <p:sp>
        <p:nvSpPr>
          <p:cNvPr id="13" name="Text 11"/>
          <p:cNvSpPr/>
          <p:nvPr/>
        </p:nvSpPr>
        <p:spPr>
          <a:xfrm>
            <a:off x="4297680" y="2834640"/>
            <a:ext cx="160020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0.05%</a:t>
            </a:r>
            <a:endParaRPr lang="en-US" sz="2400" dirty="0"/>
          </a:p>
        </p:txBody>
      </p:sp>
      <p:sp>
        <p:nvSpPr>
          <p:cNvPr id="14" name="Text 12"/>
          <p:cNvSpPr/>
          <p:nvPr/>
        </p:nvSpPr>
        <p:spPr>
          <a:xfrm>
            <a:off x="4297680" y="3447288"/>
            <a:ext cx="160020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tobacco — below SA (0.4%) and EU (0.6%)</a:t>
            </a:r>
            <a:endParaRPr lang="en-US" sz="950" dirty="0"/>
          </a:p>
        </p:txBody>
      </p:sp>
      <p:sp>
        <p:nvSpPr>
          <p:cNvPr id="15" name="Text 13"/>
          <p:cNvSpPr/>
          <p:nvPr/>
        </p:nvSpPr>
        <p:spPr>
          <a:xfrm>
            <a:off x="822960" y="4251960"/>
            <a:ext cx="4983480"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WHAT THE DIAGNOSTIC SURFACES</a:t>
            </a:r>
            <a:endParaRPr lang="en-US" sz="1400" dirty="0"/>
          </a:p>
        </p:txBody>
      </p:sp>
      <p:sp>
        <p:nvSpPr>
          <p:cNvPr id="16" name="Text 14"/>
          <p:cNvSpPr/>
          <p:nvPr/>
        </p:nvSpPr>
        <p:spPr>
          <a:xfrm>
            <a:off x="822960" y="4480560"/>
            <a:ext cx="4983480"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kerosene at UGX 200/litre — under 5% of pump price, unchanged since 2018</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SSB excise is flat 12% — no sugar-content differentiation</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B: fuel is closer to OECD intensity than tobacco; SSB is the largest gap</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phase tobacco ↑; introduce sugar-graduated SSB; index specific rates</a:t>
            </a:r>
            <a:endParaRPr lang="en-US" sz="1200" dirty="0"/>
          </a:p>
        </p:txBody>
      </p:sp>
      <p:sp>
        <p:nvSpPr>
          <p:cNvPr id="17" name="Shape 15"/>
          <p:cNvSpPr/>
          <p:nvPr/>
        </p:nvSpPr>
        <p:spPr>
          <a:xfrm>
            <a:off x="6355080" y="1965960"/>
            <a:ext cx="5285232" cy="640080"/>
          </a:xfrm>
          <a:prstGeom prst="rect">
            <a:avLst/>
          </a:prstGeom>
          <a:solidFill>
            <a:srgbClr val="3A4A8A"/>
          </a:solidFill>
          <a:ln/>
        </p:spPr>
        <p:txBody>
          <a:bodyPr/>
          <a:lstStyle/>
          <a:p>
            <a:endParaRPr lang="en-US"/>
          </a:p>
        </p:txBody>
      </p:sp>
      <p:sp>
        <p:nvSpPr>
          <p:cNvPr id="18" name="Shape 16"/>
          <p:cNvSpPr/>
          <p:nvPr/>
        </p:nvSpPr>
        <p:spPr>
          <a:xfrm>
            <a:off x="6355080" y="2606040"/>
            <a:ext cx="5285232"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6629400" y="2130552"/>
            <a:ext cx="265176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SIERRA LEONE</a:t>
            </a:r>
            <a:endParaRPr lang="en-US" sz="1800" dirty="0"/>
          </a:p>
        </p:txBody>
      </p:sp>
      <p:sp>
        <p:nvSpPr>
          <p:cNvPr id="20" name="Text 18"/>
          <p:cNvSpPr/>
          <p:nvPr/>
        </p:nvSpPr>
        <p:spPr>
          <a:xfrm>
            <a:off x="9326880" y="2130552"/>
            <a:ext cx="2039112"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Part A surfaces what schedules hide</a:t>
            </a:r>
            <a:endParaRPr lang="en-US" sz="1400" dirty="0"/>
          </a:p>
        </p:txBody>
      </p:sp>
      <p:sp>
        <p:nvSpPr>
          <p:cNvPr id="21" name="Shape 19"/>
          <p:cNvSpPr/>
          <p:nvPr/>
        </p:nvSpPr>
        <p:spPr>
          <a:xfrm>
            <a:off x="6629400" y="2834640"/>
            <a:ext cx="4736592" cy="1188720"/>
          </a:xfrm>
          <a:prstGeom prst="rect">
            <a:avLst/>
          </a:prstGeom>
          <a:solidFill>
            <a:srgbClr val="FBF4E2"/>
          </a:solidFill>
          <a:ln/>
        </p:spPr>
        <p:txBody>
          <a:bodyPr/>
          <a:lstStyle/>
          <a:p>
            <a:endParaRPr lang="en-US"/>
          </a:p>
        </p:txBody>
      </p:sp>
      <p:sp>
        <p:nvSpPr>
          <p:cNvPr id="22" name="Shape 20"/>
          <p:cNvSpPr/>
          <p:nvPr/>
        </p:nvSpPr>
        <p:spPr>
          <a:xfrm>
            <a:off x="6629400" y="2834640"/>
            <a:ext cx="64008" cy="1188720"/>
          </a:xfrm>
          <a:prstGeom prst="rect">
            <a:avLst/>
          </a:prstGeom>
          <a:solidFill>
            <a:srgbClr val="D4A24C"/>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6812280" y="2971800"/>
            <a:ext cx="292608" cy="292608"/>
          </a:xfrm>
          <a:prstGeom prst="rect">
            <a:avLst/>
          </a:prstGeom>
        </p:spPr>
      </p:pic>
      <p:sp>
        <p:nvSpPr>
          <p:cNvPr id="24" name="Text 21"/>
          <p:cNvSpPr/>
          <p:nvPr/>
        </p:nvSpPr>
        <p:spPr>
          <a:xfrm>
            <a:off x="7223760" y="2999232"/>
            <a:ext cx="4187952" cy="274320"/>
          </a:xfrm>
          <a:prstGeom prst="rect">
            <a:avLst/>
          </a:prstGeom>
          <a:noFill/>
          <a:ln/>
        </p:spPr>
        <p:txBody>
          <a:bodyPr wrap="square" lIns="0" tIns="0" rIns="0" bIns="0" rtlCol="0" anchor="ctr"/>
          <a:lstStyle/>
          <a:p>
            <a:pPr marL="0" indent="0">
              <a:buNone/>
            </a:pPr>
            <a:r>
              <a:rPr lang="en-US" sz="1000" b="1" kern="0" spc="500" dirty="0">
                <a:solidFill>
                  <a:srgbClr val="D4A24C"/>
                </a:solidFill>
                <a:latin typeface="Calibri" pitchFamily="34" charset="0"/>
                <a:ea typeface="Calibri" pitchFamily="34" charset="-122"/>
                <a:cs typeface="Calibri" pitchFamily="34" charset="-120"/>
              </a:rPr>
              <a:t>REDENOMINATION ANOMALY</a:t>
            </a:r>
            <a:endParaRPr lang="en-US" sz="1000" dirty="0"/>
          </a:p>
        </p:txBody>
      </p:sp>
      <p:sp>
        <p:nvSpPr>
          <p:cNvPr id="25" name="Text 22"/>
          <p:cNvSpPr/>
          <p:nvPr/>
        </p:nvSpPr>
        <p:spPr>
          <a:xfrm>
            <a:off x="6812280" y="3291840"/>
            <a:ext cx="4553712" cy="777240"/>
          </a:xfrm>
          <a:prstGeom prst="rect">
            <a:avLst/>
          </a:prstGeom>
          <a:noFill/>
          <a:ln/>
        </p:spPr>
        <p:txBody>
          <a:bodyPr wrap="square" lIns="0" tIns="0" rIns="0" bIns="0" rtlCol="0" anchor="ctr"/>
          <a:lstStyle/>
          <a:p>
            <a:pPr marL="0" indent="0">
              <a:buNone/>
            </a:pPr>
            <a:r>
              <a:rPr lang="en-US" sz="1050" dirty="0">
                <a:solidFill>
                  <a:srgbClr val="121A47"/>
                </a:solidFill>
                <a:latin typeface="Calibri" pitchFamily="34" charset="0"/>
                <a:ea typeface="Calibri" pitchFamily="34" charset="-122"/>
                <a:cs typeface="Calibri" pitchFamily="34" charset="-120"/>
              </a:rPr>
              <a:t>FA2024 wine excise (Le 4.20–22 / litre) was never restated after the 2022 1,000:1 redenomination. At face value, wine in Sierra Leone is currently untaxed — ≈ USD 0.0002/litre. Invisible on the schedule. Visible on the diagnostic.</a:t>
            </a:r>
            <a:endParaRPr lang="en-US" sz="1050" dirty="0"/>
          </a:p>
        </p:txBody>
      </p:sp>
      <p:sp>
        <p:nvSpPr>
          <p:cNvPr id="26" name="Text 23"/>
          <p:cNvSpPr/>
          <p:nvPr/>
        </p:nvSpPr>
        <p:spPr>
          <a:xfrm>
            <a:off x="6629400" y="4251960"/>
            <a:ext cx="4736592"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OTHER FINDINGS</a:t>
            </a:r>
            <a:endParaRPr lang="en-US" sz="1400" dirty="0"/>
          </a:p>
        </p:txBody>
      </p:sp>
      <p:sp>
        <p:nvSpPr>
          <p:cNvPr id="27" name="Text 24"/>
          <p:cNvSpPr/>
          <p:nvPr/>
        </p:nvSpPr>
        <p:spPr>
          <a:xfrm>
            <a:off x="6629400" y="4480560"/>
            <a:ext cx="4736592"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Cigarette excise USD 0.14 / pack — a quarter of Uganda's lowest tier</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General soft drinks essentially untaxed by excise</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Aggregate priority excise raises 0.7–0.9% of GDP — half of Uganda</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redenominate wine; phase tobacco ↑; broaden SSB base</a:t>
            </a:r>
            <a:endParaRPr lang="en-US" sz="1200" dirty="0"/>
          </a:p>
        </p:txBody>
      </p:sp>
      <p:sp>
        <p:nvSpPr>
          <p:cNvPr id="28" name="Text 25"/>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06 / 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06 — CONCLUSION</a:t>
            </a:r>
            <a:endParaRPr lang="en-US" sz="1100" dirty="0"/>
          </a:p>
        </p:txBody>
      </p:sp>
      <p:sp>
        <p:nvSpPr>
          <p:cNvPr id="4" name="Text 2"/>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Synthesis, not new modelling</a:t>
            </a:r>
            <a:endParaRPr lang="en-US" sz="3200" dirty="0"/>
          </a:p>
        </p:txBody>
      </p:sp>
      <p:sp>
        <p:nvSpPr>
          <p:cNvPr id="5" name="Text 3"/>
          <p:cNvSpPr/>
          <p:nvPr/>
        </p:nvSpPr>
        <p:spPr>
          <a:xfrm>
            <a:off x="640080" y="1691640"/>
            <a:ext cx="10607040" cy="10058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diagnostic does not generate new estimates where existing tools already do. It harmonises CPAT, the Climate &amp; Health Program, IMF GEPR, and country excise schedules into one report a finance minister can read and act on. The discipline of fixed structure and fixed valuation parameters is the contribution.</a:t>
            </a:r>
            <a:endParaRPr lang="en-US" sz="1400" dirty="0"/>
          </a:p>
        </p:txBody>
      </p:sp>
      <p:sp>
        <p:nvSpPr>
          <p:cNvPr id="6" name="Shape 4"/>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3200400"/>
            <a:ext cx="411480" cy="411480"/>
          </a:xfrm>
          <a:prstGeom prst="rect">
            <a:avLst/>
          </a:prstGeom>
        </p:spPr>
      </p:pic>
      <p:sp>
        <p:nvSpPr>
          <p:cNvPr id="9" name="Text 6"/>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METHODOLOGY NOTE</a:t>
            </a:r>
            <a:endParaRPr lang="en-US" sz="1100" dirty="0"/>
          </a:p>
        </p:txBody>
      </p:sp>
      <p:sp>
        <p:nvSpPr>
          <p:cNvPr id="10" name="Text 7"/>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pages. Fixes, the typology, the three measures, and the default valuation parameters. Drafted with CPAT, Health input.</a:t>
            </a:r>
            <a:endParaRPr lang="en-US" sz="1200" dirty="0"/>
          </a:p>
        </p:txBody>
      </p:sp>
      <p:sp>
        <p:nvSpPr>
          <p:cNvPr id="11" name="Shape 8"/>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17720" y="3200400"/>
            <a:ext cx="411480" cy="411480"/>
          </a:xfrm>
          <a:prstGeom prst="rect">
            <a:avLst/>
          </a:prstGeom>
        </p:spPr>
      </p:pic>
      <p:sp>
        <p:nvSpPr>
          <p:cNvPr id="14" name="Text 10"/>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TEMPLATE + SPREADSHEET</a:t>
            </a:r>
            <a:endParaRPr lang="en-US" sz="1100" dirty="0"/>
          </a:p>
        </p:txBody>
      </p:sp>
      <p:sp>
        <p:nvSpPr>
          <p:cNvPr id="15" name="Text 11"/>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fixed Word template populated from a parameter spreadsheet. Country teams produce a draft report in 2–3 weeks using existing inputs.</a:t>
            </a:r>
            <a:endParaRPr lang="en-US" sz="1200" dirty="0"/>
          </a:p>
        </p:txBody>
      </p:sp>
      <p:sp>
        <p:nvSpPr>
          <p:cNvPr id="16" name="Shape 12"/>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0" y="3200400"/>
            <a:ext cx="411480" cy="411480"/>
          </a:xfrm>
          <a:prstGeom prst="rect">
            <a:avLst/>
          </a:prstGeom>
        </p:spPr>
      </p:pic>
      <p:sp>
        <p:nvSpPr>
          <p:cNvPr id="19" name="Text 14"/>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TWO PILOTS</a:t>
            </a:r>
            <a:endParaRPr lang="en-US" sz="1100" dirty="0"/>
          </a:p>
        </p:txBody>
      </p:sp>
      <p:sp>
        <p:nvSpPr>
          <p:cNvPr id="20" name="Text 15"/>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Tier 1: Colombia or Chile (strong analytical infrastructure). Tier 2: Uganda (existing engagement, Part A already drafted). Stress-test data needs and political reception.</a:t>
            </a:r>
            <a:endParaRPr lang="en-US" sz="1200" dirty="0"/>
          </a:p>
        </p:txBody>
      </p:sp>
      <p:sp>
        <p:nvSpPr>
          <p:cNvPr id="21" name="Shape 16"/>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a:t>
            </a:r>
            <a:endParaRPr lang="en-US" sz="1400" dirty="0"/>
          </a:p>
        </p:txBody>
      </p:sp>
      <p:sp>
        <p:nvSpPr>
          <p:cNvPr id="23" name="Text 18"/>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07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ANNEX</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Inputs, methods, outputs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3647184725"/>
              </p:ext>
            </p:extLst>
          </p:nvPr>
        </p:nvGraphicFramePr>
        <p:xfrm>
          <a:off x="548640" y="1691640"/>
          <a:ext cx="11064240" cy="4251960"/>
        </p:xfrm>
        <a:graphic>
          <a:graphicData uri="http://schemas.openxmlformats.org/drawingml/2006/table">
            <a:tbl>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7724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Component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Primary input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A. Excise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Country excise schedule (current law + recent FAs)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Categorise lines; record on five fields; compute three measures ($/unit, % of consumer price, % of GDP)</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Structured tables + narrative on erosion, gaps, incoherence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B. Externality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CPAT outputs; C&amp;H Program outputs; IMF GEPR; country exposure data</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Seven-section spine + standardised valuation parameters; “biggest externality” ranking</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Fixed-structure externality assessment with sensitivity ranges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 Policy Pathways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IMF benchmarks; comparator country experience; Part A + B summaries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Existing proposals → success stories → narrative political economy → conclusion</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Sequenced, prioritised reform package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3"/>
                  </a:ext>
                </a:extLst>
              </a:tr>
            </a:tbl>
          </a:graphicData>
        </a:graphic>
      </p:graphicFrame>
      <p:sp>
        <p:nvSpPr>
          <p:cNvPr id="24" name="Text 11">
            <a:extLst>
              <a:ext uri="{FF2B5EF4-FFF2-40B4-BE49-F238E27FC236}">
                <a16:creationId xmlns:a16="http://schemas.microsoft.com/office/drawing/2014/main" id="{E20E4AE1-314E-D030-04EB-22BD54821FCE}"/>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05 / 05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131</TotalTime>
  <Words>1719</Words>
  <Application>Microsoft Office PowerPoint</Application>
  <PresentationFormat>Widescreen</PresentationFormat>
  <Paragraphs>181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Excise-Fiscal Reports</dc:title>
  <dc:subject>PptxGenJS Presentation</dc:subject>
  <dc:creator>Stephen — World Bank</dc:creator>
  <cp:lastModifiedBy>Stephen John Stretton</cp:lastModifiedBy>
  <cp:revision>1</cp:revision>
  <cp:lastPrinted>2026-05-21T16:58:06Z</cp:lastPrinted>
  <dcterms:created xsi:type="dcterms:W3CDTF">2026-05-07T22:14:14Z</dcterms:created>
  <dcterms:modified xsi:type="dcterms:W3CDTF">2026-05-21T18:38:32Z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2026-05-21T18:38:31Z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4a398676-1ad7-4fc2-be92-53d8c175ee45</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