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0D_0.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31_89817E82.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2C_A29A2186.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10_0.xml" ContentType="application/vnd.ms-powerpoint.comments+xml"/>
  <Override PartName="/ppt/notesSlides/notesSlide30.xml" ContentType="application/vnd.openxmlformats-officedocument.presentationml.notesSlide+xml"/>
  <Override PartName="/ppt/comments/modernComment_111_0.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s/modernComment_114_0.xml" ContentType="application/vnd.ms-powerpoint.comments+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44"/>
  </p:notesMasterIdLst>
  <p:sldIdLst>
    <p:sldId id="256" r:id="rId2"/>
    <p:sldId id="257" r:id="rId3"/>
    <p:sldId id="295" r:id="rId4"/>
    <p:sldId id="302" r:id="rId5"/>
    <p:sldId id="258" r:id="rId6"/>
    <p:sldId id="259" r:id="rId7"/>
    <p:sldId id="260" r:id="rId8"/>
    <p:sldId id="261" r:id="rId9"/>
    <p:sldId id="262" r:id="rId10"/>
    <p:sldId id="263" r:id="rId11"/>
    <p:sldId id="264" r:id="rId12"/>
    <p:sldId id="278" r:id="rId13"/>
    <p:sldId id="265" r:id="rId14"/>
    <p:sldId id="266" r:id="rId15"/>
    <p:sldId id="267" r:id="rId16"/>
    <p:sldId id="268" r:id="rId17"/>
    <p:sldId id="290" r:id="rId18"/>
    <p:sldId id="292" r:id="rId19"/>
    <p:sldId id="269" r:id="rId20"/>
    <p:sldId id="279" r:id="rId21"/>
    <p:sldId id="280" r:id="rId22"/>
    <p:sldId id="306" r:id="rId23"/>
    <p:sldId id="305" r:id="rId24"/>
    <p:sldId id="307" r:id="rId25"/>
    <p:sldId id="300" r:id="rId26"/>
    <p:sldId id="281" r:id="rId27"/>
    <p:sldId id="270" r:id="rId28"/>
    <p:sldId id="271" r:id="rId29"/>
    <p:sldId id="272" r:id="rId30"/>
    <p:sldId id="273" r:id="rId31"/>
    <p:sldId id="291" r:id="rId32"/>
    <p:sldId id="274" r:id="rId33"/>
    <p:sldId id="285" r:id="rId34"/>
    <p:sldId id="286" r:id="rId35"/>
    <p:sldId id="282" r:id="rId36"/>
    <p:sldId id="298" r:id="rId37"/>
    <p:sldId id="283" r:id="rId38"/>
    <p:sldId id="303" r:id="rId39"/>
    <p:sldId id="304" r:id="rId40"/>
    <p:sldId id="275" r:id="rId41"/>
    <p:sldId id="276" r:id="rId42"/>
    <p:sldId id="297" r:id="rId43"/>
  </p:sldIdLst>
  <p:sldSz cx="9144000" cy="5143500" type="screen16x9"/>
  <p:notesSz cx="6858000" cy="9144000"/>
  <p:embeddedFontLst>
    <p:embeddedFont>
      <p:font typeface="Calibri" panose="020F0502020204030204" pitchFamily="34" charset="0"/>
      <p:regular r:id="rId45"/>
      <p:bold r:id="rId46"/>
      <p:italic r:id="rId47"/>
      <p:boldItalic r:id="rId48"/>
    </p:embeddedFont>
    <p:embeddedFont>
      <p:font typeface="Merriweather" panose="00000500000000000000" pitchFamily="2" charset="0"/>
      <p:regular r:id="rId49"/>
      <p:bold r:id="rId50"/>
      <p:italic r:id="rId51"/>
      <p:boldItalic r:id="rId52"/>
    </p:embeddedFont>
    <p:embeddedFont>
      <p:font typeface="Roboto" panose="02000000000000000000" pitchFamily="2" charset="0"/>
      <p:regular r:id="rId53"/>
      <p:bold r:id="rId54"/>
      <p:italic r:id="rId55"/>
      <p:boldItalic r:id="rId56"/>
    </p:embeddedFont>
    <p:embeddedFont>
      <p:font typeface="Roboto Medium" panose="02000000000000000000" pitchFamily="2" charset="0"/>
      <p:regular r:id="rId57"/>
      <p:bold r:id="rId58"/>
      <p:italic r:id="rId59"/>
      <p:boldItalic r:id="rId60"/>
    </p:embeddedFont>
    <p:embeddedFont>
      <p:font typeface="Roboto Thin" panose="020000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94E"/>
    <a:srgbClr val="B85741"/>
    <a:srgbClr val="002F4A"/>
    <a:srgbClr val="236EA2"/>
    <a:srgbClr val="9BC8E9"/>
    <a:srgbClr val="009384"/>
    <a:srgbClr val="A72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16"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6.fntdata"/><Relationship Id="rId55"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ielauren6@gmail.com" userId="S::urn:spo:guest#evielauren6@gmail.com::" providerId="AD" clId="Web-{EF2BBDAA-BBB2-4F97-A47B-A2827FD940D6}"/>
    <pc:docChg chg="mod addSld delSld modSld sldOrd modMainMaster">
      <pc:chgData name="evielauren6@gmail.com" userId="S::urn:spo:guest#evielauren6@gmail.com::" providerId="AD" clId="Web-{EF2BBDAA-BBB2-4F97-A47B-A2827FD940D6}" dt="2024-01-10T16:26:17.472" v="657" actId="20577"/>
      <pc:docMkLst>
        <pc:docMk/>
      </pc:docMkLst>
      <pc:sldChg chg="addSp delSp modSp">
        <pc:chgData name="evielauren6@gmail.com" userId="S::urn:spo:guest#evielauren6@gmail.com::" providerId="AD" clId="Web-{EF2BBDAA-BBB2-4F97-A47B-A2827FD940D6}" dt="2024-01-10T16:00:05.595" v="467" actId="20577"/>
        <pc:sldMkLst>
          <pc:docMk/>
          <pc:sldMk cId="0" sldId="256"/>
        </pc:sldMkLst>
        <pc:spChg chg="add del mod">
          <ac:chgData name="evielauren6@gmail.com" userId="S::urn:spo:guest#evielauren6@gmail.com::" providerId="AD" clId="Web-{EF2BBDAA-BBB2-4F97-A47B-A2827FD940D6}" dt="2024-01-10T14:31:46.510" v="248"/>
          <ac:spMkLst>
            <pc:docMk/>
            <pc:sldMk cId="0" sldId="256"/>
            <ac:spMk id="2" creationId="{F11B1E26-8AB5-FE32-84F3-E788A784578C}"/>
          </ac:spMkLst>
        </pc:spChg>
        <pc:spChg chg="mod">
          <ac:chgData name="evielauren6@gmail.com" userId="S::urn:spo:guest#evielauren6@gmail.com::" providerId="AD" clId="Web-{EF2BBDAA-BBB2-4F97-A47B-A2827FD940D6}" dt="2024-01-10T16:00:05.595" v="467" actId="20577"/>
          <ac:spMkLst>
            <pc:docMk/>
            <pc:sldMk cId="0" sldId="256"/>
            <ac:spMk id="64" creationId="{00000000-0000-0000-0000-000000000000}"/>
          </ac:spMkLst>
        </pc:spChg>
      </pc:sldChg>
      <pc:sldChg chg="addSp modSp">
        <pc:chgData name="evielauren6@gmail.com" userId="S::urn:spo:guest#evielauren6@gmail.com::" providerId="AD" clId="Web-{EF2BBDAA-BBB2-4F97-A47B-A2827FD940D6}" dt="2024-01-10T16:02:16.673" v="484" actId="20577"/>
        <pc:sldMkLst>
          <pc:docMk/>
          <pc:sldMk cId="0" sldId="257"/>
        </pc:sldMkLst>
        <pc:spChg chg="add mod">
          <ac:chgData name="evielauren6@gmail.com" userId="S::urn:spo:guest#evielauren6@gmail.com::" providerId="AD" clId="Web-{EF2BBDAA-BBB2-4F97-A47B-A2827FD940D6}" dt="2024-01-10T14:32:07.370" v="251"/>
          <ac:spMkLst>
            <pc:docMk/>
            <pc:sldMk cId="0" sldId="257"/>
            <ac:spMk id="2" creationId="{7A0D5EE1-4D5A-9DCD-7300-468E8A21092A}"/>
          </ac:spMkLst>
        </pc:spChg>
        <pc:spChg chg="mod">
          <ac:chgData name="evielauren6@gmail.com" userId="S::urn:spo:guest#evielauren6@gmail.com::" providerId="AD" clId="Web-{EF2BBDAA-BBB2-4F97-A47B-A2827FD940D6}" dt="2024-01-10T16:02:16.673" v="484" actId="20577"/>
          <ac:spMkLst>
            <pc:docMk/>
            <pc:sldMk cId="0" sldId="257"/>
            <ac:spMk id="72" creationId="{00000000-0000-0000-0000-000000000000}"/>
          </ac:spMkLst>
        </pc:spChg>
      </pc:sldChg>
      <pc:sldChg chg="addSp modSp">
        <pc:chgData name="evielauren6@gmail.com" userId="S::urn:spo:guest#evielauren6@gmail.com::" providerId="AD" clId="Web-{EF2BBDAA-BBB2-4F97-A47B-A2827FD940D6}" dt="2024-01-10T15:58:04.657" v="461" actId="20577"/>
        <pc:sldMkLst>
          <pc:docMk/>
          <pc:sldMk cId="0" sldId="258"/>
        </pc:sldMkLst>
        <pc:spChg chg="add mod">
          <ac:chgData name="evielauren6@gmail.com" userId="S::urn:spo:guest#evielauren6@gmail.com::" providerId="AD" clId="Web-{EF2BBDAA-BBB2-4F97-A47B-A2827FD940D6}" dt="2024-01-10T14:32:07.370" v="251"/>
          <ac:spMkLst>
            <pc:docMk/>
            <pc:sldMk cId="0" sldId="258"/>
            <ac:spMk id="2" creationId="{C5267F8A-3426-1F94-FB5B-3DF7ABF2ECDC}"/>
          </ac:spMkLst>
        </pc:spChg>
        <pc:spChg chg="mod">
          <ac:chgData name="evielauren6@gmail.com" userId="S::urn:spo:guest#evielauren6@gmail.com::" providerId="AD" clId="Web-{EF2BBDAA-BBB2-4F97-A47B-A2827FD940D6}" dt="2024-01-10T15:58:04.657" v="461" actId="20577"/>
          <ac:spMkLst>
            <pc:docMk/>
            <pc:sldMk cId="0" sldId="258"/>
            <ac:spMk id="89" creationId="{00000000-0000-0000-0000-000000000000}"/>
          </ac:spMkLst>
        </pc:spChg>
      </pc:sldChg>
      <pc:sldChg chg="addSp modSp">
        <pc:chgData name="evielauren6@gmail.com" userId="S::urn:spo:guest#evielauren6@gmail.com::" providerId="AD" clId="Web-{EF2BBDAA-BBB2-4F97-A47B-A2827FD940D6}" dt="2024-01-10T15:58:13.157" v="462" actId="1076"/>
        <pc:sldMkLst>
          <pc:docMk/>
          <pc:sldMk cId="0" sldId="259"/>
        </pc:sldMkLst>
        <pc:spChg chg="add mod">
          <ac:chgData name="evielauren6@gmail.com" userId="S::urn:spo:guest#evielauren6@gmail.com::" providerId="AD" clId="Web-{EF2BBDAA-BBB2-4F97-A47B-A2827FD940D6}" dt="2024-01-10T14:31:56.776" v="250"/>
          <ac:spMkLst>
            <pc:docMk/>
            <pc:sldMk cId="0" sldId="259"/>
            <ac:spMk id="2" creationId="{1C504883-4DCE-99D5-05CD-797DDCE06373}"/>
          </ac:spMkLst>
        </pc:spChg>
        <pc:spChg chg="mod">
          <ac:chgData name="evielauren6@gmail.com" userId="S::urn:spo:guest#evielauren6@gmail.com::" providerId="AD" clId="Web-{EF2BBDAA-BBB2-4F97-A47B-A2827FD940D6}" dt="2024-01-10T15:58:13.157" v="462" actId="1076"/>
          <ac:spMkLst>
            <pc:docMk/>
            <pc:sldMk cId="0" sldId="259"/>
            <ac:spMk id="96" creationId="{00000000-0000-0000-0000-000000000000}"/>
          </ac:spMkLst>
        </pc:spChg>
      </pc:sldChg>
      <pc:sldChg chg="addSp delSp modSp">
        <pc:chgData name="evielauren6@gmail.com" userId="S::urn:spo:guest#evielauren6@gmail.com::" providerId="AD" clId="Web-{EF2BBDAA-BBB2-4F97-A47B-A2827FD940D6}" dt="2024-01-10T14:32:14.417" v="255"/>
        <pc:sldMkLst>
          <pc:docMk/>
          <pc:sldMk cId="0" sldId="260"/>
        </pc:sldMkLst>
        <pc:spChg chg="add del mod">
          <ac:chgData name="evielauren6@gmail.com" userId="S::urn:spo:guest#evielauren6@gmail.com::" providerId="AD" clId="Web-{EF2BBDAA-BBB2-4F97-A47B-A2827FD940D6}" dt="2024-01-10T14:32:13.230" v="254"/>
          <ac:spMkLst>
            <pc:docMk/>
            <pc:sldMk cId="0" sldId="260"/>
            <ac:spMk id="2" creationId="{6CD812D4-4E7C-7F73-FD35-557622BF34DB}"/>
          </ac:spMkLst>
        </pc:spChg>
        <pc:spChg chg="add mod">
          <ac:chgData name="evielauren6@gmail.com" userId="S::urn:spo:guest#evielauren6@gmail.com::" providerId="AD" clId="Web-{EF2BBDAA-BBB2-4F97-A47B-A2827FD940D6}" dt="2024-01-10T14:32:14.417" v="255"/>
          <ac:spMkLst>
            <pc:docMk/>
            <pc:sldMk cId="0" sldId="260"/>
            <ac:spMk id="3" creationId="{6D76BC8A-FECB-1EB6-7F08-67979045EB0F}"/>
          </ac:spMkLst>
        </pc:spChg>
      </pc:sldChg>
      <pc:sldChg chg="addSp modSp">
        <pc:chgData name="evielauren6@gmail.com" userId="S::urn:spo:guest#evielauren6@gmail.com::" providerId="AD" clId="Web-{EF2BBDAA-BBB2-4F97-A47B-A2827FD940D6}" dt="2024-01-10T16:25:12.863" v="655" actId="1076"/>
        <pc:sldMkLst>
          <pc:docMk/>
          <pc:sldMk cId="0" sldId="261"/>
        </pc:sldMkLst>
        <pc:spChg chg="mod">
          <ac:chgData name="evielauren6@gmail.com" userId="S::urn:spo:guest#evielauren6@gmail.com::" providerId="AD" clId="Web-{EF2BBDAA-BBB2-4F97-A47B-A2827FD940D6}" dt="2024-01-10T16:25:12.863" v="655" actId="1076"/>
          <ac:spMkLst>
            <pc:docMk/>
            <pc:sldMk cId="0" sldId="261"/>
            <ac:spMk id="2" creationId="{CFCDF560-A9B0-5528-1F91-50DA270FADF7}"/>
          </ac:spMkLst>
        </pc:spChg>
        <pc:spChg chg="add mod">
          <ac:chgData name="evielauren6@gmail.com" userId="S::urn:spo:guest#evielauren6@gmail.com::" providerId="AD" clId="Web-{EF2BBDAA-BBB2-4F97-A47B-A2827FD940D6}" dt="2024-01-10T14:32:07.370" v="251"/>
          <ac:spMkLst>
            <pc:docMk/>
            <pc:sldMk cId="0" sldId="261"/>
            <ac:spMk id="3" creationId="{07631F61-1158-E46B-2ED5-B39261E0E62F}"/>
          </ac:spMkLst>
        </pc:spChg>
        <pc:spChg chg="mod">
          <ac:chgData name="evielauren6@gmail.com" userId="S::urn:spo:guest#evielauren6@gmail.com::" providerId="AD" clId="Web-{EF2BBDAA-BBB2-4F97-A47B-A2827FD940D6}" dt="2024-01-10T16:17:59.831" v="652" actId="20577"/>
          <ac:spMkLst>
            <pc:docMk/>
            <pc:sldMk cId="0" sldId="261"/>
            <ac:spMk id="129" creationId="{00000000-0000-0000-0000-000000000000}"/>
          </ac:spMkLst>
        </pc:spChg>
      </pc:sldChg>
      <pc:sldChg chg="addSp modSp">
        <pc:chgData name="evielauren6@gmail.com" userId="S::urn:spo:guest#evielauren6@gmail.com::" providerId="AD" clId="Web-{EF2BBDAA-BBB2-4F97-A47B-A2827FD940D6}" dt="2024-01-10T16:26:17.472" v="657" actId="20577"/>
        <pc:sldMkLst>
          <pc:docMk/>
          <pc:sldMk cId="0" sldId="262"/>
        </pc:sldMkLst>
        <pc:spChg chg="add mod">
          <ac:chgData name="evielauren6@gmail.com" userId="S::urn:spo:guest#evielauren6@gmail.com::" providerId="AD" clId="Web-{EF2BBDAA-BBB2-4F97-A47B-A2827FD940D6}" dt="2024-01-10T14:32:07.370" v="251"/>
          <ac:spMkLst>
            <pc:docMk/>
            <pc:sldMk cId="0" sldId="262"/>
            <ac:spMk id="2" creationId="{74760998-4F5F-BB1F-A264-06D6540B0AF0}"/>
          </ac:spMkLst>
        </pc:spChg>
        <pc:spChg chg="mod">
          <ac:chgData name="evielauren6@gmail.com" userId="S::urn:spo:guest#evielauren6@gmail.com::" providerId="AD" clId="Web-{EF2BBDAA-BBB2-4F97-A47B-A2827FD940D6}" dt="2024-01-10T16:26:13.707" v="656" actId="20577"/>
          <ac:spMkLst>
            <pc:docMk/>
            <pc:sldMk cId="0" sldId="262"/>
            <ac:spMk id="142" creationId="{00000000-0000-0000-0000-000000000000}"/>
          </ac:spMkLst>
        </pc:spChg>
        <pc:spChg chg="mod">
          <ac:chgData name="evielauren6@gmail.com" userId="S::urn:spo:guest#evielauren6@gmail.com::" providerId="AD" clId="Web-{EF2BBDAA-BBB2-4F97-A47B-A2827FD940D6}" dt="2024-01-10T16:26:17.472" v="657" actId="20577"/>
          <ac:spMkLst>
            <pc:docMk/>
            <pc:sldMk cId="0" sldId="262"/>
            <ac:spMk id="145"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63"/>
        </pc:sldMkLst>
        <pc:spChg chg="add mod">
          <ac:chgData name="evielauren6@gmail.com" userId="S::urn:spo:guest#evielauren6@gmail.com::" providerId="AD" clId="Web-{EF2BBDAA-BBB2-4F97-A47B-A2827FD940D6}" dt="2024-01-10T14:32:07.370" v="251"/>
          <ac:spMkLst>
            <pc:docMk/>
            <pc:sldMk cId="0" sldId="263"/>
            <ac:spMk id="2" creationId="{447AA57E-8F92-6E3D-467F-183BBE6C364B}"/>
          </ac:spMkLst>
        </pc:spChg>
      </pc:sldChg>
      <pc:sldChg chg="addSp modSp">
        <pc:chgData name="evielauren6@gmail.com" userId="S::urn:spo:guest#evielauren6@gmail.com::" providerId="AD" clId="Web-{EF2BBDAA-BBB2-4F97-A47B-A2827FD940D6}" dt="2024-01-10T16:06:14.345" v="526" actId="20577"/>
        <pc:sldMkLst>
          <pc:docMk/>
          <pc:sldMk cId="0" sldId="264"/>
        </pc:sldMkLst>
        <pc:spChg chg="add mod">
          <ac:chgData name="evielauren6@gmail.com" userId="S::urn:spo:guest#evielauren6@gmail.com::" providerId="AD" clId="Web-{EF2BBDAA-BBB2-4F97-A47B-A2827FD940D6}" dt="2024-01-10T14:32:07.370" v="251"/>
          <ac:spMkLst>
            <pc:docMk/>
            <pc:sldMk cId="0" sldId="264"/>
            <ac:spMk id="2" creationId="{80D0353E-F1DD-7EFB-D111-55484BA4ADEB}"/>
          </ac:spMkLst>
        </pc:spChg>
        <pc:spChg chg="mod">
          <ac:chgData name="evielauren6@gmail.com" userId="S::urn:spo:guest#evielauren6@gmail.com::" providerId="AD" clId="Web-{EF2BBDAA-BBB2-4F97-A47B-A2827FD940D6}" dt="2024-01-10T16:06:14.345" v="526" actId="20577"/>
          <ac:spMkLst>
            <pc:docMk/>
            <pc:sldMk cId="0" sldId="264"/>
            <ac:spMk id="160" creationId="{00000000-0000-0000-0000-000000000000}"/>
          </ac:spMkLst>
        </pc:spChg>
      </pc:sldChg>
      <pc:sldChg chg="addSp delSp modSp">
        <pc:chgData name="evielauren6@gmail.com" userId="S::urn:spo:guest#evielauren6@gmail.com::" providerId="AD" clId="Web-{EF2BBDAA-BBB2-4F97-A47B-A2827FD940D6}" dt="2024-01-10T14:32:41.043" v="256"/>
        <pc:sldMkLst>
          <pc:docMk/>
          <pc:sldMk cId="0" sldId="265"/>
        </pc:sldMkLst>
        <pc:spChg chg="add del mod">
          <ac:chgData name="evielauren6@gmail.com" userId="S::urn:spo:guest#evielauren6@gmail.com::" providerId="AD" clId="Web-{EF2BBDAA-BBB2-4F97-A47B-A2827FD940D6}" dt="2024-01-10T14:32:41.043" v="256"/>
          <ac:spMkLst>
            <pc:docMk/>
            <pc:sldMk cId="0" sldId="265"/>
            <ac:spMk id="2" creationId="{ABC8D084-53A2-2F69-8AB8-539BD737C72E}"/>
          </ac:spMkLst>
        </pc:spChg>
        <pc:spChg chg="mod">
          <ac:chgData name="evielauren6@gmail.com" userId="S::urn:spo:guest#evielauren6@gmail.com::" providerId="AD" clId="Web-{EF2BBDAA-BBB2-4F97-A47B-A2827FD940D6}" dt="2024-01-10T11:15:17.800" v="1" actId="20577"/>
          <ac:spMkLst>
            <pc:docMk/>
            <pc:sldMk cId="0" sldId="265"/>
            <ac:spMk id="185" creationId="{00000000-0000-0000-0000-000000000000}"/>
          </ac:spMkLst>
        </pc:spChg>
      </pc:sldChg>
      <pc:sldChg chg="addSp delSp modSp">
        <pc:chgData name="evielauren6@gmail.com" userId="S::urn:spo:guest#evielauren6@gmail.com::" providerId="AD" clId="Web-{EF2BBDAA-BBB2-4F97-A47B-A2827FD940D6}" dt="2024-01-10T14:32:48.075" v="257"/>
        <pc:sldMkLst>
          <pc:docMk/>
          <pc:sldMk cId="0" sldId="266"/>
        </pc:sldMkLst>
        <pc:spChg chg="add del mod">
          <ac:chgData name="evielauren6@gmail.com" userId="S::urn:spo:guest#evielauren6@gmail.com::" providerId="AD" clId="Web-{EF2BBDAA-BBB2-4F97-A47B-A2827FD940D6}" dt="2024-01-10T14:32:48.075" v="257"/>
          <ac:spMkLst>
            <pc:docMk/>
            <pc:sldMk cId="0" sldId="266"/>
            <ac:spMk id="2" creationId="{6465AC77-A004-843B-84EB-2312EC121DB8}"/>
          </ac:spMkLst>
        </pc:spChg>
      </pc:sldChg>
      <pc:sldChg chg="addSp delSp modSp">
        <pc:chgData name="evielauren6@gmail.com" userId="S::urn:spo:guest#evielauren6@gmail.com::" providerId="AD" clId="Web-{EF2BBDAA-BBB2-4F97-A47B-A2827FD940D6}" dt="2024-01-10T14:33:01.404" v="258"/>
        <pc:sldMkLst>
          <pc:docMk/>
          <pc:sldMk cId="0" sldId="267"/>
        </pc:sldMkLst>
        <pc:spChg chg="add del mod">
          <ac:chgData name="evielauren6@gmail.com" userId="S::urn:spo:guest#evielauren6@gmail.com::" providerId="AD" clId="Web-{EF2BBDAA-BBB2-4F97-A47B-A2827FD940D6}" dt="2024-01-10T14:33:01.404" v="258"/>
          <ac:spMkLst>
            <pc:docMk/>
            <pc:sldMk cId="0" sldId="267"/>
            <ac:spMk id="2" creationId="{7DDD25A3-1910-92FA-A358-B2B3512D52BA}"/>
          </ac:spMkLst>
        </pc:spChg>
        <pc:spChg chg="mod">
          <ac:chgData name="evielauren6@gmail.com" userId="S::urn:spo:guest#evielauren6@gmail.com::" providerId="AD" clId="Web-{EF2BBDAA-BBB2-4F97-A47B-A2827FD940D6}" dt="2024-01-10T11:15:45.130" v="2" actId="1076"/>
          <ac:spMkLst>
            <pc:docMk/>
            <pc:sldMk cId="0" sldId="267"/>
            <ac:spMk id="217"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68"/>
        </pc:sldMkLst>
        <pc:spChg chg="add mod">
          <ac:chgData name="evielauren6@gmail.com" userId="S::urn:spo:guest#evielauren6@gmail.com::" providerId="AD" clId="Web-{EF2BBDAA-BBB2-4F97-A47B-A2827FD940D6}" dt="2024-01-10T14:32:07.370" v="251"/>
          <ac:spMkLst>
            <pc:docMk/>
            <pc:sldMk cId="0" sldId="268"/>
            <ac:spMk id="2" creationId="{793194A6-4D5D-F4B7-3178-087BFA6F0F30}"/>
          </ac:spMkLst>
        </pc:spChg>
      </pc:sldChg>
      <pc:sldChg chg="addSp modSp ord">
        <pc:chgData name="evielauren6@gmail.com" userId="S::urn:spo:guest#evielauren6@gmail.com::" providerId="AD" clId="Web-{EF2BBDAA-BBB2-4F97-A47B-A2827FD940D6}" dt="2024-01-10T14:32:07.370" v="251"/>
        <pc:sldMkLst>
          <pc:docMk/>
          <pc:sldMk cId="0" sldId="269"/>
        </pc:sldMkLst>
        <pc:spChg chg="add mod">
          <ac:chgData name="evielauren6@gmail.com" userId="S::urn:spo:guest#evielauren6@gmail.com::" providerId="AD" clId="Web-{EF2BBDAA-BBB2-4F97-A47B-A2827FD940D6}" dt="2024-01-10T14:32:07.370" v="251"/>
          <ac:spMkLst>
            <pc:docMk/>
            <pc:sldMk cId="0" sldId="269"/>
            <ac:spMk id="2" creationId="{D3C8EBA8-6478-368C-4AA5-ECE52A173F3A}"/>
          </ac:spMkLst>
        </pc:spChg>
      </pc:sldChg>
      <pc:sldChg chg="addSp modSp">
        <pc:chgData name="evielauren6@gmail.com" userId="S::urn:spo:guest#evielauren6@gmail.com::" providerId="AD" clId="Web-{EF2BBDAA-BBB2-4F97-A47B-A2827FD940D6}" dt="2024-01-10T14:32:07.370" v="251"/>
        <pc:sldMkLst>
          <pc:docMk/>
          <pc:sldMk cId="0" sldId="270"/>
        </pc:sldMkLst>
        <pc:spChg chg="add mod">
          <ac:chgData name="evielauren6@gmail.com" userId="S::urn:spo:guest#evielauren6@gmail.com::" providerId="AD" clId="Web-{EF2BBDAA-BBB2-4F97-A47B-A2827FD940D6}" dt="2024-01-10T14:32:07.370" v="251"/>
          <ac:spMkLst>
            <pc:docMk/>
            <pc:sldMk cId="0" sldId="270"/>
            <ac:spMk id="2" creationId="{DC7AD4BF-B302-1D44-426B-D8EE00382B14}"/>
          </ac:spMkLst>
        </pc:spChg>
        <pc:spChg chg="mod">
          <ac:chgData name="evielauren6@gmail.com" userId="S::urn:spo:guest#evielauren6@gmail.com::" providerId="AD" clId="Web-{EF2BBDAA-BBB2-4F97-A47B-A2827FD940D6}" dt="2024-01-10T11:16:32.493" v="5" actId="20577"/>
          <ac:spMkLst>
            <pc:docMk/>
            <pc:sldMk cId="0" sldId="270"/>
            <ac:spMk id="245" creationId="{00000000-0000-0000-0000-000000000000}"/>
          </ac:spMkLst>
        </pc:spChg>
        <pc:spChg chg="mod">
          <ac:chgData name="evielauren6@gmail.com" userId="S::urn:spo:guest#evielauren6@gmail.com::" providerId="AD" clId="Web-{EF2BBDAA-BBB2-4F97-A47B-A2827FD940D6}" dt="2024-01-10T11:16:36.540" v="6" actId="20577"/>
          <ac:spMkLst>
            <pc:docMk/>
            <pc:sldMk cId="0" sldId="270"/>
            <ac:spMk id="246"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71"/>
        </pc:sldMkLst>
        <pc:spChg chg="add mod">
          <ac:chgData name="evielauren6@gmail.com" userId="S::urn:spo:guest#evielauren6@gmail.com::" providerId="AD" clId="Web-{EF2BBDAA-BBB2-4F97-A47B-A2827FD940D6}" dt="2024-01-10T14:32:07.370" v="251"/>
          <ac:spMkLst>
            <pc:docMk/>
            <pc:sldMk cId="0" sldId="271"/>
            <ac:spMk id="2" creationId="{7410FD37-0753-8DC9-CD53-6C3DCE2C391E}"/>
          </ac:spMkLst>
        </pc:spChg>
      </pc:sldChg>
      <pc:sldChg chg="addSp modSp">
        <pc:chgData name="evielauren6@gmail.com" userId="S::urn:spo:guest#evielauren6@gmail.com::" providerId="AD" clId="Web-{EF2BBDAA-BBB2-4F97-A47B-A2827FD940D6}" dt="2024-01-10T15:55:50.047" v="460" actId="20577"/>
        <pc:sldMkLst>
          <pc:docMk/>
          <pc:sldMk cId="0" sldId="272"/>
        </pc:sldMkLst>
        <pc:spChg chg="add mod">
          <ac:chgData name="evielauren6@gmail.com" userId="S::urn:spo:guest#evielauren6@gmail.com::" providerId="AD" clId="Web-{EF2BBDAA-BBB2-4F97-A47B-A2827FD940D6}" dt="2024-01-10T14:32:07.370" v="251"/>
          <ac:spMkLst>
            <pc:docMk/>
            <pc:sldMk cId="0" sldId="272"/>
            <ac:spMk id="2" creationId="{21E94C93-8BAD-A544-C5C2-533E4DE2D078}"/>
          </ac:spMkLst>
        </pc:spChg>
        <pc:spChg chg="mod">
          <ac:chgData name="evielauren6@gmail.com" userId="S::urn:spo:guest#evielauren6@gmail.com::" providerId="AD" clId="Web-{EF2BBDAA-BBB2-4F97-A47B-A2827FD940D6}" dt="2024-01-10T15:55:50.047" v="460" actId="20577"/>
          <ac:spMkLst>
            <pc:docMk/>
            <pc:sldMk cId="0" sldId="272"/>
            <ac:spMk id="278" creationId="{00000000-0000-0000-0000-000000000000}"/>
          </ac:spMkLst>
        </pc:spChg>
        <pc:spChg chg="mod">
          <ac:chgData name="evielauren6@gmail.com" userId="S::urn:spo:guest#evielauren6@gmail.com::" providerId="AD" clId="Web-{EF2BBDAA-BBB2-4F97-A47B-A2827FD940D6}" dt="2024-01-10T11:30:08.782" v="153" actId="14100"/>
          <ac:spMkLst>
            <pc:docMk/>
            <pc:sldMk cId="0" sldId="272"/>
            <ac:spMk id="280" creationId="{00000000-0000-0000-0000-000000000000}"/>
          </ac:spMkLst>
        </pc:spChg>
        <pc:spChg chg="mod">
          <ac:chgData name="evielauren6@gmail.com" userId="S::urn:spo:guest#evielauren6@gmail.com::" providerId="AD" clId="Web-{EF2BBDAA-BBB2-4F97-A47B-A2827FD940D6}" dt="2024-01-10T11:31:54.367" v="220" actId="20577"/>
          <ac:spMkLst>
            <pc:docMk/>
            <pc:sldMk cId="0" sldId="272"/>
            <ac:spMk id="281" creationId="{00000000-0000-0000-0000-000000000000}"/>
          </ac:spMkLst>
        </pc:spChg>
        <pc:spChg chg="mod">
          <ac:chgData name="evielauren6@gmail.com" userId="S::urn:spo:guest#evielauren6@gmail.com::" providerId="AD" clId="Web-{EF2BBDAA-BBB2-4F97-A47B-A2827FD940D6}" dt="2024-01-10T11:30:14.408" v="154" actId="14100"/>
          <ac:spMkLst>
            <pc:docMk/>
            <pc:sldMk cId="0" sldId="272"/>
            <ac:spMk id="283" creationId="{00000000-0000-0000-0000-000000000000}"/>
          </ac:spMkLst>
        </pc:spChg>
        <pc:spChg chg="mod">
          <ac:chgData name="evielauren6@gmail.com" userId="S::urn:spo:guest#evielauren6@gmail.com::" providerId="AD" clId="Web-{EF2BBDAA-BBB2-4F97-A47B-A2827FD940D6}" dt="2024-01-10T11:30:16.877" v="155" actId="1076"/>
          <ac:spMkLst>
            <pc:docMk/>
            <pc:sldMk cId="0" sldId="272"/>
            <ac:spMk id="284" creationId="{00000000-0000-0000-0000-000000000000}"/>
          </ac:spMkLst>
        </pc:spChg>
      </pc:sldChg>
      <pc:sldChg chg="addSp modSp modCm">
        <pc:chgData name="evielauren6@gmail.com" userId="S::urn:spo:guest#evielauren6@gmail.com::" providerId="AD" clId="Web-{EF2BBDAA-BBB2-4F97-A47B-A2827FD940D6}" dt="2024-01-10T14:32:07.370" v="251"/>
        <pc:sldMkLst>
          <pc:docMk/>
          <pc:sldMk cId="0" sldId="273"/>
        </pc:sldMkLst>
        <pc:spChg chg="add mod">
          <ac:chgData name="evielauren6@gmail.com" userId="S::urn:spo:guest#evielauren6@gmail.com::" providerId="AD" clId="Web-{EF2BBDAA-BBB2-4F97-A47B-A2827FD940D6}" dt="2024-01-10T14:32:07.370" v="251"/>
          <ac:spMkLst>
            <pc:docMk/>
            <pc:sldMk cId="0" sldId="273"/>
            <ac:spMk id="2" creationId="{8A6DC83E-2A04-65DE-F6E6-B1F984B6DBCA}"/>
          </ac:spMkLst>
        </pc:spChg>
        <pc:spChg chg="mod">
          <ac:chgData name="evielauren6@gmail.com" userId="S::urn:spo:guest#evielauren6@gmail.com::" providerId="AD" clId="Web-{EF2BBDAA-BBB2-4F97-A47B-A2827FD940D6}" dt="2024-01-10T11:32:24.213" v="229" actId="20577"/>
          <ac:spMkLst>
            <pc:docMk/>
            <pc:sldMk cId="0" sldId="273"/>
            <ac:spMk id="294" creationId="{00000000-0000-0000-0000-000000000000}"/>
          </ac:spMkLst>
        </pc:spChg>
        <pc:spChg chg="mod">
          <ac:chgData name="evielauren6@gmail.com" userId="S::urn:spo:guest#evielauren6@gmail.com::" providerId="AD" clId="Web-{EF2BBDAA-BBB2-4F97-A47B-A2827FD940D6}" dt="2024-01-10T11:32:13.884" v="221" actId="20577"/>
          <ac:spMkLst>
            <pc:docMk/>
            <pc:sldMk cId="0" sldId="273"/>
            <ac:spMk id="295" creationId="{00000000-0000-0000-0000-000000000000}"/>
          </ac:spMkLst>
        </pc:spChg>
        <pc:spChg chg="mod">
          <ac:chgData name="evielauren6@gmail.com" userId="S::urn:spo:guest#evielauren6@gmail.com::" providerId="AD" clId="Web-{EF2BBDAA-BBB2-4F97-A47B-A2827FD940D6}" dt="2024-01-10T11:27:42.272" v="82" actId="1076"/>
          <ac:spMkLst>
            <pc:docMk/>
            <pc:sldMk cId="0" sldId="273"/>
            <ac:spMk id="296" creationId="{00000000-0000-0000-0000-000000000000}"/>
          </ac:spMkLst>
        </pc:spChg>
        <pc:spChg chg="mod">
          <ac:chgData name="evielauren6@gmail.com" userId="S::urn:spo:guest#evielauren6@gmail.com::" providerId="AD" clId="Web-{EF2BBDAA-BBB2-4F97-A47B-A2827FD940D6}" dt="2024-01-10T11:27:45.398" v="83" actId="1076"/>
          <ac:spMkLst>
            <pc:docMk/>
            <pc:sldMk cId="0" sldId="273"/>
            <ac:spMk id="299" creationId="{00000000-0000-0000-0000-000000000000}"/>
          </ac:spMkLst>
        </pc:spChg>
      </pc:sldChg>
      <pc:sldChg chg="addSp delSp modSp modCm">
        <pc:chgData name="evielauren6@gmail.com" userId="S::urn:spo:guest#evielauren6@gmail.com::" providerId="AD" clId="Web-{EF2BBDAA-BBB2-4F97-A47B-A2827FD940D6}" dt="2024-01-10T14:33:15.919" v="260"/>
        <pc:sldMkLst>
          <pc:docMk/>
          <pc:sldMk cId="0" sldId="274"/>
        </pc:sldMkLst>
        <pc:spChg chg="add del mod">
          <ac:chgData name="evielauren6@gmail.com" userId="S::urn:spo:guest#evielauren6@gmail.com::" providerId="AD" clId="Web-{EF2BBDAA-BBB2-4F97-A47B-A2827FD940D6}" dt="2024-01-10T14:33:13.982" v="259"/>
          <ac:spMkLst>
            <pc:docMk/>
            <pc:sldMk cId="0" sldId="274"/>
            <ac:spMk id="2" creationId="{683CC6C2-3568-2619-EAD3-2094B9A30314}"/>
          </ac:spMkLst>
        </pc:spChg>
        <pc:spChg chg="add mod">
          <ac:chgData name="evielauren6@gmail.com" userId="S::urn:spo:guest#evielauren6@gmail.com::" providerId="AD" clId="Web-{EF2BBDAA-BBB2-4F97-A47B-A2827FD940D6}" dt="2024-01-10T14:33:15.919" v="260"/>
          <ac:spMkLst>
            <pc:docMk/>
            <pc:sldMk cId="0" sldId="274"/>
            <ac:spMk id="3" creationId="{7B421502-9981-8BB8-8352-7484EAFF6CAC}"/>
          </ac:spMkLst>
        </pc:spChg>
      </pc:sldChg>
      <pc:sldChg chg="addSp modSp">
        <pc:chgData name="evielauren6@gmail.com" userId="S::urn:spo:guest#evielauren6@gmail.com::" providerId="AD" clId="Web-{EF2BBDAA-BBB2-4F97-A47B-A2827FD940D6}" dt="2024-01-10T14:32:07.370" v="251"/>
        <pc:sldMkLst>
          <pc:docMk/>
          <pc:sldMk cId="0" sldId="275"/>
        </pc:sldMkLst>
        <pc:spChg chg="add mod">
          <ac:chgData name="evielauren6@gmail.com" userId="S::urn:spo:guest#evielauren6@gmail.com::" providerId="AD" clId="Web-{EF2BBDAA-BBB2-4F97-A47B-A2827FD940D6}" dt="2024-01-10T14:32:07.370" v="251"/>
          <ac:spMkLst>
            <pc:docMk/>
            <pc:sldMk cId="0" sldId="275"/>
            <ac:spMk id="2" creationId="{EC7C6E53-D0F9-2E40-5444-BC7B770E10A5}"/>
          </ac:spMkLst>
        </pc:spChg>
      </pc:sldChg>
      <pc:sldChg chg="addSp modSp">
        <pc:chgData name="evielauren6@gmail.com" userId="S::urn:spo:guest#evielauren6@gmail.com::" providerId="AD" clId="Web-{EF2BBDAA-BBB2-4F97-A47B-A2827FD940D6}" dt="2024-01-10T14:32:07.370" v="251"/>
        <pc:sldMkLst>
          <pc:docMk/>
          <pc:sldMk cId="0" sldId="276"/>
        </pc:sldMkLst>
        <pc:spChg chg="add mod">
          <ac:chgData name="evielauren6@gmail.com" userId="S::urn:spo:guest#evielauren6@gmail.com::" providerId="AD" clId="Web-{EF2BBDAA-BBB2-4F97-A47B-A2827FD940D6}" dt="2024-01-10T14:32:07.370" v="251"/>
          <ac:spMkLst>
            <pc:docMk/>
            <pc:sldMk cId="0" sldId="276"/>
            <ac:spMk id="2" creationId="{2F75A7FD-1BDF-4612-9DC3-7617DD42D5B2}"/>
          </ac:spMkLst>
        </pc:spChg>
      </pc:sldChg>
      <pc:sldChg chg="addSp modSp">
        <pc:chgData name="evielauren6@gmail.com" userId="S::urn:spo:guest#evielauren6@gmail.com::" providerId="AD" clId="Web-{EF2BBDAA-BBB2-4F97-A47B-A2827FD940D6}" dt="2024-01-10T14:32:07.370" v="251"/>
        <pc:sldMkLst>
          <pc:docMk/>
          <pc:sldMk cId="0" sldId="277"/>
        </pc:sldMkLst>
        <pc:spChg chg="add mod">
          <ac:chgData name="evielauren6@gmail.com" userId="S::urn:spo:guest#evielauren6@gmail.com::" providerId="AD" clId="Web-{EF2BBDAA-BBB2-4F97-A47B-A2827FD940D6}" dt="2024-01-10T14:32:07.370" v="251"/>
          <ac:spMkLst>
            <pc:docMk/>
            <pc:sldMk cId="0" sldId="277"/>
            <ac:spMk id="2" creationId="{4A5D656C-3FB7-2BA2-7C93-CAE57A0FFAE3}"/>
          </ac:spMkLst>
        </pc:spChg>
      </pc:sldChg>
      <pc:sldChg chg="addSp modSp">
        <pc:chgData name="evielauren6@gmail.com" userId="S::urn:spo:guest#evielauren6@gmail.com::" providerId="AD" clId="Web-{EF2BBDAA-BBB2-4F97-A47B-A2827FD940D6}" dt="2024-01-10T14:32:07.370" v="251"/>
        <pc:sldMkLst>
          <pc:docMk/>
          <pc:sldMk cId="0" sldId="278"/>
        </pc:sldMkLst>
        <pc:spChg chg="add mod">
          <ac:chgData name="evielauren6@gmail.com" userId="S::urn:spo:guest#evielauren6@gmail.com::" providerId="AD" clId="Web-{EF2BBDAA-BBB2-4F97-A47B-A2827FD940D6}" dt="2024-01-10T14:32:07.370" v="251"/>
          <ac:spMkLst>
            <pc:docMk/>
            <pc:sldMk cId="0" sldId="278"/>
            <ac:spMk id="2" creationId="{E5D82C99-0479-A7A5-B2F0-076B92B7BC70}"/>
          </ac:spMkLst>
        </pc:spChg>
      </pc:sldChg>
      <pc:sldChg chg="addSp modSp">
        <pc:chgData name="evielauren6@gmail.com" userId="S::urn:spo:guest#evielauren6@gmail.com::" providerId="AD" clId="Web-{EF2BBDAA-BBB2-4F97-A47B-A2827FD940D6}" dt="2024-01-10T14:32:07.370" v="251"/>
        <pc:sldMkLst>
          <pc:docMk/>
          <pc:sldMk cId="0" sldId="279"/>
        </pc:sldMkLst>
        <pc:spChg chg="add mod">
          <ac:chgData name="evielauren6@gmail.com" userId="S::urn:spo:guest#evielauren6@gmail.com::" providerId="AD" clId="Web-{EF2BBDAA-BBB2-4F97-A47B-A2827FD940D6}" dt="2024-01-10T14:32:07.370" v="251"/>
          <ac:spMkLst>
            <pc:docMk/>
            <pc:sldMk cId="0" sldId="279"/>
            <ac:spMk id="2" creationId="{7A988962-4B71-56DC-024B-E2A141B2FC71}"/>
          </ac:spMkLst>
        </pc:spChg>
      </pc:sldChg>
      <pc:sldChg chg="addSp modSp">
        <pc:chgData name="evielauren6@gmail.com" userId="S::urn:spo:guest#evielauren6@gmail.com::" providerId="AD" clId="Web-{EF2BBDAA-BBB2-4F97-A47B-A2827FD940D6}" dt="2024-01-10T14:32:07.370" v="251"/>
        <pc:sldMkLst>
          <pc:docMk/>
          <pc:sldMk cId="0" sldId="280"/>
        </pc:sldMkLst>
        <pc:spChg chg="add mod">
          <ac:chgData name="evielauren6@gmail.com" userId="S::urn:spo:guest#evielauren6@gmail.com::" providerId="AD" clId="Web-{EF2BBDAA-BBB2-4F97-A47B-A2827FD940D6}" dt="2024-01-10T14:32:07.370" v="251"/>
          <ac:spMkLst>
            <pc:docMk/>
            <pc:sldMk cId="0" sldId="280"/>
            <ac:spMk id="2" creationId="{B2C8BC0A-C15C-7B44-E031-C823A7BDB781}"/>
          </ac:spMkLst>
        </pc:spChg>
      </pc:sldChg>
      <pc:sldChg chg="addSp modSp">
        <pc:chgData name="evielauren6@gmail.com" userId="S::urn:spo:guest#evielauren6@gmail.com::" providerId="AD" clId="Web-{EF2BBDAA-BBB2-4F97-A47B-A2827FD940D6}" dt="2024-01-10T14:32:07.370" v="251"/>
        <pc:sldMkLst>
          <pc:docMk/>
          <pc:sldMk cId="0" sldId="281"/>
        </pc:sldMkLst>
        <pc:spChg chg="add mod">
          <ac:chgData name="evielauren6@gmail.com" userId="S::urn:spo:guest#evielauren6@gmail.com::" providerId="AD" clId="Web-{EF2BBDAA-BBB2-4F97-A47B-A2827FD940D6}" dt="2024-01-10T14:32:07.370" v="251"/>
          <ac:spMkLst>
            <pc:docMk/>
            <pc:sldMk cId="0" sldId="281"/>
            <ac:spMk id="2" creationId="{DED7D8BF-0092-97A0-DF9D-CCAB3252C286}"/>
          </ac:spMkLst>
        </pc:spChg>
      </pc:sldChg>
      <pc:sldChg chg="addSp modSp">
        <pc:chgData name="evielauren6@gmail.com" userId="S::urn:spo:guest#evielauren6@gmail.com::" providerId="AD" clId="Web-{EF2BBDAA-BBB2-4F97-A47B-A2827FD940D6}" dt="2024-01-10T14:32:07.370" v="251"/>
        <pc:sldMkLst>
          <pc:docMk/>
          <pc:sldMk cId="0" sldId="282"/>
        </pc:sldMkLst>
        <pc:spChg chg="add mod">
          <ac:chgData name="evielauren6@gmail.com" userId="S::urn:spo:guest#evielauren6@gmail.com::" providerId="AD" clId="Web-{EF2BBDAA-BBB2-4F97-A47B-A2827FD940D6}" dt="2024-01-10T14:32:07.370" v="251"/>
          <ac:spMkLst>
            <pc:docMk/>
            <pc:sldMk cId="0" sldId="282"/>
            <ac:spMk id="2" creationId="{536E44F4-6189-043D-686F-C7449A8872DE}"/>
          </ac:spMkLst>
        </pc:spChg>
      </pc:sldChg>
      <pc:sldChg chg="addSp modSp">
        <pc:chgData name="evielauren6@gmail.com" userId="S::urn:spo:guest#evielauren6@gmail.com::" providerId="AD" clId="Web-{EF2BBDAA-BBB2-4F97-A47B-A2827FD940D6}" dt="2024-01-10T14:32:07.370" v="251"/>
        <pc:sldMkLst>
          <pc:docMk/>
          <pc:sldMk cId="0" sldId="283"/>
        </pc:sldMkLst>
        <pc:spChg chg="add mod">
          <ac:chgData name="evielauren6@gmail.com" userId="S::urn:spo:guest#evielauren6@gmail.com::" providerId="AD" clId="Web-{EF2BBDAA-BBB2-4F97-A47B-A2827FD940D6}" dt="2024-01-10T14:32:07.370" v="251"/>
          <ac:spMkLst>
            <pc:docMk/>
            <pc:sldMk cId="0" sldId="283"/>
            <ac:spMk id="2" creationId="{F97CEC24-6A3E-737F-1C6D-FDAF276AEB87}"/>
          </ac:spMkLst>
        </pc:spChg>
      </pc:sldChg>
      <pc:sldChg chg="del">
        <pc:chgData name="evielauren6@gmail.com" userId="S::urn:spo:guest#evielauren6@gmail.com::" providerId="AD" clId="Web-{EF2BBDAA-BBB2-4F97-A47B-A2827FD940D6}" dt="2024-01-10T11:16:22.523" v="3"/>
        <pc:sldMkLst>
          <pc:docMk/>
          <pc:sldMk cId="323786786" sldId="284"/>
        </pc:sldMkLst>
      </pc:sldChg>
      <pc:sldChg chg="new del">
        <pc:chgData name="evielauren6@gmail.com" userId="S::urn:spo:guest#evielauren6@gmail.com::" providerId="AD" clId="Web-{EF2BBDAA-BBB2-4F97-A47B-A2827FD940D6}" dt="2024-01-10T14:40:04.387" v="272"/>
        <pc:sldMkLst>
          <pc:docMk/>
          <pc:sldMk cId="3182010692" sldId="284"/>
        </pc:sldMkLst>
      </pc:sldChg>
      <pc:sldChg chg="modSp new">
        <pc:chgData name="evielauren6@gmail.com" userId="S::urn:spo:guest#evielauren6@gmail.com::" providerId="AD" clId="Web-{EF2BBDAA-BBB2-4F97-A47B-A2827FD940D6}" dt="2024-01-10T16:04:14.220" v="522" actId="20577"/>
        <pc:sldMkLst>
          <pc:docMk/>
          <pc:sldMk cId="2266757041" sldId="285"/>
        </pc:sldMkLst>
        <pc:spChg chg="mod">
          <ac:chgData name="evielauren6@gmail.com" userId="S::urn:spo:guest#evielauren6@gmail.com::" providerId="AD" clId="Web-{EF2BBDAA-BBB2-4F97-A47B-A2827FD940D6}" dt="2024-01-10T14:40:00.824" v="271" actId="20577"/>
          <ac:spMkLst>
            <pc:docMk/>
            <pc:sldMk cId="2266757041" sldId="285"/>
            <ac:spMk id="2" creationId="{97235A1E-04A4-85AE-711C-18CDDC5DC862}"/>
          </ac:spMkLst>
        </pc:spChg>
        <pc:spChg chg="mod">
          <ac:chgData name="evielauren6@gmail.com" userId="S::urn:spo:guest#evielauren6@gmail.com::" providerId="AD" clId="Web-{EF2BBDAA-BBB2-4F97-A47B-A2827FD940D6}" dt="2024-01-10T16:04:14.220" v="522" actId="20577"/>
          <ac:spMkLst>
            <pc:docMk/>
            <pc:sldMk cId="2266757041" sldId="285"/>
            <ac:spMk id="3" creationId="{9AB29CDF-40C2-F858-A1F7-99175CC9BDB6}"/>
          </ac:spMkLst>
        </pc:spChg>
      </pc:sldChg>
      <pc:sldMasterChg chg="mod modSldLayout">
        <pc:chgData name="evielauren6@gmail.com" userId="S::urn:spo:guest#evielauren6@gmail.com::" providerId="AD" clId="Web-{EF2BBDAA-BBB2-4F97-A47B-A2827FD940D6}" dt="2024-01-10T14:32:11.870" v="253"/>
        <pc:sldMasterMkLst>
          <pc:docMk/>
          <pc:sldMasterMk cId="0" sldId="2147483659"/>
        </pc:sldMasterMkLst>
        <pc:sldLayoutChg chg="mod">
          <pc:chgData name="evielauren6@gmail.com" userId="S::urn:spo:guest#evielauren6@gmail.com::" providerId="AD" clId="Web-{EF2BBDAA-BBB2-4F97-A47B-A2827FD940D6}" dt="2024-01-10T14:32:11.870" v="253"/>
          <pc:sldLayoutMkLst>
            <pc:docMk/>
            <pc:sldMasterMk cId="0" sldId="2147483659"/>
            <pc:sldLayoutMk cId="0" sldId="2147483648"/>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49"/>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0"/>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1"/>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2"/>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3"/>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4"/>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5"/>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6"/>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7"/>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8"/>
          </pc:sldLayoutMkLst>
        </pc:sldLayoutChg>
      </pc:sldMasterChg>
    </pc:docChg>
  </pc:docChgLst>
  <pc:docChgLst>
    <pc:chgData name="evielauren6@gmail.com" userId="S::urn:spo:guest#evielauren6@gmail.com::" providerId="AD" clId="Web-{FD1CC9D5-C8B0-F5C9-C06B-1D8D7913E33E}"/>
    <pc:docChg chg="modSld sldOrd">
      <pc:chgData name="evielauren6@gmail.com" userId="S::urn:spo:guest#evielauren6@gmail.com::" providerId="AD" clId="Web-{FD1CC9D5-C8B0-F5C9-C06B-1D8D7913E33E}" dt="2024-01-11T16:40:05.542" v="35" actId="20577"/>
      <pc:docMkLst>
        <pc:docMk/>
      </pc:docMkLst>
      <pc:sldChg chg="modSp">
        <pc:chgData name="evielauren6@gmail.com" userId="S::urn:spo:guest#evielauren6@gmail.com::" providerId="AD" clId="Web-{FD1CC9D5-C8B0-F5C9-C06B-1D8D7913E33E}" dt="2024-01-11T16:35:43.691" v="0" actId="20577"/>
        <pc:sldMkLst>
          <pc:docMk/>
          <pc:sldMk cId="0" sldId="256"/>
        </pc:sldMkLst>
        <pc:spChg chg="mod">
          <ac:chgData name="evielauren6@gmail.com" userId="S::urn:spo:guest#evielauren6@gmail.com::" providerId="AD" clId="Web-{FD1CC9D5-C8B0-F5C9-C06B-1D8D7913E33E}" dt="2024-01-11T16:35:43.691" v="0" actId="20577"/>
          <ac:spMkLst>
            <pc:docMk/>
            <pc:sldMk cId="0" sldId="256"/>
            <ac:spMk id="64" creationId="{00000000-0000-0000-0000-000000000000}"/>
          </ac:spMkLst>
        </pc:spChg>
      </pc:sldChg>
      <pc:sldChg chg="ord">
        <pc:chgData name="evielauren6@gmail.com" userId="S::urn:spo:guest#evielauren6@gmail.com::" providerId="AD" clId="Web-{FD1CC9D5-C8B0-F5C9-C06B-1D8D7913E33E}" dt="2024-01-11T16:35:45.550" v="1"/>
        <pc:sldMkLst>
          <pc:docMk/>
          <pc:sldMk cId="0" sldId="257"/>
        </pc:sldMkLst>
      </pc:sldChg>
      <pc:sldChg chg="modSp">
        <pc:chgData name="evielauren6@gmail.com" userId="S::urn:spo:guest#evielauren6@gmail.com::" providerId="AD" clId="Web-{FD1CC9D5-C8B0-F5C9-C06B-1D8D7913E33E}" dt="2024-01-11T16:36:09.566" v="5" actId="20577"/>
        <pc:sldMkLst>
          <pc:docMk/>
          <pc:sldMk cId="0" sldId="259"/>
        </pc:sldMkLst>
        <pc:spChg chg="mod">
          <ac:chgData name="evielauren6@gmail.com" userId="S::urn:spo:guest#evielauren6@gmail.com::" providerId="AD" clId="Web-{FD1CC9D5-C8B0-F5C9-C06B-1D8D7913E33E}" dt="2024-01-11T16:36:09.566" v="5" actId="20577"/>
          <ac:spMkLst>
            <pc:docMk/>
            <pc:sldMk cId="0" sldId="259"/>
            <ac:spMk id="96" creationId="{00000000-0000-0000-0000-000000000000}"/>
          </ac:spMkLst>
        </pc:spChg>
      </pc:sldChg>
      <pc:sldChg chg="modSp">
        <pc:chgData name="evielauren6@gmail.com" userId="S::urn:spo:guest#evielauren6@gmail.com::" providerId="AD" clId="Web-{FD1CC9D5-C8B0-F5C9-C06B-1D8D7913E33E}" dt="2024-01-11T16:36:34.567" v="6" actId="20577"/>
        <pc:sldMkLst>
          <pc:docMk/>
          <pc:sldMk cId="0" sldId="261"/>
        </pc:sldMkLst>
        <pc:spChg chg="mod">
          <ac:chgData name="evielauren6@gmail.com" userId="S::urn:spo:guest#evielauren6@gmail.com::" providerId="AD" clId="Web-{FD1CC9D5-C8B0-F5C9-C06B-1D8D7913E33E}" dt="2024-01-11T16:36:34.567" v="6" actId="20577"/>
          <ac:spMkLst>
            <pc:docMk/>
            <pc:sldMk cId="0" sldId="261"/>
            <ac:spMk id="129" creationId="{00000000-0000-0000-0000-000000000000}"/>
          </ac:spMkLst>
        </pc:spChg>
      </pc:sldChg>
      <pc:sldChg chg="modSp">
        <pc:chgData name="evielauren6@gmail.com" userId="S::urn:spo:guest#evielauren6@gmail.com::" providerId="AD" clId="Web-{FD1CC9D5-C8B0-F5C9-C06B-1D8D7913E33E}" dt="2024-01-11T16:39:26.306" v="33" actId="20577"/>
        <pc:sldMkLst>
          <pc:docMk/>
          <pc:sldMk cId="0" sldId="263"/>
        </pc:sldMkLst>
        <pc:spChg chg="mod">
          <ac:chgData name="evielauren6@gmail.com" userId="S::urn:spo:guest#evielauren6@gmail.com::" providerId="AD" clId="Web-{FD1CC9D5-C8B0-F5C9-C06B-1D8D7913E33E}" dt="2024-01-11T16:39:26.306" v="33" actId="20577"/>
          <ac:spMkLst>
            <pc:docMk/>
            <pc:sldMk cId="0" sldId="263"/>
            <ac:spMk id="153" creationId="{00000000-0000-0000-0000-000000000000}"/>
          </ac:spMkLst>
        </pc:spChg>
      </pc:sldChg>
      <pc:sldChg chg="ord">
        <pc:chgData name="evielauren6@gmail.com" userId="S::urn:spo:guest#evielauren6@gmail.com::" providerId="AD" clId="Web-{FD1CC9D5-C8B0-F5C9-C06B-1D8D7913E33E}" dt="2024-01-11T16:38:27.742" v="11"/>
        <pc:sldMkLst>
          <pc:docMk/>
          <pc:sldMk cId="0" sldId="265"/>
        </pc:sldMkLst>
      </pc:sldChg>
      <pc:sldChg chg="ord">
        <pc:chgData name="evielauren6@gmail.com" userId="S::urn:spo:guest#evielauren6@gmail.com::" providerId="AD" clId="Web-{FD1CC9D5-C8B0-F5C9-C06B-1D8D7913E33E}" dt="2024-01-11T16:38:05.804" v="10"/>
        <pc:sldMkLst>
          <pc:docMk/>
          <pc:sldMk cId="0" sldId="266"/>
        </pc:sldMkLst>
      </pc:sldChg>
      <pc:sldChg chg="modSp">
        <pc:chgData name="evielauren6@gmail.com" userId="S::urn:spo:guest#evielauren6@gmail.com::" providerId="AD" clId="Web-{FD1CC9D5-C8B0-F5C9-C06B-1D8D7913E33E}" dt="2024-01-11T16:40:05.542" v="35" actId="20577"/>
        <pc:sldMkLst>
          <pc:docMk/>
          <pc:sldMk cId="0" sldId="277"/>
        </pc:sldMkLst>
        <pc:spChg chg="mod">
          <ac:chgData name="evielauren6@gmail.com" userId="S::urn:spo:guest#evielauren6@gmail.com::" providerId="AD" clId="Web-{FD1CC9D5-C8B0-F5C9-C06B-1D8D7913E33E}" dt="2024-01-11T16:40:05.542" v="35" actId="20577"/>
          <ac:spMkLst>
            <pc:docMk/>
            <pc:sldMk cId="0" sldId="277"/>
            <ac:spMk id="327" creationId="{00000000-0000-0000-0000-000000000000}"/>
          </ac:spMkLst>
        </pc:spChg>
      </pc:sldChg>
    </pc:docChg>
  </pc:docChgLst>
  <pc:docChgLst>
    <pc:chgData name="evielauren6@gmail.com" userId="S::urn:spo:guest#evielauren6@gmail.com::" providerId="AD" clId="Web-{78F9CB89-C696-B8B1-F962-DAF39FE0C14C}"/>
    <pc:docChg chg="modSld">
      <pc:chgData name="evielauren6@gmail.com" userId="S::urn:spo:guest#evielauren6@gmail.com::" providerId="AD" clId="Web-{78F9CB89-C696-B8B1-F962-DAF39FE0C14C}" dt="2024-01-10T14:00:09.113" v="506" actId="14100"/>
      <pc:docMkLst>
        <pc:docMk/>
      </pc:docMkLst>
      <pc:sldChg chg="modSp">
        <pc:chgData name="evielauren6@gmail.com" userId="S::urn:spo:guest#evielauren6@gmail.com::" providerId="AD" clId="Web-{78F9CB89-C696-B8B1-F962-DAF39FE0C14C}" dt="2024-01-10T13:24:28.343" v="2" actId="20577"/>
        <pc:sldMkLst>
          <pc:docMk/>
          <pc:sldMk cId="0" sldId="256"/>
        </pc:sldMkLst>
        <pc:spChg chg="mod">
          <ac:chgData name="evielauren6@gmail.com" userId="S::urn:spo:guest#evielauren6@gmail.com::" providerId="AD" clId="Web-{78F9CB89-C696-B8B1-F962-DAF39FE0C14C}" dt="2024-01-10T13:24:28.343" v="2" actId="20577"/>
          <ac:spMkLst>
            <pc:docMk/>
            <pc:sldMk cId="0" sldId="256"/>
            <ac:spMk id="64" creationId="{00000000-0000-0000-0000-000000000000}"/>
          </ac:spMkLst>
        </pc:spChg>
      </pc:sldChg>
      <pc:sldChg chg="modSp">
        <pc:chgData name="evielauren6@gmail.com" userId="S::urn:spo:guest#evielauren6@gmail.com::" providerId="AD" clId="Web-{78F9CB89-C696-B8B1-F962-DAF39FE0C14C}" dt="2024-01-10T13:38:47.029" v="137" actId="1076"/>
        <pc:sldMkLst>
          <pc:docMk/>
          <pc:sldMk cId="0" sldId="259"/>
        </pc:sldMkLst>
        <pc:spChg chg="mod">
          <ac:chgData name="evielauren6@gmail.com" userId="S::urn:spo:guest#evielauren6@gmail.com::" providerId="AD" clId="Web-{78F9CB89-C696-B8B1-F962-DAF39FE0C14C}" dt="2024-01-10T13:38:47.029" v="137" actId="1076"/>
          <ac:spMkLst>
            <pc:docMk/>
            <pc:sldMk cId="0" sldId="259"/>
            <ac:spMk id="96" creationId="{00000000-0000-0000-0000-000000000000}"/>
          </ac:spMkLst>
        </pc:spChg>
      </pc:sldChg>
      <pc:sldChg chg="addSp modSp">
        <pc:chgData name="evielauren6@gmail.com" userId="S::urn:spo:guest#evielauren6@gmail.com::" providerId="AD" clId="Web-{78F9CB89-C696-B8B1-F962-DAF39FE0C14C}" dt="2024-01-10T13:42:09.040" v="158" actId="20577"/>
        <pc:sldMkLst>
          <pc:docMk/>
          <pc:sldMk cId="0" sldId="261"/>
        </pc:sldMkLst>
        <pc:spChg chg="add mod">
          <ac:chgData name="evielauren6@gmail.com" userId="S::urn:spo:guest#evielauren6@gmail.com::" providerId="AD" clId="Web-{78F9CB89-C696-B8B1-F962-DAF39FE0C14C}" dt="2024-01-10T13:42:09.040" v="158" actId="20577"/>
          <ac:spMkLst>
            <pc:docMk/>
            <pc:sldMk cId="0" sldId="261"/>
            <ac:spMk id="2" creationId="{CFCDF560-A9B0-5528-1F91-50DA270FADF7}"/>
          </ac:spMkLst>
        </pc:spChg>
        <pc:spChg chg="mod">
          <ac:chgData name="evielauren6@gmail.com" userId="S::urn:spo:guest#evielauren6@gmail.com::" providerId="AD" clId="Web-{78F9CB89-C696-B8B1-F962-DAF39FE0C14C}" dt="2024-01-10T13:41:15.600" v="152" actId="20577"/>
          <ac:spMkLst>
            <pc:docMk/>
            <pc:sldMk cId="0" sldId="261"/>
            <ac:spMk id="129" creationId="{00000000-0000-0000-0000-000000000000}"/>
          </ac:spMkLst>
        </pc:spChg>
        <pc:spChg chg="mod">
          <ac:chgData name="evielauren6@gmail.com" userId="S::urn:spo:guest#evielauren6@gmail.com::" providerId="AD" clId="Web-{78F9CB89-C696-B8B1-F962-DAF39FE0C14C}" dt="2024-01-10T13:41:26.084" v="153" actId="20577"/>
          <ac:spMkLst>
            <pc:docMk/>
            <pc:sldMk cId="0" sldId="261"/>
            <ac:spMk id="130" creationId="{00000000-0000-0000-0000-000000000000}"/>
          </ac:spMkLst>
        </pc:spChg>
      </pc:sldChg>
      <pc:sldChg chg="modSp">
        <pc:chgData name="evielauren6@gmail.com" userId="S::urn:spo:guest#evielauren6@gmail.com::" providerId="AD" clId="Web-{78F9CB89-C696-B8B1-F962-DAF39FE0C14C}" dt="2024-01-10T13:42:34.791" v="160" actId="20577"/>
        <pc:sldMkLst>
          <pc:docMk/>
          <pc:sldMk cId="0" sldId="262"/>
        </pc:sldMkLst>
        <pc:spChg chg="mod">
          <ac:chgData name="evielauren6@gmail.com" userId="S::urn:spo:guest#evielauren6@gmail.com::" providerId="AD" clId="Web-{78F9CB89-C696-B8B1-F962-DAF39FE0C14C}" dt="2024-01-10T13:42:30.025" v="159" actId="20577"/>
          <ac:spMkLst>
            <pc:docMk/>
            <pc:sldMk cId="0" sldId="262"/>
            <ac:spMk id="147" creationId="{00000000-0000-0000-0000-000000000000}"/>
          </ac:spMkLst>
        </pc:spChg>
        <pc:spChg chg="mod">
          <ac:chgData name="evielauren6@gmail.com" userId="S::urn:spo:guest#evielauren6@gmail.com::" providerId="AD" clId="Web-{78F9CB89-C696-B8B1-F962-DAF39FE0C14C}" dt="2024-01-10T13:42:34.791" v="160" actId="20577"/>
          <ac:spMkLst>
            <pc:docMk/>
            <pc:sldMk cId="0" sldId="262"/>
            <ac:spMk id="148" creationId="{00000000-0000-0000-0000-000000000000}"/>
          </ac:spMkLst>
        </pc:spChg>
      </pc:sldChg>
      <pc:sldChg chg="modSp">
        <pc:chgData name="evielauren6@gmail.com" userId="S::urn:spo:guest#evielauren6@gmail.com::" providerId="AD" clId="Web-{78F9CB89-C696-B8B1-F962-DAF39FE0C14C}" dt="2024-01-10T13:43:27.216" v="162" actId="20577"/>
        <pc:sldMkLst>
          <pc:docMk/>
          <pc:sldMk cId="0" sldId="264"/>
        </pc:sldMkLst>
        <pc:spChg chg="mod">
          <ac:chgData name="evielauren6@gmail.com" userId="S::urn:spo:guest#evielauren6@gmail.com::" providerId="AD" clId="Web-{78F9CB89-C696-B8B1-F962-DAF39FE0C14C}" dt="2024-01-10T13:43:27.216" v="162" actId="20577"/>
          <ac:spMkLst>
            <pc:docMk/>
            <pc:sldMk cId="0" sldId="264"/>
            <ac:spMk id="160" creationId="{00000000-0000-0000-0000-000000000000}"/>
          </ac:spMkLst>
        </pc:spChg>
      </pc:sldChg>
      <pc:sldChg chg="modSp">
        <pc:chgData name="evielauren6@gmail.com" userId="S::urn:spo:guest#evielauren6@gmail.com::" providerId="AD" clId="Web-{78F9CB89-C696-B8B1-F962-DAF39FE0C14C}" dt="2024-01-10T13:43:46.529" v="169" actId="20577"/>
        <pc:sldMkLst>
          <pc:docMk/>
          <pc:sldMk cId="0" sldId="265"/>
        </pc:sldMkLst>
        <pc:spChg chg="mod">
          <ac:chgData name="evielauren6@gmail.com" userId="S::urn:spo:guest#evielauren6@gmail.com::" providerId="AD" clId="Web-{78F9CB89-C696-B8B1-F962-DAF39FE0C14C}" dt="2024-01-10T13:43:46.529" v="169" actId="20577"/>
          <ac:spMkLst>
            <pc:docMk/>
            <pc:sldMk cId="0" sldId="265"/>
            <ac:spMk id="176" creationId="{00000000-0000-0000-0000-000000000000}"/>
          </ac:spMkLst>
        </pc:spChg>
        <pc:spChg chg="mod">
          <ac:chgData name="evielauren6@gmail.com" userId="S::urn:spo:guest#evielauren6@gmail.com::" providerId="AD" clId="Web-{78F9CB89-C696-B8B1-F962-DAF39FE0C14C}" dt="2024-01-10T13:35:18.846" v="115" actId="20577"/>
          <ac:spMkLst>
            <pc:docMk/>
            <pc:sldMk cId="0" sldId="265"/>
            <ac:spMk id="177" creationId="{00000000-0000-0000-0000-000000000000}"/>
          </ac:spMkLst>
        </pc:spChg>
        <pc:spChg chg="mod">
          <ac:chgData name="evielauren6@gmail.com" userId="S::urn:spo:guest#evielauren6@gmail.com::" providerId="AD" clId="Web-{78F9CB89-C696-B8B1-F962-DAF39FE0C14C}" dt="2024-01-10T13:32:18.993" v="92" actId="20577"/>
          <ac:spMkLst>
            <pc:docMk/>
            <pc:sldMk cId="0" sldId="265"/>
            <ac:spMk id="181" creationId="{00000000-0000-0000-0000-000000000000}"/>
          </ac:spMkLst>
        </pc:spChg>
        <pc:spChg chg="mod">
          <ac:chgData name="evielauren6@gmail.com" userId="S::urn:spo:guest#evielauren6@gmail.com::" providerId="AD" clId="Web-{78F9CB89-C696-B8B1-F962-DAF39FE0C14C}" dt="2024-01-10T13:31:59.023" v="90" actId="14100"/>
          <ac:spMkLst>
            <pc:docMk/>
            <pc:sldMk cId="0" sldId="265"/>
            <ac:spMk id="185" creationId="{00000000-0000-0000-0000-000000000000}"/>
          </ac:spMkLst>
        </pc:spChg>
      </pc:sldChg>
      <pc:sldChg chg="addSp delSp modSp">
        <pc:chgData name="evielauren6@gmail.com" userId="S::urn:spo:guest#evielauren6@gmail.com::" providerId="AD" clId="Web-{78F9CB89-C696-B8B1-F962-DAF39FE0C14C}" dt="2024-01-10T13:44:02.249" v="175" actId="1076"/>
        <pc:sldMkLst>
          <pc:docMk/>
          <pc:sldMk cId="0" sldId="266"/>
        </pc:sldMkLst>
        <pc:spChg chg="add mod">
          <ac:chgData name="evielauren6@gmail.com" userId="S::urn:spo:guest#evielauren6@gmail.com::" providerId="AD" clId="Web-{78F9CB89-C696-B8B1-F962-DAF39FE0C14C}" dt="2024-01-10T13:37:39.916" v="135" actId="20577"/>
          <ac:spMkLst>
            <pc:docMk/>
            <pc:sldMk cId="0" sldId="266"/>
            <ac:spMk id="3" creationId="{06DFEB63-CED6-89E3-921A-0B094ADB282A}"/>
          </ac:spMkLst>
        </pc:spChg>
        <pc:spChg chg="mod">
          <ac:chgData name="evielauren6@gmail.com" userId="S::urn:spo:guest#evielauren6@gmail.com::" providerId="AD" clId="Web-{78F9CB89-C696-B8B1-F962-DAF39FE0C14C}" dt="2024-01-10T13:43:53.920" v="174" actId="20577"/>
          <ac:spMkLst>
            <pc:docMk/>
            <pc:sldMk cId="0" sldId="266"/>
            <ac:spMk id="193" creationId="{00000000-0000-0000-0000-000000000000}"/>
          </ac:spMkLst>
        </pc:spChg>
        <pc:spChg chg="mod">
          <ac:chgData name="evielauren6@gmail.com" userId="S::urn:spo:guest#evielauren6@gmail.com::" providerId="AD" clId="Web-{78F9CB89-C696-B8B1-F962-DAF39FE0C14C}" dt="2024-01-10T13:44:02.249" v="175" actId="1076"/>
          <ac:spMkLst>
            <pc:docMk/>
            <pc:sldMk cId="0" sldId="266"/>
            <ac:spMk id="194" creationId="{00000000-0000-0000-0000-000000000000}"/>
          </ac:spMkLst>
        </pc:spChg>
        <pc:spChg chg="del mod">
          <ac:chgData name="evielauren6@gmail.com" userId="S::urn:spo:guest#evielauren6@gmail.com::" providerId="AD" clId="Web-{78F9CB89-C696-B8B1-F962-DAF39FE0C14C}" dt="2024-01-10T13:37:34.869" v="132"/>
          <ac:spMkLst>
            <pc:docMk/>
            <pc:sldMk cId="0" sldId="266"/>
            <ac:spMk id="202" creationId="{00000000-0000-0000-0000-000000000000}"/>
          </ac:spMkLst>
        </pc:spChg>
      </pc:sldChg>
      <pc:sldChg chg="modSp">
        <pc:chgData name="evielauren6@gmail.com" userId="S::urn:spo:guest#evielauren6@gmail.com::" providerId="AD" clId="Web-{78F9CB89-C696-B8B1-F962-DAF39FE0C14C}" dt="2024-01-10T13:45:29.207" v="197" actId="20577"/>
        <pc:sldMkLst>
          <pc:docMk/>
          <pc:sldMk cId="0" sldId="267"/>
        </pc:sldMkLst>
        <pc:spChg chg="mod">
          <ac:chgData name="evielauren6@gmail.com" userId="S::urn:spo:guest#evielauren6@gmail.com::" providerId="AD" clId="Web-{78F9CB89-C696-B8B1-F962-DAF39FE0C14C}" dt="2024-01-10T13:44:39.298" v="185" actId="20577"/>
          <ac:spMkLst>
            <pc:docMk/>
            <pc:sldMk cId="0" sldId="267"/>
            <ac:spMk id="207" creationId="{00000000-0000-0000-0000-000000000000}"/>
          </ac:spMkLst>
        </pc:spChg>
        <pc:spChg chg="mod">
          <ac:chgData name="evielauren6@gmail.com" userId="S::urn:spo:guest#evielauren6@gmail.com::" providerId="AD" clId="Web-{78F9CB89-C696-B8B1-F962-DAF39FE0C14C}" dt="2024-01-10T13:45:29.207" v="197" actId="20577"/>
          <ac:spMkLst>
            <pc:docMk/>
            <pc:sldMk cId="0" sldId="267"/>
            <ac:spMk id="208" creationId="{00000000-0000-0000-0000-000000000000}"/>
          </ac:spMkLst>
        </pc:spChg>
      </pc:sldChg>
      <pc:sldChg chg="modSp">
        <pc:chgData name="evielauren6@gmail.com" userId="S::urn:spo:guest#evielauren6@gmail.com::" providerId="AD" clId="Web-{78F9CB89-C696-B8B1-F962-DAF39FE0C14C}" dt="2024-01-10T13:48:07.528" v="243" actId="20577"/>
        <pc:sldMkLst>
          <pc:docMk/>
          <pc:sldMk cId="0" sldId="269"/>
        </pc:sldMkLst>
        <pc:spChg chg="mod">
          <ac:chgData name="evielauren6@gmail.com" userId="S::urn:spo:guest#evielauren6@gmail.com::" providerId="AD" clId="Web-{78F9CB89-C696-B8B1-F962-DAF39FE0C14C}" dt="2024-01-10T13:47:36.667" v="226" actId="1076"/>
          <ac:spMkLst>
            <pc:docMk/>
            <pc:sldMk cId="0" sldId="269"/>
            <ac:spMk id="229" creationId="{00000000-0000-0000-0000-000000000000}"/>
          </ac:spMkLst>
        </pc:spChg>
        <pc:spChg chg="mod">
          <ac:chgData name="evielauren6@gmail.com" userId="S::urn:spo:guest#evielauren6@gmail.com::" providerId="AD" clId="Web-{78F9CB89-C696-B8B1-F962-DAF39FE0C14C}" dt="2024-01-10T13:48:07.528" v="243" actId="20577"/>
          <ac:spMkLst>
            <pc:docMk/>
            <pc:sldMk cId="0" sldId="269"/>
            <ac:spMk id="234" creationId="{00000000-0000-0000-0000-000000000000}"/>
          </ac:spMkLst>
        </pc:spChg>
        <pc:spChg chg="mod">
          <ac:chgData name="evielauren6@gmail.com" userId="S::urn:spo:guest#evielauren6@gmail.com::" providerId="AD" clId="Web-{78F9CB89-C696-B8B1-F962-DAF39FE0C14C}" dt="2024-01-10T13:46:21.459" v="199" actId="20577"/>
          <ac:spMkLst>
            <pc:docMk/>
            <pc:sldMk cId="0" sldId="269"/>
            <ac:spMk id="237" creationId="{00000000-0000-0000-0000-000000000000}"/>
          </ac:spMkLst>
        </pc:spChg>
      </pc:sldChg>
      <pc:sldChg chg="addSp delSp modSp">
        <pc:chgData name="evielauren6@gmail.com" userId="S::urn:spo:guest#evielauren6@gmail.com::" providerId="AD" clId="Web-{78F9CB89-C696-B8B1-F962-DAF39FE0C14C}" dt="2024-01-10T13:48:50.983" v="262"/>
        <pc:sldMkLst>
          <pc:docMk/>
          <pc:sldMk cId="0" sldId="270"/>
        </pc:sldMkLst>
        <pc:spChg chg="add del mod">
          <ac:chgData name="evielauren6@gmail.com" userId="S::urn:spo:guest#evielauren6@gmail.com::" providerId="AD" clId="Web-{78F9CB89-C696-B8B1-F962-DAF39FE0C14C}" dt="2024-01-10T13:48:50.983" v="262"/>
          <ac:spMkLst>
            <pc:docMk/>
            <pc:sldMk cId="0" sldId="270"/>
            <ac:spMk id="3" creationId="{C4F5E583-DFB7-E1DD-4501-FEC0EE9E887D}"/>
          </ac:spMkLst>
        </pc:spChg>
        <pc:spChg chg="mod">
          <ac:chgData name="evielauren6@gmail.com" userId="S::urn:spo:guest#evielauren6@gmail.com::" providerId="AD" clId="Web-{78F9CB89-C696-B8B1-F962-DAF39FE0C14C}" dt="2024-01-10T13:48:37.639" v="259" actId="20577"/>
          <ac:spMkLst>
            <pc:docMk/>
            <pc:sldMk cId="0" sldId="270"/>
            <ac:spMk id="245" creationId="{00000000-0000-0000-0000-000000000000}"/>
          </ac:spMkLst>
        </pc:spChg>
        <pc:spChg chg="del">
          <ac:chgData name="evielauren6@gmail.com" userId="S::urn:spo:guest#evielauren6@gmail.com::" providerId="AD" clId="Web-{78F9CB89-C696-B8B1-F962-DAF39FE0C14C}" dt="2024-01-10T13:48:39.639" v="260"/>
          <ac:spMkLst>
            <pc:docMk/>
            <pc:sldMk cId="0" sldId="270"/>
            <ac:spMk id="246" creationId="{00000000-0000-0000-0000-000000000000}"/>
          </ac:spMkLst>
        </pc:spChg>
        <pc:spChg chg="mod">
          <ac:chgData name="evielauren6@gmail.com" userId="S::urn:spo:guest#evielauren6@gmail.com::" providerId="AD" clId="Web-{78F9CB89-C696-B8B1-F962-DAF39FE0C14C}" dt="2024-01-10T13:48:42.858" v="261" actId="1076"/>
          <ac:spMkLst>
            <pc:docMk/>
            <pc:sldMk cId="0" sldId="270"/>
            <ac:spMk id="263" creationId="{00000000-0000-0000-0000-000000000000}"/>
          </ac:spMkLst>
        </pc:spChg>
      </pc:sldChg>
      <pc:sldChg chg="modSp">
        <pc:chgData name="evielauren6@gmail.com" userId="S::urn:spo:guest#evielauren6@gmail.com::" providerId="AD" clId="Web-{78F9CB89-C696-B8B1-F962-DAF39FE0C14C}" dt="2024-01-10T13:49:48.720" v="264" actId="20577"/>
        <pc:sldMkLst>
          <pc:docMk/>
          <pc:sldMk cId="0" sldId="271"/>
        </pc:sldMkLst>
        <pc:spChg chg="mod">
          <ac:chgData name="evielauren6@gmail.com" userId="S::urn:spo:guest#evielauren6@gmail.com::" providerId="AD" clId="Web-{78F9CB89-C696-B8B1-F962-DAF39FE0C14C}" dt="2024-01-10T13:49:48.720" v="264" actId="20577"/>
          <ac:spMkLst>
            <pc:docMk/>
            <pc:sldMk cId="0" sldId="271"/>
            <ac:spMk id="271" creationId="{00000000-0000-0000-0000-000000000000}"/>
          </ac:spMkLst>
        </pc:spChg>
      </pc:sldChg>
      <pc:sldChg chg="modSp">
        <pc:chgData name="evielauren6@gmail.com" userId="S::urn:spo:guest#evielauren6@gmail.com::" providerId="AD" clId="Web-{78F9CB89-C696-B8B1-F962-DAF39FE0C14C}" dt="2024-01-10T13:50:53.646" v="275" actId="20577"/>
        <pc:sldMkLst>
          <pc:docMk/>
          <pc:sldMk cId="0" sldId="272"/>
        </pc:sldMkLst>
        <pc:spChg chg="mod">
          <ac:chgData name="evielauren6@gmail.com" userId="S::urn:spo:guest#evielauren6@gmail.com::" providerId="AD" clId="Web-{78F9CB89-C696-B8B1-F962-DAF39FE0C14C}" dt="2024-01-10T13:50:53.646" v="275" actId="20577"/>
          <ac:spMkLst>
            <pc:docMk/>
            <pc:sldMk cId="0" sldId="272"/>
            <ac:spMk id="278" creationId="{00000000-0000-0000-0000-000000000000}"/>
          </ac:spMkLst>
        </pc:spChg>
        <pc:spChg chg="mod">
          <ac:chgData name="evielauren6@gmail.com" userId="S::urn:spo:guest#evielauren6@gmail.com::" providerId="AD" clId="Web-{78F9CB89-C696-B8B1-F962-DAF39FE0C14C}" dt="2024-01-10T13:50:35.738" v="271" actId="1076"/>
          <ac:spMkLst>
            <pc:docMk/>
            <pc:sldMk cId="0" sldId="272"/>
            <ac:spMk id="280" creationId="{00000000-0000-0000-0000-000000000000}"/>
          </ac:spMkLst>
        </pc:spChg>
        <pc:spChg chg="mod">
          <ac:chgData name="evielauren6@gmail.com" userId="S::urn:spo:guest#evielauren6@gmail.com::" providerId="AD" clId="Web-{78F9CB89-C696-B8B1-F962-DAF39FE0C14C}" dt="2024-01-10T13:50:17.972" v="267" actId="1076"/>
          <ac:spMkLst>
            <pc:docMk/>
            <pc:sldMk cId="0" sldId="272"/>
            <ac:spMk id="281" creationId="{00000000-0000-0000-0000-000000000000}"/>
          </ac:spMkLst>
        </pc:spChg>
        <pc:spChg chg="mod">
          <ac:chgData name="evielauren6@gmail.com" userId="S::urn:spo:guest#evielauren6@gmail.com::" providerId="AD" clId="Web-{78F9CB89-C696-B8B1-F962-DAF39FE0C14C}" dt="2024-01-10T13:50:24.785" v="269" actId="1076"/>
          <ac:spMkLst>
            <pc:docMk/>
            <pc:sldMk cId="0" sldId="272"/>
            <ac:spMk id="282" creationId="{00000000-0000-0000-0000-000000000000}"/>
          </ac:spMkLst>
        </pc:spChg>
        <pc:spChg chg="mod">
          <ac:chgData name="evielauren6@gmail.com" userId="S::urn:spo:guest#evielauren6@gmail.com::" providerId="AD" clId="Web-{78F9CB89-C696-B8B1-F962-DAF39FE0C14C}" dt="2024-01-10T13:50:15.503" v="266" actId="1076"/>
          <ac:spMkLst>
            <pc:docMk/>
            <pc:sldMk cId="0" sldId="272"/>
            <ac:spMk id="283" creationId="{00000000-0000-0000-0000-000000000000}"/>
          </ac:spMkLst>
        </pc:spChg>
        <pc:spChg chg="mod">
          <ac:chgData name="evielauren6@gmail.com" userId="S::urn:spo:guest#evielauren6@gmail.com::" providerId="AD" clId="Web-{78F9CB89-C696-B8B1-F962-DAF39FE0C14C}" dt="2024-01-10T13:50:22.050" v="268" actId="1076"/>
          <ac:spMkLst>
            <pc:docMk/>
            <pc:sldMk cId="0" sldId="272"/>
            <ac:spMk id="284" creationId="{00000000-0000-0000-0000-000000000000}"/>
          </ac:spMkLst>
        </pc:spChg>
        <pc:spChg chg="mod">
          <ac:chgData name="evielauren6@gmail.com" userId="S::urn:spo:guest#evielauren6@gmail.com::" providerId="AD" clId="Web-{78F9CB89-C696-B8B1-F962-DAF39FE0C14C}" dt="2024-01-10T13:50:31.473" v="270" actId="1076"/>
          <ac:spMkLst>
            <pc:docMk/>
            <pc:sldMk cId="0" sldId="272"/>
            <ac:spMk id="285" creationId="{00000000-0000-0000-0000-000000000000}"/>
          </ac:spMkLst>
        </pc:spChg>
      </pc:sldChg>
      <pc:sldChg chg="modSp">
        <pc:chgData name="evielauren6@gmail.com" userId="S::urn:spo:guest#evielauren6@gmail.com::" providerId="AD" clId="Web-{78F9CB89-C696-B8B1-F962-DAF39FE0C14C}" dt="2024-01-10T13:54:56.612" v="355" actId="20577"/>
        <pc:sldMkLst>
          <pc:docMk/>
          <pc:sldMk cId="0" sldId="273"/>
        </pc:sldMkLst>
        <pc:spChg chg="mod">
          <ac:chgData name="evielauren6@gmail.com" userId="S::urn:spo:guest#evielauren6@gmail.com::" providerId="AD" clId="Web-{78F9CB89-C696-B8B1-F962-DAF39FE0C14C}" dt="2024-01-10T13:54:56.612" v="355" actId="20577"/>
          <ac:spMkLst>
            <pc:docMk/>
            <pc:sldMk cId="0" sldId="273"/>
            <ac:spMk id="291" creationId="{00000000-0000-0000-0000-000000000000}"/>
          </ac:spMkLst>
        </pc:spChg>
        <pc:spChg chg="mod ord">
          <ac:chgData name="evielauren6@gmail.com" userId="S::urn:spo:guest#evielauren6@gmail.com::" providerId="AD" clId="Web-{78F9CB89-C696-B8B1-F962-DAF39FE0C14C}" dt="2024-01-10T13:52:37.995" v="295" actId="1076"/>
          <ac:spMkLst>
            <pc:docMk/>
            <pc:sldMk cId="0" sldId="273"/>
            <ac:spMk id="292" creationId="{00000000-0000-0000-0000-000000000000}"/>
          </ac:spMkLst>
        </pc:spChg>
        <pc:spChg chg="mod">
          <ac:chgData name="evielauren6@gmail.com" userId="S::urn:spo:guest#evielauren6@gmail.com::" providerId="AD" clId="Web-{78F9CB89-C696-B8B1-F962-DAF39FE0C14C}" dt="2024-01-10T13:52:25.322" v="293" actId="1076"/>
          <ac:spMkLst>
            <pc:docMk/>
            <pc:sldMk cId="0" sldId="273"/>
            <ac:spMk id="294" creationId="{00000000-0000-0000-0000-000000000000}"/>
          </ac:spMkLst>
        </pc:spChg>
        <pc:spChg chg="mod">
          <ac:chgData name="evielauren6@gmail.com" userId="S::urn:spo:guest#evielauren6@gmail.com::" providerId="AD" clId="Web-{78F9CB89-C696-B8B1-F962-DAF39FE0C14C}" dt="2024-01-10T13:52:10.759" v="289" actId="1076"/>
          <ac:spMkLst>
            <pc:docMk/>
            <pc:sldMk cId="0" sldId="273"/>
            <ac:spMk id="295" creationId="{00000000-0000-0000-0000-000000000000}"/>
          </ac:spMkLst>
        </pc:spChg>
        <pc:spChg chg="mod">
          <ac:chgData name="evielauren6@gmail.com" userId="S::urn:spo:guest#evielauren6@gmail.com::" providerId="AD" clId="Web-{78F9CB89-C696-B8B1-F962-DAF39FE0C14C}" dt="2024-01-10T13:52:35.479" v="294" actId="1076"/>
          <ac:spMkLst>
            <pc:docMk/>
            <pc:sldMk cId="0" sldId="273"/>
            <ac:spMk id="296" creationId="{00000000-0000-0000-0000-000000000000}"/>
          </ac:spMkLst>
        </pc:spChg>
        <pc:spChg chg="mod">
          <ac:chgData name="evielauren6@gmail.com" userId="S::urn:spo:guest#evielauren6@gmail.com::" providerId="AD" clId="Web-{78F9CB89-C696-B8B1-F962-DAF39FE0C14C}" dt="2024-01-10T13:52:13.494" v="290" actId="1076"/>
          <ac:spMkLst>
            <pc:docMk/>
            <pc:sldMk cId="0" sldId="273"/>
            <ac:spMk id="297" creationId="{00000000-0000-0000-0000-000000000000}"/>
          </ac:spMkLst>
        </pc:spChg>
        <pc:spChg chg="mod">
          <ac:chgData name="evielauren6@gmail.com" userId="S::urn:spo:guest#evielauren6@gmail.com::" providerId="AD" clId="Web-{78F9CB89-C696-B8B1-F962-DAF39FE0C14C}" dt="2024-01-10T13:52:15.728" v="291" actId="1076"/>
          <ac:spMkLst>
            <pc:docMk/>
            <pc:sldMk cId="0" sldId="273"/>
            <ac:spMk id="298" creationId="{00000000-0000-0000-0000-000000000000}"/>
          </ac:spMkLst>
        </pc:spChg>
      </pc:sldChg>
      <pc:sldChg chg="modSp">
        <pc:chgData name="evielauren6@gmail.com" userId="S::urn:spo:guest#evielauren6@gmail.com::" providerId="AD" clId="Web-{78F9CB89-C696-B8B1-F962-DAF39FE0C14C}" dt="2024-01-10T13:56:13.303" v="383" actId="20577"/>
        <pc:sldMkLst>
          <pc:docMk/>
          <pc:sldMk cId="0" sldId="274"/>
        </pc:sldMkLst>
        <pc:spChg chg="mod">
          <ac:chgData name="evielauren6@gmail.com" userId="S::urn:spo:guest#evielauren6@gmail.com::" providerId="AD" clId="Web-{78F9CB89-C696-B8B1-F962-DAF39FE0C14C}" dt="2024-01-10T13:56:13.303" v="383" actId="20577"/>
          <ac:spMkLst>
            <pc:docMk/>
            <pc:sldMk cId="0" sldId="274"/>
            <ac:spMk id="305" creationId="{00000000-0000-0000-0000-000000000000}"/>
          </ac:spMkLst>
        </pc:spChg>
      </pc:sldChg>
      <pc:sldChg chg="modSp">
        <pc:chgData name="evielauren6@gmail.com" userId="S::urn:spo:guest#evielauren6@gmail.com::" providerId="AD" clId="Web-{78F9CB89-C696-B8B1-F962-DAF39FE0C14C}" dt="2024-01-10T13:56:35.117" v="384" actId="20577"/>
        <pc:sldMkLst>
          <pc:docMk/>
          <pc:sldMk cId="0" sldId="276"/>
        </pc:sldMkLst>
        <pc:spChg chg="mod">
          <ac:chgData name="evielauren6@gmail.com" userId="S::urn:spo:guest#evielauren6@gmail.com::" providerId="AD" clId="Web-{78F9CB89-C696-B8B1-F962-DAF39FE0C14C}" dt="2024-01-10T13:56:35.117" v="384" actId="20577"/>
          <ac:spMkLst>
            <pc:docMk/>
            <pc:sldMk cId="0" sldId="276"/>
            <ac:spMk id="320" creationId="{00000000-0000-0000-0000-000000000000}"/>
          </ac:spMkLst>
        </pc:spChg>
      </pc:sldChg>
      <pc:sldChg chg="addSp delSp modSp">
        <pc:chgData name="evielauren6@gmail.com" userId="S::urn:spo:guest#evielauren6@gmail.com::" providerId="AD" clId="Web-{78F9CB89-C696-B8B1-F962-DAF39FE0C14C}" dt="2024-01-10T13:58:26.716" v="413" actId="14100"/>
        <pc:sldMkLst>
          <pc:docMk/>
          <pc:sldMk cId="0" sldId="281"/>
        </pc:sldMkLst>
        <pc:spChg chg="add mod">
          <ac:chgData name="evielauren6@gmail.com" userId="S::urn:spo:guest#evielauren6@gmail.com::" providerId="AD" clId="Web-{78F9CB89-C696-B8B1-F962-DAF39FE0C14C}" dt="2024-01-10T13:57:35.261" v="394" actId="1076"/>
          <ac:spMkLst>
            <pc:docMk/>
            <pc:sldMk cId="0" sldId="281"/>
            <ac:spMk id="3" creationId="{36257ED3-9B36-BA32-BD18-E11B02170584}"/>
          </ac:spMkLst>
        </pc:spChg>
        <pc:spChg chg="mod">
          <ac:chgData name="evielauren6@gmail.com" userId="S::urn:spo:guest#evielauren6@gmail.com::" providerId="AD" clId="Web-{78F9CB89-C696-B8B1-F962-DAF39FE0C14C}" dt="2024-01-10T13:58:26.716" v="413" actId="14100"/>
          <ac:spMkLst>
            <pc:docMk/>
            <pc:sldMk cId="0" sldId="281"/>
            <ac:spMk id="381" creationId="{00000000-0000-0000-0000-000000000000}"/>
          </ac:spMkLst>
        </pc:spChg>
        <pc:spChg chg="mod">
          <ac:chgData name="evielauren6@gmail.com" userId="S::urn:spo:guest#evielauren6@gmail.com::" providerId="AD" clId="Web-{78F9CB89-C696-B8B1-F962-DAF39FE0C14C}" dt="2024-01-10T13:57:21.791" v="389" actId="1076"/>
          <ac:spMkLst>
            <pc:docMk/>
            <pc:sldMk cId="0" sldId="281"/>
            <ac:spMk id="382" creationId="{00000000-0000-0000-0000-000000000000}"/>
          </ac:spMkLst>
        </pc:spChg>
        <pc:spChg chg="mod">
          <ac:chgData name="evielauren6@gmail.com" userId="S::urn:spo:guest#evielauren6@gmail.com::" providerId="AD" clId="Web-{78F9CB89-C696-B8B1-F962-DAF39FE0C14C}" dt="2024-01-10T13:57:32.401" v="393" actId="1076"/>
          <ac:spMkLst>
            <pc:docMk/>
            <pc:sldMk cId="0" sldId="281"/>
            <ac:spMk id="383" creationId="{00000000-0000-0000-0000-000000000000}"/>
          </ac:spMkLst>
        </pc:spChg>
        <pc:spChg chg="del">
          <ac:chgData name="evielauren6@gmail.com" userId="S::urn:spo:guest#evielauren6@gmail.com::" providerId="AD" clId="Web-{78F9CB89-C696-B8B1-F962-DAF39FE0C14C}" dt="2024-01-10T13:57:15.197" v="385"/>
          <ac:spMkLst>
            <pc:docMk/>
            <pc:sldMk cId="0" sldId="281"/>
            <ac:spMk id="384" creationId="{00000000-0000-0000-0000-000000000000}"/>
          </ac:spMkLst>
        </pc:spChg>
        <pc:spChg chg="mod">
          <ac:chgData name="evielauren6@gmail.com" userId="S::urn:spo:guest#evielauren6@gmail.com::" providerId="AD" clId="Web-{78F9CB89-C696-B8B1-F962-DAF39FE0C14C}" dt="2024-01-10T13:57:23.619" v="390" actId="1076"/>
          <ac:spMkLst>
            <pc:docMk/>
            <pc:sldMk cId="0" sldId="281"/>
            <ac:spMk id="385" creationId="{00000000-0000-0000-0000-000000000000}"/>
          </ac:spMkLst>
        </pc:spChg>
        <pc:spChg chg="mod">
          <ac:chgData name="evielauren6@gmail.com" userId="S::urn:spo:guest#evielauren6@gmail.com::" providerId="AD" clId="Web-{78F9CB89-C696-B8B1-F962-DAF39FE0C14C}" dt="2024-01-10T13:57:29.854" v="392" actId="1076"/>
          <ac:spMkLst>
            <pc:docMk/>
            <pc:sldMk cId="0" sldId="281"/>
            <ac:spMk id="386" creationId="{00000000-0000-0000-0000-000000000000}"/>
          </ac:spMkLst>
        </pc:spChg>
      </pc:sldChg>
      <pc:sldChg chg="addSp delSp modSp">
        <pc:chgData name="evielauren6@gmail.com" userId="S::urn:spo:guest#evielauren6@gmail.com::" providerId="AD" clId="Web-{78F9CB89-C696-B8B1-F962-DAF39FE0C14C}" dt="2024-01-10T14:00:09.113" v="506" actId="14100"/>
        <pc:sldMkLst>
          <pc:docMk/>
          <pc:sldMk cId="0" sldId="283"/>
        </pc:sldMkLst>
        <pc:spChg chg="add del mod">
          <ac:chgData name="evielauren6@gmail.com" userId="S::urn:spo:guest#evielauren6@gmail.com::" providerId="AD" clId="Web-{78F9CB89-C696-B8B1-F962-DAF39FE0C14C}" dt="2024-01-10T14:00:01.190" v="504"/>
          <ac:spMkLst>
            <pc:docMk/>
            <pc:sldMk cId="0" sldId="283"/>
            <ac:spMk id="3" creationId="{5066A0B0-C206-395F-3041-7F728C784F0E}"/>
          </ac:spMkLst>
        </pc:spChg>
        <pc:spChg chg="mod">
          <ac:chgData name="evielauren6@gmail.com" userId="S::urn:spo:guest#evielauren6@gmail.com::" providerId="AD" clId="Web-{78F9CB89-C696-B8B1-F962-DAF39FE0C14C}" dt="2024-01-10T14:00:09.113" v="506" actId="14100"/>
          <ac:spMkLst>
            <pc:docMk/>
            <pc:sldMk cId="0" sldId="283"/>
            <ac:spMk id="398" creationId="{00000000-0000-0000-0000-000000000000}"/>
          </ac:spMkLst>
        </pc:spChg>
        <pc:spChg chg="add del mod">
          <ac:chgData name="evielauren6@gmail.com" userId="S::urn:spo:guest#evielauren6@gmail.com::" providerId="AD" clId="Web-{78F9CB89-C696-B8B1-F962-DAF39FE0C14C}" dt="2024-01-10T14:00:04.190" v="505" actId="20577"/>
          <ac:spMkLst>
            <pc:docMk/>
            <pc:sldMk cId="0" sldId="283"/>
            <ac:spMk id="399" creationId="{00000000-0000-0000-0000-000000000000}"/>
          </ac:spMkLst>
        </pc:spChg>
      </pc:sldChg>
    </pc:docChg>
  </pc:docChgLst>
  <pc:docChgLst>
    <pc:chgData name="Stephen John Stretton" userId="S::sstretton@worldbank.org::da8c780b-1aa2-4e36-94fb-871dc8111504" providerId="AD" clId="Web-{BEC72BC7-3FB1-F2BF-F9E9-FBD9CAAAB621}"/>
    <pc:docChg chg="addSld delSld modSld sldOrd">
      <pc:chgData name="Stephen John Stretton" userId="S::sstretton@worldbank.org::da8c780b-1aa2-4e36-94fb-871dc8111504" providerId="AD" clId="Web-{BEC72BC7-3FB1-F2BF-F9E9-FBD9CAAAB621}" dt="2024-01-12T21:39:51.945" v="1663" actId="20577"/>
      <pc:docMkLst>
        <pc:docMk/>
      </pc:docMkLst>
      <pc:sldChg chg="modSp">
        <pc:chgData name="Stephen John Stretton" userId="S::sstretton@worldbank.org::da8c780b-1aa2-4e36-94fb-871dc8111504" providerId="AD" clId="Web-{BEC72BC7-3FB1-F2BF-F9E9-FBD9CAAAB621}" dt="2024-01-12T21:37:12.143" v="1399" actId="20577"/>
        <pc:sldMkLst>
          <pc:docMk/>
          <pc:sldMk cId="0" sldId="257"/>
        </pc:sldMkLst>
        <pc:spChg chg="mod">
          <ac:chgData name="Stephen John Stretton" userId="S::sstretton@worldbank.org::da8c780b-1aa2-4e36-94fb-871dc8111504" providerId="AD" clId="Web-{BEC72BC7-3FB1-F2BF-F9E9-FBD9CAAAB621}" dt="2024-01-12T21:37:12.143" v="1399" actId="20577"/>
          <ac:spMkLst>
            <pc:docMk/>
            <pc:sldMk cId="0" sldId="257"/>
            <ac:spMk id="72" creationId="{00000000-0000-0000-0000-000000000000}"/>
          </ac:spMkLst>
        </pc:spChg>
      </pc:sldChg>
      <pc:sldChg chg="modSp">
        <pc:chgData name="Stephen John Stretton" userId="S::sstretton@worldbank.org::da8c780b-1aa2-4e36-94fb-871dc8111504" providerId="AD" clId="Web-{BEC72BC7-3FB1-F2BF-F9E9-FBD9CAAAB621}" dt="2024-01-12T21:14:22.568" v="84" actId="1076"/>
        <pc:sldMkLst>
          <pc:docMk/>
          <pc:sldMk cId="0" sldId="269"/>
        </pc:sldMkLst>
        <pc:spChg chg="mod">
          <ac:chgData name="Stephen John Stretton" userId="S::sstretton@worldbank.org::da8c780b-1aa2-4e36-94fb-871dc8111504" providerId="AD" clId="Web-{BEC72BC7-3FB1-F2BF-F9E9-FBD9CAAAB621}" dt="2024-01-12T21:14:20.350" v="83" actId="20577"/>
          <ac:spMkLst>
            <pc:docMk/>
            <pc:sldMk cId="0" sldId="269"/>
            <ac:spMk id="229" creationId="{00000000-0000-0000-0000-000000000000}"/>
          </ac:spMkLst>
        </pc:spChg>
        <pc:spChg chg="mod">
          <ac:chgData name="Stephen John Stretton" userId="S::sstretton@worldbank.org::da8c780b-1aa2-4e36-94fb-871dc8111504" providerId="AD" clId="Web-{BEC72BC7-3FB1-F2BF-F9E9-FBD9CAAAB621}" dt="2024-01-12T21:14:22.568" v="84" actId="1076"/>
          <ac:spMkLst>
            <pc:docMk/>
            <pc:sldMk cId="0" sldId="269"/>
            <ac:spMk id="239" creationId="{00000000-0000-0000-0000-000000000000}"/>
          </ac:spMkLst>
        </pc:spChg>
      </pc:sldChg>
      <pc:sldChg chg="modSp">
        <pc:chgData name="Stephen John Stretton" userId="S::sstretton@worldbank.org::da8c780b-1aa2-4e36-94fb-871dc8111504" providerId="AD" clId="Web-{BEC72BC7-3FB1-F2BF-F9E9-FBD9CAAAB621}" dt="2024-01-12T21:26:46.467" v="654" actId="1076"/>
        <pc:sldMkLst>
          <pc:docMk/>
          <pc:sldMk cId="0" sldId="270"/>
        </pc:sldMkLst>
        <pc:spChg chg="mod">
          <ac:chgData name="Stephen John Stretton" userId="S::sstretton@worldbank.org::da8c780b-1aa2-4e36-94fb-871dc8111504" providerId="AD" clId="Web-{BEC72BC7-3FB1-F2BF-F9E9-FBD9CAAAB621}" dt="2024-01-12T21:26:46.467" v="654" actId="1076"/>
          <ac:spMkLst>
            <pc:docMk/>
            <pc:sldMk cId="0" sldId="270"/>
            <ac:spMk id="262" creationId="{00000000-0000-0000-0000-000000000000}"/>
          </ac:spMkLst>
        </pc:spChg>
      </pc:sldChg>
      <pc:sldChg chg="modSp">
        <pc:chgData name="Stephen John Stretton" userId="S::sstretton@worldbank.org::da8c780b-1aa2-4e36-94fb-871dc8111504" providerId="AD" clId="Web-{BEC72BC7-3FB1-F2BF-F9E9-FBD9CAAAB621}" dt="2024-01-12T21:15:05.023" v="85"/>
        <pc:sldMkLst>
          <pc:docMk/>
          <pc:sldMk cId="0" sldId="271"/>
        </pc:sldMkLst>
        <pc:picChg chg="ord">
          <ac:chgData name="Stephen John Stretton" userId="S::sstretton@worldbank.org::da8c780b-1aa2-4e36-94fb-871dc8111504" providerId="AD" clId="Web-{BEC72BC7-3FB1-F2BF-F9E9-FBD9CAAAB621}" dt="2024-01-12T21:15:05.023" v="85"/>
          <ac:picMkLst>
            <pc:docMk/>
            <pc:sldMk cId="0" sldId="271"/>
            <ac:picMk id="4" creationId="{19FFC4F8-47E9-EF40-C285-B2DCB33AD0CC}"/>
          </ac:picMkLst>
        </pc:picChg>
      </pc:sldChg>
      <pc:sldChg chg="modSp">
        <pc:chgData name="Stephen John Stretton" userId="S::sstretton@worldbank.org::da8c780b-1aa2-4e36-94fb-871dc8111504" providerId="AD" clId="Web-{BEC72BC7-3FB1-F2BF-F9E9-FBD9CAAAB621}" dt="2024-01-12T21:16:02.165" v="99" actId="1076"/>
        <pc:sldMkLst>
          <pc:docMk/>
          <pc:sldMk cId="0" sldId="276"/>
        </pc:sldMkLst>
        <pc:spChg chg="mod">
          <ac:chgData name="Stephen John Stretton" userId="S::sstretton@worldbank.org::da8c780b-1aa2-4e36-94fb-871dc8111504" providerId="AD" clId="Web-{BEC72BC7-3FB1-F2BF-F9E9-FBD9CAAAB621}" dt="2024-01-12T21:15:59.743" v="98" actId="14100"/>
          <ac:spMkLst>
            <pc:docMk/>
            <pc:sldMk cId="0" sldId="276"/>
            <ac:spMk id="317" creationId="{00000000-0000-0000-0000-000000000000}"/>
          </ac:spMkLst>
        </pc:spChg>
        <pc:grpChg chg="mod">
          <ac:chgData name="Stephen John Stretton" userId="S::sstretton@worldbank.org::da8c780b-1aa2-4e36-94fb-871dc8111504" providerId="AD" clId="Web-{BEC72BC7-3FB1-F2BF-F9E9-FBD9CAAAB621}" dt="2024-01-12T21:16:02.165" v="99" actId="1076"/>
          <ac:grpSpMkLst>
            <pc:docMk/>
            <pc:sldMk cId="0" sldId="276"/>
            <ac:grpSpMk id="7" creationId="{5542B75F-53E2-E59F-13C4-A8999701EA46}"/>
          </ac:grpSpMkLst>
        </pc:grpChg>
      </pc:sldChg>
      <pc:sldChg chg="modSp">
        <pc:chgData name="Stephen John Stretton" userId="S::sstretton@worldbank.org::da8c780b-1aa2-4e36-94fb-871dc8111504" providerId="AD" clId="Web-{BEC72BC7-3FB1-F2BF-F9E9-FBD9CAAAB621}" dt="2024-01-12T21:35:39.124" v="1341" actId="20577"/>
        <pc:sldMkLst>
          <pc:docMk/>
          <pc:sldMk cId="0" sldId="281"/>
        </pc:sldMkLst>
        <pc:spChg chg="mod">
          <ac:chgData name="Stephen John Stretton" userId="S::sstretton@worldbank.org::da8c780b-1aa2-4e36-94fb-871dc8111504" providerId="AD" clId="Web-{BEC72BC7-3FB1-F2BF-F9E9-FBD9CAAAB621}" dt="2024-01-12T21:19:57.704" v="251" actId="20577"/>
          <ac:spMkLst>
            <pc:docMk/>
            <pc:sldMk cId="0" sldId="281"/>
            <ac:spMk id="379" creationId="{00000000-0000-0000-0000-000000000000}"/>
          </ac:spMkLst>
        </pc:spChg>
        <pc:spChg chg="mod">
          <ac:chgData name="Stephen John Stretton" userId="S::sstretton@worldbank.org::da8c780b-1aa2-4e36-94fb-871dc8111504" providerId="AD" clId="Web-{BEC72BC7-3FB1-F2BF-F9E9-FBD9CAAAB621}" dt="2024-01-12T21:35:39.124" v="1341" actId="20577"/>
          <ac:spMkLst>
            <pc:docMk/>
            <pc:sldMk cId="0" sldId="281"/>
            <ac:spMk id="380" creationId="{00000000-0000-0000-0000-000000000000}"/>
          </ac:spMkLst>
        </pc:spChg>
        <pc:spChg chg="mod">
          <ac:chgData name="Stephen John Stretton" userId="S::sstretton@worldbank.org::da8c780b-1aa2-4e36-94fb-871dc8111504" providerId="AD" clId="Web-{BEC72BC7-3FB1-F2BF-F9E9-FBD9CAAAB621}" dt="2024-01-12T21:35:26.983" v="1334" actId="20577"/>
          <ac:spMkLst>
            <pc:docMk/>
            <pc:sldMk cId="0" sldId="281"/>
            <ac:spMk id="381" creationId="{00000000-0000-0000-0000-000000000000}"/>
          </ac:spMkLst>
        </pc:spChg>
        <pc:spChg chg="mod">
          <ac:chgData name="Stephen John Stretton" userId="S::sstretton@worldbank.org::da8c780b-1aa2-4e36-94fb-871dc8111504" providerId="AD" clId="Web-{BEC72BC7-3FB1-F2BF-F9E9-FBD9CAAAB621}" dt="2024-01-12T21:35:00.342" v="1299" actId="14100"/>
          <ac:spMkLst>
            <pc:docMk/>
            <pc:sldMk cId="0" sldId="281"/>
            <ac:spMk id="382" creationId="{00000000-0000-0000-0000-000000000000}"/>
          </ac:spMkLst>
        </pc:spChg>
        <pc:spChg chg="mod">
          <ac:chgData name="Stephen John Stretton" userId="S::sstretton@worldbank.org::da8c780b-1aa2-4e36-94fb-871dc8111504" providerId="AD" clId="Web-{BEC72BC7-3FB1-F2BF-F9E9-FBD9CAAAB621}" dt="2024-01-12T21:35:02.248" v="1300" actId="1076"/>
          <ac:spMkLst>
            <pc:docMk/>
            <pc:sldMk cId="0" sldId="281"/>
            <ac:spMk id="385" creationId="{00000000-0000-0000-0000-000000000000}"/>
          </ac:spMkLst>
        </pc:spChg>
        <pc:spChg chg="mod">
          <ac:chgData name="Stephen John Stretton" userId="S::sstretton@worldbank.org::da8c780b-1aa2-4e36-94fb-871dc8111504" providerId="AD" clId="Web-{BEC72BC7-3FB1-F2BF-F9E9-FBD9CAAAB621}" dt="2024-01-12T21:34:07.715" v="1232" actId="20577"/>
          <ac:spMkLst>
            <pc:docMk/>
            <pc:sldMk cId="0" sldId="281"/>
            <ac:spMk id="386" creationId="{00000000-0000-0000-0000-000000000000}"/>
          </ac:spMkLst>
        </pc:spChg>
      </pc:sldChg>
      <pc:sldChg chg="modSp ord">
        <pc:chgData name="Stephen John Stretton" userId="S::sstretton@worldbank.org::da8c780b-1aa2-4e36-94fb-871dc8111504" providerId="AD" clId="Web-{BEC72BC7-3FB1-F2BF-F9E9-FBD9CAAAB621}" dt="2024-01-12T21:33:47.918" v="1225" actId="20577"/>
        <pc:sldMkLst>
          <pc:docMk/>
          <pc:sldMk cId="0" sldId="283"/>
        </pc:sldMkLst>
        <pc:spChg chg="mod">
          <ac:chgData name="Stephen John Stretton" userId="S::sstretton@worldbank.org::da8c780b-1aa2-4e36-94fb-871dc8111504" providerId="AD" clId="Web-{BEC72BC7-3FB1-F2BF-F9E9-FBD9CAAAB621}" dt="2024-01-12T21:33:47.918" v="1225" actId="20577"/>
          <ac:spMkLst>
            <pc:docMk/>
            <pc:sldMk cId="0" sldId="283"/>
            <ac:spMk id="397" creationId="{00000000-0000-0000-0000-000000000000}"/>
          </ac:spMkLst>
        </pc:spChg>
      </pc:sldChg>
      <pc:sldChg chg="addSp delSp modSp ord">
        <pc:chgData name="Stephen John Stretton" userId="S::sstretton@worldbank.org::da8c780b-1aa2-4e36-94fb-871dc8111504" providerId="AD" clId="Web-{BEC72BC7-3FB1-F2BF-F9E9-FBD9CAAAB621}" dt="2024-01-12T21:39:51.945" v="1663" actId="20577"/>
        <pc:sldMkLst>
          <pc:docMk/>
          <pc:sldMk cId="3139179800" sldId="287"/>
        </pc:sldMkLst>
        <pc:spChg chg="add del mod">
          <ac:chgData name="Stephen John Stretton" userId="S::sstretton@worldbank.org::da8c780b-1aa2-4e36-94fb-871dc8111504" providerId="AD" clId="Web-{BEC72BC7-3FB1-F2BF-F9E9-FBD9CAAAB621}" dt="2024-01-12T21:37:55.785" v="1440"/>
          <ac:spMkLst>
            <pc:docMk/>
            <pc:sldMk cId="3139179800" sldId="287"/>
            <ac:spMk id="3" creationId="{88E8D8ED-763B-6395-13F1-37DFC4B7CDE0}"/>
          </ac:spMkLst>
        </pc:spChg>
        <pc:spChg chg="mod">
          <ac:chgData name="Stephen John Stretton" userId="S::sstretton@worldbank.org::da8c780b-1aa2-4e36-94fb-871dc8111504" providerId="AD" clId="Web-{BEC72BC7-3FB1-F2BF-F9E9-FBD9CAAAB621}" dt="2024-01-12T21:33:28.355" v="1219" actId="20577"/>
          <ac:spMkLst>
            <pc:docMk/>
            <pc:sldMk cId="3139179800" sldId="287"/>
            <ac:spMk id="397" creationId="{2E821846-5C55-F390-47DF-8D9A85184386}"/>
          </ac:spMkLst>
        </pc:spChg>
        <pc:spChg chg="mod">
          <ac:chgData name="Stephen John Stretton" userId="S::sstretton@worldbank.org::da8c780b-1aa2-4e36-94fb-871dc8111504" providerId="AD" clId="Web-{BEC72BC7-3FB1-F2BF-F9E9-FBD9CAAAB621}" dt="2024-01-12T21:39:51.945" v="1663" actId="20577"/>
          <ac:spMkLst>
            <pc:docMk/>
            <pc:sldMk cId="3139179800" sldId="287"/>
            <ac:spMk id="398" creationId="{5E205977-4C98-660C-AA85-CD92741036FB}"/>
          </ac:spMkLst>
        </pc:spChg>
      </pc:sldChg>
      <pc:sldChg chg="addSp delSp modSp">
        <pc:chgData name="Stephen John Stretton" userId="S::sstretton@worldbank.org::da8c780b-1aa2-4e36-94fb-871dc8111504" providerId="AD" clId="Web-{BEC72BC7-3FB1-F2BF-F9E9-FBD9CAAAB621}" dt="2024-01-12T21:13:58.224" v="78" actId="20577"/>
        <pc:sldMkLst>
          <pc:docMk/>
          <pc:sldMk cId="4223110315" sldId="290"/>
        </pc:sldMkLst>
        <pc:spChg chg="add del mod">
          <ac:chgData name="Stephen John Stretton" userId="S::sstretton@worldbank.org::da8c780b-1aa2-4e36-94fb-871dc8111504" providerId="AD" clId="Web-{BEC72BC7-3FB1-F2BF-F9E9-FBD9CAAAB621}" dt="2024-01-12T21:12:22.143" v="2" actId="1076"/>
          <ac:spMkLst>
            <pc:docMk/>
            <pc:sldMk cId="4223110315" sldId="290"/>
            <ac:spMk id="3" creationId="{10F2DF63-BCCB-7025-7DA8-077FA2849C17}"/>
          </ac:spMkLst>
        </pc:spChg>
        <pc:spChg chg="mod">
          <ac:chgData name="Stephen John Stretton" userId="S::sstretton@worldbank.org::da8c780b-1aa2-4e36-94fb-871dc8111504" providerId="AD" clId="Web-{BEC72BC7-3FB1-F2BF-F9E9-FBD9CAAAB621}" dt="2024-01-12T21:12:27.518" v="3" actId="14100"/>
          <ac:spMkLst>
            <pc:docMk/>
            <pc:sldMk cId="4223110315" sldId="290"/>
            <ac:spMk id="4" creationId="{B3178E98-31B1-5F69-425E-39CB11780B62}"/>
          </ac:spMkLst>
        </pc:spChg>
        <pc:spChg chg="mod">
          <ac:chgData name="Stephen John Stretton" userId="S::sstretton@worldbank.org::da8c780b-1aa2-4e36-94fb-871dc8111504" providerId="AD" clId="Web-{BEC72BC7-3FB1-F2BF-F9E9-FBD9CAAAB621}" dt="2024-01-12T21:13:58.224" v="78" actId="20577"/>
          <ac:spMkLst>
            <pc:docMk/>
            <pc:sldMk cId="4223110315" sldId="290"/>
            <ac:spMk id="229" creationId="{00000000-0000-0000-0000-000000000000}"/>
          </ac:spMkLst>
        </pc:spChg>
      </pc:sldChg>
      <pc:sldChg chg="del">
        <pc:chgData name="Stephen John Stretton" userId="S::sstretton@worldbank.org::da8c780b-1aa2-4e36-94fb-871dc8111504" providerId="AD" clId="Web-{BEC72BC7-3FB1-F2BF-F9E9-FBD9CAAAB621}" dt="2024-01-12T21:16:10.447" v="100"/>
        <pc:sldMkLst>
          <pc:docMk/>
          <pc:sldMk cId="2441801584" sldId="296"/>
        </pc:sldMkLst>
      </pc:sldChg>
      <pc:sldChg chg="modSp add ord replId">
        <pc:chgData name="Stephen John Stretton" userId="S::sstretton@worldbank.org::da8c780b-1aa2-4e36-94fb-871dc8111504" providerId="AD" clId="Web-{BEC72BC7-3FB1-F2BF-F9E9-FBD9CAAAB621}" dt="2024-01-12T21:33:45.714" v="1224"/>
        <pc:sldMkLst>
          <pc:docMk/>
          <pc:sldMk cId="1153376650" sldId="298"/>
        </pc:sldMkLst>
        <pc:spChg chg="mod">
          <ac:chgData name="Stephen John Stretton" userId="S::sstretton@worldbank.org::da8c780b-1aa2-4e36-94fb-871dc8111504" providerId="AD" clId="Web-{BEC72BC7-3FB1-F2BF-F9E9-FBD9CAAAB621}" dt="2024-01-12T21:16:27.479" v="104" actId="20577"/>
          <ac:spMkLst>
            <pc:docMk/>
            <pc:sldMk cId="1153376650" sldId="298"/>
            <ac:spMk id="397" creationId="{BC7A74A1-22E5-274E-E34E-99E35840BE86}"/>
          </ac:spMkLst>
        </pc:spChg>
      </pc:sldChg>
      <pc:sldChg chg="modSp add del ord replId">
        <pc:chgData name="Stephen John Stretton" userId="S::sstretton@worldbank.org::da8c780b-1aa2-4e36-94fb-871dc8111504" providerId="AD" clId="Web-{BEC72BC7-3FB1-F2BF-F9E9-FBD9CAAAB621}" dt="2024-01-12T21:27:00.170" v="655"/>
        <pc:sldMkLst>
          <pc:docMk/>
          <pc:sldMk cId="2882378175" sldId="299"/>
        </pc:sldMkLst>
        <pc:spChg chg="mod">
          <ac:chgData name="Stephen John Stretton" userId="S::sstretton@worldbank.org::da8c780b-1aa2-4e36-94fb-871dc8111504" providerId="AD" clId="Web-{BEC72BC7-3FB1-F2BF-F9E9-FBD9CAAAB621}" dt="2024-01-12T21:17:48.981" v="173" actId="20577"/>
          <ac:spMkLst>
            <pc:docMk/>
            <pc:sldMk cId="2882378175" sldId="299"/>
            <ac:spMk id="397" creationId="{C9C82507-DB4E-C0A6-09B7-2E2EC75A355D}"/>
          </ac:spMkLst>
        </pc:spChg>
        <pc:spChg chg="mod">
          <ac:chgData name="Stephen John Stretton" userId="S::sstretton@worldbank.org::da8c780b-1aa2-4e36-94fb-871dc8111504" providerId="AD" clId="Web-{BEC72BC7-3FB1-F2BF-F9E9-FBD9CAAAB621}" dt="2024-01-12T21:17:37.621" v="167" actId="20577"/>
          <ac:spMkLst>
            <pc:docMk/>
            <pc:sldMk cId="2882378175" sldId="299"/>
            <ac:spMk id="398" creationId="{E0A304ED-A259-36BF-C421-DBD8F1B25D43}"/>
          </ac:spMkLst>
        </pc:spChg>
      </pc:sldChg>
      <pc:sldChg chg="modSp add replId">
        <pc:chgData name="Stephen John Stretton" userId="S::sstretton@worldbank.org::da8c780b-1aa2-4e36-94fb-871dc8111504" providerId="AD" clId="Web-{BEC72BC7-3FB1-F2BF-F9E9-FBD9CAAAB621}" dt="2024-01-12T21:36:27.860" v="1384" actId="20577"/>
        <pc:sldMkLst>
          <pc:docMk/>
          <pc:sldMk cId="2728010118" sldId="300"/>
        </pc:sldMkLst>
        <pc:spChg chg="mod">
          <ac:chgData name="Stephen John Stretton" userId="S::sstretton@worldbank.org::da8c780b-1aa2-4e36-94fb-871dc8111504" providerId="AD" clId="Web-{BEC72BC7-3FB1-F2BF-F9E9-FBD9CAAAB621}" dt="2024-01-12T21:36:18.016" v="1373" actId="20577"/>
          <ac:spMkLst>
            <pc:docMk/>
            <pc:sldMk cId="2728010118" sldId="300"/>
            <ac:spMk id="379" creationId="{D4C61321-4D06-9962-0274-14C12F2931FA}"/>
          </ac:spMkLst>
        </pc:spChg>
        <pc:spChg chg="mod">
          <ac:chgData name="Stephen John Stretton" userId="S::sstretton@worldbank.org::da8c780b-1aa2-4e36-94fb-871dc8111504" providerId="AD" clId="Web-{BEC72BC7-3FB1-F2BF-F9E9-FBD9CAAAB621}" dt="2024-01-12T21:36:27.860" v="1384" actId="20577"/>
          <ac:spMkLst>
            <pc:docMk/>
            <pc:sldMk cId="2728010118" sldId="300"/>
            <ac:spMk id="380" creationId="{597611EC-5451-E9B2-92C9-89433AACDA70}"/>
          </ac:spMkLst>
        </pc:spChg>
        <pc:spChg chg="mod">
          <ac:chgData name="Stephen John Stretton" userId="S::sstretton@worldbank.org::da8c780b-1aa2-4e36-94fb-871dc8111504" providerId="AD" clId="Web-{BEC72BC7-3FB1-F2BF-F9E9-FBD9CAAAB621}" dt="2024-01-12T21:36:04.953" v="1361" actId="14100"/>
          <ac:spMkLst>
            <pc:docMk/>
            <pc:sldMk cId="2728010118" sldId="300"/>
            <ac:spMk id="381" creationId="{1C5903B8-9A1A-48CE-76BF-12ACCD9465F4}"/>
          </ac:spMkLst>
        </pc:spChg>
        <pc:spChg chg="mod">
          <ac:chgData name="Stephen John Stretton" userId="S::sstretton@worldbank.org::da8c780b-1aa2-4e36-94fb-871dc8111504" providerId="AD" clId="Web-{BEC72BC7-3FB1-F2BF-F9E9-FBD9CAAAB621}" dt="2024-01-12T21:22:02.114" v="395" actId="20577"/>
          <ac:spMkLst>
            <pc:docMk/>
            <pc:sldMk cId="2728010118" sldId="300"/>
            <ac:spMk id="386" creationId="{574D3099-3381-38F6-D916-96070657C559}"/>
          </ac:spMkLst>
        </pc:spChg>
      </pc:sldChg>
    </pc:docChg>
  </pc:docChgLst>
  <pc:docChgLst>
    <pc:chgData name="evielauren6@gmail.com" userId="S::urn:spo:guest#evielauren6@gmail.com::" providerId="AD" clId="Web-{97148D6F-D79F-52DB-55BA-CC43B47FCE65}"/>
    <pc:docChg chg="addSld delSld modSld sldOrd">
      <pc:chgData name="evielauren6@gmail.com" userId="S::urn:spo:guest#evielauren6@gmail.com::" providerId="AD" clId="Web-{97148D6F-D79F-52DB-55BA-CC43B47FCE65}" dt="2024-01-11T14:59:43.984" v="1392" actId="20577"/>
      <pc:docMkLst>
        <pc:docMk/>
      </pc:docMkLst>
      <pc:sldChg chg="modSp">
        <pc:chgData name="evielauren6@gmail.com" userId="S::urn:spo:guest#evielauren6@gmail.com::" providerId="AD" clId="Web-{97148D6F-D79F-52DB-55BA-CC43B47FCE65}" dt="2024-01-11T12:43:04.903" v="5" actId="20577"/>
        <pc:sldMkLst>
          <pc:docMk/>
          <pc:sldMk cId="0" sldId="256"/>
        </pc:sldMkLst>
        <pc:spChg chg="mod">
          <ac:chgData name="evielauren6@gmail.com" userId="S::urn:spo:guest#evielauren6@gmail.com::" providerId="AD" clId="Web-{97148D6F-D79F-52DB-55BA-CC43B47FCE65}" dt="2024-01-11T12:42:38.386" v="1" actId="20577"/>
          <ac:spMkLst>
            <pc:docMk/>
            <pc:sldMk cId="0" sldId="256"/>
            <ac:spMk id="64" creationId="{00000000-0000-0000-0000-000000000000}"/>
          </ac:spMkLst>
        </pc:spChg>
        <pc:spChg chg="mod">
          <ac:chgData name="evielauren6@gmail.com" userId="S::urn:spo:guest#evielauren6@gmail.com::" providerId="AD" clId="Web-{97148D6F-D79F-52DB-55BA-CC43B47FCE65}" dt="2024-01-11T12:42:58.137" v="3" actId="20577"/>
          <ac:spMkLst>
            <pc:docMk/>
            <pc:sldMk cId="0" sldId="256"/>
            <ac:spMk id="65" creationId="{00000000-0000-0000-0000-000000000000}"/>
          </ac:spMkLst>
        </pc:spChg>
        <pc:spChg chg="mod">
          <ac:chgData name="evielauren6@gmail.com" userId="S::urn:spo:guest#evielauren6@gmail.com::" providerId="AD" clId="Web-{97148D6F-D79F-52DB-55BA-CC43B47FCE65}" dt="2024-01-11T12:43:04.903" v="5" actId="20577"/>
          <ac:spMkLst>
            <pc:docMk/>
            <pc:sldMk cId="0" sldId="256"/>
            <ac:spMk id="66" creationId="{00000000-0000-0000-0000-000000000000}"/>
          </ac:spMkLst>
        </pc:spChg>
      </pc:sldChg>
      <pc:sldChg chg="modSp">
        <pc:chgData name="evielauren6@gmail.com" userId="S::urn:spo:guest#evielauren6@gmail.com::" providerId="AD" clId="Web-{97148D6F-D79F-52DB-55BA-CC43B47FCE65}" dt="2024-01-11T14:59:43.984" v="1392" actId="20577"/>
        <pc:sldMkLst>
          <pc:docMk/>
          <pc:sldMk cId="0" sldId="257"/>
        </pc:sldMkLst>
        <pc:spChg chg="mod">
          <ac:chgData name="evielauren6@gmail.com" userId="S::urn:spo:guest#evielauren6@gmail.com::" providerId="AD" clId="Web-{97148D6F-D79F-52DB-55BA-CC43B47FCE65}" dt="2024-01-11T14:59:43.984" v="1392" actId="20577"/>
          <ac:spMkLst>
            <pc:docMk/>
            <pc:sldMk cId="0" sldId="257"/>
            <ac:spMk id="71" creationId="{00000000-0000-0000-0000-000000000000}"/>
          </ac:spMkLst>
        </pc:spChg>
        <pc:spChg chg="mod">
          <ac:chgData name="evielauren6@gmail.com" userId="S::urn:spo:guest#evielauren6@gmail.com::" providerId="AD" clId="Web-{97148D6F-D79F-52DB-55BA-CC43B47FCE65}" dt="2024-01-11T14:59:37.500" v="1391" actId="20577"/>
          <ac:spMkLst>
            <pc:docMk/>
            <pc:sldMk cId="0" sldId="257"/>
            <ac:spMk id="72" creationId="{00000000-0000-0000-0000-000000000000}"/>
          </ac:spMkLst>
        </pc:spChg>
      </pc:sldChg>
      <pc:sldChg chg="addSp delSp modSp">
        <pc:chgData name="evielauren6@gmail.com" userId="S::urn:spo:guest#evielauren6@gmail.com::" providerId="AD" clId="Web-{97148D6F-D79F-52DB-55BA-CC43B47FCE65}" dt="2024-01-11T14:31:11.922" v="1175"/>
        <pc:sldMkLst>
          <pc:docMk/>
          <pc:sldMk cId="0" sldId="261"/>
        </pc:sldMkLst>
        <pc:spChg chg="mod">
          <ac:chgData name="evielauren6@gmail.com" userId="S::urn:spo:guest#evielauren6@gmail.com::" providerId="AD" clId="Web-{97148D6F-D79F-52DB-55BA-CC43B47FCE65}" dt="2024-01-11T12:47:13.885" v="64"/>
          <ac:spMkLst>
            <pc:docMk/>
            <pc:sldMk cId="0" sldId="261"/>
            <ac:spMk id="4" creationId="{A49286EE-B2B7-34D7-6D1D-6C718CE1E89E}"/>
          </ac:spMkLst>
        </pc:spChg>
        <pc:spChg chg="mod">
          <ac:chgData name="evielauren6@gmail.com" userId="S::urn:spo:guest#evielauren6@gmail.com::" providerId="AD" clId="Web-{97148D6F-D79F-52DB-55BA-CC43B47FCE65}" dt="2024-01-11T12:47:19.604" v="68"/>
          <ac:spMkLst>
            <pc:docMk/>
            <pc:sldMk cId="0" sldId="261"/>
            <ac:spMk id="5" creationId="{F6A9BDFE-6E9A-DBFE-C176-E901F770C790}"/>
          </ac:spMkLst>
        </pc:spChg>
        <pc:spChg chg="mod">
          <ac:chgData name="evielauren6@gmail.com" userId="S::urn:spo:guest#evielauren6@gmail.com::" providerId="AD" clId="Web-{97148D6F-D79F-52DB-55BA-CC43B47FCE65}" dt="2024-01-11T12:48:43.390" v="84" actId="1076"/>
          <ac:spMkLst>
            <pc:docMk/>
            <pc:sldMk cId="0" sldId="261"/>
            <ac:spMk id="6" creationId="{81670A1B-5081-8CDF-50E9-89F73E7BF31D}"/>
          </ac:spMkLst>
        </pc:spChg>
        <pc:spChg chg="add mod">
          <ac:chgData name="evielauren6@gmail.com" userId="S::urn:spo:guest#evielauren6@gmail.com::" providerId="AD" clId="Web-{97148D6F-D79F-52DB-55BA-CC43B47FCE65}" dt="2024-01-11T14:31:11.922" v="1175"/>
          <ac:spMkLst>
            <pc:docMk/>
            <pc:sldMk cId="0" sldId="261"/>
            <ac:spMk id="8" creationId="{73795EDF-2136-CDAE-1BF3-174BF2125230}"/>
          </ac:spMkLst>
        </pc:spChg>
        <pc:spChg chg="mod">
          <ac:chgData name="evielauren6@gmail.com" userId="S::urn:spo:guest#evielauren6@gmail.com::" providerId="AD" clId="Web-{97148D6F-D79F-52DB-55BA-CC43B47FCE65}" dt="2024-01-11T14:30:12.156" v="1165" actId="20577"/>
          <ac:spMkLst>
            <pc:docMk/>
            <pc:sldMk cId="0" sldId="261"/>
            <ac:spMk id="129" creationId="{00000000-0000-0000-0000-000000000000}"/>
          </ac:spMkLst>
        </pc:spChg>
        <pc:spChg chg="add del mod">
          <ac:chgData name="evielauren6@gmail.com" userId="S::urn:spo:guest#evielauren6@gmail.com::" providerId="AD" clId="Web-{97148D6F-D79F-52DB-55BA-CC43B47FCE65}" dt="2024-01-11T12:46:38.493" v="54"/>
          <ac:spMkLst>
            <pc:docMk/>
            <pc:sldMk cId="0" sldId="261"/>
            <ac:spMk id="130" creationId="{00000000-0000-0000-0000-000000000000}"/>
          </ac:spMkLst>
        </pc:spChg>
        <pc:spChg chg="mod">
          <ac:chgData name="evielauren6@gmail.com" userId="S::urn:spo:guest#evielauren6@gmail.com::" providerId="AD" clId="Web-{97148D6F-D79F-52DB-55BA-CC43B47FCE65}" dt="2024-01-11T12:45:27.036" v="32"/>
          <ac:spMkLst>
            <pc:docMk/>
            <pc:sldMk cId="0" sldId="261"/>
            <ac:spMk id="132" creationId="{00000000-0000-0000-0000-000000000000}"/>
          </ac:spMkLst>
        </pc:spChg>
        <pc:spChg chg="mod">
          <ac:chgData name="evielauren6@gmail.com" userId="S::urn:spo:guest#evielauren6@gmail.com::" providerId="AD" clId="Web-{97148D6F-D79F-52DB-55BA-CC43B47FCE65}" dt="2024-01-11T12:45:57.944" v="38" actId="14100"/>
          <ac:spMkLst>
            <pc:docMk/>
            <pc:sldMk cId="0" sldId="261"/>
            <ac:spMk id="133" creationId="{00000000-0000-0000-0000-000000000000}"/>
          </ac:spMkLst>
        </pc:spChg>
        <pc:spChg chg="mod">
          <ac:chgData name="evielauren6@gmail.com" userId="S::urn:spo:guest#evielauren6@gmail.com::" providerId="AD" clId="Web-{97148D6F-D79F-52DB-55BA-CC43B47FCE65}" dt="2024-01-11T14:30:16.140" v="1166" actId="20577"/>
          <ac:spMkLst>
            <pc:docMk/>
            <pc:sldMk cId="0" sldId="261"/>
            <ac:spMk id="134" creationId="{00000000-0000-0000-0000-000000000000}"/>
          </ac:spMkLst>
        </pc:spChg>
        <pc:grpChg chg="add mod">
          <ac:chgData name="evielauren6@gmail.com" userId="S::urn:spo:guest#evielauren6@gmail.com::" providerId="AD" clId="Web-{97148D6F-D79F-52DB-55BA-CC43B47FCE65}" dt="2024-01-11T14:29:44.843" v="1147" actId="1076"/>
          <ac:grpSpMkLst>
            <pc:docMk/>
            <pc:sldMk cId="0" sldId="261"/>
            <ac:grpSpMk id="2" creationId="{8C8ED161-B9DD-7917-6E06-5910713D65C4}"/>
          </ac:grpSpMkLst>
        </pc:grpChg>
        <pc:grpChg chg="mod">
          <ac:chgData name="evielauren6@gmail.com" userId="S::urn:spo:guest#evielauren6@gmail.com::" providerId="AD" clId="Web-{97148D6F-D79F-52DB-55BA-CC43B47FCE65}" dt="2024-01-11T14:30:40.031" v="1169" actId="1076"/>
          <ac:grpSpMkLst>
            <pc:docMk/>
            <pc:sldMk cId="0" sldId="261"/>
            <ac:grpSpMk id="131" creationId="{00000000-0000-0000-0000-000000000000}"/>
          </ac:grpSpMkLst>
        </pc:grpChg>
        <pc:cxnChg chg="add del mod">
          <ac:chgData name="evielauren6@gmail.com" userId="S::urn:spo:guest#evielauren6@gmail.com::" providerId="AD" clId="Web-{97148D6F-D79F-52DB-55BA-CC43B47FCE65}" dt="2024-01-11T14:30:51.563" v="1172"/>
          <ac:cxnSpMkLst>
            <pc:docMk/>
            <pc:sldMk cId="0" sldId="261"/>
            <ac:cxnSpMk id="7" creationId="{12C9806E-1A11-BCF7-86ED-712F8BAF800C}"/>
          </ac:cxnSpMkLst>
        </pc:cxnChg>
      </pc:sldChg>
      <pc:sldChg chg="modSp">
        <pc:chgData name="evielauren6@gmail.com" userId="S::urn:spo:guest#evielauren6@gmail.com::" providerId="AD" clId="Web-{97148D6F-D79F-52DB-55BA-CC43B47FCE65}" dt="2024-01-11T12:49:40.065" v="86" actId="14100"/>
        <pc:sldMkLst>
          <pc:docMk/>
          <pc:sldMk cId="0" sldId="262"/>
        </pc:sldMkLst>
        <pc:spChg chg="mod">
          <ac:chgData name="evielauren6@gmail.com" userId="S::urn:spo:guest#evielauren6@gmail.com::" providerId="AD" clId="Web-{97148D6F-D79F-52DB-55BA-CC43B47FCE65}" dt="2024-01-11T12:49:40.065" v="86" actId="14100"/>
          <ac:spMkLst>
            <pc:docMk/>
            <pc:sldMk cId="0" sldId="262"/>
            <ac:spMk id="148" creationId="{00000000-0000-0000-0000-000000000000}"/>
          </ac:spMkLst>
        </pc:spChg>
      </pc:sldChg>
      <pc:sldChg chg="modSp">
        <pc:chgData name="evielauren6@gmail.com" userId="S::urn:spo:guest#evielauren6@gmail.com::" providerId="AD" clId="Web-{97148D6F-D79F-52DB-55BA-CC43B47FCE65}" dt="2024-01-11T12:50:28.458" v="96" actId="20577"/>
        <pc:sldMkLst>
          <pc:docMk/>
          <pc:sldMk cId="0" sldId="264"/>
        </pc:sldMkLst>
        <pc:spChg chg="mod">
          <ac:chgData name="evielauren6@gmail.com" userId="S::urn:spo:guest#evielauren6@gmail.com::" providerId="AD" clId="Web-{97148D6F-D79F-52DB-55BA-CC43B47FCE65}" dt="2024-01-11T12:50:28.458" v="96" actId="20577"/>
          <ac:spMkLst>
            <pc:docMk/>
            <pc:sldMk cId="0" sldId="264"/>
            <ac:spMk id="160" creationId="{00000000-0000-0000-0000-000000000000}"/>
          </ac:spMkLst>
        </pc:spChg>
      </pc:sldChg>
      <pc:sldChg chg="modSp">
        <pc:chgData name="evielauren6@gmail.com" userId="S::urn:spo:guest#evielauren6@gmail.com::" providerId="AD" clId="Web-{97148D6F-D79F-52DB-55BA-CC43B47FCE65}" dt="2024-01-11T14:31:58.361" v="1181" actId="14100"/>
        <pc:sldMkLst>
          <pc:docMk/>
          <pc:sldMk cId="0" sldId="269"/>
        </pc:sldMkLst>
        <pc:spChg chg="mod">
          <ac:chgData name="evielauren6@gmail.com" userId="S::urn:spo:guest#evielauren6@gmail.com::" providerId="AD" clId="Web-{97148D6F-D79F-52DB-55BA-CC43B47FCE65}" dt="2024-01-11T14:31:58.361" v="1181" actId="14100"/>
          <ac:spMkLst>
            <pc:docMk/>
            <pc:sldMk cId="0" sldId="269"/>
            <ac:spMk id="229" creationId="{00000000-0000-0000-0000-000000000000}"/>
          </ac:spMkLst>
        </pc:spChg>
      </pc:sldChg>
      <pc:sldChg chg="modSp">
        <pc:chgData name="evielauren6@gmail.com" userId="S::urn:spo:guest#evielauren6@gmail.com::" providerId="AD" clId="Web-{97148D6F-D79F-52DB-55BA-CC43B47FCE65}" dt="2024-01-11T14:39:20.072" v="1204" actId="20577"/>
        <pc:sldMkLst>
          <pc:docMk/>
          <pc:sldMk cId="0" sldId="270"/>
        </pc:sldMkLst>
        <pc:spChg chg="mod">
          <ac:chgData name="evielauren6@gmail.com" userId="S::urn:spo:guest#evielauren6@gmail.com::" providerId="AD" clId="Web-{97148D6F-D79F-52DB-55BA-CC43B47FCE65}" dt="2024-01-11T14:39:20.072" v="1204" actId="20577"/>
          <ac:spMkLst>
            <pc:docMk/>
            <pc:sldMk cId="0" sldId="270"/>
            <ac:spMk id="249" creationId="{00000000-0000-0000-0000-000000000000}"/>
          </ac:spMkLst>
        </pc:spChg>
        <pc:spChg chg="mod">
          <ac:chgData name="evielauren6@gmail.com" userId="S::urn:spo:guest#evielauren6@gmail.com::" providerId="AD" clId="Web-{97148D6F-D79F-52DB-55BA-CC43B47FCE65}" dt="2024-01-11T14:39:14.337" v="1200" actId="20577"/>
          <ac:spMkLst>
            <pc:docMk/>
            <pc:sldMk cId="0" sldId="270"/>
            <ac:spMk id="250" creationId="{00000000-0000-0000-0000-000000000000}"/>
          </ac:spMkLst>
        </pc:spChg>
        <pc:spChg chg="mod">
          <ac:chgData name="evielauren6@gmail.com" userId="S::urn:spo:guest#evielauren6@gmail.com::" providerId="AD" clId="Web-{97148D6F-D79F-52DB-55BA-CC43B47FCE65}" dt="2024-01-11T14:39:15.259" v="1202" actId="20577"/>
          <ac:spMkLst>
            <pc:docMk/>
            <pc:sldMk cId="0" sldId="270"/>
            <ac:spMk id="252" creationId="{00000000-0000-0000-0000-000000000000}"/>
          </ac:spMkLst>
        </pc:spChg>
      </pc:sldChg>
      <pc:sldChg chg="modSp">
        <pc:chgData name="evielauren6@gmail.com" userId="S::urn:spo:guest#evielauren6@gmail.com::" providerId="AD" clId="Web-{97148D6F-D79F-52DB-55BA-CC43B47FCE65}" dt="2024-01-11T12:54:46.379" v="115" actId="20577"/>
        <pc:sldMkLst>
          <pc:docMk/>
          <pc:sldMk cId="0" sldId="272"/>
        </pc:sldMkLst>
        <pc:spChg chg="mod">
          <ac:chgData name="evielauren6@gmail.com" userId="S::urn:spo:guest#evielauren6@gmail.com::" providerId="AD" clId="Web-{97148D6F-D79F-52DB-55BA-CC43B47FCE65}" dt="2024-01-11T12:54:46.379" v="115" actId="20577"/>
          <ac:spMkLst>
            <pc:docMk/>
            <pc:sldMk cId="0" sldId="272"/>
            <ac:spMk id="278" creationId="{00000000-0000-0000-0000-000000000000}"/>
          </ac:spMkLst>
        </pc:spChg>
        <pc:spChg chg="mod">
          <ac:chgData name="evielauren6@gmail.com" userId="S::urn:spo:guest#evielauren6@gmail.com::" providerId="AD" clId="Web-{97148D6F-D79F-52DB-55BA-CC43B47FCE65}" dt="2024-01-11T12:54:11.861" v="111" actId="1076"/>
          <ac:spMkLst>
            <pc:docMk/>
            <pc:sldMk cId="0" sldId="272"/>
            <ac:spMk id="281" creationId="{00000000-0000-0000-0000-000000000000}"/>
          </ac:spMkLst>
        </pc:spChg>
      </pc:sldChg>
      <pc:sldChg chg="modSp">
        <pc:chgData name="evielauren6@gmail.com" userId="S::urn:spo:guest#evielauren6@gmail.com::" providerId="AD" clId="Web-{97148D6F-D79F-52DB-55BA-CC43B47FCE65}" dt="2024-01-11T13:47:39.533" v="401" actId="20577"/>
        <pc:sldMkLst>
          <pc:docMk/>
          <pc:sldMk cId="0" sldId="274"/>
        </pc:sldMkLst>
        <pc:spChg chg="mod">
          <ac:chgData name="evielauren6@gmail.com" userId="S::urn:spo:guest#evielauren6@gmail.com::" providerId="AD" clId="Web-{97148D6F-D79F-52DB-55BA-CC43B47FCE65}" dt="2024-01-11T13:47:39.533" v="401" actId="20577"/>
          <ac:spMkLst>
            <pc:docMk/>
            <pc:sldMk cId="0" sldId="274"/>
            <ac:spMk id="305" creationId="{00000000-0000-0000-0000-000000000000}"/>
          </ac:spMkLst>
        </pc:spChg>
      </pc:sldChg>
      <pc:sldChg chg="addSp delSp modSp">
        <pc:chgData name="evielauren6@gmail.com" userId="S::urn:spo:guest#evielauren6@gmail.com::" providerId="AD" clId="Web-{97148D6F-D79F-52DB-55BA-CC43B47FCE65}" dt="2024-01-11T14:58:13.654" v="1352" actId="14100"/>
        <pc:sldMkLst>
          <pc:docMk/>
          <pc:sldMk cId="0" sldId="276"/>
        </pc:sldMkLst>
        <pc:spChg chg="mod">
          <ac:chgData name="evielauren6@gmail.com" userId="S::urn:spo:guest#evielauren6@gmail.com::" providerId="AD" clId="Web-{97148D6F-D79F-52DB-55BA-CC43B47FCE65}" dt="2024-01-11T14:56:57.559" v="1350" actId="1076"/>
          <ac:spMkLst>
            <pc:docMk/>
            <pc:sldMk cId="0" sldId="276"/>
            <ac:spMk id="6" creationId="{16378F31-4A1F-B8F7-EDE2-CEFB68B6BB8C}"/>
          </ac:spMkLst>
        </pc:spChg>
        <pc:spChg chg="add mod">
          <ac:chgData name="evielauren6@gmail.com" userId="S::urn:spo:guest#evielauren6@gmail.com::" providerId="AD" clId="Web-{97148D6F-D79F-52DB-55BA-CC43B47FCE65}" dt="2024-01-11T14:56:59.950" v="1351" actId="1076"/>
          <ac:spMkLst>
            <pc:docMk/>
            <pc:sldMk cId="0" sldId="276"/>
            <ac:spMk id="9" creationId="{49FF02BB-EA73-3FB5-A5EA-D28633DFF124}"/>
          </ac:spMkLst>
        </pc:spChg>
        <pc:spChg chg="mod">
          <ac:chgData name="evielauren6@gmail.com" userId="S::urn:spo:guest#evielauren6@gmail.com::" providerId="AD" clId="Web-{97148D6F-D79F-52DB-55BA-CC43B47FCE65}" dt="2024-01-11T14:52:46.102" v="1301" actId="14100"/>
          <ac:spMkLst>
            <pc:docMk/>
            <pc:sldMk cId="0" sldId="276"/>
            <ac:spMk id="317" creationId="{00000000-0000-0000-0000-000000000000}"/>
          </ac:spMkLst>
        </pc:spChg>
        <pc:grpChg chg="add mod">
          <ac:chgData name="evielauren6@gmail.com" userId="S::urn:spo:guest#evielauren6@gmail.com::" providerId="AD" clId="Web-{97148D6F-D79F-52DB-55BA-CC43B47FCE65}" dt="2024-01-11T14:58:13.654" v="1352" actId="14100"/>
          <ac:grpSpMkLst>
            <pc:docMk/>
            <pc:sldMk cId="0" sldId="276"/>
            <ac:grpSpMk id="7" creationId="{5542B75F-53E2-E59F-13C4-A8999701EA46}"/>
          </ac:grpSpMkLst>
        </pc:grpChg>
        <pc:grpChg chg="del">
          <ac:chgData name="evielauren6@gmail.com" userId="S::urn:spo:guest#evielauren6@gmail.com::" providerId="AD" clId="Web-{97148D6F-D79F-52DB-55BA-CC43B47FCE65}" dt="2024-01-11T14:50:46.974" v="1274"/>
          <ac:grpSpMkLst>
            <pc:docMk/>
            <pc:sldMk cId="0" sldId="276"/>
            <ac:grpSpMk id="318" creationId="{00000000-0000-0000-0000-000000000000}"/>
          </ac:grpSpMkLst>
        </pc:grpChg>
      </pc:sldChg>
      <pc:sldChg chg="modSp">
        <pc:chgData name="evielauren6@gmail.com" userId="S::urn:spo:guest#evielauren6@gmail.com::" providerId="AD" clId="Web-{97148D6F-D79F-52DB-55BA-CC43B47FCE65}" dt="2024-01-11T14:34:24.738" v="1194" actId="20577"/>
        <pc:sldMkLst>
          <pc:docMk/>
          <pc:sldMk cId="0" sldId="277"/>
        </pc:sldMkLst>
        <pc:spChg chg="mod">
          <ac:chgData name="evielauren6@gmail.com" userId="S::urn:spo:guest#evielauren6@gmail.com::" providerId="AD" clId="Web-{97148D6F-D79F-52DB-55BA-CC43B47FCE65}" dt="2024-01-11T14:34:24.738" v="1194" actId="20577"/>
          <ac:spMkLst>
            <pc:docMk/>
            <pc:sldMk cId="0" sldId="277"/>
            <ac:spMk id="327" creationId="{00000000-0000-0000-0000-000000000000}"/>
          </ac:spMkLst>
        </pc:spChg>
      </pc:sldChg>
      <pc:sldChg chg="modSp">
        <pc:chgData name="evielauren6@gmail.com" userId="S::urn:spo:guest#evielauren6@gmail.com::" providerId="AD" clId="Web-{97148D6F-D79F-52DB-55BA-CC43B47FCE65}" dt="2024-01-11T14:48:58.160" v="1245" actId="20577"/>
        <pc:sldMkLst>
          <pc:docMk/>
          <pc:sldMk cId="0" sldId="280"/>
        </pc:sldMkLst>
        <pc:spChg chg="mod">
          <ac:chgData name="evielauren6@gmail.com" userId="S::urn:spo:guest#evielauren6@gmail.com::" providerId="AD" clId="Web-{97148D6F-D79F-52DB-55BA-CC43B47FCE65}" dt="2024-01-11T14:48:58.160" v="1245" actId="20577"/>
          <ac:spMkLst>
            <pc:docMk/>
            <pc:sldMk cId="0" sldId="280"/>
            <ac:spMk id="367" creationId="{00000000-0000-0000-0000-000000000000}"/>
          </ac:spMkLst>
        </pc:spChg>
      </pc:sldChg>
      <pc:sldChg chg="modSp">
        <pc:chgData name="evielauren6@gmail.com" userId="S::urn:spo:guest#evielauren6@gmail.com::" providerId="AD" clId="Web-{97148D6F-D79F-52DB-55BA-CC43B47FCE65}" dt="2024-01-11T14:33:44.003" v="1188" actId="20577"/>
        <pc:sldMkLst>
          <pc:docMk/>
          <pc:sldMk cId="0" sldId="281"/>
        </pc:sldMkLst>
        <pc:spChg chg="mod">
          <ac:chgData name="evielauren6@gmail.com" userId="S::urn:spo:guest#evielauren6@gmail.com::" providerId="AD" clId="Web-{97148D6F-D79F-52DB-55BA-CC43B47FCE65}" dt="2024-01-11T14:33:44.003" v="1188" actId="20577"/>
          <ac:spMkLst>
            <pc:docMk/>
            <pc:sldMk cId="0" sldId="281"/>
            <ac:spMk id="380" creationId="{00000000-0000-0000-0000-000000000000}"/>
          </ac:spMkLst>
        </pc:spChg>
      </pc:sldChg>
      <pc:sldChg chg="ord">
        <pc:chgData name="evielauren6@gmail.com" userId="S::urn:spo:guest#evielauren6@gmail.com::" providerId="AD" clId="Web-{97148D6F-D79F-52DB-55BA-CC43B47FCE65}" dt="2024-01-11T14:47:36.409" v="1230"/>
        <pc:sldMkLst>
          <pc:docMk/>
          <pc:sldMk cId="0" sldId="282"/>
        </pc:sldMkLst>
      </pc:sldChg>
      <pc:sldChg chg="addSp delSp modSp">
        <pc:chgData name="evielauren6@gmail.com" userId="S::urn:spo:guest#evielauren6@gmail.com::" providerId="AD" clId="Web-{97148D6F-D79F-52DB-55BA-CC43B47FCE65}" dt="2024-01-11T14:48:49.675" v="1244" actId="1076"/>
        <pc:sldMkLst>
          <pc:docMk/>
          <pc:sldMk cId="0" sldId="283"/>
        </pc:sldMkLst>
        <pc:spChg chg="add del mod">
          <ac:chgData name="evielauren6@gmail.com" userId="S::urn:spo:guest#evielauren6@gmail.com::" providerId="AD" clId="Web-{97148D6F-D79F-52DB-55BA-CC43B47FCE65}" dt="2024-01-11T14:47:50.424" v="1236"/>
          <ac:spMkLst>
            <pc:docMk/>
            <pc:sldMk cId="0" sldId="283"/>
            <ac:spMk id="4" creationId="{240B370F-9205-06B9-CABC-5CFDFD378C40}"/>
          </ac:spMkLst>
        </pc:spChg>
        <pc:spChg chg="mod">
          <ac:chgData name="evielauren6@gmail.com" userId="S::urn:spo:guest#evielauren6@gmail.com::" providerId="AD" clId="Web-{97148D6F-D79F-52DB-55BA-CC43B47FCE65}" dt="2024-01-11T14:47:42.596" v="1233" actId="20577"/>
          <ac:spMkLst>
            <pc:docMk/>
            <pc:sldMk cId="0" sldId="283"/>
            <ac:spMk id="397" creationId="{00000000-0000-0000-0000-000000000000}"/>
          </ac:spMkLst>
        </pc:spChg>
        <pc:spChg chg="del mod">
          <ac:chgData name="evielauren6@gmail.com" userId="S::urn:spo:guest#evielauren6@gmail.com::" providerId="AD" clId="Web-{97148D6F-D79F-52DB-55BA-CC43B47FCE65}" dt="2024-01-11T14:47:44.346" v="1234"/>
          <ac:spMkLst>
            <pc:docMk/>
            <pc:sldMk cId="0" sldId="283"/>
            <ac:spMk id="398" creationId="{00000000-0000-0000-0000-000000000000}"/>
          </ac:spMkLst>
        </pc:spChg>
        <pc:spChg chg="mod">
          <ac:chgData name="evielauren6@gmail.com" userId="S::urn:spo:guest#evielauren6@gmail.com::" providerId="AD" clId="Web-{97148D6F-D79F-52DB-55BA-CC43B47FCE65}" dt="2024-01-11T14:48:49.675" v="1244" actId="1076"/>
          <ac:spMkLst>
            <pc:docMk/>
            <pc:sldMk cId="0" sldId="283"/>
            <ac:spMk id="399" creationId="{00000000-0000-0000-0000-000000000000}"/>
          </ac:spMkLst>
        </pc:spChg>
      </pc:sldChg>
      <pc:sldChg chg="addSp delSp modSp">
        <pc:chgData name="evielauren6@gmail.com" userId="S::urn:spo:guest#evielauren6@gmail.com::" providerId="AD" clId="Web-{97148D6F-D79F-52DB-55BA-CC43B47FCE65}" dt="2024-01-11T14:45:07.515" v="1210"/>
        <pc:sldMkLst>
          <pc:docMk/>
          <pc:sldMk cId="2266757041" sldId="285"/>
        </pc:sldMkLst>
        <pc:spChg chg="del mod">
          <ac:chgData name="evielauren6@gmail.com" userId="S::urn:spo:guest#evielauren6@gmail.com::" providerId="AD" clId="Web-{97148D6F-D79F-52DB-55BA-CC43B47FCE65}" dt="2024-01-11T13:00:03.959" v="275"/>
          <ac:spMkLst>
            <pc:docMk/>
            <pc:sldMk cId="2266757041" sldId="285"/>
            <ac:spMk id="3" creationId="{9AB29CDF-40C2-F858-A1F7-99175CC9BDB6}"/>
          </ac:spMkLst>
        </pc:spChg>
        <pc:spChg chg="del">
          <ac:chgData name="evielauren6@gmail.com" userId="S::urn:spo:guest#evielauren6@gmail.com::" providerId="AD" clId="Web-{97148D6F-D79F-52DB-55BA-CC43B47FCE65}" dt="2024-01-11T12:55:46.382" v="117"/>
          <ac:spMkLst>
            <pc:docMk/>
            <pc:sldMk cId="2266757041" sldId="285"/>
            <ac:spMk id="4" creationId="{A078BD1D-979D-1158-A12F-D185553FCC0B}"/>
          </ac:spMkLst>
        </pc:spChg>
        <pc:spChg chg="add del mod">
          <ac:chgData name="evielauren6@gmail.com" userId="S::urn:spo:guest#evielauren6@gmail.com::" providerId="AD" clId="Web-{97148D6F-D79F-52DB-55BA-CC43B47FCE65}" dt="2024-01-11T12:55:48.851" v="128"/>
          <ac:spMkLst>
            <pc:docMk/>
            <pc:sldMk cId="2266757041" sldId="285"/>
            <ac:spMk id="7" creationId="{C7895E43-BFCB-9139-9B28-8890A2DD1374}"/>
          </ac:spMkLst>
        </pc:spChg>
        <pc:spChg chg="add mod">
          <ac:chgData name="evielauren6@gmail.com" userId="S::urn:spo:guest#evielauren6@gmail.com::" providerId="AD" clId="Web-{97148D6F-D79F-52DB-55BA-CC43B47FCE65}" dt="2024-01-11T14:45:07.515" v="1210"/>
          <ac:spMkLst>
            <pc:docMk/>
            <pc:sldMk cId="2266757041" sldId="285"/>
            <ac:spMk id="9" creationId="{833602EE-AC3D-7974-99C9-B165A5119B55}"/>
          </ac:spMkLst>
        </pc:spChg>
        <pc:spChg chg="add mod">
          <ac:chgData name="evielauren6@gmail.com" userId="S::urn:spo:guest#evielauren6@gmail.com::" providerId="AD" clId="Web-{97148D6F-D79F-52DB-55BA-CC43B47FCE65}" dt="2024-01-11T13:01:12.478" v="290" actId="1076"/>
          <ac:spMkLst>
            <pc:docMk/>
            <pc:sldMk cId="2266757041" sldId="285"/>
            <ac:spMk id="11" creationId="{F8EBF243-122A-C00A-1731-C93B96F2511E}"/>
          </ac:spMkLst>
        </pc:spChg>
        <pc:spChg chg="add mod">
          <ac:chgData name="evielauren6@gmail.com" userId="S::urn:spo:guest#evielauren6@gmail.com::" providerId="AD" clId="Web-{97148D6F-D79F-52DB-55BA-CC43B47FCE65}" dt="2024-01-11T13:44:59.155" v="322" actId="20577"/>
          <ac:spMkLst>
            <pc:docMk/>
            <pc:sldMk cId="2266757041" sldId="285"/>
            <ac:spMk id="13" creationId="{0449D551-907F-3732-13C1-E4543915062A}"/>
          </ac:spMkLst>
        </pc:spChg>
        <pc:spChg chg="add del">
          <ac:chgData name="evielauren6@gmail.com" userId="S::urn:spo:guest#evielauren6@gmail.com::" providerId="AD" clId="Web-{97148D6F-D79F-52DB-55BA-CC43B47FCE65}" dt="2024-01-11T12:58:35.047" v="156"/>
          <ac:spMkLst>
            <pc:docMk/>
            <pc:sldMk cId="2266757041" sldId="285"/>
            <ac:spMk id="15" creationId="{1774E76D-F73A-BE61-57C2-BE8DFECA844D}"/>
          </ac:spMkLst>
        </pc:spChg>
        <pc:spChg chg="add mod">
          <ac:chgData name="evielauren6@gmail.com" userId="S::urn:spo:guest#evielauren6@gmail.com::" providerId="AD" clId="Web-{97148D6F-D79F-52DB-55BA-CC43B47FCE65}" dt="2024-01-11T13:01:07.446" v="289" actId="1076"/>
          <ac:spMkLst>
            <pc:docMk/>
            <pc:sldMk cId="2266757041" sldId="285"/>
            <ac:spMk id="17" creationId="{C1B06C2C-D1C2-42C1-FF52-C52628912230}"/>
          </ac:spMkLst>
        </pc:spChg>
        <pc:spChg chg="add del">
          <ac:chgData name="evielauren6@gmail.com" userId="S::urn:spo:guest#evielauren6@gmail.com::" providerId="AD" clId="Web-{97148D6F-D79F-52DB-55BA-CC43B47FCE65}" dt="2024-01-11T12:58:38.610" v="158"/>
          <ac:spMkLst>
            <pc:docMk/>
            <pc:sldMk cId="2266757041" sldId="285"/>
            <ac:spMk id="19" creationId="{7BD7EC10-A11E-83A0-D539-7726481EA7DD}"/>
          </ac:spMkLst>
        </pc:spChg>
        <pc:spChg chg="add mod">
          <ac:chgData name="evielauren6@gmail.com" userId="S::urn:spo:guest#evielauren6@gmail.com::" providerId="AD" clId="Web-{97148D6F-D79F-52DB-55BA-CC43B47FCE65}" dt="2024-01-11T13:45:35.843" v="336" actId="20577"/>
          <ac:spMkLst>
            <pc:docMk/>
            <pc:sldMk cId="2266757041" sldId="285"/>
            <ac:spMk id="21" creationId="{3CD10818-4BAE-370B-E0CF-E86B0B600D7D}"/>
          </ac:spMkLst>
        </pc:spChg>
        <pc:spChg chg="add del mod">
          <ac:chgData name="evielauren6@gmail.com" userId="S::urn:spo:guest#evielauren6@gmail.com::" providerId="AD" clId="Web-{97148D6F-D79F-52DB-55BA-CC43B47FCE65}" dt="2024-01-11T13:02:13.294" v="303"/>
          <ac:spMkLst>
            <pc:docMk/>
            <pc:sldMk cId="2266757041" sldId="285"/>
            <ac:spMk id="23" creationId="{D00E5338-1269-2F71-955C-CD5F933083A3}"/>
          </ac:spMkLst>
        </pc:spChg>
        <pc:spChg chg="add mod">
          <ac:chgData name="evielauren6@gmail.com" userId="S::urn:spo:guest#evielauren6@gmail.com::" providerId="AD" clId="Web-{97148D6F-D79F-52DB-55BA-CC43B47FCE65}" dt="2024-01-11T13:45:01.061" v="323" actId="20577"/>
          <ac:spMkLst>
            <pc:docMk/>
            <pc:sldMk cId="2266757041" sldId="285"/>
            <ac:spMk id="25" creationId="{C0BED6FD-6F85-D248-124A-E97EDB11DB46}"/>
          </ac:spMkLst>
        </pc:spChg>
        <pc:spChg chg="add del">
          <ac:chgData name="evielauren6@gmail.com" userId="S::urn:spo:guest#evielauren6@gmail.com::" providerId="AD" clId="Web-{97148D6F-D79F-52DB-55BA-CC43B47FCE65}" dt="2024-01-11T12:58:36.282" v="157"/>
          <ac:spMkLst>
            <pc:docMk/>
            <pc:sldMk cId="2266757041" sldId="285"/>
            <ac:spMk id="27" creationId="{C9DE7028-4908-D502-CFB3-3211D3824109}"/>
          </ac:spMkLst>
        </pc:spChg>
        <pc:spChg chg="add del mod">
          <ac:chgData name="evielauren6@gmail.com" userId="S::urn:spo:guest#evielauren6@gmail.com::" providerId="AD" clId="Web-{97148D6F-D79F-52DB-55BA-CC43B47FCE65}" dt="2024-01-11T12:59:37.285" v="250"/>
          <ac:spMkLst>
            <pc:docMk/>
            <pc:sldMk cId="2266757041" sldId="285"/>
            <ac:spMk id="29" creationId="{3B66C0EE-FB3D-F83F-07ED-F538A8B8379A}"/>
          </ac:spMkLst>
        </pc:spChg>
        <pc:spChg chg="add mod">
          <ac:chgData name="evielauren6@gmail.com" userId="S::urn:spo:guest#evielauren6@gmail.com::" providerId="AD" clId="Web-{97148D6F-D79F-52DB-55BA-CC43B47FCE65}" dt="2024-01-11T13:00:19.584" v="281" actId="1076"/>
          <ac:spMkLst>
            <pc:docMk/>
            <pc:sldMk cId="2266757041" sldId="285"/>
            <ac:spMk id="31" creationId="{3387F13E-C710-B4ED-E550-C5DAB8D5D4C9}"/>
          </ac:spMkLst>
        </pc:spChg>
        <pc:spChg chg="add del mod">
          <ac:chgData name="evielauren6@gmail.com" userId="S::urn:spo:guest#evielauren6@gmail.com::" providerId="AD" clId="Web-{97148D6F-D79F-52DB-55BA-CC43B47FCE65}" dt="2024-01-11T12:59:34.207" v="249"/>
          <ac:spMkLst>
            <pc:docMk/>
            <pc:sldMk cId="2266757041" sldId="285"/>
            <ac:spMk id="33" creationId="{6666C1ED-2695-DD6D-0654-0883C0222B64}"/>
          </ac:spMkLst>
        </pc:spChg>
        <pc:spChg chg="add del mod">
          <ac:chgData name="evielauren6@gmail.com" userId="S::urn:spo:guest#evielauren6@gmail.com::" providerId="AD" clId="Web-{97148D6F-D79F-52DB-55BA-CC43B47FCE65}" dt="2024-01-11T12:59:45.551" v="255"/>
          <ac:spMkLst>
            <pc:docMk/>
            <pc:sldMk cId="2266757041" sldId="285"/>
            <ac:spMk id="35" creationId="{62A8B363-8F61-6425-20E3-7558680D84D9}"/>
          </ac:spMkLst>
        </pc:spChg>
        <pc:spChg chg="add del mod">
          <ac:chgData name="evielauren6@gmail.com" userId="S::urn:spo:guest#evielauren6@gmail.com::" providerId="AD" clId="Web-{97148D6F-D79F-52DB-55BA-CC43B47FCE65}" dt="2024-01-11T12:59:38.457" v="251"/>
          <ac:spMkLst>
            <pc:docMk/>
            <pc:sldMk cId="2266757041" sldId="285"/>
            <ac:spMk id="37" creationId="{F71595BA-309E-101D-2ED8-34A1ACC90A16}"/>
          </ac:spMkLst>
        </pc:spChg>
        <pc:spChg chg="add del mod">
          <ac:chgData name="evielauren6@gmail.com" userId="S::urn:spo:guest#evielauren6@gmail.com::" providerId="AD" clId="Web-{97148D6F-D79F-52DB-55BA-CC43B47FCE65}" dt="2024-01-11T12:59:43.239" v="254"/>
          <ac:spMkLst>
            <pc:docMk/>
            <pc:sldMk cId="2266757041" sldId="285"/>
            <ac:spMk id="39" creationId="{95D74485-B472-2A4D-0389-1E2791D6F4AF}"/>
          </ac:spMkLst>
        </pc:spChg>
        <pc:spChg chg="add mod">
          <ac:chgData name="evielauren6@gmail.com" userId="S::urn:spo:guest#evielauren6@gmail.com::" providerId="AD" clId="Web-{97148D6F-D79F-52DB-55BA-CC43B47FCE65}" dt="2024-01-11T14:44:28.343" v="1206"/>
          <ac:spMkLst>
            <pc:docMk/>
            <pc:sldMk cId="2266757041" sldId="285"/>
            <ac:spMk id="41" creationId="{71EB6498-1211-3B20-5AE4-C7EFEEB8FC77}"/>
          </ac:spMkLst>
        </pc:spChg>
        <pc:spChg chg="add del mod">
          <ac:chgData name="evielauren6@gmail.com" userId="S::urn:spo:guest#evielauren6@gmail.com::" providerId="AD" clId="Web-{97148D6F-D79F-52DB-55BA-CC43B47FCE65}" dt="2024-01-11T12:59:39.567" v="252"/>
          <ac:spMkLst>
            <pc:docMk/>
            <pc:sldMk cId="2266757041" sldId="285"/>
            <ac:spMk id="43" creationId="{63E23FAD-5864-C0B7-7643-E7E9E56F0C3A}"/>
          </ac:spMkLst>
        </pc:spChg>
        <pc:spChg chg="add del mod">
          <ac:chgData name="evielauren6@gmail.com" userId="S::urn:spo:guest#evielauren6@gmail.com::" providerId="AD" clId="Web-{97148D6F-D79F-52DB-55BA-CC43B47FCE65}" dt="2024-01-11T12:59:32.723" v="248"/>
          <ac:spMkLst>
            <pc:docMk/>
            <pc:sldMk cId="2266757041" sldId="285"/>
            <ac:spMk id="45" creationId="{0E0E4CC5-30A2-5FD3-675A-06DA0DF164A9}"/>
          </ac:spMkLst>
        </pc:spChg>
        <pc:spChg chg="add del mod">
          <ac:chgData name="evielauren6@gmail.com" userId="S::urn:spo:guest#evielauren6@gmail.com::" providerId="AD" clId="Web-{97148D6F-D79F-52DB-55BA-CC43B47FCE65}" dt="2024-01-11T12:59:50.098" v="257"/>
          <ac:spMkLst>
            <pc:docMk/>
            <pc:sldMk cId="2266757041" sldId="285"/>
            <ac:spMk id="47" creationId="{29E3B1AC-801C-8BD4-7C23-29AF2347563E}"/>
          </ac:spMkLst>
        </pc:spChg>
        <pc:spChg chg="add del mod">
          <ac:chgData name="evielauren6@gmail.com" userId="S::urn:spo:guest#evielauren6@gmail.com::" providerId="AD" clId="Web-{97148D6F-D79F-52DB-55BA-CC43B47FCE65}" dt="2024-01-11T13:00:08.365" v="277"/>
          <ac:spMkLst>
            <pc:docMk/>
            <pc:sldMk cId="2266757041" sldId="285"/>
            <ac:spMk id="49" creationId="{55C3B135-8DB9-BDB6-D0C1-23BD7F4F64F8}"/>
          </ac:spMkLst>
        </pc:spChg>
        <pc:spChg chg="add mod">
          <ac:chgData name="evielauren6@gmail.com" userId="S::urn:spo:guest#evielauren6@gmail.com::" providerId="AD" clId="Web-{97148D6F-D79F-52DB-55BA-CC43B47FCE65}" dt="2024-01-11T13:02:32.404" v="308" actId="1076"/>
          <ac:spMkLst>
            <pc:docMk/>
            <pc:sldMk cId="2266757041" sldId="285"/>
            <ac:spMk id="50" creationId="{81F3D1E0-C785-1094-684C-601405575EF9}"/>
          </ac:spMkLst>
        </pc:spChg>
      </pc:sldChg>
      <pc:sldChg chg="addSp delSp modSp new">
        <pc:chgData name="evielauren6@gmail.com" userId="S::urn:spo:guest#evielauren6@gmail.com::" providerId="AD" clId="Web-{97148D6F-D79F-52DB-55BA-CC43B47FCE65}" dt="2024-01-11T14:28:20.247" v="1127" actId="20577"/>
        <pc:sldMkLst>
          <pc:docMk/>
          <pc:sldMk cId="1961636246" sldId="286"/>
        </pc:sldMkLst>
        <pc:spChg chg="mod">
          <ac:chgData name="evielauren6@gmail.com" userId="S::urn:spo:guest#evielauren6@gmail.com::" providerId="AD" clId="Web-{97148D6F-D79F-52DB-55BA-CC43B47FCE65}" dt="2024-01-11T14:02:00.532" v="973" actId="20577"/>
          <ac:spMkLst>
            <pc:docMk/>
            <pc:sldMk cId="1961636246" sldId="286"/>
            <ac:spMk id="2" creationId="{B942D0B5-CA9E-D4AF-2F88-64AD25F26F00}"/>
          </ac:spMkLst>
        </pc:spChg>
        <pc:spChg chg="del mod">
          <ac:chgData name="evielauren6@gmail.com" userId="S::urn:spo:guest#evielauren6@gmail.com::" providerId="AD" clId="Web-{97148D6F-D79F-52DB-55BA-CC43B47FCE65}" dt="2024-01-11T14:01:12.297" v="944"/>
          <ac:spMkLst>
            <pc:docMk/>
            <pc:sldMk cId="1961636246" sldId="286"/>
            <ac:spMk id="3" creationId="{A68C2DBE-A23D-E9E3-F741-06EBDFB1BA31}"/>
          </ac:spMkLst>
        </pc:spChg>
        <pc:spChg chg="del">
          <ac:chgData name="evielauren6@gmail.com" userId="S::urn:spo:guest#evielauren6@gmail.com::" providerId="AD" clId="Web-{97148D6F-D79F-52DB-55BA-CC43B47FCE65}" dt="2024-01-11T13:57:31.746" v="873"/>
          <ac:spMkLst>
            <pc:docMk/>
            <pc:sldMk cId="1961636246" sldId="286"/>
            <ac:spMk id="4" creationId="{7465DB17-4702-E565-8A99-AB731353D2AE}"/>
          </ac:spMkLst>
        </pc:spChg>
        <pc:spChg chg="mod">
          <ac:chgData name="evielauren6@gmail.com" userId="S::urn:spo:guest#evielauren6@gmail.com::" providerId="AD" clId="Web-{97148D6F-D79F-52DB-55BA-CC43B47FCE65}" dt="2024-01-11T13:59:38.061" v="931" actId="1076"/>
          <ac:spMkLst>
            <pc:docMk/>
            <pc:sldMk cId="1961636246" sldId="286"/>
            <ac:spMk id="8" creationId="{6E01DB62-F422-5BF4-7B99-F7E31CCEB658}"/>
          </ac:spMkLst>
        </pc:spChg>
        <pc:spChg chg="mod">
          <ac:chgData name="evielauren6@gmail.com" userId="S::urn:spo:guest#evielauren6@gmail.com::" providerId="AD" clId="Web-{97148D6F-D79F-52DB-55BA-CC43B47FCE65}" dt="2024-01-11T14:03:54.472" v="1042" actId="20577"/>
          <ac:spMkLst>
            <pc:docMk/>
            <pc:sldMk cId="1961636246" sldId="286"/>
            <ac:spMk id="9" creationId="{72DC936E-F287-AA4E-0F91-69853223D448}"/>
          </ac:spMkLst>
        </pc:spChg>
        <pc:spChg chg="add del mod">
          <ac:chgData name="evielauren6@gmail.com" userId="S::urn:spo:guest#evielauren6@gmail.com::" providerId="AD" clId="Web-{97148D6F-D79F-52DB-55BA-CC43B47FCE65}" dt="2024-01-11T14:01:17.359" v="947"/>
          <ac:spMkLst>
            <pc:docMk/>
            <pc:sldMk cId="1961636246" sldId="286"/>
            <ac:spMk id="12" creationId="{2FDB1833-78CB-7967-83D5-3470C57A1EB7}"/>
          </ac:spMkLst>
        </pc:spChg>
        <pc:spChg chg="mod">
          <ac:chgData name="evielauren6@gmail.com" userId="S::urn:spo:guest#evielauren6@gmail.com::" providerId="AD" clId="Web-{97148D6F-D79F-52DB-55BA-CC43B47FCE65}" dt="2024-01-11T14:28:03.356" v="1122" actId="20577"/>
          <ac:spMkLst>
            <pc:docMk/>
            <pc:sldMk cId="1961636246" sldId="286"/>
            <ac:spMk id="15" creationId="{5329F11A-B624-CB8F-D5E3-C9F4D17A237A}"/>
          </ac:spMkLst>
        </pc:spChg>
        <pc:spChg chg="del mod">
          <ac:chgData name="evielauren6@gmail.com" userId="S::urn:spo:guest#evielauren6@gmail.com::" providerId="AD" clId="Web-{97148D6F-D79F-52DB-55BA-CC43B47FCE65}" dt="2024-01-11T14:02:49.845" v="1003"/>
          <ac:spMkLst>
            <pc:docMk/>
            <pc:sldMk cId="1961636246" sldId="286"/>
            <ac:spMk id="16" creationId="{9DD8F53A-DDF5-38DA-0966-42760C0F0823}"/>
          </ac:spMkLst>
        </pc:spChg>
        <pc:spChg chg="mod">
          <ac:chgData name="evielauren6@gmail.com" userId="S::urn:spo:guest#evielauren6@gmail.com::" providerId="AD" clId="Web-{97148D6F-D79F-52DB-55BA-CC43B47FCE65}" dt="2024-01-11T14:28:00.575" v="1121" actId="20577"/>
          <ac:spMkLst>
            <pc:docMk/>
            <pc:sldMk cId="1961636246" sldId="286"/>
            <ac:spMk id="20" creationId="{A2F7C80D-F058-4616-2288-CFFEDAA267C0}"/>
          </ac:spMkLst>
        </pc:spChg>
        <pc:spChg chg="del">
          <ac:chgData name="evielauren6@gmail.com" userId="S::urn:spo:guest#evielauren6@gmail.com::" providerId="AD" clId="Web-{97148D6F-D79F-52DB-55BA-CC43B47FCE65}" dt="2024-01-11T14:01:41.360" v="960"/>
          <ac:spMkLst>
            <pc:docMk/>
            <pc:sldMk cId="1961636246" sldId="286"/>
            <ac:spMk id="21" creationId="{3D795107-0CE3-7867-9B7B-78665B01DA6C}"/>
          </ac:spMkLst>
        </pc:spChg>
        <pc:spChg chg="mod">
          <ac:chgData name="evielauren6@gmail.com" userId="S::urn:spo:guest#evielauren6@gmail.com::" providerId="AD" clId="Web-{97148D6F-D79F-52DB-55BA-CC43B47FCE65}" dt="2024-01-11T14:28:20.247" v="1127" actId="20577"/>
          <ac:spMkLst>
            <pc:docMk/>
            <pc:sldMk cId="1961636246" sldId="286"/>
            <ac:spMk id="25" creationId="{442C2FDB-0090-5A8F-B97B-0AA14F7D162D}"/>
          </ac:spMkLst>
        </pc:spChg>
        <pc:spChg chg="del mod">
          <ac:chgData name="evielauren6@gmail.com" userId="S::urn:spo:guest#evielauren6@gmail.com::" providerId="AD" clId="Web-{97148D6F-D79F-52DB-55BA-CC43B47FCE65}" dt="2024-01-11T14:04:42.363" v="1062"/>
          <ac:spMkLst>
            <pc:docMk/>
            <pc:sldMk cId="1961636246" sldId="286"/>
            <ac:spMk id="26" creationId="{973EFDD0-BF95-5C31-88B7-BC850E44DF50}"/>
          </ac:spMkLst>
        </pc:spChg>
        <pc:grpChg chg="add del mod">
          <ac:chgData name="evielauren6@gmail.com" userId="S::urn:spo:guest#evielauren6@gmail.com::" providerId="AD" clId="Web-{97148D6F-D79F-52DB-55BA-CC43B47FCE65}" dt="2024-01-11T14:04:28.191" v="1058"/>
          <ac:grpSpMkLst>
            <pc:docMk/>
            <pc:sldMk cId="1961636246" sldId="286"/>
            <ac:grpSpMk id="10" creationId="{A87B0618-81A4-8247-F509-56A9CD2702B0}"/>
          </ac:grpSpMkLst>
        </pc:grpChg>
        <pc:grpChg chg="add mod">
          <ac:chgData name="evielauren6@gmail.com" userId="S::urn:spo:guest#evielauren6@gmail.com::" providerId="AD" clId="Web-{97148D6F-D79F-52DB-55BA-CC43B47FCE65}" dt="2024-01-11T14:04:54.848" v="1064" actId="1076"/>
          <ac:grpSpMkLst>
            <pc:docMk/>
            <pc:sldMk cId="1961636246" sldId="286"/>
            <ac:grpSpMk id="17" creationId="{604A4499-3BC7-E3FB-ACF6-7D45360DD4A4}"/>
          </ac:grpSpMkLst>
        </pc:grpChg>
        <pc:grpChg chg="add mod">
          <ac:chgData name="evielauren6@gmail.com" userId="S::urn:spo:guest#evielauren6@gmail.com::" providerId="AD" clId="Web-{97148D6F-D79F-52DB-55BA-CC43B47FCE65}" dt="2024-01-11T14:04:57.535" v="1065" actId="1076"/>
          <ac:grpSpMkLst>
            <pc:docMk/>
            <pc:sldMk cId="1961636246" sldId="286"/>
            <ac:grpSpMk id="22" creationId="{95E3E162-CA23-69E3-E53D-70269EBA863C}"/>
          </ac:grpSpMkLst>
        </pc:grpChg>
        <pc:grpChg chg="add del mod">
          <ac:chgData name="evielauren6@gmail.com" userId="S::urn:spo:guest#evielauren6@gmail.com::" providerId="AD" clId="Web-{97148D6F-D79F-52DB-55BA-CC43B47FCE65}" dt="2024-01-11T14:05:52.177" v="1082" actId="14100"/>
          <ac:grpSpMkLst>
            <pc:docMk/>
            <pc:sldMk cId="1961636246" sldId="286"/>
            <ac:grpSpMk id="27" creationId="{4008741A-0EE8-0910-5468-93BDBFF56DDC}"/>
          </ac:grpSpMkLst>
        </pc:grpChg>
        <pc:grpChg chg="add mod">
          <ac:chgData name="evielauren6@gmail.com" userId="S::urn:spo:guest#evielauren6@gmail.com::" providerId="AD" clId="Web-{97148D6F-D79F-52DB-55BA-CC43B47FCE65}" dt="2024-01-11T14:05:08.067" v="1069" actId="1076"/>
          <ac:grpSpMkLst>
            <pc:docMk/>
            <pc:sldMk cId="1961636246" sldId="286"/>
            <ac:grpSpMk id="31" creationId="{C5687415-3341-1CB7-67DF-4A100E19F353}"/>
          </ac:grpSpMkLst>
        </pc:grpChg>
        <pc:grpChg chg="add mod">
          <ac:chgData name="evielauren6@gmail.com" userId="S::urn:spo:guest#evielauren6@gmail.com::" providerId="AD" clId="Web-{97148D6F-D79F-52DB-55BA-CC43B47FCE65}" dt="2024-01-11T14:05:00.145" v="1066" actId="1076"/>
          <ac:grpSpMkLst>
            <pc:docMk/>
            <pc:sldMk cId="1961636246" sldId="286"/>
            <ac:grpSpMk id="35" creationId="{9480AFBE-5D47-FB29-7985-65FE285060B0}"/>
          </ac:grpSpMkLst>
        </pc:grpChg>
      </pc:sldChg>
      <pc:sldChg chg="addSp delSp modSp add ord replId">
        <pc:chgData name="evielauren6@gmail.com" userId="S::urn:spo:guest#evielauren6@gmail.com::" providerId="AD" clId="Web-{97148D6F-D79F-52DB-55BA-CC43B47FCE65}" dt="2024-01-11T14:47:28.205" v="1229" actId="20577"/>
        <pc:sldMkLst>
          <pc:docMk/>
          <pc:sldMk cId="3139179800" sldId="287"/>
        </pc:sldMkLst>
        <pc:spChg chg="add del mod">
          <ac:chgData name="evielauren6@gmail.com" userId="S::urn:spo:guest#evielauren6@gmail.com::" providerId="AD" clId="Web-{97148D6F-D79F-52DB-55BA-CC43B47FCE65}" dt="2024-01-11T14:46:48.283" v="1220"/>
          <ac:spMkLst>
            <pc:docMk/>
            <pc:sldMk cId="3139179800" sldId="287"/>
            <ac:spMk id="4" creationId="{4DA70EC4-96C7-3028-9821-F3595290E917}"/>
          </ac:spMkLst>
        </pc:spChg>
        <pc:spChg chg="mod">
          <ac:chgData name="evielauren6@gmail.com" userId="S::urn:spo:guest#evielauren6@gmail.com::" providerId="AD" clId="Web-{97148D6F-D79F-52DB-55BA-CC43B47FCE65}" dt="2024-01-11T14:47:28.205" v="1229" actId="20577"/>
          <ac:spMkLst>
            <pc:docMk/>
            <pc:sldMk cId="3139179800" sldId="287"/>
            <ac:spMk id="397" creationId="{2E821846-5C55-F390-47DF-8D9A85184386}"/>
          </ac:spMkLst>
        </pc:spChg>
        <pc:spChg chg="mod">
          <ac:chgData name="evielauren6@gmail.com" userId="S::urn:spo:guest#evielauren6@gmail.com::" providerId="AD" clId="Web-{97148D6F-D79F-52DB-55BA-CC43B47FCE65}" dt="2024-01-11T14:47:21.830" v="1227" actId="1076"/>
          <ac:spMkLst>
            <pc:docMk/>
            <pc:sldMk cId="3139179800" sldId="287"/>
            <ac:spMk id="398" creationId="{5E205977-4C98-660C-AA85-CD92741036FB}"/>
          </ac:spMkLst>
        </pc:spChg>
        <pc:spChg chg="del">
          <ac:chgData name="evielauren6@gmail.com" userId="S::urn:spo:guest#evielauren6@gmail.com::" providerId="AD" clId="Web-{97148D6F-D79F-52DB-55BA-CC43B47FCE65}" dt="2024-01-11T14:46:40.673" v="1218"/>
          <ac:spMkLst>
            <pc:docMk/>
            <pc:sldMk cId="3139179800" sldId="287"/>
            <ac:spMk id="399" creationId="{CE0E1671-69E8-C679-18CE-F450D09C71DC}"/>
          </ac:spMkLst>
        </pc:spChg>
      </pc:sldChg>
      <pc:sldChg chg="addSp delSp modSp add del replId">
        <pc:chgData name="evielauren6@gmail.com" userId="S::urn:spo:guest#evielauren6@gmail.com::" providerId="AD" clId="Web-{97148D6F-D79F-52DB-55BA-CC43B47FCE65}" dt="2024-01-11T14:58:28.483" v="1353"/>
        <pc:sldMkLst>
          <pc:docMk/>
          <pc:sldMk cId="518207657" sldId="288"/>
        </pc:sldMkLst>
        <pc:spChg chg="add del mod">
          <ac:chgData name="evielauren6@gmail.com" userId="S::urn:spo:guest#evielauren6@gmail.com::" providerId="AD" clId="Web-{97148D6F-D79F-52DB-55BA-CC43B47FCE65}" dt="2024-01-11T14:50:01.833" v="1251"/>
          <ac:spMkLst>
            <pc:docMk/>
            <pc:sldMk cId="518207657" sldId="288"/>
            <ac:spMk id="4" creationId="{E855D6BD-EEC5-FB72-6BCE-8B9C134E61E5}"/>
          </ac:spMkLst>
        </pc:spChg>
        <pc:spChg chg="mod">
          <ac:chgData name="evielauren6@gmail.com" userId="S::urn:spo:guest#evielauren6@gmail.com::" providerId="AD" clId="Web-{97148D6F-D79F-52DB-55BA-CC43B47FCE65}" dt="2024-01-11T14:50:33.427" v="1270" actId="20577"/>
          <ac:spMkLst>
            <pc:docMk/>
            <pc:sldMk cId="518207657" sldId="288"/>
            <ac:spMk id="316" creationId="{82DAD0BC-EA17-2305-38C3-DED44422D433}"/>
          </ac:spMkLst>
        </pc:spChg>
        <pc:spChg chg="del">
          <ac:chgData name="evielauren6@gmail.com" userId="S::urn:spo:guest#evielauren6@gmail.com::" providerId="AD" clId="Web-{97148D6F-D79F-52DB-55BA-CC43B47FCE65}" dt="2024-01-11T14:49:48.426" v="1247"/>
          <ac:spMkLst>
            <pc:docMk/>
            <pc:sldMk cId="518207657" sldId="288"/>
            <ac:spMk id="317" creationId="{BE3EAABB-7DED-5419-A1A1-ABEA85648783}"/>
          </ac:spMkLst>
        </pc:spChg>
        <pc:spChg chg="mod">
          <ac:chgData name="evielauren6@gmail.com" userId="S::urn:spo:guest#evielauren6@gmail.com::" providerId="AD" clId="Web-{97148D6F-D79F-52DB-55BA-CC43B47FCE65}" dt="2024-01-11T14:50:37.693" v="1272" actId="20577"/>
          <ac:spMkLst>
            <pc:docMk/>
            <pc:sldMk cId="518207657" sldId="288"/>
            <ac:spMk id="320" creationId="{0C9761CF-70EB-BD32-219C-CBE8A9DFE1C7}"/>
          </ac:spMkLst>
        </pc:spChg>
        <pc:spChg chg="mod">
          <ac:chgData name="evielauren6@gmail.com" userId="S::urn:spo:guest#evielauren6@gmail.com::" providerId="AD" clId="Web-{97148D6F-D79F-52DB-55BA-CC43B47FCE65}" dt="2024-01-11T14:52:17.304" v="1294" actId="20577"/>
          <ac:spMkLst>
            <pc:docMk/>
            <pc:sldMk cId="518207657" sldId="288"/>
            <ac:spMk id="321" creationId="{3D71B5F3-8533-0EEF-F69B-526ACCD57F17}"/>
          </ac:spMkLst>
        </pc:spChg>
        <pc:grpChg chg="mod">
          <ac:chgData name="evielauren6@gmail.com" userId="S::urn:spo:guest#evielauren6@gmail.com::" providerId="AD" clId="Web-{97148D6F-D79F-52DB-55BA-CC43B47FCE65}" dt="2024-01-11T14:51:57.429" v="1289" actId="14100"/>
          <ac:grpSpMkLst>
            <pc:docMk/>
            <pc:sldMk cId="518207657" sldId="288"/>
            <ac:grpSpMk id="318" creationId="{F3441980-D441-9168-BBBB-9202744B09BD}"/>
          </ac:grpSpMkLst>
        </pc:grpChg>
      </pc:sldChg>
    </pc:docChg>
  </pc:docChgLst>
  <pc:docChgLst>
    <pc:chgData name="Stephen John Stretton" userId="S::sstretton@worldbank.org::da8c780b-1aa2-4e36-94fb-871dc8111504" providerId="AD" clId="Web-{60BA13C3-40C3-0489-CFA0-11BBA50430E5}"/>
    <pc:docChg chg="addSld modSld sldOrd">
      <pc:chgData name="Stephen John Stretton" userId="S::sstretton@worldbank.org::da8c780b-1aa2-4e36-94fb-871dc8111504" providerId="AD" clId="Web-{60BA13C3-40C3-0489-CFA0-11BBA50430E5}" dt="2024-01-16T22:01:19.077" v="620" actId="20577"/>
      <pc:docMkLst>
        <pc:docMk/>
      </pc:docMkLst>
      <pc:sldChg chg="modSp">
        <pc:chgData name="Stephen John Stretton" userId="S::sstretton@worldbank.org::da8c780b-1aa2-4e36-94fb-871dc8111504" providerId="AD" clId="Web-{60BA13C3-40C3-0489-CFA0-11BBA50430E5}" dt="2024-01-16T22:01:19.077" v="620" actId="20577"/>
        <pc:sldMkLst>
          <pc:docMk/>
          <pc:sldMk cId="0" sldId="273"/>
        </pc:sldMkLst>
        <pc:spChg chg="mod">
          <ac:chgData name="Stephen John Stretton" userId="S::sstretton@worldbank.org::da8c780b-1aa2-4e36-94fb-871dc8111504" providerId="AD" clId="Web-{60BA13C3-40C3-0489-CFA0-11BBA50430E5}" dt="2024-01-16T22:01:19.077" v="620" actId="20577"/>
          <ac:spMkLst>
            <pc:docMk/>
            <pc:sldMk cId="0" sldId="273"/>
            <ac:spMk id="291" creationId="{00000000-0000-0000-0000-000000000000}"/>
          </ac:spMkLst>
        </pc:spChg>
      </pc:sldChg>
      <pc:sldChg chg="modSp">
        <pc:chgData name="Stephen John Stretton" userId="S::sstretton@worldbank.org::da8c780b-1aa2-4e36-94fb-871dc8111504" providerId="AD" clId="Web-{60BA13C3-40C3-0489-CFA0-11BBA50430E5}" dt="2024-01-16T21:31:48.468" v="134" actId="20577"/>
        <pc:sldMkLst>
          <pc:docMk/>
          <pc:sldMk cId="0" sldId="280"/>
        </pc:sldMkLst>
        <pc:spChg chg="mod">
          <ac:chgData name="Stephen John Stretton" userId="S::sstretton@worldbank.org::da8c780b-1aa2-4e36-94fb-871dc8111504" providerId="AD" clId="Web-{60BA13C3-40C3-0489-CFA0-11BBA50430E5}" dt="2024-01-16T21:31:48.468" v="134" actId="20577"/>
          <ac:spMkLst>
            <pc:docMk/>
            <pc:sldMk cId="0" sldId="280"/>
            <ac:spMk id="368" creationId="{00000000-0000-0000-0000-000000000000}"/>
          </ac:spMkLst>
        </pc:spChg>
      </pc:sldChg>
      <pc:sldChg chg="addSp delSp modSp modNotes">
        <pc:chgData name="Stephen John Stretton" userId="S::sstretton@worldbank.org::da8c780b-1aa2-4e36-94fb-871dc8111504" providerId="AD" clId="Web-{60BA13C3-40C3-0489-CFA0-11BBA50430E5}" dt="2024-01-16T21:24:42.129" v="93" actId="20577"/>
        <pc:sldMkLst>
          <pc:docMk/>
          <pc:sldMk cId="4223110315" sldId="290"/>
        </pc:sldMkLst>
        <pc:spChg chg="add del mod">
          <ac:chgData name="Stephen John Stretton" userId="S::sstretton@worldbank.org::da8c780b-1aa2-4e36-94fb-871dc8111504" providerId="AD" clId="Web-{60BA13C3-40C3-0489-CFA0-11BBA50430E5}" dt="2024-01-16T21:23:32.643" v="85"/>
          <ac:spMkLst>
            <pc:docMk/>
            <pc:sldMk cId="4223110315" sldId="290"/>
            <ac:spMk id="3" creationId="{DB120ACC-8EF5-1D01-DE87-D12DE600A1E1}"/>
          </ac:spMkLst>
        </pc:spChg>
        <pc:spChg chg="add mod">
          <ac:chgData name="Stephen John Stretton" userId="S::sstretton@worldbank.org::da8c780b-1aa2-4e36-94fb-871dc8111504" providerId="AD" clId="Web-{60BA13C3-40C3-0489-CFA0-11BBA50430E5}" dt="2024-01-16T21:24:42.129" v="93" actId="20577"/>
          <ac:spMkLst>
            <pc:docMk/>
            <pc:sldMk cId="4223110315" sldId="290"/>
            <ac:spMk id="4" creationId="{FD6B4CAF-9513-8548-1147-BF54139DA883}"/>
          </ac:spMkLst>
        </pc:spChg>
        <pc:spChg chg="mod">
          <ac:chgData name="Stephen John Stretton" userId="S::sstretton@worldbank.org::da8c780b-1aa2-4e36-94fb-871dc8111504" providerId="AD" clId="Web-{60BA13C3-40C3-0489-CFA0-11BBA50430E5}" dt="2024-01-16T21:21:31.859" v="33" actId="20577"/>
          <ac:spMkLst>
            <pc:docMk/>
            <pc:sldMk cId="4223110315" sldId="290"/>
            <ac:spMk id="229" creationId="{00000000-0000-0000-0000-000000000000}"/>
          </ac:spMkLst>
        </pc:spChg>
        <pc:grpChg chg="mod">
          <ac:chgData name="Stephen John Stretton" userId="S::sstretton@worldbank.org::da8c780b-1aa2-4e36-94fb-871dc8111504" providerId="AD" clId="Web-{60BA13C3-40C3-0489-CFA0-11BBA50430E5}" dt="2024-01-16T21:21:12.296" v="17" actId="1076"/>
          <ac:grpSpMkLst>
            <pc:docMk/>
            <pc:sldMk cId="4223110315" sldId="290"/>
            <ac:grpSpMk id="230" creationId="{00000000-0000-0000-0000-000000000000}"/>
          </ac:grpSpMkLst>
        </pc:grpChg>
      </pc:sldChg>
      <pc:sldChg chg="delSp modSp ord modCm">
        <pc:chgData name="Stephen John Stretton" userId="S::sstretton@worldbank.org::da8c780b-1aa2-4e36-94fb-871dc8111504" providerId="AD" clId="Web-{60BA13C3-40C3-0489-CFA0-11BBA50430E5}" dt="2024-01-16T21:58:18.947" v="618" actId="20577"/>
        <pc:sldMkLst>
          <pc:docMk/>
          <pc:sldMk cId="2306965122" sldId="305"/>
        </pc:sldMkLst>
        <pc:spChg chg="mod">
          <ac:chgData name="Stephen John Stretton" userId="S::sstretton@worldbank.org::da8c780b-1aa2-4e36-94fb-871dc8111504" providerId="AD" clId="Web-{60BA13C3-40C3-0489-CFA0-11BBA50430E5}" dt="2024-01-16T21:55:23.927" v="609" actId="20577"/>
          <ac:spMkLst>
            <pc:docMk/>
            <pc:sldMk cId="2306965122" sldId="305"/>
            <ac:spMk id="304" creationId="{00000000-0000-0000-0000-000000000000}"/>
          </ac:spMkLst>
        </pc:spChg>
        <pc:spChg chg="mod">
          <ac:chgData name="Stephen John Stretton" userId="S::sstretton@worldbank.org::da8c780b-1aa2-4e36-94fb-871dc8111504" providerId="AD" clId="Web-{60BA13C3-40C3-0489-CFA0-11BBA50430E5}" dt="2024-01-16T21:58:18.947" v="618" actId="20577"/>
          <ac:spMkLst>
            <pc:docMk/>
            <pc:sldMk cId="2306965122" sldId="305"/>
            <ac:spMk id="305" creationId="{00000000-0000-0000-0000-000000000000}"/>
          </ac:spMkLst>
        </pc:spChg>
        <pc:cxnChg chg="del">
          <ac:chgData name="Stephen John Stretton" userId="S::sstretton@worldbank.org::da8c780b-1aa2-4e36-94fb-871dc8111504" providerId="AD" clId="Web-{60BA13C3-40C3-0489-CFA0-11BBA50430E5}" dt="2024-01-16T21:55:27.302" v="611"/>
          <ac:cxnSpMkLst>
            <pc:docMk/>
            <pc:sldMk cId="2306965122" sldId="305"/>
            <ac:cxnSpMk id="2" creationId="{A187E029-AB7C-7FF0-657D-B738931ADA8F}"/>
          </ac:cxnSpMkLst>
        </pc:cxnChg>
      </pc:sldChg>
      <pc:sldChg chg="delSp modSp add ord replId delCm modCm">
        <pc:chgData name="Stephen John Stretton" userId="S::sstretton@worldbank.org::da8c780b-1aa2-4e36-94fb-871dc8111504" providerId="AD" clId="Web-{60BA13C3-40C3-0489-CFA0-11BBA50430E5}" dt="2024-01-16T21:56:15.506" v="616" actId="20577"/>
        <pc:sldMkLst>
          <pc:docMk/>
          <pc:sldMk cId="2967845052" sldId="306"/>
        </pc:sldMkLst>
        <pc:spChg chg="mod">
          <ac:chgData name="Stephen John Stretton" userId="S::sstretton@worldbank.org::da8c780b-1aa2-4e36-94fb-871dc8111504" providerId="AD" clId="Web-{60BA13C3-40C3-0489-CFA0-11BBA50430E5}" dt="2024-01-16T21:54:18.972" v="596" actId="20577"/>
          <ac:spMkLst>
            <pc:docMk/>
            <pc:sldMk cId="2967845052" sldId="306"/>
            <ac:spMk id="304" creationId="{DD1DA773-0BB0-6F57-8283-D900892BCF5C}"/>
          </ac:spMkLst>
        </pc:spChg>
        <pc:spChg chg="mod">
          <ac:chgData name="Stephen John Stretton" userId="S::sstretton@worldbank.org::da8c780b-1aa2-4e36-94fb-871dc8111504" providerId="AD" clId="Web-{60BA13C3-40C3-0489-CFA0-11BBA50430E5}" dt="2024-01-16T21:56:15.506" v="616" actId="20577"/>
          <ac:spMkLst>
            <pc:docMk/>
            <pc:sldMk cId="2967845052" sldId="306"/>
            <ac:spMk id="305" creationId="{FBA08D35-6A06-AC24-C900-AD8AA8DF2CBB}"/>
          </ac:spMkLst>
        </pc:spChg>
        <pc:cxnChg chg="del">
          <ac:chgData name="Stephen John Stretton" userId="S::sstretton@worldbank.org::da8c780b-1aa2-4e36-94fb-871dc8111504" providerId="AD" clId="Web-{60BA13C3-40C3-0489-CFA0-11BBA50430E5}" dt="2024-01-16T21:41:50.656" v="166"/>
          <ac:cxnSpMkLst>
            <pc:docMk/>
            <pc:sldMk cId="2967845052" sldId="306"/>
            <ac:cxnSpMk id="2" creationId="{F9932E34-89E9-1020-6EE2-79F7C0155825}"/>
          </ac:cxnSpMkLst>
        </pc:cxnChg>
      </pc:sldChg>
      <pc:sldChg chg="delSp modSp add replId delCm modCm">
        <pc:chgData name="Stephen John Stretton" userId="S::sstretton@worldbank.org::da8c780b-1aa2-4e36-94fb-871dc8111504" providerId="AD" clId="Web-{60BA13C3-40C3-0489-CFA0-11BBA50430E5}" dt="2024-01-16T21:55:16.005" v="608"/>
        <pc:sldMkLst>
          <pc:docMk/>
          <pc:sldMk cId="664199084" sldId="307"/>
        </pc:sldMkLst>
        <pc:spChg chg="mod">
          <ac:chgData name="Stephen John Stretton" userId="S::sstretton@worldbank.org::da8c780b-1aa2-4e36-94fb-871dc8111504" providerId="AD" clId="Web-{60BA13C3-40C3-0489-CFA0-11BBA50430E5}" dt="2024-01-16T21:55:09.536" v="603" actId="20577"/>
          <ac:spMkLst>
            <pc:docMk/>
            <pc:sldMk cId="664199084" sldId="307"/>
            <ac:spMk id="304" creationId="{9B38F490-9AB9-70EF-6D9F-B972BEB41589}"/>
          </ac:spMkLst>
        </pc:spChg>
        <pc:spChg chg="mod">
          <ac:chgData name="Stephen John Stretton" userId="S::sstretton@worldbank.org::da8c780b-1aa2-4e36-94fb-871dc8111504" providerId="AD" clId="Web-{60BA13C3-40C3-0489-CFA0-11BBA50430E5}" dt="2024-01-16T21:55:14.114" v="606" actId="20577"/>
          <ac:spMkLst>
            <pc:docMk/>
            <pc:sldMk cId="664199084" sldId="307"/>
            <ac:spMk id="305" creationId="{2B376A41-9898-C5AB-96A0-641B49C549A8}"/>
          </ac:spMkLst>
        </pc:spChg>
        <pc:cxnChg chg="del">
          <ac:chgData name="Stephen John Stretton" userId="S::sstretton@worldbank.org::da8c780b-1aa2-4e36-94fb-871dc8111504" providerId="AD" clId="Web-{60BA13C3-40C3-0489-CFA0-11BBA50430E5}" dt="2024-01-16T21:55:16.005" v="608"/>
          <ac:cxnSpMkLst>
            <pc:docMk/>
            <pc:sldMk cId="664199084" sldId="307"/>
            <ac:cxnSpMk id="2" creationId="{6F41ECA9-ACC8-A406-5F4E-F622071D22D9}"/>
          </ac:cxnSpMkLst>
        </pc:cxnChg>
      </pc:sldChg>
    </pc:docChg>
  </pc:docChgLst>
  <pc:docChgLst>
    <pc:chgData name="Stephen John Stretton" userId="S::sstretton@worldbank.org::da8c780b-1aa2-4e36-94fb-871dc8111504" providerId="AD" clId="Web-{1E7A4D56-F670-1E63-45FC-64A2656203B9}"/>
    <pc:docChg chg="modSld">
      <pc:chgData name="Stephen John Stretton" userId="S::sstretton@worldbank.org::da8c780b-1aa2-4e36-94fb-871dc8111504" providerId="AD" clId="Web-{1E7A4D56-F670-1E63-45FC-64A2656203B9}" dt="2024-01-13T16:23:01.553" v="517" actId="20577"/>
      <pc:docMkLst>
        <pc:docMk/>
      </pc:docMkLst>
      <pc:sldChg chg="modSp">
        <pc:chgData name="Stephen John Stretton" userId="S::sstretton@worldbank.org::da8c780b-1aa2-4e36-94fb-871dc8111504" providerId="AD" clId="Web-{1E7A4D56-F670-1E63-45FC-64A2656203B9}" dt="2024-01-13T16:19:11.420" v="432" actId="14100"/>
        <pc:sldMkLst>
          <pc:docMk/>
          <pc:sldMk cId="0" sldId="272"/>
        </pc:sldMkLst>
        <pc:spChg chg="mod">
          <ac:chgData name="Stephen John Stretton" userId="S::sstretton@worldbank.org::da8c780b-1aa2-4e36-94fb-871dc8111504" providerId="AD" clId="Web-{1E7A4D56-F670-1E63-45FC-64A2656203B9}" dt="2024-01-13T16:19:11.420" v="432" actId="14100"/>
          <ac:spMkLst>
            <pc:docMk/>
            <pc:sldMk cId="0" sldId="272"/>
            <ac:spMk id="282" creationId="{00000000-0000-0000-0000-000000000000}"/>
          </ac:spMkLst>
        </pc:spChg>
      </pc:sldChg>
      <pc:sldChg chg="modSp addCm modCm">
        <pc:chgData name="Stephen John Stretton" userId="S::sstretton@worldbank.org::da8c780b-1aa2-4e36-94fb-871dc8111504" providerId="AD" clId="Web-{1E7A4D56-F670-1E63-45FC-64A2656203B9}" dt="2024-01-13T16:20:29.860" v="444" actId="20577"/>
        <pc:sldMkLst>
          <pc:docMk/>
          <pc:sldMk cId="0" sldId="273"/>
        </pc:sldMkLst>
        <pc:spChg chg="mod">
          <ac:chgData name="Stephen John Stretton" userId="S::sstretton@worldbank.org::da8c780b-1aa2-4e36-94fb-871dc8111504" providerId="AD" clId="Web-{1E7A4D56-F670-1E63-45FC-64A2656203B9}" dt="2024-01-13T16:20:29.860" v="444" actId="20577"/>
          <ac:spMkLst>
            <pc:docMk/>
            <pc:sldMk cId="0" sldId="273"/>
            <ac:spMk id="291" creationId="{00000000-0000-0000-0000-000000000000}"/>
          </ac:spMkLst>
        </pc:spChg>
      </pc:sldChg>
      <pc:sldChg chg="modSp">
        <pc:chgData name="Stephen John Stretton" userId="S::sstretton@worldbank.org::da8c780b-1aa2-4e36-94fb-871dc8111504" providerId="AD" clId="Web-{1E7A4D56-F670-1E63-45FC-64A2656203B9}" dt="2024-01-13T16:20:46.330" v="447" actId="1076"/>
        <pc:sldMkLst>
          <pc:docMk/>
          <pc:sldMk cId="0" sldId="280"/>
        </pc:sldMkLst>
        <pc:spChg chg="mod">
          <ac:chgData name="Stephen John Stretton" userId="S::sstretton@worldbank.org::da8c780b-1aa2-4e36-94fb-871dc8111504" providerId="AD" clId="Web-{1E7A4D56-F670-1E63-45FC-64A2656203B9}" dt="2024-01-13T16:20:44.517" v="446" actId="14100"/>
          <ac:spMkLst>
            <pc:docMk/>
            <pc:sldMk cId="0" sldId="280"/>
            <ac:spMk id="371" creationId="{00000000-0000-0000-0000-000000000000}"/>
          </ac:spMkLst>
        </pc:spChg>
        <pc:spChg chg="mod">
          <ac:chgData name="Stephen John Stretton" userId="S::sstretton@worldbank.org::da8c780b-1aa2-4e36-94fb-871dc8111504" providerId="AD" clId="Web-{1E7A4D56-F670-1E63-45FC-64A2656203B9}" dt="2024-01-13T16:20:46.330" v="447" actId="1076"/>
          <ac:spMkLst>
            <pc:docMk/>
            <pc:sldMk cId="0" sldId="280"/>
            <ac:spMk id="374" creationId="{00000000-0000-0000-0000-000000000000}"/>
          </ac:spMkLst>
        </pc:spChg>
      </pc:sldChg>
      <pc:sldChg chg="modSp">
        <pc:chgData name="Stephen John Stretton" userId="S::sstretton@worldbank.org::da8c780b-1aa2-4e36-94fb-871dc8111504" providerId="AD" clId="Web-{1E7A4D56-F670-1E63-45FC-64A2656203B9}" dt="2024-01-13T16:18:15.653" v="428" actId="14100"/>
        <pc:sldMkLst>
          <pc:docMk/>
          <pc:sldMk cId="0" sldId="281"/>
        </pc:sldMkLst>
        <pc:spChg chg="mod">
          <ac:chgData name="Stephen John Stretton" userId="S::sstretton@worldbank.org::da8c780b-1aa2-4e36-94fb-871dc8111504" providerId="AD" clId="Web-{1E7A4D56-F670-1E63-45FC-64A2656203B9}" dt="2024-01-13T16:18:15.653" v="428" actId="14100"/>
          <ac:spMkLst>
            <pc:docMk/>
            <pc:sldMk cId="0" sldId="281"/>
            <ac:spMk id="381" creationId="{00000000-0000-0000-0000-000000000000}"/>
          </ac:spMkLst>
        </pc:spChg>
      </pc:sldChg>
      <pc:sldChg chg="modSp">
        <pc:chgData name="Stephen John Stretton" userId="S::sstretton@worldbank.org::da8c780b-1aa2-4e36-94fb-871dc8111504" providerId="AD" clId="Web-{1E7A4D56-F670-1E63-45FC-64A2656203B9}" dt="2024-01-13T16:14:17.957" v="353" actId="20577"/>
        <pc:sldMkLst>
          <pc:docMk/>
          <pc:sldMk cId="0" sldId="283"/>
        </pc:sldMkLst>
        <pc:spChg chg="mod">
          <ac:chgData name="Stephen John Stretton" userId="S::sstretton@worldbank.org::da8c780b-1aa2-4e36-94fb-871dc8111504" providerId="AD" clId="Web-{1E7A4D56-F670-1E63-45FC-64A2656203B9}" dt="2024-01-13T16:14:17.957" v="353" actId="20577"/>
          <ac:spMkLst>
            <pc:docMk/>
            <pc:sldMk cId="0" sldId="283"/>
            <ac:spMk id="399" creationId="{00000000-0000-0000-0000-000000000000}"/>
          </ac:spMkLst>
        </pc:spChg>
      </pc:sldChg>
      <pc:sldChg chg="modSp">
        <pc:chgData name="Stephen John Stretton" userId="S::sstretton@worldbank.org::da8c780b-1aa2-4e36-94fb-871dc8111504" providerId="AD" clId="Web-{1E7A4D56-F670-1E63-45FC-64A2656203B9}" dt="2024-01-13T16:20:39.970" v="445" actId="1076"/>
        <pc:sldMkLst>
          <pc:docMk/>
          <pc:sldMk cId="2728010118" sldId="300"/>
        </pc:sldMkLst>
        <pc:spChg chg="mod">
          <ac:chgData name="Stephen John Stretton" userId="S::sstretton@worldbank.org::da8c780b-1aa2-4e36-94fb-871dc8111504" providerId="AD" clId="Web-{1E7A4D56-F670-1E63-45FC-64A2656203B9}" dt="2024-01-13T16:18:47.747" v="430" actId="20577"/>
          <ac:spMkLst>
            <pc:docMk/>
            <pc:sldMk cId="2728010118" sldId="300"/>
            <ac:spMk id="380" creationId="{597611EC-5451-E9B2-92C9-89433AACDA70}"/>
          </ac:spMkLst>
        </pc:spChg>
        <pc:spChg chg="mod">
          <ac:chgData name="Stephen John Stretton" userId="S::sstretton@worldbank.org::da8c780b-1aa2-4e36-94fb-871dc8111504" providerId="AD" clId="Web-{1E7A4D56-F670-1E63-45FC-64A2656203B9}" dt="2024-01-13T16:20:39.970" v="445" actId="1076"/>
          <ac:spMkLst>
            <pc:docMk/>
            <pc:sldMk cId="2728010118" sldId="300"/>
            <ac:spMk id="385" creationId="{56358C32-99C8-A366-88E1-B4367A0FEACD}"/>
          </ac:spMkLst>
        </pc:spChg>
      </pc:sldChg>
      <pc:sldChg chg="modSp">
        <pc:chgData name="Stephen John Stretton" userId="S::sstretton@worldbank.org::da8c780b-1aa2-4e36-94fb-871dc8111504" providerId="AD" clId="Web-{1E7A4D56-F670-1E63-45FC-64A2656203B9}" dt="2024-01-13T16:15:01.005" v="407"/>
        <pc:sldMkLst>
          <pc:docMk/>
          <pc:sldMk cId="1750513697" sldId="304"/>
        </pc:sldMkLst>
        <pc:graphicFrameChg chg="mod modGraphic">
          <ac:chgData name="Stephen John Stretton" userId="S::sstretton@worldbank.org::da8c780b-1aa2-4e36-94fb-871dc8111504" providerId="AD" clId="Web-{1E7A4D56-F670-1E63-45FC-64A2656203B9}" dt="2024-01-13T16:15:01.005" v="407"/>
          <ac:graphicFrameMkLst>
            <pc:docMk/>
            <pc:sldMk cId="1750513697" sldId="304"/>
            <ac:graphicFrameMk id="7" creationId="{37EC8159-55F3-27C5-5844-9EB9B380591D}"/>
          </ac:graphicFrameMkLst>
        </pc:graphicFrameChg>
      </pc:sldChg>
      <pc:sldChg chg="addSp modSp modCm">
        <pc:chgData name="Stephen John Stretton" userId="S::sstretton@worldbank.org::da8c780b-1aa2-4e36-94fb-871dc8111504" providerId="AD" clId="Web-{1E7A4D56-F670-1E63-45FC-64A2656203B9}" dt="2024-01-13T16:23:01.553" v="517" actId="20577"/>
        <pc:sldMkLst>
          <pc:docMk/>
          <pc:sldMk cId="2306965122" sldId="305"/>
        </pc:sldMkLst>
        <pc:spChg chg="mod">
          <ac:chgData name="Stephen John Stretton" userId="S::sstretton@worldbank.org::da8c780b-1aa2-4e36-94fb-871dc8111504" providerId="AD" clId="Web-{1E7A4D56-F670-1E63-45FC-64A2656203B9}" dt="2024-01-13T16:17:09.182" v="422" actId="20577"/>
          <ac:spMkLst>
            <pc:docMk/>
            <pc:sldMk cId="2306965122" sldId="305"/>
            <ac:spMk id="304" creationId="{00000000-0000-0000-0000-000000000000}"/>
          </ac:spMkLst>
        </pc:spChg>
        <pc:spChg chg="mod">
          <ac:chgData name="Stephen John Stretton" userId="S::sstretton@worldbank.org::da8c780b-1aa2-4e36-94fb-871dc8111504" providerId="AD" clId="Web-{1E7A4D56-F670-1E63-45FC-64A2656203B9}" dt="2024-01-13T16:23:01.553" v="517" actId="20577"/>
          <ac:spMkLst>
            <pc:docMk/>
            <pc:sldMk cId="2306965122" sldId="305"/>
            <ac:spMk id="305" creationId="{00000000-0000-0000-0000-000000000000}"/>
          </ac:spMkLst>
        </pc:spChg>
        <pc:cxnChg chg="add mod">
          <ac:chgData name="Stephen John Stretton" userId="S::sstretton@worldbank.org::da8c780b-1aa2-4e36-94fb-871dc8111504" providerId="AD" clId="Web-{1E7A4D56-F670-1E63-45FC-64A2656203B9}" dt="2024-01-13T16:21:23.222" v="448"/>
          <ac:cxnSpMkLst>
            <pc:docMk/>
            <pc:sldMk cId="2306965122" sldId="305"/>
            <ac:cxnSpMk id="2" creationId="{A187E029-AB7C-7FF0-657D-B738931ADA8F}"/>
          </ac:cxnSpMkLst>
        </pc:cxnChg>
      </pc:sldChg>
    </pc:docChg>
  </pc:docChgLst>
  <pc:docChgLst>
    <pc:chgData name="Stephen John Stretton" userId="S::sstretton@worldbank.org::da8c780b-1aa2-4e36-94fb-871dc8111504" providerId="AD" clId="Web-{628EFE80-4CF6-B12E-914E-5C47F4B7D516}"/>
    <pc:docChg chg="modSld">
      <pc:chgData name="Stephen John Stretton" userId="S::sstretton@worldbank.org::da8c780b-1aa2-4e36-94fb-871dc8111504" providerId="AD" clId="Web-{628EFE80-4CF6-B12E-914E-5C47F4B7D516}" dt="2024-01-16T20:07:18.456" v="87" actId="20577"/>
      <pc:docMkLst>
        <pc:docMk/>
      </pc:docMkLst>
      <pc:sldChg chg="modSp modCm">
        <pc:chgData name="Stephen John Stretton" userId="S::sstretton@worldbank.org::da8c780b-1aa2-4e36-94fb-871dc8111504" providerId="AD" clId="Web-{628EFE80-4CF6-B12E-914E-5C47F4B7D516}" dt="2024-01-16T20:07:18.456" v="87" actId="20577"/>
        <pc:sldMkLst>
          <pc:docMk/>
          <pc:sldMk cId="2306965122" sldId="305"/>
        </pc:sldMkLst>
        <pc:spChg chg="mod">
          <ac:chgData name="Stephen John Stretton" userId="S::sstretton@worldbank.org::da8c780b-1aa2-4e36-94fb-871dc8111504" providerId="AD" clId="Web-{628EFE80-4CF6-B12E-914E-5C47F4B7D516}" dt="2024-01-16T20:07:18.456" v="87" actId="20577"/>
          <ac:spMkLst>
            <pc:docMk/>
            <pc:sldMk cId="2306965122" sldId="305"/>
            <ac:spMk id="304" creationId="{00000000-0000-0000-0000-000000000000}"/>
          </ac:spMkLst>
        </pc:spChg>
        <pc:spChg chg="mod">
          <ac:chgData name="Stephen John Stretton" userId="S::sstretton@worldbank.org::da8c780b-1aa2-4e36-94fb-871dc8111504" providerId="AD" clId="Web-{628EFE80-4CF6-B12E-914E-5C47F4B7D516}" dt="2024-01-16T20:06:56.455" v="66" actId="20577"/>
          <ac:spMkLst>
            <pc:docMk/>
            <pc:sldMk cId="2306965122" sldId="305"/>
            <ac:spMk id="305" creationId="{00000000-0000-0000-0000-000000000000}"/>
          </ac:spMkLst>
        </pc:spChg>
      </pc:sldChg>
    </pc:docChg>
  </pc:docChgLst>
  <pc:docChgLst>
    <pc:chgData name="evielauren6@gmail.com" userId="S::urn:spo:guest#evielauren6@gmail.com::" providerId="AD" clId="Web-{D4169193-9295-8F12-9F69-4E23F938BB04}"/>
    <pc:docChg chg="addSld delSld modSld sldOrd">
      <pc:chgData name="evielauren6@gmail.com" userId="S::urn:spo:guest#evielauren6@gmail.com::" providerId="AD" clId="Web-{D4169193-9295-8F12-9F69-4E23F938BB04}" dt="2024-01-12T13:38:34.667" v="546"/>
      <pc:docMkLst>
        <pc:docMk/>
      </pc:docMkLst>
      <pc:sldChg chg="addSp delSp modSp">
        <pc:chgData name="evielauren6@gmail.com" userId="S::urn:spo:guest#evielauren6@gmail.com::" providerId="AD" clId="Web-{D4169193-9295-8F12-9F69-4E23F938BB04}" dt="2024-01-12T13:38:34.667" v="546"/>
        <pc:sldMkLst>
          <pc:docMk/>
          <pc:sldMk cId="0" sldId="256"/>
        </pc:sldMkLst>
        <pc:spChg chg="mod">
          <ac:chgData name="evielauren6@gmail.com" userId="S::urn:spo:guest#evielauren6@gmail.com::" providerId="AD" clId="Web-{D4169193-9295-8F12-9F69-4E23F938BB04}" dt="2024-01-12T13:35:35.034" v="535" actId="20577"/>
          <ac:spMkLst>
            <pc:docMk/>
            <pc:sldMk cId="0" sldId="256"/>
            <ac:spMk id="64" creationId="{00000000-0000-0000-0000-000000000000}"/>
          </ac:spMkLst>
        </pc:spChg>
        <pc:picChg chg="add del mod">
          <ac:chgData name="evielauren6@gmail.com" userId="S::urn:spo:guest#evielauren6@gmail.com::" providerId="AD" clId="Web-{D4169193-9295-8F12-9F69-4E23F938BB04}" dt="2024-01-12T13:37:27.805" v="544"/>
          <ac:picMkLst>
            <pc:docMk/>
            <pc:sldMk cId="0" sldId="256"/>
            <ac:picMk id="2" creationId="{13CCE1F0-002A-2D0A-7981-0F2E6425B51F}"/>
          </ac:picMkLst>
        </pc:picChg>
        <pc:picChg chg="add del mod">
          <ac:chgData name="evielauren6@gmail.com" userId="S::urn:spo:guest#evielauren6@gmail.com::" providerId="AD" clId="Web-{D4169193-9295-8F12-9F69-4E23F938BB04}" dt="2024-01-12T13:38:34.667" v="546"/>
          <ac:picMkLst>
            <pc:docMk/>
            <pc:sldMk cId="0" sldId="256"/>
            <ac:picMk id="3" creationId="{C93CE2F6-D839-9DCB-7793-58C745282AA9}"/>
          </ac:picMkLst>
        </pc:picChg>
      </pc:sldChg>
      <pc:sldChg chg="modSp ord">
        <pc:chgData name="evielauren6@gmail.com" userId="S::urn:spo:guest#evielauren6@gmail.com::" providerId="AD" clId="Web-{D4169193-9295-8F12-9F69-4E23F938BB04}" dt="2024-01-12T13:25:59.197" v="524" actId="20577"/>
        <pc:sldMkLst>
          <pc:docMk/>
          <pc:sldMk cId="0" sldId="257"/>
        </pc:sldMkLst>
        <pc:spChg chg="mod">
          <ac:chgData name="evielauren6@gmail.com" userId="S::urn:spo:guest#evielauren6@gmail.com::" providerId="AD" clId="Web-{D4169193-9295-8F12-9F69-4E23F938BB04}" dt="2024-01-12T13:01:16.025" v="440" actId="14100"/>
          <ac:spMkLst>
            <pc:docMk/>
            <pc:sldMk cId="0" sldId="257"/>
            <ac:spMk id="71" creationId="{00000000-0000-0000-0000-000000000000}"/>
          </ac:spMkLst>
        </pc:spChg>
        <pc:spChg chg="mod">
          <ac:chgData name="evielauren6@gmail.com" userId="S::urn:spo:guest#evielauren6@gmail.com::" providerId="AD" clId="Web-{D4169193-9295-8F12-9F69-4E23F938BB04}" dt="2024-01-12T13:25:59.197" v="524" actId="20577"/>
          <ac:spMkLst>
            <pc:docMk/>
            <pc:sldMk cId="0" sldId="257"/>
            <ac:spMk id="72" creationId="{00000000-0000-0000-0000-000000000000}"/>
          </ac:spMkLst>
        </pc:spChg>
      </pc:sldChg>
      <pc:sldChg chg="modSp">
        <pc:chgData name="evielauren6@gmail.com" userId="S::urn:spo:guest#evielauren6@gmail.com::" providerId="AD" clId="Web-{D4169193-9295-8F12-9F69-4E23F938BB04}" dt="2024-01-12T12:53:33.334" v="371" actId="1076"/>
        <pc:sldMkLst>
          <pc:docMk/>
          <pc:sldMk cId="0" sldId="258"/>
        </pc:sldMkLst>
        <pc:spChg chg="mod">
          <ac:chgData name="evielauren6@gmail.com" userId="S::urn:spo:guest#evielauren6@gmail.com::" providerId="AD" clId="Web-{D4169193-9295-8F12-9F69-4E23F938BB04}" dt="2024-01-12T12:52:50.207" v="351" actId="20577"/>
          <ac:spMkLst>
            <pc:docMk/>
            <pc:sldMk cId="0" sldId="258"/>
            <ac:spMk id="85" creationId="{00000000-0000-0000-0000-000000000000}"/>
          </ac:spMkLst>
        </pc:spChg>
        <pc:spChg chg="mod">
          <ac:chgData name="evielauren6@gmail.com" userId="S::urn:spo:guest#evielauren6@gmail.com::" providerId="AD" clId="Web-{D4169193-9295-8F12-9F69-4E23F938BB04}" dt="2024-01-12T12:53:33.334" v="371" actId="1076"/>
          <ac:spMkLst>
            <pc:docMk/>
            <pc:sldMk cId="0" sldId="258"/>
            <ac:spMk id="87" creationId="{00000000-0000-0000-0000-000000000000}"/>
          </ac:spMkLst>
        </pc:spChg>
        <pc:spChg chg="mod">
          <ac:chgData name="evielauren6@gmail.com" userId="S::urn:spo:guest#evielauren6@gmail.com::" providerId="AD" clId="Web-{D4169193-9295-8F12-9F69-4E23F938BB04}" dt="2024-01-12T12:53:22.942" v="369" actId="14100"/>
          <ac:spMkLst>
            <pc:docMk/>
            <pc:sldMk cId="0" sldId="258"/>
            <ac:spMk id="88" creationId="{00000000-0000-0000-0000-000000000000}"/>
          </ac:spMkLst>
        </pc:spChg>
        <pc:spChg chg="mod">
          <ac:chgData name="evielauren6@gmail.com" userId="S::urn:spo:guest#evielauren6@gmail.com::" providerId="AD" clId="Web-{D4169193-9295-8F12-9F69-4E23F938BB04}" dt="2024-01-12T12:53:26.239" v="370" actId="14100"/>
          <ac:spMkLst>
            <pc:docMk/>
            <pc:sldMk cId="0" sldId="258"/>
            <ac:spMk id="89" creationId="{00000000-0000-0000-0000-000000000000}"/>
          </ac:spMkLst>
        </pc:spChg>
        <pc:grpChg chg="mod">
          <ac:chgData name="evielauren6@gmail.com" userId="S::urn:spo:guest#evielauren6@gmail.com::" providerId="AD" clId="Web-{D4169193-9295-8F12-9F69-4E23F938BB04}" dt="2024-01-12T12:53:14.895" v="368" actId="14100"/>
          <ac:grpSpMkLst>
            <pc:docMk/>
            <pc:sldMk cId="0" sldId="258"/>
            <ac:grpSpMk id="86" creationId="{00000000-0000-0000-0000-000000000000}"/>
          </ac:grpSpMkLst>
        </pc:grpChg>
      </pc:sldChg>
      <pc:sldChg chg="modSp">
        <pc:chgData name="evielauren6@gmail.com" userId="S::urn:spo:guest#evielauren6@gmail.com::" providerId="AD" clId="Web-{D4169193-9295-8F12-9F69-4E23F938BB04}" dt="2024-01-12T13:12:33.444" v="451" actId="20577"/>
        <pc:sldMkLst>
          <pc:docMk/>
          <pc:sldMk cId="0" sldId="259"/>
        </pc:sldMkLst>
        <pc:spChg chg="mod">
          <ac:chgData name="evielauren6@gmail.com" userId="S::urn:spo:guest#evielauren6@gmail.com::" providerId="AD" clId="Web-{D4169193-9295-8F12-9F69-4E23F938BB04}" dt="2024-01-12T12:55:35.542" v="398" actId="20577"/>
          <ac:spMkLst>
            <pc:docMk/>
            <pc:sldMk cId="0" sldId="259"/>
            <ac:spMk id="96" creationId="{00000000-0000-0000-0000-000000000000}"/>
          </ac:spMkLst>
        </pc:spChg>
        <pc:spChg chg="mod">
          <ac:chgData name="evielauren6@gmail.com" userId="S::urn:spo:guest#evielauren6@gmail.com::" providerId="AD" clId="Web-{D4169193-9295-8F12-9F69-4E23F938BB04}" dt="2024-01-12T13:12:33.444" v="451" actId="20577"/>
          <ac:spMkLst>
            <pc:docMk/>
            <pc:sldMk cId="0" sldId="259"/>
            <ac:spMk id="97" creationId="{00000000-0000-0000-0000-000000000000}"/>
          </ac:spMkLst>
        </pc:spChg>
      </pc:sldChg>
      <pc:sldChg chg="modSp">
        <pc:chgData name="evielauren6@gmail.com" userId="S::urn:spo:guest#evielauren6@gmail.com::" providerId="AD" clId="Web-{D4169193-9295-8F12-9F69-4E23F938BB04}" dt="2024-01-12T13:12:39.820" v="453" actId="20577"/>
        <pc:sldMkLst>
          <pc:docMk/>
          <pc:sldMk cId="0" sldId="260"/>
        </pc:sldMkLst>
        <pc:spChg chg="mod">
          <ac:chgData name="evielauren6@gmail.com" userId="S::urn:spo:guest#evielauren6@gmail.com::" providerId="AD" clId="Web-{D4169193-9295-8F12-9F69-4E23F938BB04}" dt="2024-01-12T13:12:39.820" v="453" actId="20577"/>
          <ac:spMkLst>
            <pc:docMk/>
            <pc:sldMk cId="0" sldId="260"/>
            <ac:spMk id="105" creationId="{00000000-0000-0000-0000-000000000000}"/>
          </ac:spMkLst>
        </pc:spChg>
      </pc:sldChg>
      <pc:sldChg chg="addSp delSp modSp">
        <pc:chgData name="evielauren6@gmail.com" userId="S::urn:spo:guest#evielauren6@gmail.com::" providerId="AD" clId="Web-{D4169193-9295-8F12-9F69-4E23F938BB04}" dt="2024-01-12T13:12:44.539" v="454" actId="20577"/>
        <pc:sldMkLst>
          <pc:docMk/>
          <pc:sldMk cId="0" sldId="261"/>
        </pc:sldMkLst>
        <pc:spChg chg="mod">
          <ac:chgData name="evielauren6@gmail.com" userId="S::urn:spo:guest#evielauren6@gmail.com::" providerId="AD" clId="Web-{D4169193-9295-8F12-9F69-4E23F938BB04}" dt="2024-01-12T12:56:39.279" v="404" actId="1076"/>
          <ac:spMkLst>
            <pc:docMk/>
            <pc:sldMk cId="0" sldId="261"/>
            <ac:spMk id="6" creationId="{81670A1B-5081-8CDF-50E9-89F73E7BF31D}"/>
          </ac:spMkLst>
        </pc:spChg>
        <pc:spChg chg="mod">
          <ac:chgData name="evielauren6@gmail.com" userId="S::urn:spo:guest#evielauren6@gmail.com::" providerId="AD" clId="Web-{D4169193-9295-8F12-9F69-4E23F938BB04}" dt="2024-01-12T12:37:45.246" v="41" actId="1076"/>
          <ac:spMkLst>
            <pc:docMk/>
            <pc:sldMk cId="0" sldId="261"/>
            <ac:spMk id="8" creationId="{73795EDF-2136-CDAE-1BF3-174BF2125230}"/>
          </ac:spMkLst>
        </pc:spChg>
        <pc:spChg chg="add del mod">
          <ac:chgData name="evielauren6@gmail.com" userId="S::urn:spo:guest#evielauren6@gmail.com::" providerId="AD" clId="Web-{D4169193-9295-8F12-9F69-4E23F938BB04}" dt="2024-01-12T12:37:39.574" v="39"/>
          <ac:spMkLst>
            <pc:docMk/>
            <pc:sldMk cId="0" sldId="261"/>
            <ac:spMk id="9" creationId="{07588594-B6C4-2AFE-A6D9-D9BE39C5A805}"/>
          </ac:spMkLst>
        </pc:spChg>
        <pc:spChg chg="mod">
          <ac:chgData name="evielauren6@gmail.com" userId="S::urn:spo:guest#evielauren6@gmail.com::" providerId="AD" clId="Web-{D4169193-9295-8F12-9F69-4E23F938BB04}" dt="2024-01-12T13:12:44.539" v="454" actId="20577"/>
          <ac:spMkLst>
            <pc:docMk/>
            <pc:sldMk cId="0" sldId="261"/>
            <ac:spMk id="128" creationId="{00000000-0000-0000-0000-000000000000}"/>
          </ac:spMkLst>
        </pc:spChg>
        <pc:spChg chg="del">
          <ac:chgData name="evielauren6@gmail.com" userId="S::urn:spo:guest#evielauren6@gmail.com::" providerId="AD" clId="Web-{D4169193-9295-8F12-9F69-4E23F938BB04}" dt="2024-01-12T12:37:36.887" v="38"/>
          <ac:spMkLst>
            <pc:docMk/>
            <pc:sldMk cId="0" sldId="261"/>
            <ac:spMk id="129" creationId="{00000000-0000-0000-0000-000000000000}"/>
          </ac:spMkLst>
        </pc:spChg>
        <pc:spChg chg="mod">
          <ac:chgData name="evielauren6@gmail.com" userId="S::urn:spo:guest#evielauren6@gmail.com::" providerId="AD" clId="Web-{D4169193-9295-8F12-9F69-4E23F938BB04}" dt="2024-01-12T12:56:26.575" v="400" actId="1076"/>
          <ac:spMkLst>
            <pc:docMk/>
            <pc:sldMk cId="0" sldId="261"/>
            <ac:spMk id="134" creationId="{00000000-0000-0000-0000-000000000000}"/>
          </ac:spMkLst>
        </pc:spChg>
        <pc:grpChg chg="mod">
          <ac:chgData name="evielauren6@gmail.com" userId="S::urn:spo:guest#evielauren6@gmail.com::" providerId="AD" clId="Web-{D4169193-9295-8F12-9F69-4E23F938BB04}" dt="2024-01-12T12:56:50.092" v="405" actId="14100"/>
          <ac:grpSpMkLst>
            <pc:docMk/>
            <pc:sldMk cId="0" sldId="261"/>
            <ac:grpSpMk id="2" creationId="{8C8ED161-B9DD-7917-6E06-5910713D65C4}"/>
          </ac:grpSpMkLst>
        </pc:grpChg>
        <pc:grpChg chg="mod">
          <ac:chgData name="evielauren6@gmail.com" userId="S::urn:spo:guest#evielauren6@gmail.com::" providerId="AD" clId="Web-{D4169193-9295-8F12-9F69-4E23F938BB04}" dt="2024-01-12T12:57:01.592" v="407" actId="14100"/>
          <ac:grpSpMkLst>
            <pc:docMk/>
            <pc:sldMk cId="0" sldId="261"/>
            <ac:grpSpMk id="131" creationId="{00000000-0000-0000-0000-000000000000}"/>
          </ac:grpSpMkLst>
        </pc:grpChg>
      </pc:sldChg>
      <pc:sldChg chg="modSp">
        <pc:chgData name="evielauren6@gmail.com" userId="S::urn:spo:guest#evielauren6@gmail.com::" providerId="AD" clId="Web-{D4169193-9295-8F12-9F69-4E23F938BB04}" dt="2024-01-12T13:12:50.508" v="455" actId="20577"/>
        <pc:sldMkLst>
          <pc:docMk/>
          <pc:sldMk cId="0" sldId="262"/>
        </pc:sldMkLst>
        <pc:spChg chg="mod">
          <ac:chgData name="evielauren6@gmail.com" userId="S::urn:spo:guest#evielauren6@gmail.com::" providerId="AD" clId="Web-{D4169193-9295-8F12-9F69-4E23F938BB04}" dt="2024-01-12T13:12:50.508" v="455" actId="20577"/>
          <ac:spMkLst>
            <pc:docMk/>
            <pc:sldMk cId="0" sldId="262"/>
            <ac:spMk id="139" creationId="{00000000-0000-0000-0000-000000000000}"/>
          </ac:spMkLst>
        </pc:spChg>
      </pc:sldChg>
      <pc:sldChg chg="addSp delSp">
        <pc:chgData name="evielauren6@gmail.com" userId="S::urn:spo:guest#evielauren6@gmail.com::" providerId="AD" clId="Web-{D4169193-9295-8F12-9F69-4E23F938BB04}" dt="2024-01-12T13:15:58.625" v="479"/>
        <pc:sldMkLst>
          <pc:docMk/>
          <pc:sldMk cId="0" sldId="263"/>
        </pc:sldMkLst>
        <pc:picChg chg="add">
          <ac:chgData name="evielauren6@gmail.com" userId="S::urn:spo:guest#evielauren6@gmail.com::" providerId="AD" clId="Web-{D4169193-9295-8F12-9F69-4E23F938BB04}" dt="2024-01-12T13:15:58.625" v="479"/>
          <ac:picMkLst>
            <pc:docMk/>
            <pc:sldMk cId="0" sldId="263"/>
            <ac:picMk id="4" creationId="{405FFC4A-F41D-FB04-2FF2-582CA9C57DC7}"/>
          </ac:picMkLst>
        </pc:picChg>
        <pc:picChg chg="del">
          <ac:chgData name="evielauren6@gmail.com" userId="S::urn:spo:guest#evielauren6@gmail.com::" providerId="AD" clId="Web-{D4169193-9295-8F12-9F69-4E23F938BB04}" dt="2024-01-12T13:15:56.937" v="478"/>
          <ac:picMkLst>
            <pc:docMk/>
            <pc:sldMk cId="0" sldId="263"/>
            <ac:picMk id="154" creationId="{00000000-0000-0000-0000-000000000000}"/>
          </ac:picMkLst>
        </pc:picChg>
      </pc:sldChg>
      <pc:sldChg chg="addSp delSp modSp">
        <pc:chgData name="evielauren6@gmail.com" userId="S::urn:spo:guest#evielauren6@gmail.com::" providerId="AD" clId="Web-{D4169193-9295-8F12-9F69-4E23F938BB04}" dt="2024-01-12T13:15:44.218" v="475" actId="14100"/>
        <pc:sldMkLst>
          <pc:docMk/>
          <pc:sldMk cId="0" sldId="268"/>
        </pc:sldMkLst>
        <pc:picChg chg="add mod">
          <ac:chgData name="evielauren6@gmail.com" userId="S::urn:spo:guest#evielauren6@gmail.com::" providerId="AD" clId="Web-{D4169193-9295-8F12-9F69-4E23F938BB04}" dt="2024-01-12T13:15:44.218" v="475" actId="14100"/>
          <ac:picMkLst>
            <pc:docMk/>
            <pc:sldMk cId="0" sldId="268"/>
            <ac:picMk id="3" creationId="{87958FE0-D07D-DE0D-C343-C76CE89F09D8}"/>
          </ac:picMkLst>
        </pc:picChg>
        <pc:picChg chg="del">
          <ac:chgData name="evielauren6@gmail.com" userId="S::urn:spo:guest#evielauren6@gmail.com::" providerId="AD" clId="Web-{D4169193-9295-8F12-9F69-4E23F938BB04}" dt="2024-01-12T13:14:29.027" v="457"/>
          <ac:picMkLst>
            <pc:docMk/>
            <pc:sldMk cId="0" sldId="268"/>
            <ac:picMk id="223" creationId="{00000000-0000-0000-0000-000000000000}"/>
          </ac:picMkLst>
        </pc:picChg>
      </pc:sldChg>
      <pc:sldChg chg="modSp">
        <pc:chgData name="evielauren6@gmail.com" userId="S::urn:spo:guest#evielauren6@gmail.com::" providerId="AD" clId="Web-{D4169193-9295-8F12-9F69-4E23F938BB04}" dt="2024-01-12T13:18:58.695" v="499" actId="20577"/>
        <pc:sldMkLst>
          <pc:docMk/>
          <pc:sldMk cId="0" sldId="269"/>
        </pc:sldMkLst>
        <pc:spChg chg="mod">
          <ac:chgData name="evielauren6@gmail.com" userId="S::urn:spo:guest#evielauren6@gmail.com::" providerId="AD" clId="Web-{D4169193-9295-8F12-9F69-4E23F938BB04}" dt="2024-01-12T13:18:58.695" v="499" actId="20577"/>
          <ac:spMkLst>
            <pc:docMk/>
            <pc:sldMk cId="0" sldId="269"/>
            <ac:spMk id="232" creationId="{00000000-0000-0000-0000-000000000000}"/>
          </ac:spMkLst>
        </pc:spChg>
      </pc:sldChg>
      <pc:sldChg chg="modSp">
        <pc:chgData name="evielauren6@gmail.com" userId="S::urn:spo:guest#evielauren6@gmail.com::" providerId="AD" clId="Web-{D4169193-9295-8F12-9F69-4E23F938BB04}" dt="2024-01-12T12:31:31.324" v="37" actId="20577"/>
        <pc:sldMkLst>
          <pc:docMk/>
          <pc:sldMk cId="0" sldId="270"/>
        </pc:sldMkLst>
        <pc:spChg chg="mod">
          <ac:chgData name="evielauren6@gmail.com" userId="S::urn:spo:guest#evielauren6@gmail.com::" providerId="AD" clId="Web-{D4169193-9295-8F12-9F69-4E23F938BB04}" dt="2024-01-12T12:31:31.324" v="37" actId="20577"/>
          <ac:spMkLst>
            <pc:docMk/>
            <pc:sldMk cId="0" sldId="270"/>
            <ac:spMk id="249" creationId="{00000000-0000-0000-0000-000000000000}"/>
          </ac:spMkLst>
        </pc:spChg>
      </pc:sldChg>
      <pc:sldChg chg="addSp delSp modSp">
        <pc:chgData name="evielauren6@gmail.com" userId="S::urn:spo:guest#evielauren6@gmail.com::" providerId="AD" clId="Web-{D4169193-9295-8F12-9F69-4E23F938BB04}" dt="2024-01-12T13:22:33.392" v="504" actId="1076"/>
        <pc:sldMkLst>
          <pc:docMk/>
          <pc:sldMk cId="0" sldId="271"/>
        </pc:sldMkLst>
        <pc:spChg chg="mod">
          <ac:chgData name="evielauren6@gmail.com" userId="S::urn:spo:guest#evielauren6@gmail.com::" providerId="AD" clId="Web-{D4169193-9295-8F12-9F69-4E23F938BB04}" dt="2024-01-12T13:22:33.392" v="504" actId="1076"/>
          <ac:spMkLst>
            <pc:docMk/>
            <pc:sldMk cId="0" sldId="271"/>
            <ac:spMk id="271" creationId="{00000000-0000-0000-0000-000000000000}"/>
          </ac:spMkLst>
        </pc:spChg>
        <pc:picChg chg="add mod">
          <ac:chgData name="evielauren6@gmail.com" userId="S::urn:spo:guest#evielauren6@gmail.com::" providerId="AD" clId="Web-{D4169193-9295-8F12-9F69-4E23F938BB04}" dt="2024-01-12T13:22:19.563" v="500" actId="14100"/>
          <ac:picMkLst>
            <pc:docMk/>
            <pc:sldMk cId="0" sldId="271"/>
            <ac:picMk id="4" creationId="{19FFC4F8-47E9-EF40-C285-B2DCB33AD0CC}"/>
          </ac:picMkLst>
        </pc:picChg>
        <pc:picChg chg="del">
          <ac:chgData name="evielauren6@gmail.com" userId="S::urn:spo:guest#evielauren6@gmail.com::" providerId="AD" clId="Web-{D4169193-9295-8F12-9F69-4E23F938BB04}" dt="2024-01-12T13:17:15.988" v="488"/>
          <ac:picMkLst>
            <pc:docMk/>
            <pc:sldMk cId="0" sldId="271"/>
            <ac:picMk id="272" creationId="{00000000-0000-0000-0000-000000000000}"/>
          </ac:picMkLst>
        </pc:picChg>
      </pc:sldChg>
      <pc:sldChg chg="modSp ord">
        <pc:chgData name="evielauren6@gmail.com" userId="S::urn:spo:guest#evielauren6@gmail.com::" providerId="AD" clId="Web-{D4169193-9295-8F12-9F69-4E23F938BB04}" dt="2024-01-12T13:23:19.613" v="513"/>
        <pc:sldMkLst>
          <pc:docMk/>
          <pc:sldMk cId="0" sldId="274"/>
        </pc:sldMkLst>
        <pc:spChg chg="mod">
          <ac:chgData name="evielauren6@gmail.com" userId="S::urn:spo:guest#evielauren6@gmail.com::" providerId="AD" clId="Web-{D4169193-9295-8F12-9F69-4E23F938BB04}" dt="2024-01-12T12:45:43.907" v="172" actId="20577"/>
          <ac:spMkLst>
            <pc:docMk/>
            <pc:sldMk cId="0" sldId="274"/>
            <ac:spMk id="304" creationId="{00000000-0000-0000-0000-000000000000}"/>
          </ac:spMkLst>
        </pc:spChg>
      </pc:sldChg>
      <pc:sldChg chg="addSp delSp">
        <pc:chgData name="evielauren6@gmail.com" userId="S::urn:spo:guest#evielauren6@gmail.com::" providerId="AD" clId="Web-{D4169193-9295-8F12-9F69-4E23F938BB04}" dt="2024-01-12T13:16:24.329" v="487"/>
        <pc:sldMkLst>
          <pc:docMk/>
          <pc:sldMk cId="0" sldId="275"/>
        </pc:sldMkLst>
        <pc:picChg chg="add">
          <ac:chgData name="evielauren6@gmail.com" userId="S::urn:spo:guest#evielauren6@gmail.com::" providerId="AD" clId="Web-{D4169193-9295-8F12-9F69-4E23F938BB04}" dt="2024-01-12T13:16:24.329" v="487"/>
          <ac:picMkLst>
            <pc:docMk/>
            <pc:sldMk cId="0" sldId="275"/>
            <ac:picMk id="4" creationId="{61857600-A3D3-757C-EC79-3E94D1AE4582}"/>
          </ac:picMkLst>
        </pc:picChg>
        <pc:picChg chg="del">
          <ac:chgData name="evielauren6@gmail.com" userId="S::urn:spo:guest#evielauren6@gmail.com::" providerId="AD" clId="Web-{D4169193-9295-8F12-9F69-4E23F938BB04}" dt="2024-01-12T13:16:22.798" v="486"/>
          <ac:picMkLst>
            <pc:docMk/>
            <pc:sldMk cId="0" sldId="275"/>
            <ac:picMk id="311" creationId="{00000000-0000-0000-0000-000000000000}"/>
          </ac:picMkLst>
        </pc:picChg>
      </pc:sldChg>
      <pc:sldChg chg="delSp modSp">
        <pc:chgData name="evielauren6@gmail.com" userId="S::urn:spo:guest#evielauren6@gmail.com::" providerId="AD" clId="Web-{D4169193-9295-8F12-9F69-4E23F938BB04}" dt="2024-01-12T13:00:47.493" v="439"/>
        <pc:sldMkLst>
          <pc:docMk/>
          <pc:sldMk cId="0" sldId="276"/>
        </pc:sldMkLst>
        <pc:spChg chg="mod">
          <ac:chgData name="evielauren6@gmail.com" userId="S::urn:spo:guest#evielauren6@gmail.com::" providerId="AD" clId="Web-{D4169193-9295-8F12-9F69-4E23F938BB04}" dt="2024-01-12T13:00:30.757" v="435" actId="1076"/>
          <ac:spMkLst>
            <pc:docMk/>
            <pc:sldMk cId="0" sldId="276"/>
            <ac:spMk id="6" creationId="{16378F31-4A1F-B8F7-EDE2-CEFB68B6BB8C}"/>
          </ac:spMkLst>
        </pc:spChg>
        <pc:spChg chg="del mod">
          <ac:chgData name="evielauren6@gmail.com" userId="S::urn:spo:guest#evielauren6@gmail.com::" providerId="AD" clId="Web-{D4169193-9295-8F12-9F69-4E23F938BB04}" dt="2024-01-12T13:00:47.493" v="439"/>
          <ac:spMkLst>
            <pc:docMk/>
            <pc:sldMk cId="0" sldId="276"/>
            <ac:spMk id="9" creationId="{49FF02BB-EA73-3FB5-A5EA-D28633DFF124}"/>
          </ac:spMkLst>
        </pc:spChg>
        <pc:spChg chg="mod">
          <ac:chgData name="evielauren6@gmail.com" userId="S::urn:spo:guest#evielauren6@gmail.com::" providerId="AD" clId="Web-{D4169193-9295-8F12-9F69-4E23F938BB04}" dt="2024-01-12T13:00:41.774" v="438" actId="1076"/>
          <ac:spMkLst>
            <pc:docMk/>
            <pc:sldMk cId="0" sldId="276"/>
            <ac:spMk id="317" creationId="{00000000-0000-0000-0000-000000000000}"/>
          </ac:spMkLst>
        </pc:spChg>
        <pc:grpChg chg="mod">
          <ac:chgData name="evielauren6@gmail.com" userId="S::urn:spo:guest#evielauren6@gmail.com::" providerId="AD" clId="Web-{D4169193-9295-8F12-9F69-4E23F938BB04}" dt="2024-01-12T13:00:17.194" v="433" actId="14100"/>
          <ac:grpSpMkLst>
            <pc:docMk/>
            <pc:sldMk cId="0" sldId="276"/>
            <ac:grpSpMk id="7" creationId="{5542B75F-53E2-E59F-13C4-A8999701EA46}"/>
          </ac:grpSpMkLst>
        </pc:grpChg>
      </pc:sldChg>
      <pc:sldChg chg="modSp">
        <pc:chgData name="evielauren6@gmail.com" userId="S::urn:spo:guest#evielauren6@gmail.com::" providerId="AD" clId="Web-{D4169193-9295-8F12-9F69-4E23F938BB04}" dt="2024-01-12T13:23:06.065" v="511" actId="20577"/>
        <pc:sldMkLst>
          <pc:docMk/>
          <pc:sldMk cId="0" sldId="277"/>
        </pc:sldMkLst>
        <pc:spChg chg="mod">
          <ac:chgData name="evielauren6@gmail.com" userId="S::urn:spo:guest#evielauren6@gmail.com::" providerId="AD" clId="Web-{D4169193-9295-8F12-9F69-4E23F938BB04}" dt="2024-01-12T13:23:06.065" v="511" actId="20577"/>
          <ac:spMkLst>
            <pc:docMk/>
            <pc:sldMk cId="0" sldId="277"/>
            <ac:spMk id="327" creationId="{00000000-0000-0000-0000-000000000000}"/>
          </ac:spMkLst>
        </pc:spChg>
      </pc:sldChg>
      <pc:sldChg chg="addSp delSp modSp ord">
        <pc:chgData name="evielauren6@gmail.com" userId="S::urn:spo:guest#evielauren6@gmail.com::" providerId="AD" clId="Web-{D4169193-9295-8F12-9F69-4E23F938BB04}" dt="2024-01-12T13:15:52.953" v="477"/>
        <pc:sldMkLst>
          <pc:docMk/>
          <pc:sldMk cId="0" sldId="278"/>
        </pc:sldMkLst>
        <pc:spChg chg="mod">
          <ac:chgData name="evielauren6@gmail.com" userId="S::urn:spo:guest#evielauren6@gmail.com::" providerId="AD" clId="Web-{D4169193-9295-8F12-9F69-4E23F938BB04}" dt="2024-01-12T12:46:22.472" v="213" actId="20577"/>
          <ac:spMkLst>
            <pc:docMk/>
            <pc:sldMk cId="0" sldId="278"/>
            <ac:spMk id="332" creationId="{00000000-0000-0000-0000-000000000000}"/>
          </ac:spMkLst>
        </pc:spChg>
        <pc:picChg chg="add">
          <ac:chgData name="evielauren6@gmail.com" userId="S::urn:spo:guest#evielauren6@gmail.com::" providerId="AD" clId="Web-{D4169193-9295-8F12-9F69-4E23F938BB04}" dt="2024-01-12T13:15:52.953" v="477"/>
          <ac:picMkLst>
            <pc:docMk/>
            <pc:sldMk cId="0" sldId="278"/>
            <ac:picMk id="4" creationId="{6ED3A7C2-84A2-07F2-EECD-F81E602A7FEF}"/>
          </ac:picMkLst>
        </pc:picChg>
        <pc:picChg chg="del">
          <ac:chgData name="evielauren6@gmail.com" userId="S::urn:spo:guest#evielauren6@gmail.com::" providerId="AD" clId="Web-{D4169193-9295-8F12-9F69-4E23F938BB04}" dt="2024-01-12T13:15:51.515" v="476"/>
          <ac:picMkLst>
            <pc:docMk/>
            <pc:sldMk cId="0" sldId="278"/>
            <ac:picMk id="333" creationId="{00000000-0000-0000-0000-000000000000}"/>
          </ac:picMkLst>
        </pc:picChg>
      </pc:sldChg>
      <pc:sldChg chg="addSp delSp ord">
        <pc:chgData name="evielauren6@gmail.com" userId="S::urn:spo:guest#evielauren6@gmail.com::" providerId="AD" clId="Web-{D4169193-9295-8F12-9F69-4E23F938BB04}" dt="2024-01-12T13:23:24.269" v="514"/>
        <pc:sldMkLst>
          <pc:docMk/>
          <pc:sldMk cId="0" sldId="282"/>
        </pc:sldMkLst>
        <pc:picChg chg="add">
          <ac:chgData name="evielauren6@gmail.com" userId="S::urn:spo:guest#evielauren6@gmail.com::" providerId="AD" clId="Web-{D4169193-9295-8F12-9F69-4E23F938BB04}" dt="2024-01-12T13:16:05.922" v="481"/>
          <ac:picMkLst>
            <pc:docMk/>
            <pc:sldMk cId="0" sldId="282"/>
            <ac:picMk id="4" creationId="{AA8CC308-5F63-11DE-5DF1-15B312DCA7AE}"/>
          </ac:picMkLst>
        </pc:picChg>
        <pc:picChg chg="del">
          <ac:chgData name="evielauren6@gmail.com" userId="S::urn:spo:guest#evielauren6@gmail.com::" providerId="AD" clId="Web-{D4169193-9295-8F12-9F69-4E23F938BB04}" dt="2024-01-12T13:16:04.407" v="480"/>
          <ac:picMkLst>
            <pc:docMk/>
            <pc:sldMk cId="0" sldId="282"/>
            <ac:picMk id="392" creationId="{00000000-0000-0000-0000-000000000000}"/>
          </ac:picMkLst>
        </pc:picChg>
      </pc:sldChg>
      <pc:sldChg chg="modSp">
        <pc:chgData name="evielauren6@gmail.com" userId="S::urn:spo:guest#evielauren6@gmail.com::" providerId="AD" clId="Web-{D4169193-9295-8F12-9F69-4E23F938BB04}" dt="2024-01-12T13:12:25.585" v="449" actId="20577"/>
        <pc:sldMkLst>
          <pc:docMk/>
          <pc:sldMk cId="0" sldId="283"/>
        </pc:sldMkLst>
        <pc:spChg chg="mod">
          <ac:chgData name="evielauren6@gmail.com" userId="S::urn:spo:guest#evielauren6@gmail.com::" providerId="AD" clId="Web-{D4169193-9295-8F12-9F69-4E23F938BB04}" dt="2024-01-12T13:12:25.585" v="449" actId="20577"/>
          <ac:spMkLst>
            <pc:docMk/>
            <pc:sldMk cId="0" sldId="283"/>
            <ac:spMk id="397" creationId="{00000000-0000-0000-0000-000000000000}"/>
          </ac:spMkLst>
        </pc:spChg>
      </pc:sldChg>
      <pc:sldChg chg="addSp delSp modSp">
        <pc:chgData name="evielauren6@gmail.com" userId="S::urn:spo:guest#evielauren6@gmail.com::" providerId="AD" clId="Web-{D4169193-9295-8F12-9F69-4E23F938BB04}" dt="2024-01-12T13:12:03.303" v="445" actId="1076"/>
        <pc:sldMkLst>
          <pc:docMk/>
          <pc:sldMk cId="2266757041" sldId="285"/>
        </pc:sldMkLst>
        <pc:spChg chg="mod">
          <ac:chgData name="evielauren6@gmail.com" userId="S::urn:spo:guest#evielauren6@gmail.com::" providerId="AD" clId="Web-{D4169193-9295-8F12-9F69-4E23F938BB04}" dt="2024-01-12T13:12:03.303" v="445" actId="1076"/>
          <ac:spMkLst>
            <pc:docMk/>
            <pc:sldMk cId="2266757041" sldId="285"/>
            <ac:spMk id="2" creationId="{97235A1E-04A4-85AE-711C-18CDDC5DC862}"/>
          </ac:spMkLst>
        </pc:spChg>
        <pc:spChg chg="mod">
          <ac:chgData name="evielauren6@gmail.com" userId="S::urn:spo:guest#evielauren6@gmail.com::" providerId="AD" clId="Web-{D4169193-9295-8F12-9F69-4E23F938BB04}" dt="2024-01-12T12:48:35.415" v="299" actId="1076"/>
          <ac:spMkLst>
            <pc:docMk/>
            <pc:sldMk cId="2266757041" sldId="285"/>
            <ac:spMk id="7" creationId="{14681E83-E3E7-7599-6C78-783A10CEF568}"/>
          </ac:spMkLst>
        </pc:spChg>
        <pc:spChg chg="del">
          <ac:chgData name="evielauren6@gmail.com" userId="S::urn:spo:guest#evielauren6@gmail.com::" providerId="AD" clId="Web-{D4169193-9295-8F12-9F69-4E23F938BB04}" dt="2024-01-12T12:48:18.914" v="294"/>
          <ac:spMkLst>
            <pc:docMk/>
            <pc:sldMk cId="2266757041" sldId="285"/>
            <ac:spMk id="9" creationId="{833602EE-AC3D-7974-99C9-B165A5119B55}"/>
          </ac:spMkLst>
        </pc:spChg>
        <pc:spChg chg="mod">
          <ac:chgData name="evielauren6@gmail.com" userId="S::urn:spo:guest#evielauren6@gmail.com::" providerId="AD" clId="Web-{D4169193-9295-8F12-9F69-4E23F938BB04}" dt="2024-01-12T12:48:53.915" v="303" actId="1076"/>
          <ac:spMkLst>
            <pc:docMk/>
            <pc:sldMk cId="2266757041" sldId="285"/>
            <ac:spMk id="11" creationId="{F8EBF243-122A-C00A-1731-C93B96F2511E}"/>
          </ac:spMkLst>
        </pc:spChg>
        <pc:spChg chg="mod">
          <ac:chgData name="evielauren6@gmail.com" userId="S::urn:spo:guest#evielauren6@gmail.com::" providerId="AD" clId="Web-{D4169193-9295-8F12-9F69-4E23F938BB04}" dt="2024-01-12T12:49:19.729" v="307" actId="20577"/>
          <ac:spMkLst>
            <pc:docMk/>
            <pc:sldMk cId="2266757041" sldId="285"/>
            <ac:spMk id="13" creationId="{0449D551-907F-3732-13C1-E4543915062A}"/>
          </ac:spMkLst>
        </pc:spChg>
        <pc:spChg chg="mod">
          <ac:chgData name="evielauren6@gmail.com" userId="S::urn:spo:guest#evielauren6@gmail.com::" providerId="AD" clId="Web-{D4169193-9295-8F12-9F69-4E23F938BB04}" dt="2024-01-12T12:48:48.134" v="301" actId="1076"/>
          <ac:spMkLst>
            <pc:docMk/>
            <pc:sldMk cId="2266757041" sldId="285"/>
            <ac:spMk id="17" creationId="{C1B06C2C-D1C2-42C1-FF52-C52628912230}"/>
          </ac:spMkLst>
        </pc:spChg>
        <pc:spChg chg="mod">
          <ac:chgData name="evielauren6@gmail.com" userId="S::urn:spo:guest#evielauren6@gmail.com::" providerId="AD" clId="Web-{D4169193-9295-8F12-9F69-4E23F938BB04}" dt="2024-01-12T12:49:47.090" v="313" actId="20577"/>
          <ac:spMkLst>
            <pc:docMk/>
            <pc:sldMk cId="2266757041" sldId="285"/>
            <ac:spMk id="21" creationId="{3CD10818-4BAE-370B-E0CF-E86B0B600D7D}"/>
          </ac:spMkLst>
        </pc:spChg>
        <pc:spChg chg="mod">
          <ac:chgData name="evielauren6@gmail.com" userId="S::urn:spo:guest#evielauren6@gmail.com::" providerId="AD" clId="Web-{D4169193-9295-8F12-9F69-4E23F938BB04}" dt="2024-01-12T12:49:36.824" v="310" actId="1076"/>
          <ac:spMkLst>
            <pc:docMk/>
            <pc:sldMk cId="2266757041" sldId="285"/>
            <ac:spMk id="25" creationId="{C0BED6FD-6F85-D248-124A-E97EDB11DB46}"/>
          </ac:spMkLst>
        </pc:spChg>
        <pc:spChg chg="mod">
          <ac:chgData name="evielauren6@gmail.com" userId="S::urn:spo:guest#evielauren6@gmail.com::" providerId="AD" clId="Web-{D4169193-9295-8F12-9F69-4E23F938BB04}" dt="2024-01-12T12:48:50.697" v="302" actId="1076"/>
          <ac:spMkLst>
            <pc:docMk/>
            <pc:sldMk cId="2266757041" sldId="285"/>
            <ac:spMk id="31" creationId="{3387F13E-C710-B4ED-E550-C5DAB8D5D4C9}"/>
          </ac:spMkLst>
        </pc:spChg>
        <pc:spChg chg="mod">
          <ac:chgData name="evielauren6@gmail.com" userId="S::urn:spo:guest#evielauren6@gmail.com::" providerId="AD" clId="Web-{D4169193-9295-8F12-9F69-4E23F938BB04}" dt="2024-01-12T12:49:12.119" v="305" actId="20577"/>
          <ac:spMkLst>
            <pc:docMk/>
            <pc:sldMk cId="2266757041" sldId="285"/>
            <ac:spMk id="41" creationId="{71EB6498-1211-3B20-5AE4-C7EFEEB8FC77}"/>
          </ac:spMkLst>
        </pc:spChg>
        <pc:spChg chg="mod">
          <ac:chgData name="evielauren6@gmail.com" userId="S::urn:spo:guest#evielauren6@gmail.com::" providerId="AD" clId="Web-{D4169193-9295-8F12-9F69-4E23F938BB04}" dt="2024-01-12T12:48:45.571" v="300" actId="1076"/>
          <ac:spMkLst>
            <pc:docMk/>
            <pc:sldMk cId="2266757041" sldId="285"/>
            <ac:spMk id="50" creationId="{81F3D1E0-C785-1094-684C-601405575EF9}"/>
          </ac:spMkLst>
        </pc:spChg>
        <pc:grpChg chg="add mod">
          <ac:chgData name="evielauren6@gmail.com" userId="S::urn:spo:guest#evielauren6@gmail.com::" providerId="AD" clId="Web-{D4169193-9295-8F12-9F69-4E23F938BB04}" dt="2024-01-12T12:48:27.508" v="297" actId="1076"/>
          <ac:grpSpMkLst>
            <pc:docMk/>
            <pc:sldMk cId="2266757041" sldId="285"/>
            <ac:grpSpMk id="8" creationId="{9516ABBF-7E43-0891-6D51-72193492111B}"/>
          </ac:grpSpMkLst>
        </pc:grpChg>
      </pc:sldChg>
      <pc:sldChg chg="modSp">
        <pc:chgData name="evielauren6@gmail.com" userId="S::urn:spo:guest#evielauren6@gmail.com::" providerId="AD" clId="Web-{D4169193-9295-8F12-9F69-4E23F938BB04}" dt="2024-01-12T13:12:10.897" v="447" actId="1076"/>
        <pc:sldMkLst>
          <pc:docMk/>
          <pc:sldMk cId="1961636246" sldId="286"/>
        </pc:sldMkLst>
        <pc:spChg chg="mod">
          <ac:chgData name="evielauren6@gmail.com" userId="S::urn:spo:guest#evielauren6@gmail.com::" providerId="AD" clId="Web-{D4169193-9295-8F12-9F69-4E23F938BB04}" dt="2024-01-12T13:12:10.897" v="447" actId="1076"/>
          <ac:spMkLst>
            <pc:docMk/>
            <pc:sldMk cId="1961636246" sldId="286"/>
            <ac:spMk id="2" creationId="{B942D0B5-CA9E-D4AF-2F88-64AD25F26F00}"/>
          </ac:spMkLst>
        </pc:spChg>
      </pc:sldChg>
      <pc:sldChg chg="modSp">
        <pc:chgData name="evielauren6@gmail.com" userId="S::urn:spo:guest#evielauren6@gmail.com::" providerId="AD" clId="Web-{D4169193-9295-8F12-9F69-4E23F938BB04}" dt="2024-01-12T13:12:21.631" v="448" actId="20577"/>
        <pc:sldMkLst>
          <pc:docMk/>
          <pc:sldMk cId="3139179800" sldId="287"/>
        </pc:sldMkLst>
        <pc:spChg chg="mod">
          <ac:chgData name="evielauren6@gmail.com" userId="S::urn:spo:guest#evielauren6@gmail.com::" providerId="AD" clId="Web-{D4169193-9295-8F12-9F69-4E23F938BB04}" dt="2024-01-12T13:12:21.631" v="448" actId="20577"/>
          <ac:spMkLst>
            <pc:docMk/>
            <pc:sldMk cId="3139179800" sldId="287"/>
            <ac:spMk id="397" creationId="{2E821846-5C55-F390-47DF-8D9A85184386}"/>
          </ac:spMkLst>
        </pc:spChg>
      </pc:sldChg>
      <pc:sldChg chg="addSp delSp modSp add ord replId">
        <pc:chgData name="evielauren6@gmail.com" userId="S::urn:spo:guest#evielauren6@gmail.com::" providerId="AD" clId="Web-{D4169193-9295-8F12-9F69-4E23F938BB04}" dt="2024-01-12T13:24:45.038" v="523" actId="1076"/>
        <pc:sldMkLst>
          <pc:docMk/>
          <pc:sldMk cId="4040809495" sldId="288"/>
        </pc:sldMkLst>
        <pc:spChg chg="mod">
          <ac:chgData name="evielauren6@gmail.com" userId="S::urn:spo:guest#evielauren6@gmail.com::" providerId="AD" clId="Web-{D4169193-9295-8F12-9F69-4E23F938BB04}" dt="2024-01-12T13:24:45.038" v="523" actId="1076"/>
          <ac:spMkLst>
            <pc:docMk/>
            <pc:sldMk cId="4040809495" sldId="288"/>
            <ac:spMk id="332" creationId="{F12C1747-F914-811D-EEE4-D971C16D13A8}"/>
          </ac:spMkLst>
        </pc:spChg>
        <pc:picChg chg="add mod">
          <ac:chgData name="evielauren6@gmail.com" userId="S::urn:spo:guest#evielauren6@gmail.com::" providerId="AD" clId="Web-{D4169193-9295-8F12-9F69-4E23F938BB04}" dt="2024-01-12T13:24:03.318" v="515" actId="14100"/>
          <ac:picMkLst>
            <pc:docMk/>
            <pc:sldMk cId="4040809495" sldId="288"/>
            <ac:picMk id="4" creationId="{1D57C3DB-A5D8-8EEA-7DD8-FF9075F9A633}"/>
          </ac:picMkLst>
        </pc:picChg>
        <pc:picChg chg="del mod">
          <ac:chgData name="evielauren6@gmail.com" userId="S::urn:spo:guest#evielauren6@gmail.com::" providerId="AD" clId="Web-{D4169193-9295-8F12-9F69-4E23F938BB04}" dt="2024-01-12T13:16:14.626" v="484"/>
          <ac:picMkLst>
            <pc:docMk/>
            <pc:sldMk cId="4040809495" sldId="288"/>
            <ac:picMk id="333" creationId="{250883E8-085A-4498-2592-4A6428EA3A69}"/>
          </ac:picMkLst>
        </pc:picChg>
      </pc:sldChg>
      <pc:sldChg chg="addSp delSp add replId">
        <pc:chgData name="evielauren6@gmail.com" userId="S::urn:spo:guest#evielauren6@gmail.com::" providerId="AD" clId="Web-{D4169193-9295-8F12-9F69-4E23F938BB04}" dt="2024-01-12T13:16:10.047" v="483"/>
        <pc:sldMkLst>
          <pc:docMk/>
          <pc:sldMk cId="1548323684" sldId="289"/>
        </pc:sldMkLst>
        <pc:picChg chg="add">
          <ac:chgData name="evielauren6@gmail.com" userId="S::urn:spo:guest#evielauren6@gmail.com::" providerId="AD" clId="Web-{D4169193-9295-8F12-9F69-4E23F938BB04}" dt="2024-01-12T13:16:10.047" v="483"/>
          <ac:picMkLst>
            <pc:docMk/>
            <pc:sldMk cId="1548323684" sldId="289"/>
            <ac:picMk id="4" creationId="{EBEC78F5-3E76-68D2-B91E-5F19B6CAE071}"/>
          </ac:picMkLst>
        </pc:picChg>
        <pc:picChg chg="del">
          <ac:chgData name="evielauren6@gmail.com" userId="S::urn:spo:guest#evielauren6@gmail.com::" providerId="AD" clId="Web-{D4169193-9295-8F12-9F69-4E23F938BB04}" dt="2024-01-12T13:16:08.579" v="482"/>
          <ac:picMkLst>
            <pc:docMk/>
            <pc:sldMk cId="1548323684" sldId="289"/>
            <ac:picMk id="333" creationId="{7A017589-B30A-2339-6A77-4711B3EA4E48}"/>
          </ac:picMkLst>
        </pc:picChg>
      </pc:sldChg>
      <pc:sldChg chg="addSp delSp modSp del mod modClrScheme chgLayout">
        <pc:chgData name="evielauren6@gmail.com" userId="S::urn:spo:guest#evielauren6@gmail.com::" providerId="AD" clId="Web-{D4169193-9295-8F12-9F69-4E23F938BB04}" dt="2024-01-12T13:36:03.942" v="536"/>
        <pc:sldMkLst>
          <pc:docMk/>
          <pc:sldMk cId="1891959763" sldId="294"/>
        </pc:sldMkLst>
        <pc:spChg chg="mod">
          <ac:chgData name="evielauren6@gmail.com" userId="S::urn:spo:guest#evielauren6@gmail.com::" providerId="AD" clId="Web-{D4169193-9295-8F12-9F69-4E23F938BB04}" dt="2024-01-12T13:32:19.292" v="526" actId="20577"/>
          <ac:spMkLst>
            <pc:docMk/>
            <pc:sldMk cId="1891959763" sldId="294"/>
            <ac:spMk id="4" creationId="{42AEE81B-A9B6-9EEE-976B-4356488CAEB1}"/>
          </ac:spMkLst>
        </pc:spChg>
        <pc:spChg chg="add mod ord">
          <ac:chgData name="evielauren6@gmail.com" userId="S::urn:spo:guest#evielauren6@gmail.com::" providerId="AD" clId="Web-{D4169193-9295-8F12-9F69-4E23F938BB04}" dt="2024-01-12T13:32:32.136" v="527"/>
          <ac:spMkLst>
            <pc:docMk/>
            <pc:sldMk cId="1891959763" sldId="294"/>
            <ac:spMk id="15" creationId="{F4388E8A-C0DC-195A-4CC9-B7D9D30E964D}"/>
          </ac:spMkLst>
        </pc:spChg>
        <pc:spChg chg="add del mod ord">
          <ac:chgData name="evielauren6@gmail.com" userId="S::urn:spo:guest#evielauren6@gmail.com::" providerId="AD" clId="Web-{D4169193-9295-8F12-9F69-4E23F938BB04}" dt="2024-01-12T13:33:19.154" v="532"/>
          <ac:spMkLst>
            <pc:docMk/>
            <pc:sldMk cId="1891959763" sldId="294"/>
            <ac:spMk id="16" creationId="{54BF128B-8FAF-305D-7CD7-2F2D52C9C32B}"/>
          </ac:spMkLst>
        </pc:spChg>
        <pc:spChg chg="mod ord">
          <ac:chgData name="evielauren6@gmail.com" userId="S::urn:spo:guest#evielauren6@gmail.com::" providerId="AD" clId="Web-{D4169193-9295-8F12-9F69-4E23F938BB04}" dt="2024-01-12T13:32:32.136" v="527"/>
          <ac:spMkLst>
            <pc:docMk/>
            <pc:sldMk cId="1891959763" sldId="294"/>
            <ac:spMk id="207" creationId="{00000000-0000-0000-0000-000000000000}"/>
          </ac:spMkLst>
        </pc:spChg>
      </pc:sldChg>
    </pc:docChg>
  </pc:docChgLst>
  <pc:docChgLst>
    <pc:chgData name="evielauren6@gmail.com" userId="S::urn:spo:guest#evielauren6@gmail.com::" providerId="AD" clId="Web-{F50036C1-13DC-4E15-B757-2BD7C912AF4A}"/>
    <pc:docChg chg="modSld">
      <pc:chgData name="evielauren6@gmail.com" userId="S::urn:spo:guest#evielauren6@gmail.com::" providerId="AD" clId="Web-{F50036C1-13DC-4E15-B757-2BD7C912AF4A}" dt="2024-01-10T18:45:08.846" v="743" actId="20577"/>
      <pc:docMkLst>
        <pc:docMk/>
      </pc:docMkLst>
      <pc:sldChg chg="addSp delSp modSp">
        <pc:chgData name="evielauren6@gmail.com" userId="S::urn:spo:guest#evielauren6@gmail.com::" providerId="AD" clId="Web-{F50036C1-13DC-4E15-B757-2BD7C912AF4A}" dt="2024-01-10T18:20:06.115" v="10" actId="14100"/>
        <pc:sldMkLst>
          <pc:docMk/>
          <pc:sldMk cId="0" sldId="259"/>
        </pc:sldMkLst>
        <pc:spChg chg="add del mod">
          <ac:chgData name="evielauren6@gmail.com" userId="S::urn:spo:guest#evielauren6@gmail.com::" providerId="AD" clId="Web-{F50036C1-13DC-4E15-B757-2BD7C912AF4A}" dt="2024-01-10T18:19:37.129" v="6"/>
          <ac:spMkLst>
            <pc:docMk/>
            <pc:sldMk cId="0" sldId="259"/>
            <ac:spMk id="4" creationId="{5A48290A-E921-54F4-B9E0-F06AB292F163}"/>
          </ac:spMkLst>
        </pc:spChg>
        <pc:spChg chg="del">
          <ac:chgData name="evielauren6@gmail.com" userId="S::urn:spo:guest#evielauren6@gmail.com::" providerId="AD" clId="Web-{F50036C1-13DC-4E15-B757-2BD7C912AF4A}" dt="2024-01-10T18:19:19.910" v="4"/>
          <ac:spMkLst>
            <pc:docMk/>
            <pc:sldMk cId="0" sldId="259"/>
            <ac:spMk id="95" creationId="{00000000-0000-0000-0000-000000000000}"/>
          </ac:spMkLst>
        </pc:spChg>
        <pc:spChg chg="mod">
          <ac:chgData name="evielauren6@gmail.com" userId="S::urn:spo:guest#evielauren6@gmail.com::" providerId="AD" clId="Web-{F50036C1-13DC-4E15-B757-2BD7C912AF4A}" dt="2024-01-10T18:20:06.115" v="10" actId="14100"/>
          <ac:spMkLst>
            <pc:docMk/>
            <pc:sldMk cId="0" sldId="259"/>
            <ac:spMk id="96" creationId="{00000000-0000-0000-0000-000000000000}"/>
          </ac:spMkLst>
        </pc:spChg>
      </pc:sldChg>
      <pc:sldChg chg="modSp">
        <pc:chgData name="evielauren6@gmail.com" userId="S::urn:spo:guest#evielauren6@gmail.com::" providerId="AD" clId="Web-{F50036C1-13DC-4E15-B757-2BD7C912AF4A}" dt="2024-01-10T18:23:04.778" v="57" actId="20577"/>
        <pc:sldMkLst>
          <pc:docMk/>
          <pc:sldMk cId="0" sldId="260"/>
        </pc:sldMkLst>
        <pc:spChg chg="mod">
          <ac:chgData name="evielauren6@gmail.com" userId="S::urn:spo:guest#evielauren6@gmail.com::" providerId="AD" clId="Web-{F50036C1-13DC-4E15-B757-2BD7C912AF4A}" dt="2024-01-10T18:22:58.856" v="56" actId="20577"/>
          <ac:spMkLst>
            <pc:docMk/>
            <pc:sldMk cId="0" sldId="260"/>
            <ac:spMk id="109" creationId="{00000000-0000-0000-0000-000000000000}"/>
          </ac:spMkLst>
        </pc:spChg>
        <pc:spChg chg="mod">
          <ac:chgData name="evielauren6@gmail.com" userId="S::urn:spo:guest#evielauren6@gmail.com::" providerId="AD" clId="Web-{F50036C1-13DC-4E15-B757-2BD7C912AF4A}" dt="2024-01-10T18:23:04.778" v="57" actId="20577"/>
          <ac:spMkLst>
            <pc:docMk/>
            <pc:sldMk cId="0" sldId="260"/>
            <ac:spMk id="113" creationId="{00000000-0000-0000-0000-000000000000}"/>
          </ac:spMkLst>
        </pc:spChg>
      </pc:sldChg>
      <pc:sldChg chg="delSp modSp">
        <pc:chgData name="evielauren6@gmail.com" userId="S::urn:spo:guest#evielauren6@gmail.com::" providerId="AD" clId="Web-{F50036C1-13DC-4E15-B757-2BD7C912AF4A}" dt="2024-01-10T18:32:09.550" v="343" actId="20577"/>
        <pc:sldMkLst>
          <pc:docMk/>
          <pc:sldMk cId="0" sldId="261"/>
        </pc:sldMkLst>
        <pc:spChg chg="del">
          <ac:chgData name="evielauren6@gmail.com" userId="S::urn:spo:guest#evielauren6@gmail.com::" providerId="AD" clId="Web-{F50036C1-13DC-4E15-B757-2BD7C912AF4A}" dt="2024-01-10T18:31:13.344" v="323"/>
          <ac:spMkLst>
            <pc:docMk/>
            <pc:sldMk cId="0" sldId="261"/>
            <ac:spMk id="2" creationId="{CFCDF560-A9B0-5528-1F91-50DA270FADF7}"/>
          </ac:spMkLst>
        </pc:spChg>
        <pc:spChg chg="mod">
          <ac:chgData name="evielauren6@gmail.com" userId="S::urn:spo:guest#evielauren6@gmail.com::" providerId="AD" clId="Web-{F50036C1-13DC-4E15-B757-2BD7C912AF4A}" dt="2024-01-10T18:25:53.753" v="88" actId="20577"/>
          <ac:spMkLst>
            <pc:docMk/>
            <pc:sldMk cId="0" sldId="261"/>
            <ac:spMk id="129" creationId="{00000000-0000-0000-0000-000000000000}"/>
          </ac:spMkLst>
        </pc:spChg>
        <pc:spChg chg="mod">
          <ac:chgData name="evielauren6@gmail.com" userId="S::urn:spo:guest#evielauren6@gmail.com::" providerId="AD" clId="Web-{F50036C1-13DC-4E15-B757-2BD7C912AF4A}" dt="2024-01-10T18:32:09.550" v="343" actId="20577"/>
          <ac:spMkLst>
            <pc:docMk/>
            <pc:sldMk cId="0" sldId="261"/>
            <ac:spMk id="130" creationId="{00000000-0000-0000-0000-000000000000}"/>
          </ac:spMkLst>
        </pc:spChg>
        <pc:spChg chg="mod">
          <ac:chgData name="evielauren6@gmail.com" userId="S::urn:spo:guest#evielauren6@gmail.com::" providerId="AD" clId="Web-{F50036C1-13DC-4E15-B757-2BD7C912AF4A}" dt="2024-01-10T18:29:47.935" v="257" actId="20577"/>
          <ac:spMkLst>
            <pc:docMk/>
            <pc:sldMk cId="0" sldId="261"/>
            <ac:spMk id="134" creationId="{00000000-0000-0000-0000-000000000000}"/>
          </ac:spMkLst>
        </pc:spChg>
        <pc:grpChg chg="mod">
          <ac:chgData name="evielauren6@gmail.com" userId="S::urn:spo:guest#evielauren6@gmail.com::" providerId="AD" clId="Web-{F50036C1-13DC-4E15-B757-2BD7C912AF4A}" dt="2024-01-10T18:31:28.079" v="324" actId="1076"/>
          <ac:grpSpMkLst>
            <pc:docMk/>
            <pc:sldMk cId="0" sldId="261"/>
            <ac:grpSpMk id="131" creationId="{00000000-0000-0000-0000-000000000000}"/>
          </ac:grpSpMkLst>
        </pc:grpChg>
      </pc:sldChg>
      <pc:sldChg chg="modSp">
        <pc:chgData name="evielauren6@gmail.com" userId="S::urn:spo:guest#evielauren6@gmail.com::" providerId="AD" clId="Web-{F50036C1-13DC-4E15-B757-2BD7C912AF4A}" dt="2024-01-10T18:36:08.950" v="384" actId="20577"/>
        <pc:sldMkLst>
          <pc:docMk/>
          <pc:sldMk cId="0" sldId="264"/>
        </pc:sldMkLst>
        <pc:spChg chg="mod">
          <ac:chgData name="evielauren6@gmail.com" userId="S::urn:spo:guest#evielauren6@gmail.com::" providerId="AD" clId="Web-{F50036C1-13DC-4E15-B757-2BD7C912AF4A}" dt="2024-01-10T18:35:33.292" v="379" actId="20577"/>
          <ac:spMkLst>
            <pc:docMk/>
            <pc:sldMk cId="0" sldId="264"/>
            <ac:spMk id="160" creationId="{00000000-0000-0000-0000-000000000000}"/>
          </ac:spMkLst>
        </pc:spChg>
        <pc:spChg chg="mod">
          <ac:chgData name="evielauren6@gmail.com" userId="S::urn:spo:guest#evielauren6@gmail.com::" providerId="AD" clId="Web-{F50036C1-13DC-4E15-B757-2BD7C912AF4A}" dt="2024-01-10T18:32:59.411" v="350" actId="20577"/>
          <ac:spMkLst>
            <pc:docMk/>
            <pc:sldMk cId="0" sldId="264"/>
            <ac:spMk id="164" creationId="{00000000-0000-0000-0000-000000000000}"/>
          </ac:spMkLst>
        </pc:spChg>
        <pc:spChg chg="mod">
          <ac:chgData name="evielauren6@gmail.com" userId="S::urn:spo:guest#evielauren6@gmail.com::" providerId="AD" clId="Web-{F50036C1-13DC-4E15-B757-2BD7C912AF4A}" dt="2024-01-10T18:35:57.527" v="382" actId="20577"/>
          <ac:spMkLst>
            <pc:docMk/>
            <pc:sldMk cId="0" sldId="264"/>
            <ac:spMk id="165" creationId="{00000000-0000-0000-0000-000000000000}"/>
          </ac:spMkLst>
        </pc:spChg>
        <pc:spChg chg="mod">
          <ac:chgData name="evielauren6@gmail.com" userId="S::urn:spo:guest#evielauren6@gmail.com::" providerId="AD" clId="Web-{F50036C1-13DC-4E15-B757-2BD7C912AF4A}" dt="2024-01-10T18:36:08.950" v="384" actId="20577"/>
          <ac:spMkLst>
            <pc:docMk/>
            <pc:sldMk cId="0" sldId="264"/>
            <ac:spMk id="166" creationId="{00000000-0000-0000-0000-000000000000}"/>
          </ac:spMkLst>
        </pc:spChg>
      </pc:sldChg>
      <pc:sldChg chg="modSp">
        <pc:chgData name="evielauren6@gmail.com" userId="S::urn:spo:guest#evielauren6@gmail.com::" providerId="AD" clId="Web-{F50036C1-13DC-4E15-B757-2BD7C912AF4A}" dt="2024-01-10T18:37:25.078" v="396" actId="20577"/>
        <pc:sldMkLst>
          <pc:docMk/>
          <pc:sldMk cId="0" sldId="265"/>
        </pc:sldMkLst>
        <pc:spChg chg="mod">
          <ac:chgData name="evielauren6@gmail.com" userId="S::urn:spo:guest#evielauren6@gmail.com::" providerId="AD" clId="Web-{F50036C1-13DC-4E15-B757-2BD7C912AF4A}" dt="2024-01-10T18:37:25.078" v="396" actId="20577"/>
          <ac:spMkLst>
            <pc:docMk/>
            <pc:sldMk cId="0" sldId="265"/>
            <ac:spMk id="178" creationId="{00000000-0000-0000-0000-000000000000}"/>
          </ac:spMkLst>
        </pc:spChg>
      </pc:sldChg>
      <pc:sldChg chg="modSp">
        <pc:chgData name="evielauren6@gmail.com" userId="S::urn:spo:guest#evielauren6@gmail.com::" providerId="AD" clId="Web-{F50036C1-13DC-4E15-B757-2BD7C912AF4A}" dt="2024-01-10T18:37:20.562" v="394" actId="20577"/>
        <pc:sldMkLst>
          <pc:docMk/>
          <pc:sldMk cId="0" sldId="266"/>
        </pc:sldMkLst>
        <pc:spChg chg="mod">
          <ac:chgData name="evielauren6@gmail.com" userId="S::urn:spo:guest#evielauren6@gmail.com::" providerId="AD" clId="Web-{F50036C1-13DC-4E15-B757-2BD7C912AF4A}" dt="2024-01-10T18:37:03.561" v="393" actId="20577"/>
          <ac:spMkLst>
            <pc:docMk/>
            <pc:sldMk cId="0" sldId="266"/>
            <ac:spMk id="3" creationId="{06DFEB63-CED6-89E3-921A-0B094ADB282A}"/>
          </ac:spMkLst>
        </pc:spChg>
        <pc:spChg chg="mod">
          <ac:chgData name="evielauren6@gmail.com" userId="S::urn:spo:guest#evielauren6@gmail.com::" providerId="AD" clId="Web-{F50036C1-13DC-4E15-B757-2BD7C912AF4A}" dt="2024-01-10T18:36:56.608" v="389" actId="20577"/>
          <ac:spMkLst>
            <pc:docMk/>
            <pc:sldMk cId="0" sldId="266"/>
            <ac:spMk id="194" creationId="{00000000-0000-0000-0000-000000000000}"/>
          </ac:spMkLst>
        </pc:spChg>
        <pc:spChg chg="mod">
          <ac:chgData name="evielauren6@gmail.com" userId="S::urn:spo:guest#evielauren6@gmail.com::" providerId="AD" clId="Web-{F50036C1-13DC-4E15-B757-2BD7C912AF4A}" dt="2024-01-10T18:37:20.562" v="394" actId="20577"/>
          <ac:spMkLst>
            <pc:docMk/>
            <pc:sldMk cId="0" sldId="266"/>
            <ac:spMk id="195" creationId="{00000000-0000-0000-0000-000000000000}"/>
          </ac:spMkLst>
        </pc:spChg>
      </pc:sldChg>
      <pc:sldChg chg="modSp">
        <pc:chgData name="evielauren6@gmail.com" userId="S::urn:spo:guest#evielauren6@gmail.com::" providerId="AD" clId="Web-{F50036C1-13DC-4E15-B757-2BD7C912AF4A}" dt="2024-01-10T18:38:27.924" v="409"/>
        <pc:sldMkLst>
          <pc:docMk/>
          <pc:sldMk cId="0" sldId="267"/>
        </pc:sldMkLst>
        <pc:spChg chg="mod">
          <ac:chgData name="evielauren6@gmail.com" userId="S::urn:spo:guest#evielauren6@gmail.com::" providerId="AD" clId="Web-{F50036C1-13DC-4E15-B757-2BD7C912AF4A}" dt="2024-01-10T18:38:03.673" v="399" actId="20577"/>
          <ac:spMkLst>
            <pc:docMk/>
            <pc:sldMk cId="0" sldId="267"/>
            <ac:spMk id="208" creationId="{00000000-0000-0000-0000-000000000000}"/>
          </ac:spMkLst>
        </pc:spChg>
        <pc:spChg chg="mod">
          <ac:chgData name="evielauren6@gmail.com" userId="S::urn:spo:guest#evielauren6@gmail.com::" providerId="AD" clId="Web-{F50036C1-13DC-4E15-B757-2BD7C912AF4A}" dt="2024-01-10T18:38:27.924" v="409"/>
          <ac:spMkLst>
            <pc:docMk/>
            <pc:sldMk cId="0" sldId="267"/>
            <ac:spMk id="213" creationId="{00000000-0000-0000-0000-000000000000}"/>
          </ac:spMkLst>
        </pc:spChg>
        <pc:spChg chg="mod">
          <ac:chgData name="evielauren6@gmail.com" userId="S::urn:spo:guest#evielauren6@gmail.com::" providerId="AD" clId="Web-{F50036C1-13DC-4E15-B757-2BD7C912AF4A}" dt="2024-01-10T18:38:17.220" v="407"/>
          <ac:spMkLst>
            <pc:docMk/>
            <pc:sldMk cId="0" sldId="267"/>
            <ac:spMk id="215" creationId="{00000000-0000-0000-0000-000000000000}"/>
          </ac:spMkLst>
        </pc:spChg>
        <pc:spChg chg="mod">
          <ac:chgData name="evielauren6@gmail.com" userId="S::urn:spo:guest#evielauren6@gmail.com::" providerId="AD" clId="Web-{F50036C1-13DC-4E15-B757-2BD7C912AF4A}" dt="2024-01-10T18:38:06.032" v="402" actId="20577"/>
          <ac:spMkLst>
            <pc:docMk/>
            <pc:sldMk cId="0" sldId="267"/>
            <ac:spMk id="216" creationId="{00000000-0000-0000-0000-000000000000}"/>
          </ac:spMkLst>
        </pc:spChg>
        <pc:spChg chg="mod">
          <ac:chgData name="evielauren6@gmail.com" userId="S::urn:spo:guest#evielauren6@gmail.com::" providerId="AD" clId="Web-{F50036C1-13DC-4E15-B757-2BD7C912AF4A}" dt="2024-01-10T18:38:08.392" v="405" actId="20577"/>
          <ac:spMkLst>
            <pc:docMk/>
            <pc:sldMk cId="0" sldId="267"/>
            <ac:spMk id="217" creationId="{00000000-0000-0000-0000-000000000000}"/>
          </ac:spMkLst>
        </pc:spChg>
      </pc:sldChg>
      <pc:sldChg chg="addSp delSp modSp">
        <pc:chgData name="evielauren6@gmail.com" userId="S::urn:spo:guest#evielauren6@gmail.com::" providerId="AD" clId="Web-{F50036C1-13DC-4E15-B757-2BD7C912AF4A}" dt="2024-01-10T18:44:01.484" v="729" actId="20577"/>
        <pc:sldMkLst>
          <pc:docMk/>
          <pc:sldMk cId="0" sldId="269"/>
        </pc:sldMkLst>
        <pc:spChg chg="add del mod">
          <ac:chgData name="evielauren6@gmail.com" userId="S::urn:spo:guest#evielauren6@gmail.com::" providerId="AD" clId="Web-{F50036C1-13DC-4E15-B757-2BD7C912AF4A}" dt="2024-01-10T18:42:45.278" v="673"/>
          <ac:spMkLst>
            <pc:docMk/>
            <pc:sldMk cId="0" sldId="269"/>
            <ac:spMk id="4" creationId="{F0D92C98-8562-DF8F-30CB-060ECAFDC075}"/>
          </ac:spMkLst>
        </pc:spChg>
        <pc:spChg chg="add del mod">
          <ac:chgData name="evielauren6@gmail.com" userId="S::urn:spo:guest#evielauren6@gmail.com::" providerId="AD" clId="Web-{F50036C1-13DC-4E15-B757-2BD7C912AF4A}" dt="2024-01-10T18:42:32.309" v="666"/>
          <ac:spMkLst>
            <pc:docMk/>
            <pc:sldMk cId="0" sldId="269"/>
            <ac:spMk id="6" creationId="{65827B26-54EA-7509-9021-F7B33295AD96}"/>
          </ac:spMkLst>
        </pc:spChg>
        <pc:spChg chg="add del mod">
          <ac:chgData name="evielauren6@gmail.com" userId="S::urn:spo:guest#evielauren6@gmail.com::" providerId="AD" clId="Web-{F50036C1-13DC-4E15-B757-2BD7C912AF4A}" dt="2024-01-10T18:43:38.952" v="726" actId="20577"/>
          <ac:spMkLst>
            <pc:docMk/>
            <pc:sldMk cId="0" sldId="269"/>
            <ac:spMk id="229" creationId="{00000000-0000-0000-0000-000000000000}"/>
          </ac:spMkLst>
        </pc:spChg>
        <pc:spChg chg="mod">
          <ac:chgData name="evielauren6@gmail.com" userId="S::urn:spo:guest#evielauren6@gmail.com::" providerId="AD" clId="Web-{F50036C1-13DC-4E15-B757-2BD7C912AF4A}" dt="2024-01-10T18:44:01.484" v="729" actId="20577"/>
          <ac:spMkLst>
            <pc:docMk/>
            <pc:sldMk cId="0" sldId="269"/>
            <ac:spMk id="231" creationId="{00000000-0000-0000-0000-000000000000}"/>
          </ac:spMkLst>
        </pc:spChg>
        <pc:spChg chg="mod">
          <ac:chgData name="evielauren6@gmail.com" userId="S::urn:spo:guest#evielauren6@gmail.com::" providerId="AD" clId="Web-{F50036C1-13DC-4E15-B757-2BD7C912AF4A}" dt="2024-01-10T18:40:34.929" v="472" actId="14100"/>
          <ac:spMkLst>
            <pc:docMk/>
            <pc:sldMk cId="0" sldId="269"/>
            <ac:spMk id="234" creationId="{00000000-0000-0000-0000-000000000000}"/>
          </ac:spMkLst>
        </pc:spChg>
        <pc:grpChg chg="mod">
          <ac:chgData name="evielauren6@gmail.com" userId="S::urn:spo:guest#evielauren6@gmail.com::" providerId="AD" clId="Web-{F50036C1-13DC-4E15-B757-2BD7C912AF4A}" dt="2024-01-10T18:43:46.827" v="727" actId="1076"/>
          <ac:grpSpMkLst>
            <pc:docMk/>
            <pc:sldMk cId="0" sldId="269"/>
            <ac:grpSpMk id="233" creationId="{00000000-0000-0000-0000-000000000000}"/>
          </ac:grpSpMkLst>
        </pc:grpChg>
      </pc:sldChg>
      <pc:sldChg chg="modSp">
        <pc:chgData name="evielauren6@gmail.com" userId="S::urn:spo:guest#evielauren6@gmail.com::" providerId="AD" clId="Web-{F50036C1-13DC-4E15-B757-2BD7C912AF4A}" dt="2024-01-10T18:44:50.205" v="734" actId="20577"/>
        <pc:sldMkLst>
          <pc:docMk/>
          <pc:sldMk cId="0" sldId="272"/>
        </pc:sldMkLst>
        <pc:spChg chg="mod">
          <ac:chgData name="evielauren6@gmail.com" userId="S::urn:spo:guest#evielauren6@gmail.com::" providerId="AD" clId="Web-{F50036C1-13DC-4E15-B757-2BD7C912AF4A}" dt="2024-01-10T18:44:50.205" v="734" actId="20577"/>
          <ac:spMkLst>
            <pc:docMk/>
            <pc:sldMk cId="0" sldId="272"/>
            <ac:spMk id="278" creationId="{00000000-0000-0000-0000-000000000000}"/>
          </ac:spMkLst>
        </pc:spChg>
      </pc:sldChg>
      <pc:sldChg chg="modSp">
        <pc:chgData name="evielauren6@gmail.com" userId="S::urn:spo:guest#evielauren6@gmail.com::" providerId="AD" clId="Web-{F50036C1-13DC-4E15-B757-2BD7C912AF4A}" dt="2024-01-10T18:45:08.846" v="743" actId="20577"/>
        <pc:sldMkLst>
          <pc:docMk/>
          <pc:sldMk cId="2266757041" sldId="285"/>
        </pc:sldMkLst>
        <pc:spChg chg="mod">
          <ac:chgData name="evielauren6@gmail.com" userId="S::urn:spo:guest#evielauren6@gmail.com::" providerId="AD" clId="Web-{F50036C1-13DC-4E15-B757-2BD7C912AF4A}" dt="2024-01-10T18:45:08.846" v="743" actId="20577"/>
          <ac:spMkLst>
            <pc:docMk/>
            <pc:sldMk cId="2266757041" sldId="285"/>
            <ac:spMk id="4" creationId="{A078BD1D-979D-1158-A12F-D185553FCC0B}"/>
          </ac:spMkLst>
        </pc:spChg>
      </pc:sldChg>
    </pc:docChg>
  </pc:docChgLst>
  <pc:docChgLst>
    <pc:chgData name="Stephen John Stretton" userId="S::sstretton@worldbank.org::da8c780b-1aa2-4e36-94fb-871dc8111504" providerId="AD" clId="Web-{A973E5A7-4F4C-AF30-917F-1171B54AD1A0}"/>
    <pc:docChg chg="addSld delSld modSld sldOrd">
      <pc:chgData name="Stephen John Stretton" userId="S::sstretton@worldbank.org::da8c780b-1aa2-4e36-94fb-871dc8111504" providerId="AD" clId="Web-{A973E5A7-4F4C-AF30-917F-1171B54AD1A0}" dt="2024-01-12T17:40:19.299" v="61" actId="20577"/>
      <pc:docMkLst>
        <pc:docMk/>
      </pc:docMkLst>
      <pc:sldChg chg="modSp">
        <pc:chgData name="Stephen John Stretton" userId="S::sstretton@worldbank.org::da8c780b-1aa2-4e36-94fb-871dc8111504" providerId="AD" clId="Web-{A973E5A7-4F4C-AF30-917F-1171B54AD1A0}" dt="2024-01-12T17:38:01.330" v="47" actId="20577"/>
        <pc:sldMkLst>
          <pc:docMk/>
          <pc:sldMk cId="0" sldId="256"/>
        </pc:sldMkLst>
        <pc:spChg chg="mod">
          <ac:chgData name="Stephen John Stretton" userId="S::sstretton@worldbank.org::da8c780b-1aa2-4e36-94fb-871dc8111504" providerId="AD" clId="Web-{A973E5A7-4F4C-AF30-917F-1171B54AD1A0}" dt="2024-01-12T17:38:01.330" v="47" actId="20577"/>
          <ac:spMkLst>
            <pc:docMk/>
            <pc:sldMk cId="0" sldId="256"/>
            <ac:spMk id="66" creationId="{00000000-0000-0000-0000-000000000000}"/>
          </ac:spMkLst>
        </pc:spChg>
      </pc:sldChg>
      <pc:sldChg chg="modSp">
        <pc:chgData name="Stephen John Stretton" userId="S::sstretton@worldbank.org::da8c780b-1aa2-4e36-94fb-871dc8111504" providerId="AD" clId="Web-{A973E5A7-4F4C-AF30-917F-1171B54AD1A0}" dt="2024-01-12T17:38:12.815" v="50" actId="20577"/>
        <pc:sldMkLst>
          <pc:docMk/>
          <pc:sldMk cId="0" sldId="257"/>
        </pc:sldMkLst>
        <pc:spChg chg="mod">
          <ac:chgData name="Stephen John Stretton" userId="S::sstretton@worldbank.org::da8c780b-1aa2-4e36-94fb-871dc8111504" providerId="AD" clId="Web-{A973E5A7-4F4C-AF30-917F-1171B54AD1A0}" dt="2024-01-12T17:38:12.815" v="50" actId="20577"/>
          <ac:spMkLst>
            <pc:docMk/>
            <pc:sldMk cId="0" sldId="257"/>
            <ac:spMk id="72" creationId="{00000000-0000-0000-0000-000000000000}"/>
          </ac:spMkLst>
        </pc:spChg>
      </pc:sldChg>
      <pc:sldChg chg="modSp">
        <pc:chgData name="Stephen John Stretton" userId="S::sstretton@worldbank.org::da8c780b-1aa2-4e36-94fb-871dc8111504" providerId="AD" clId="Web-{A973E5A7-4F4C-AF30-917F-1171B54AD1A0}" dt="2024-01-12T17:36:05.612" v="45" actId="20577"/>
        <pc:sldMkLst>
          <pc:docMk/>
          <pc:sldMk cId="0" sldId="264"/>
        </pc:sldMkLst>
        <pc:spChg chg="mod">
          <ac:chgData name="Stephen John Stretton" userId="S::sstretton@worldbank.org::da8c780b-1aa2-4e36-94fb-871dc8111504" providerId="AD" clId="Web-{A973E5A7-4F4C-AF30-917F-1171B54AD1A0}" dt="2024-01-12T17:36:05.612" v="45" actId="20577"/>
          <ac:spMkLst>
            <pc:docMk/>
            <pc:sldMk cId="0" sldId="264"/>
            <ac:spMk id="160" creationId="{00000000-0000-0000-0000-000000000000}"/>
          </ac:spMkLst>
        </pc:spChg>
      </pc:sldChg>
      <pc:sldChg chg="ord">
        <pc:chgData name="Stephen John Stretton" userId="S::sstretton@worldbank.org::da8c780b-1aa2-4e36-94fb-871dc8111504" providerId="AD" clId="Web-{A973E5A7-4F4C-AF30-917F-1171B54AD1A0}" dt="2024-01-12T17:38:31.471" v="51"/>
        <pc:sldMkLst>
          <pc:docMk/>
          <pc:sldMk cId="0" sldId="269"/>
        </pc:sldMkLst>
      </pc:sldChg>
      <pc:sldChg chg="modSp">
        <pc:chgData name="Stephen John Stretton" userId="S::sstretton@worldbank.org::da8c780b-1aa2-4e36-94fb-871dc8111504" providerId="AD" clId="Web-{A973E5A7-4F4C-AF30-917F-1171B54AD1A0}" dt="2024-01-12T17:39:59.236" v="55"/>
        <pc:sldMkLst>
          <pc:docMk/>
          <pc:sldMk cId="0" sldId="275"/>
        </pc:sldMkLst>
        <pc:picChg chg="ord">
          <ac:chgData name="Stephen John Stretton" userId="S::sstretton@worldbank.org::da8c780b-1aa2-4e36-94fb-871dc8111504" providerId="AD" clId="Web-{A973E5A7-4F4C-AF30-917F-1171B54AD1A0}" dt="2024-01-12T17:39:59.236" v="55"/>
          <ac:picMkLst>
            <pc:docMk/>
            <pc:sldMk cId="0" sldId="275"/>
            <ac:picMk id="4" creationId="{61857600-A3D3-757C-EC79-3E94D1AE4582}"/>
          </ac:picMkLst>
        </pc:picChg>
      </pc:sldChg>
      <pc:sldChg chg="del">
        <pc:chgData name="Stephen John Stretton" userId="S::sstretton@worldbank.org::da8c780b-1aa2-4e36-94fb-871dc8111504" providerId="AD" clId="Web-{A973E5A7-4F4C-AF30-917F-1171B54AD1A0}" dt="2024-01-12T17:39:38.486" v="53"/>
        <pc:sldMkLst>
          <pc:docMk/>
          <pc:sldMk cId="0" sldId="277"/>
        </pc:sldMkLst>
      </pc:sldChg>
      <pc:sldChg chg="modSp">
        <pc:chgData name="Stephen John Stretton" userId="S::sstretton@worldbank.org::da8c780b-1aa2-4e36-94fb-871dc8111504" providerId="AD" clId="Web-{A973E5A7-4F4C-AF30-917F-1171B54AD1A0}" dt="2024-01-12T17:38:55.283" v="52" actId="20577"/>
        <pc:sldMkLst>
          <pc:docMk/>
          <pc:sldMk cId="0" sldId="279"/>
        </pc:sldMkLst>
        <pc:spChg chg="mod">
          <ac:chgData name="Stephen John Stretton" userId="S::sstretton@worldbank.org::da8c780b-1aa2-4e36-94fb-871dc8111504" providerId="AD" clId="Web-{A973E5A7-4F4C-AF30-917F-1171B54AD1A0}" dt="2024-01-12T17:38:55.283" v="52" actId="20577"/>
          <ac:spMkLst>
            <pc:docMk/>
            <pc:sldMk cId="0" sldId="279"/>
            <ac:spMk id="338" creationId="{00000000-0000-0000-0000-000000000000}"/>
          </ac:spMkLst>
        </pc:spChg>
      </pc:sldChg>
      <pc:sldChg chg="addSp modSp">
        <pc:chgData name="Stephen John Stretton" userId="S::sstretton@worldbank.org::da8c780b-1aa2-4e36-94fb-871dc8111504" providerId="AD" clId="Web-{A973E5A7-4F4C-AF30-917F-1171B54AD1A0}" dt="2024-01-12T17:34:31.268" v="22" actId="20577"/>
        <pc:sldMkLst>
          <pc:docMk/>
          <pc:sldMk cId="4223110315" sldId="290"/>
        </pc:sldMkLst>
        <pc:spChg chg="add mod">
          <ac:chgData name="Stephen John Stretton" userId="S::sstretton@worldbank.org::da8c780b-1aa2-4e36-94fb-871dc8111504" providerId="AD" clId="Web-{A973E5A7-4F4C-AF30-917F-1171B54AD1A0}" dt="2024-01-12T17:33:17.487" v="8" actId="14100"/>
          <ac:spMkLst>
            <pc:docMk/>
            <pc:sldMk cId="4223110315" sldId="290"/>
            <ac:spMk id="3" creationId="{10F2DF63-BCCB-7025-7DA8-077FA2849C17}"/>
          </ac:spMkLst>
        </pc:spChg>
        <pc:spChg chg="add mod">
          <ac:chgData name="Stephen John Stretton" userId="S::sstretton@worldbank.org::da8c780b-1aa2-4e36-94fb-871dc8111504" providerId="AD" clId="Web-{A973E5A7-4F4C-AF30-917F-1171B54AD1A0}" dt="2024-01-12T17:33:57.581" v="14"/>
          <ac:spMkLst>
            <pc:docMk/>
            <pc:sldMk cId="4223110315" sldId="290"/>
            <ac:spMk id="4" creationId="{B3178E98-31B1-5F69-425E-39CB11780B62}"/>
          </ac:spMkLst>
        </pc:spChg>
        <pc:spChg chg="mod">
          <ac:chgData name="Stephen John Stretton" userId="S::sstretton@worldbank.org::da8c780b-1aa2-4e36-94fb-871dc8111504" providerId="AD" clId="Web-{A973E5A7-4F4C-AF30-917F-1171B54AD1A0}" dt="2024-01-12T17:34:31.268" v="22" actId="20577"/>
          <ac:spMkLst>
            <pc:docMk/>
            <pc:sldMk cId="4223110315" sldId="290"/>
            <ac:spMk id="229" creationId="{00000000-0000-0000-0000-000000000000}"/>
          </ac:spMkLst>
        </pc:spChg>
        <pc:grpChg chg="mod">
          <ac:chgData name="Stephen John Stretton" userId="S::sstretton@worldbank.org::da8c780b-1aa2-4e36-94fb-871dc8111504" providerId="AD" clId="Web-{A973E5A7-4F4C-AF30-917F-1171B54AD1A0}" dt="2024-01-12T17:32:26.487" v="0" actId="1076"/>
          <ac:grpSpMkLst>
            <pc:docMk/>
            <pc:sldMk cId="4223110315" sldId="290"/>
            <ac:grpSpMk id="230" creationId="{00000000-0000-0000-0000-000000000000}"/>
          </ac:grpSpMkLst>
        </pc:grpChg>
      </pc:sldChg>
      <pc:sldChg chg="add replId">
        <pc:chgData name="Stephen John Stretton" userId="S::sstretton@worldbank.org::da8c780b-1aa2-4e36-94fb-871dc8111504" providerId="AD" clId="Web-{A973E5A7-4F4C-AF30-917F-1171B54AD1A0}" dt="2024-01-12T17:39:46.658" v="54"/>
        <pc:sldMkLst>
          <pc:docMk/>
          <pc:sldMk cId="2441801584" sldId="296"/>
        </pc:sldMkLst>
      </pc:sldChg>
      <pc:sldChg chg="modSp add replId">
        <pc:chgData name="Stephen John Stretton" userId="S::sstretton@worldbank.org::da8c780b-1aa2-4e36-94fb-871dc8111504" providerId="AD" clId="Web-{A973E5A7-4F4C-AF30-917F-1171B54AD1A0}" dt="2024-01-12T17:40:19.299" v="61" actId="20577"/>
        <pc:sldMkLst>
          <pc:docMk/>
          <pc:sldMk cId="3552668643" sldId="297"/>
        </pc:sldMkLst>
        <pc:spChg chg="mod">
          <ac:chgData name="Stephen John Stretton" userId="S::sstretton@worldbank.org::da8c780b-1aa2-4e36-94fb-871dc8111504" providerId="AD" clId="Web-{A973E5A7-4F4C-AF30-917F-1171B54AD1A0}" dt="2024-01-12T17:40:19.299" v="61" actId="20577"/>
          <ac:spMkLst>
            <pc:docMk/>
            <pc:sldMk cId="3552668643" sldId="297"/>
            <ac:spMk id="310" creationId="{87B7AC16-50DC-BD89-9428-91A77C6EF595}"/>
          </ac:spMkLst>
        </pc:spChg>
      </pc:sldChg>
    </pc:docChg>
  </pc:docChgLst>
  <pc:docChgLst>
    <pc:chgData name="Marcello Estevao" userId="S::mestevao@worldbank.org::3eb6c5ce-2aa9-4828-8ac9-dd7e4220b49e" providerId="AD" clId="Web-{2B1CB6E2-79D8-44C1-FF5D-4DF990485780}"/>
    <pc:docChg chg="modSld">
      <pc:chgData name="Marcello Estevao" userId="S::mestevao@worldbank.org::3eb6c5ce-2aa9-4828-8ac9-dd7e4220b49e" providerId="AD" clId="Web-{2B1CB6E2-79D8-44C1-FF5D-4DF990485780}" dt="2024-01-15T19:03:28.279" v="4" actId="20577"/>
      <pc:docMkLst>
        <pc:docMk/>
      </pc:docMkLst>
      <pc:sldChg chg="modSp">
        <pc:chgData name="Marcello Estevao" userId="S::mestevao@worldbank.org::3eb6c5ce-2aa9-4828-8ac9-dd7e4220b49e" providerId="AD" clId="Web-{2B1CB6E2-79D8-44C1-FF5D-4DF990485780}" dt="2024-01-15T19:03:28.279" v="4" actId="20577"/>
        <pc:sldMkLst>
          <pc:docMk/>
          <pc:sldMk cId="1153376650" sldId="298"/>
        </pc:sldMkLst>
        <pc:spChg chg="mod">
          <ac:chgData name="Marcello Estevao" userId="S::mestevao@worldbank.org::3eb6c5ce-2aa9-4828-8ac9-dd7e4220b49e" providerId="AD" clId="Web-{2B1CB6E2-79D8-44C1-FF5D-4DF990485780}" dt="2024-01-15T19:03:28.279" v="4" actId="20577"/>
          <ac:spMkLst>
            <pc:docMk/>
            <pc:sldMk cId="1153376650" sldId="298"/>
            <ac:spMk id="398" creationId="{BE340B1E-2EB9-84B4-8FBE-42160EBB11C9}"/>
          </ac:spMkLst>
        </pc:spChg>
      </pc:sldChg>
      <pc:sldChg chg="modSp modCm">
        <pc:chgData name="Marcello Estevao" userId="S::mestevao@worldbank.org::3eb6c5ce-2aa9-4828-8ac9-dd7e4220b49e" providerId="AD" clId="Web-{2B1CB6E2-79D8-44C1-FF5D-4DF990485780}" dt="2024-01-15T18:53:49.809" v="1" actId="20577"/>
        <pc:sldMkLst>
          <pc:docMk/>
          <pc:sldMk cId="2306965122" sldId="305"/>
        </pc:sldMkLst>
        <pc:spChg chg="mod">
          <ac:chgData name="Marcello Estevao" userId="S::mestevao@worldbank.org::3eb6c5ce-2aa9-4828-8ac9-dd7e4220b49e" providerId="AD" clId="Web-{2B1CB6E2-79D8-44C1-FF5D-4DF990485780}" dt="2024-01-15T18:53:49.809" v="1" actId="20577"/>
          <ac:spMkLst>
            <pc:docMk/>
            <pc:sldMk cId="2306965122" sldId="305"/>
            <ac:spMk id="305" creationId="{00000000-0000-0000-0000-000000000000}"/>
          </ac:spMkLst>
        </pc:spChg>
      </pc:sldChg>
    </pc:docChg>
  </pc:docChgLst>
  <pc:docChgLst>
    <pc:chgData name="Nils Burkhard Patrik Zimmermann" userId="S::nzimmermann@worldbank.org::ff02bda6-aa1d-49f9-bc1c-920e1083daef" providerId="AD" clId="Web-{DF6C876A-27B6-48B9-BD7A-4706373C0874}"/>
    <pc:docChg chg="modSld sldOrd">
      <pc:chgData name="Nils Burkhard Patrik Zimmermann" userId="S::nzimmermann@worldbank.org::ff02bda6-aa1d-49f9-bc1c-920e1083daef" providerId="AD" clId="Web-{DF6C876A-27B6-48B9-BD7A-4706373C0874}" dt="2024-01-12T23:24:44.394" v="836" actId="20577"/>
      <pc:docMkLst>
        <pc:docMk/>
      </pc:docMkLst>
      <pc:sldChg chg="modSp">
        <pc:chgData name="Nils Burkhard Patrik Zimmermann" userId="S::nzimmermann@worldbank.org::ff02bda6-aa1d-49f9-bc1c-920e1083daef" providerId="AD" clId="Web-{DF6C876A-27B6-48B9-BD7A-4706373C0874}" dt="2024-01-12T22:23:03.943" v="66" actId="20577"/>
        <pc:sldMkLst>
          <pc:docMk/>
          <pc:sldMk cId="0" sldId="269"/>
        </pc:sldMkLst>
        <pc:spChg chg="mod">
          <ac:chgData name="Nils Burkhard Patrik Zimmermann" userId="S::nzimmermann@worldbank.org::ff02bda6-aa1d-49f9-bc1c-920e1083daef" providerId="AD" clId="Web-{DF6C876A-27B6-48B9-BD7A-4706373C0874}" dt="2024-01-12T22:23:03.943" v="66" actId="20577"/>
          <ac:spMkLst>
            <pc:docMk/>
            <pc:sldMk cId="0" sldId="269"/>
            <ac:spMk id="229" creationId="{00000000-0000-0000-0000-000000000000}"/>
          </ac:spMkLst>
        </pc:spChg>
      </pc:sldChg>
      <pc:sldChg chg="modSp">
        <pc:chgData name="Nils Burkhard Patrik Zimmermann" userId="S::nzimmermann@worldbank.org::ff02bda6-aa1d-49f9-bc1c-920e1083daef" providerId="AD" clId="Web-{DF6C876A-27B6-48B9-BD7A-4706373C0874}" dt="2024-01-12T22:37:42.793" v="371" actId="20577"/>
        <pc:sldMkLst>
          <pc:docMk/>
          <pc:sldMk cId="0" sldId="270"/>
        </pc:sldMkLst>
        <pc:spChg chg="mod">
          <ac:chgData name="Nils Burkhard Patrik Zimmermann" userId="S::nzimmermann@worldbank.org::ff02bda6-aa1d-49f9-bc1c-920e1083daef" providerId="AD" clId="Web-{DF6C876A-27B6-48B9-BD7A-4706373C0874}" dt="2024-01-12T22:37:42.793" v="371" actId="20577"/>
          <ac:spMkLst>
            <pc:docMk/>
            <pc:sldMk cId="0" sldId="270"/>
            <ac:spMk id="245" creationId="{00000000-0000-0000-0000-000000000000}"/>
          </ac:spMkLst>
        </pc:spChg>
      </pc:sldChg>
      <pc:sldChg chg="modSp addCm modCm">
        <pc:chgData name="Nils Burkhard Patrik Zimmermann" userId="S::nzimmermann@worldbank.org::ff02bda6-aa1d-49f9-bc1c-920e1083daef" providerId="AD" clId="Web-{DF6C876A-27B6-48B9-BD7A-4706373C0874}" dt="2024-01-12T23:11:09.295" v="739"/>
        <pc:sldMkLst>
          <pc:docMk/>
          <pc:sldMk cId="0" sldId="273"/>
        </pc:sldMkLst>
        <pc:spChg chg="mod">
          <ac:chgData name="Nils Burkhard Patrik Zimmermann" userId="S::nzimmermann@worldbank.org::ff02bda6-aa1d-49f9-bc1c-920e1083daef" providerId="AD" clId="Web-{DF6C876A-27B6-48B9-BD7A-4706373C0874}" dt="2024-01-12T22:42:19.565" v="374" actId="20577"/>
          <ac:spMkLst>
            <pc:docMk/>
            <pc:sldMk cId="0" sldId="273"/>
            <ac:spMk id="291" creationId="{00000000-0000-0000-0000-000000000000}"/>
          </ac:spMkLst>
        </pc:spChg>
      </pc:sldChg>
      <pc:sldChg chg="modSp">
        <pc:chgData name="Nils Burkhard Patrik Zimmermann" userId="S::nzimmermann@worldbank.org::ff02bda6-aa1d-49f9-bc1c-920e1083daef" providerId="AD" clId="Web-{DF6C876A-27B6-48B9-BD7A-4706373C0874}" dt="2024-01-12T22:44:41.194" v="401" actId="1076"/>
        <pc:sldMkLst>
          <pc:docMk/>
          <pc:sldMk cId="0" sldId="274"/>
        </pc:sldMkLst>
        <pc:spChg chg="mod">
          <ac:chgData name="Nils Burkhard Patrik Zimmermann" userId="S::nzimmermann@worldbank.org::ff02bda6-aa1d-49f9-bc1c-920e1083daef" providerId="AD" clId="Web-{DF6C876A-27B6-48B9-BD7A-4706373C0874}" dt="2024-01-12T22:44:41.194" v="401" actId="1076"/>
          <ac:spMkLst>
            <pc:docMk/>
            <pc:sldMk cId="0" sldId="274"/>
            <ac:spMk id="305" creationId="{00000000-0000-0000-0000-000000000000}"/>
          </ac:spMkLst>
        </pc:spChg>
      </pc:sldChg>
      <pc:sldChg chg="ord">
        <pc:chgData name="Nils Burkhard Patrik Zimmermann" userId="S::nzimmermann@worldbank.org::ff02bda6-aa1d-49f9-bc1c-920e1083daef" providerId="AD" clId="Web-{DF6C876A-27B6-48B9-BD7A-4706373C0874}" dt="2024-01-12T22:57:08.665" v="709"/>
        <pc:sldMkLst>
          <pc:docMk/>
          <pc:sldMk cId="0" sldId="275"/>
        </pc:sldMkLst>
      </pc:sldChg>
      <pc:sldChg chg="modSp ord">
        <pc:chgData name="Nils Burkhard Patrik Zimmermann" userId="S::nzimmermann@worldbank.org::ff02bda6-aa1d-49f9-bc1c-920e1083daef" providerId="AD" clId="Web-{DF6C876A-27B6-48B9-BD7A-4706373C0874}" dt="2024-01-12T23:05:01.146" v="736" actId="20577"/>
        <pc:sldMkLst>
          <pc:docMk/>
          <pc:sldMk cId="0" sldId="276"/>
        </pc:sldMkLst>
        <pc:spChg chg="mod">
          <ac:chgData name="Nils Burkhard Patrik Zimmermann" userId="S::nzimmermann@worldbank.org::ff02bda6-aa1d-49f9-bc1c-920e1083daef" providerId="AD" clId="Web-{DF6C876A-27B6-48B9-BD7A-4706373C0874}" dt="2024-01-12T23:05:01.146" v="736" actId="20577"/>
          <ac:spMkLst>
            <pc:docMk/>
            <pc:sldMk cId="0" sldId="276"/>
            <ac:spMk id="6" creationId="{16378F31-4A1F-B8F7-EDE2-CEFB68B6BB8C}"/>
          </ac:spMkLst>
        </pc:spChg>
        <pc:spChg chg="mod">
          <ac:chgData name="Nils Burkhard Patrik Zimmermann" userId="S::nzimmermann@worldbank.org::ff02bda6-aa1d-49f9-bc1c-920e1083daef" providerId="AD" clId="Web-{DF6C876A-27B6-48B9-BD7A-4706373C0874}" dt="2024-01-12T22:58:41.496" v="728" actId="20577"/>
          <ac:spMkLst>
            <pc:docMk/>
            <pc:sldMk cId="0" sldId="276"/>
            <ac:spMk id="317" creationId="{00000000-0000-0000-0000-000000000000}"/>
          </ac:spMkLst>
        </pc:spChg>
      </pc:sldChg>
      <pc:sldChg chg="modSp">
        <pc:chgData name="Nils Burkhard Patrik Zimmermann" userId="S::nzimmermann@worldbank.org::ff02bda6-aa1d-49f9-bc1c-920e1083daef" providerId="AD" clId="Web-{DF6C876A-27B6-48B9-BD7A-4706373C0874}" dt="2024-01-12T22:25:50.869" v="70" actId="20577"/>
        <pc:sldMkLst>
          <pc:docMk/>
          <pc:sldMk cId="0" sldId="279"/>
        </pc:sldMkLst>
        <pc:spChg chg="mod">
          <ac:chgData name="Nils Burkhard Patrik Zimmermann" userId="S::nzimmermann@worldbank.org::ff02bda6-aa1d-49f9-bc1c-920e1083daef" providerId="AD" clId="Web-{DF6C876A-27B6-48B9-BD7A-4706373C0874}" dt="2024-01-12T22:25:50.869" v="70" actId="20577"/>
          <ac:spMkLst>
            <pc:docMk/>
            <pc:sldMk cId="0" sldId="279"/>
            <ac:spMk id="343" creationId="{00000000-0000-0000-0000-000000000000}"/>
          </ac:spMkLst>
        </pc:spChg>
      </pc:sldChg>
      <pc:sldChg chg="modSp">
        <pc:chgData name="Nils Burkhard Patrik Zimmermann" userId="S::nzimmermann@worldbank.org::ff02bda6-aa1d-49f9-bc1c-920e1083daef" providerId="AD" clId="Web-{DF6C876A-27B6-48B9-BD7A-4706373C0874}" dt="2024-01-12T22:28:03.763" v="92" actId="20577"/>
        <pc:sldMkLst>
          <pc:docMk/>
          <pc:sldMk cId="0" sldId="280"/>
        </pc:sldMkLst>
        <pc:spChg chg="mod">
          <ac:chgData name="Nils Burkhard Patrik Zimmermann" userId="S::nzimmermann@worldbank.org::ff02bda6-aa1d-49f9-bc1c-920e1083daef" providerId="AD" clId="Web-{DF6C876A-27B6-48B9-BD7A-4706373C0874}" dt="2024-01-12T22:26:55.230" v="78" actId="20577"/>
          <ac:spMkLst>
            <pc:docMk/>
            <pc:sldMk cId="0" sldId="280"/>
            <ac:spMk id="368" creationId="{00000000-0000-0000-0000-000000000000}"/>
          </ac:spMkLst>
        </pc:spChg>
        <pc:spChg chg="mod">
          <ac:chgData name="Nils Burkhard Patrik Zimmermann" userId="S::nzimmermann@worldbank.org::ff02bda6-aa1d-49f9-bc1c-920e1083daef" providerId="AD" clId="Web-{DF6C876A-27B6-48B9-BD7A-4706373C0874}" dt="2024-01-12T22:28:03.763" v="92" actId="20577"/>
          <ac:spMkLst>
            <pc:docMk/>
            <pc:sldMk cId="0" sldId="280"/>
            <ac:spMk id="370" creationId="{00000000-0000-0000-0000-000000000000}"/>
          </ac:spMkLst>
        </pc:spChg>
      </pc:sldChg>
      <pc:sldChg chg="modSp">
        <pc:chgData name="Nils Burkhard Patrik Zimmermann" userId="S::nzimmermann@worldbank.org::ff02bda6-aa1d-49f9-bc1c-920e1083daef" providerId="AD" clId="Web-{DF6C876A-27B6-48B9-BD7A-4706373C0874}" dt="2024-01-12T22:35:21.289" v="320" actId="20577"/>
        <pc:sldMkLst>
          <pc:docMk/>
          <pc:sldMk cId="0" sldId="281"/>
        </pc:sldMkLst>
        <pc:spChg chg="mod">
          <ac:chgData name="Nils Burkhard Patrik Zimmermann" userId="S::nzimmermann@worldbank.org::ff02bda6-aa1d-49f9-bc1c-920e1083daef" providerId="AD" clId="Web-{DF6C876A-27B6-48B9-BD7A-4706373C0874}" dt="2024-01-12T22:33:25.802" v="210" actId="20577"/>
          <ac:spMkLst>
            <pc:docMk/>
            <pc:sldMk cId="0" sldId="281"/>
            <ac:spMk id="379" creationId="{00000000-0000-0000-0000-000000000000}"/>
          </ac:spMkLst>
        </pc:spChg>
        <pc:spChg chg="mod">
          <ac:chgData name="Nils Burkhard Patrik Zimmermann" userId="S::nzimmermann@worldbank.org::ff02bda6-aa1d-49f9-bc1c-920e1083daef" providerId="AD" clId="Web-{DF6C876A-27B6-48B9-BD7A-4706373C0874}" dt="2024-01-12T22:35:21.289" v="320" actId="20577"/>
          <ac:spMkLst>
            <pc:docMk/>
            <pc:sldMk cId="0" sldId="281"/>
            <ac:spMk id="380" creationId="{00000000-0000-0000-0000-000000000000}"/>
          </ac:spMkLst>
        </pc:spChg>
      </pc:sldChg>
      <pc:sldChg chg="modSp">
        <pc:chgData name="Nils Burkhard Patrik Zimmermann" userId="S::nzimmermann@worldbank.org::ff02bda6-aa1d-49f9-bc1c-920e1083daef" providerId="AD" clId="Web-{DF6C876A-27B6-48B9-BD7A-4706373C0874}" dt="2024-01-12T22:46:20.930" v="418" actId="20577"/>
        <pc:sldMkLst>
          <pc:docMk/>
          <pc:sldMk cId="2266757041" sldId="285"/>
        </pc:sldMkLst>
        <pc:spChg chg="mod">
          <ac:chgData name="Nils Burkhard Patrik Zimmermann" userId="S::nzimmermann@worldbank.org::ff02bda6-aa1d-49f9-bc1c-920e1083daef" providerId="AD" clId="Web-{DF6C876A-27B6-48B9-BD7A-4706373C0874}" dt="2024-01-12T22:45:11.038" v="411" actId="20577"/>
          <ac:spMkLst>
            <pc:docMk/>
            <pc:sldMk cId="2266757041" sldId="285"/>
            <ac:spMk id="2" creationId="{97235A1E-04A4-85AE-711C-18CDDC5DC862}"/>
          </ac:spMkLst>
        </pc:spChg>
        <pc:spChg chg="mod">
          <ac:chgData name="Nils Burkhard Patrik Zimmermann" userId="S::nzimmermann@worldbank.org::ff02bda6-aa1d-49f9-bc1c-920e1083daef" providerId="AD" clId="Web-{DF6C876A-27B6-48B9-BD7A-4706373C0874}" dt="2024-01-12T22:46:20.930" v="418" actId="20577"/>
          <ac:spMkLst>
            <pc:docMk/>
            <pc:sldMk cId="2266757041" sldId="285"/>
            <ac:spMk id="25" creationId="{C0BED6FD-6F85-D248-124A-E97EDB11DB46}"/>
          </ac:spMkLst>
        </pc:spChg>
      </pc:sldChg>
      <pc:sldChg chg="modSp">
        <pc:chgData name="Nils Burkhard Patrik Zimmermann" userId="S::nzimmermann@worldbank.org::ff02bda6-aa1d-49f9-bc1c-920e1083daef" providerId="AD" clId="Web-{DF6C876A-27B6-48B9-BD7A-4706373C0874}" dt="2024-01-12T22:51:48.313" v="653" actId="20577"/>
        <pc:sldMkLst>
          <pc:docMk/>
          <pc:sldMk cId="1961636246" sldId="286"/>
        </pc:sldMkLst>
        <pc:spChg chg="mod">
          <ac:chgData name="Nils Burkhard Patrik Zimmermann" userId="S::nzimmermann@worldbank.org::ff02bda6-aa1d-49f9-bc1c-920e1083daef" providerId="AD" clId="Web-{DF6C876A-27B6-48B9-BD7A-4706373C0874}" dt="2024-01-12T22:51:48.313" v="653" actId="20577"/>
          <ac:spMkLst>
            <pc:docMk/>
            <pc:sldMk cId="1961636246" sldId="286"/>
            <ac:spMk id="15" creationId="{5329F11A-B624-CB8F-D5E3-C9F4D17A237A}"/>
          </ac:spMkLst>
        </pc:spChg>
        <pc:spChg chg="mod">
          <ac:chgData name="Nils Burkhard Patrik Zimmermann" userId="S::nzimmermann@worldbank.org::ff02bda6-aa1d-49f9-bc1c-920e1083daef" providerId="AD" clId="Web-{DF6C876A-27B6-48B9-BD7A-4706373C0874}" dt="2024-01-12T22:50:44.562" v="612" actId="1076"/>
          <ac:spMkLst>
            <pc:docMk/>
            <pc:sldMk cId="1961636246" sldId="286"/>
            <ac:spMk id="20" creationId="{A2F7C80D-F058-4616-2288-CFFEDAA267C0}"/>
          </ac:spMkLst>
        </pc:spChg>
        <pc:spChg chg="mod">
          <ac:chgData name="Nils Burkhard Patrik Zimmermann" userId="S::nzimmermann@worldbank.org::ff02bda6-aa1d-49f9-bc1c-920e1083daef" providerId="AD" clId="Web-{DF6C876A-27B6-48B9-BD7A-4706373C0874}" dt="2024-01-12T22:51:39.657" v="651" actId="20577"/>
          <ac:spMkLst>
            <pc:docMk/>
            <pc:sldMk cId="1961636246" sldId="286"/>
            <ac:spMk id="25" creationId="{442C2FDB-0090-5A8F-B97B-0AA14F7D162D}"/>
          </ac:spMkLst>
        </pc:spChg>
      </pc:sldChg>
      <pc:sldChg chg="modSp">
        <pc:chgData name="Nils Burkhard Patrik Zimmermann" userId="S::nzimmermann@worldbank.org::ff02bda6-aa1d-49f9-bc1c-920e1083daef" providerId="AD" clId="Web-{DF6C876A-27B6-48B9-BD7A-4706373C0874}" dt="2024-01-12T22:53:47.348" v="698" actId="20577"/>
        <pc:sldMkLst>
          <pc:docMk/>
          <pc:sldMk cId="1153376650" sldId="298"/>
        </pc:sldMkLst>
        <pc:spChg chg="mod">
          <ac:chgData name="Nils Burkhard Patrik Zimmermann" userId="S::nzimmermann@worldbank.org::ff02bda6-aa1d-49f9-bc1c-920e1083daef" providerId="AD" clId="Web-{DF6C876A-27B6-48B9-BD7A-4706373C0874}" dt="2024-01-12T22:53:47.348" v="698" actId="20577"/>
          <ac:spMkLst>
            <pc:docMk/>
            <pc:sldMk cId="1153376650" sldId="298"/>
            <ac:spMk id="398" creationId="{BE340B1E-2EB9-84B4-8FBE-42160EBB11C9}"/>
          </ac:spMkLst>
        </pc:spChg>
      </pc:sldChg>
      <pc:sldChg chg="addSp delSp modSp">
        <pc:chgData name="Nils Burkhard Patrik Zimmermann" userId="S::nzimmermann@worldbank.org::ff02bda6-aa1d-49f9-bc1c-920e1083daef" providerId="AD" clId="Web-{DF6C876A-27B6-48B9-BD7A-4706373C0874}" dt="2024-01-12T22:31:16.939" v="208"/>
        <pc:sldMkLst>
          <pc:docMk/>
          <pc:sldMk cId="2728010118" sldId="300"/>
        </pc:sldMkLst>
        <pc:spChg chg="add del mod">
          <ac:chgData name="Nils Burkhard Patrik Zimmermann" userId="S::nzimmermann@worldbank.org::ff02bda6-aa1d-49f9-bc1c-920e1083daef" providerId="AD" clId="Web-{DF6C876A-27B6-48B9-BD7A-4706373C0874}" dt="2024-01-12T22:31:16.939" v="208"/>
          <ac:spMkLst>
            <pc:docMk/>
            <pc:sldMk cId="2728010118" sldId="300"/>
            <ac:spMk id="5" creationId="{223825D6-6A89-3AFA-55E1-C87C52658E53}"/>
          </ac:spMkLst>
        </pc:spChg>
        <pc:spChg chg="mod">
          <ac:chgData name="Nils Burkhard Patrik Zimmermann" userId="S::nzimmermann@worldbank.org::ff02bda6-aa1d-49f9-bc1c-920e1083daef" providerId="AD" clId="Web-{DF6C876A-27B6-48B9-BD7A-4706373C0874}" dt="2024-01-12T22:28:50.670" v="115" actId="20577"/>
          <ac:spMkLst>
            <pc:docMk/>
            <pc:sldMk cId="2728010118" sldId="300"/>
            <ac:spMk id="379" creationId="{D4C61321-4D06-9962-0274-14C12F2931FA}"/>
          </ac:spMkLst>
        </pc:spChg>
        <pc:spChg chg="add del mod">
          <ac:chgData name="Nils Burkhard Patrik Zimmermann" userId="S::nzimmermann@worldbank.org::ff02bda6-aa1d-49f9-bc1c-920e1083daef" providerId="AD" clId="Web-{DF6C876A-27B6-48B9-BD7A-4706373C0874}" dt="2024-01-12T22:31:16.939" v="208"/>
          <ac:spMkLst>
            <pc:docMk/>
            <pc:sldMk cId="2728010118" sldId="300"/>
            <ac:spMk id="380" creationId="{597611EC-5451-E9B2-92C9-89433AACDA70}"/>
          </ac:spMkLst>
        </pc:spChg>
        <pc:spChg chg="mod">
          <ac:chgData name="Nils Burkhard Patrik Zimmermann" userId="S::nzimmermann@worldbank.org::ff02bda6-aa1d-49f9-bc1c-920e1083daef" providerId="AD" clId="Web-{DF6C876A-27B6-48B9-BD7A-4706373C0874}" dt="2024-01-12T22:31:11.205" v="206" actId="20577"/>
          <ac:spMkLst>
            <pc:docMk/>
            <pc:sldMk cId="2728010118" sldId="300"/>
            <ac:spMk id="386" creationId="{574D3099-3381-38F6-D916-96070657C559}"/>
          </ac:spMkLst>
        </pc:spChg>
      </pc:sldChg>
      <pc:sldChg chg="modSp">
        <pc:chgData name="Nils Burkhard Patrik Zimmermann" userId="S::nzimmermann@worldbank.org::ff02bda6-aa1d-49f9-bc1c-920e1083daef" providerId="AD" clId="Web-{DF6C876A-27B6-48B9-BD7A-4706373C0874}" dt="2024-01-12T22:11:48.629" v="3" actId="20577"/>
        <pc:sldMkLst>
          <pc:docMk/>
          <pc:sldMk cId="1107359475" sldId="301"/>
        </pc:sldMkLst>
        <pc:spChg chg="mod">
          <ac:chgData name="Nils Burkhard Patrik Zimmermann" userId="S::nzimmermann@worldbank.org::ff02bda6-aa1d-49f9-bc1c-920e1083daef" providerId="AD" clId="Web-{DF6C876A-27B6-48B9-BD7A-4706373C0874}" dt="2024-01-12T22:11:48.629" v="3" actId="20577"/>
          <ac:spMkLst>
            <pc:docMk/>
            <pc:sldMk cId="1107359475" sldId="301"/>
            <ac:spMk id="398" creationId="{5E205977-4C98-660C-AA85-CD92741036FB}"/>
          </ac:spMkLst>
        </pc:spChg>
      </pc:sldChg>
      <pc:sldChg chg="modSp">
        <pc:chgData name="Nils Burkhard Patrik Zimmermann" userId="S::nzimmermann@worldbank.org::ff02bda6-aa1d-49f9-bc1c-920e1083daef" providerId="AD" clId="Web-{DF6C876A-27B6-48B9-BD7A-4706373C0874}" dt="2024-01-12T23:24:44.394" v="836" actId="20577"/>
        <pc:sldMkLst>
          <pc:docMk/>
          <pc:sldMk cId="3497004109" sldId="302"/>
        </pc:sldMkLst>
        <pc:spChg chg="mod">
          <ac:chgData name="Nils Burkhard Patrik Zimmermann" userId="S::nzimmermann@worldbank.org::ff02bda6-aa1d-49f9-bc1c-920e1083daef" providerId="AD" clId="Web-{DF6C876A-27B6-48B9-BD7A-4706373C0874}" dt="2024-01-12T23:24:30.675" v="810" actId="20577"/>
          <ac:spMkLst>
            <pc:docMk/>
            <pc:sldMk cId="3497004109" sldId="302"/>
            <ac:spMk id="108" creationId="{00000000-0000-0000-0000-000000000000}"/>
          </ac:spMkLst>
        </pc:spChg>
        <pc:spChg chg="mod">
          <ac:chgData name="Nils Burkhard Patrik Zimmermann" userId="S::nzimmermann@worldbank.org::ff02bda6-aa1d-49f9-bc1c-920e1083daef" providerId="AD" clId="Web-{DF6C876A-27B6-48B9-BD7A-4706373C0874}" dt="2024-01-12T23:22:59.829" v="790" actId="14100"/>
          <ac:spMkLst>
            <pc:docMk/>
            <pc:sldMk cId="3497004109" sldId="302"/>
            <ac:spMk id="109" creationId="{00000000-0000-0000-0000-000000000000}"/>
          </ac:spMkLst>
        </pc:spChg>
        <pc:spChg chg="mod">
          <ac:chgData name="Nils Burkhard Patrik Zimmermann" userId="S::nzimmermann@worldbank.org::ff02bda6-aa1d-49f9-bc1c-920e1083daef" providerId="AD" clId="Web-{DF6C876A-27B6-48B9-BD7A-4706373C0874}" dt="2024-01-12T23:23:47.236" v="793" actId="20577"/>
          <ac:spMkLst>
            <pc:docMk/>
            <pc:sldMk cId="3497004109" sldId="302"/>
            <ac:spMk id="112" creationId="{00000000-0000-0000-0000-000000000000}"/>
          </ac:spMkLst>
        </pc:spChg>
        <pc:spChg chg="mod">
          <ac:chgData name="Nils Burkhard Patrik Zimmermann" userId="S::nzimmermann@worldbank.org::ff02bda6-aa1d-49f9-bc1c-920e1083daef" providerId="AD" clId="Web-{DF6C876A-27B6-48B9-BD7A-4706373C0874}" dt="2024-01-12T23:24:09.955" v="805" actId="20577"/>
          <ac:spMkLst>
            <pc:docMk/>
            <pc:sldMk cId="3497004109" sldId="302"/>
            <ac:spMk id="113" creationId="{00000000-0000-0000-0000-000000000000}"/>
          </ac:spMkLst>
        </pc:spChg>
        <pc:spChg chg="mod">
          <ac:chgData name="Nils Burkhard Patrik Zimmermann" userId="S::nzimmermann@worldbank.org::ff02bda6-aa1d-49f9-bc1c-920e1083daef" providerId="AD" clId="Web-{DF6C876A-27B6-48B9-BD7A-4706373C0874}" dt="2024-01-12T23:24:44.394" v="836" actId="20577"/>
          <ac:spMkLst>
            <pc:docMk/>
            <pc:sldMk cId="3497004109" sldId="302"/>
            <ac:spMk id="117" creationId="{00000000-0000-0000-0000-000000000000}"/>
          </ac:spMkLst>
        </pc:spChg>
      </pc:sldChg>
      <pc:sldChg chg="modSp">
        <pc:chgData name="Nils Burkhard Patrik Zimmermann" userId="S::nzimmermann@worldbank.org::ff02bda6-aa1d-49f9-bc1c-920e1083daef" providerId="AD" clId="Web-{DF6C876A-27B6-48B9-BD7A-4706373C0874}" dt="2024-01-12T22:56:29.852" v="708"/>
        <pc:sldMkLst>
          <pc:docMk/>
          <pc:sldMk cId="1750513697" sldId="304"/>
        </pc:sldMkLst>
        <pc:graphicFrameChg chg="mod modGraphic">
          <ac:chgData name="Nils Burkhard Patrik Zimmermann" userId="S::nzimmermann@worldbank.org::ff02bda6-aa1d-49f9-bc1c-920e1083daef" providerId="AD" clId="Web-{DF6C876A-27B6-48B9-BD7A-4706373C0874}" dt="2024-01-12T22:56:29.852" v="708"/>
          <ac:graphicFrameMkLst>
            <pc:docMk/>
            <pc:sldMk cId="1750513697" sldId="304"/>
            <ac:graphicFrameMk id="7" creationId="{37EC8159-55F3-27C5-5844-9EB9B380591D}"/>
          </ac:graphicFrameMkLst>
        </pc:graphicFrameChg>
      </pc:sldChg>
      <pc:sldChg chg="modSp">
        <pc:chgData name="Nils Burkhard Patrik Zimmermann" userId="S::nzimmermann@worldbank.org::ff02bda6-aa1d-49f9-bc1c-920e1083daef" providerId="AD" clId="Web-{DF6C876A-27B6-48B9-BD7A-4706373C0874}" dt="2024-01-12T23:16:00.178" v="772" actId="20577"/>
        <pc:sldMkLst>
          <pc:docMk/>
          <pc:sldMk cId="2306965122" sldId="305"/>
        </pc:sldMkLst>
        <pc:spChg chg="mod">
          <ac:chgData name="Nils Burkhard Patrik Zimmermann" userId="S::nzimmermann@worldbank.org::ff02bda6-aa1d-49f9-bc1c-920e1083daef" providerId="AD" clId="Web-{DF6C876A-27B6-48B9-BD7A-4706373C0874}" dt="2024-01-12T23:16:00.178" v="772" actId="20577"/>
          <ac:spMkLst>
            <pc:docMk/>
            <pc:sldMk cId="2306965122" sldId="305"/>
            <ac:spMk id="305" creationId="{00000000-0000-0000-0000-000000000000}"/>
          </ac:spMkLst>
        </pc:spChg>
      </pc:sldChg>
    </pc:docChg>
  </pc:docChgLst>
  <pc:docChgLst>
    <pc:chgData name="Stephen John Stretton" userId="S::sstretton@worldbank.org::da8c780b-1aa2-4e36-94fb-871dc8111504" providerId="AD" clId="Web-{7B1B5BF9-DA81-3F80-60C5-29D925CD8FCA}"/>
    <pc:docChg chg="modSld sldOrd">
      <pc:chgData name="Stephen John Stretton" userId="S::sstretton@worldbank.org::da8c780b-1aa2-4e36-94fb-871dc8111504" providerId="AD" clId="Web-{7B1B5BF9-DA81-3F80-60C5-29D925CD8FCA}" dt="2024-01-13T14:09:13.963" v="300" actId="14100"/>
      <pc:docMkLst>
        <pc:docMk/>
      </pc:docMkLst>
      <pc:sldChg chg="modSp">
        <pc:chgData name="Stephen John Stretton" userId="S::sstretton@worldbank.org::da8c780b-1aa2-4e36-94fb-871dc8111504" providerId="AD" clId="Web-{7B1B5BF9-DA81-3F80-60C5-29D925CD8FCA}" dt="2024-01-13T14:09:13.963" v="300" actId="14100"/>
        <pc:sldMkLst>
          <pc:docMk/>
          <pc:sldMk cId="0" sldId="257"/>
        </pc:sldMkLst>
        <pc:spChg chg="mod">
          <ac:chgData name="Stephen John Stretton" userId="S::sstretton@worldbank.org::da8c780b-1aa2-4e36-94fb-871dc8111504" providerId="AD" clId="Web-{7B1B5BF9-DA81-3F80-60C5-29D925CD8FCA}" dt="2024-01-13T14:09:13.963" v="300" actId="14100"/>
          <ac:spMkLst>
            <pc:docMk/>
            <pc:sldMk cId="0" sldId="257"/>
            <ac:spMk id="71" creationId="{00000000-0000-0000-0000-000000000000}"/>
          </ac:spMkLst>
        </pc:spChg>
        <pc:spChg chg="mod">
          <ac:chgData name="Stephen John Stretton" userId="S::sstretton@worldbank.org::da8c780b-1aa2-4e36-94fb-871dc8111504" providerId="AD" clId="Web-{7B1B5BF9-DA81-3F80-60C5-29D925CD8FCA}" dt="2024-01-13T14:08:45.322" v="299" actId="14100"/>
          <ac:spMkLst>
            <pc:docMk/>
            <pc:sldMk cId="0" sldId="257"/>
            <ac:spMk id="72" creationId="{00000000-0000-0000-0000-000000000000}"/>
          </ac:spMkLst>
        </pc:spChg>
      </pc:sldChg>
      <pc:sldChg chg="modSp">
        <pc:chgData name="Stephen John Stretton" userId="S::sstretton@worldbank.org::da8c780b-1aa2-4e36-94fb-871dc8111504" providerId="AD" clId="Web-{7B1B5BF9-DA81-3F80-60C5-29D925CD8FCA}" dt="2024-01-13T14:04:50.939" v="232" actId="20577"/>
        <pc:sldMkLst>
          <pc:docMk/>
          <pc:sldMk cId="0" sldId="263"/>
        </pc:sldMkLst>
        <pc:spChg chg="mod">
          <ac:chgData name="Stephen John Stretton" userId="S::sstretton@worldbank.org::da8c780b-1aa2-4e36-94fb-871dc8111504" providerId="AD" clId="Web-{7B1B5BF9-DA81-3F80-60C5-29D925CD8FCA}" dt="2024-01-13T14:04:50.939" v="232" actId="20577"/>
          <ac:spMkLst>
            <pc:docMk/>
            <pc:sldMk cId="0" sldId="263"/>
            <ac:spMk id="153" creationId="{00000000-0000-0000-0000-000000000000}"/>
          </ac:spMkLst>
        </pc:spChg>
        <pc:picChg chg="ord">
          <ac:chgData name="Stephen John Stretton" userId="S::sstretton@worldbank.org::da8c780b-1aa2-4e36-94fb-871dc8111504" providerId="AD" clId="Web-{7B1B5BF9-DA81-3F80-60C5-29D925CD8FCA}" dt="2024-01-13T14:03:19.796" v="214"/>
          <ac:picMkLst>
            <pc:docMk/>
            <pc:sldMk cId="0" sldId="263"/>
            <ac:picMk id="4" creationId="{405FFC4A-F41D-FB04-2FF2-582CA9C57DC7}"/>
          </ac:picMkLst>
        </pc:picChg>
      </pc:sldChg>
      <pc:sldChg chg="addCm">
        <pc:chgData name="Stephen John Stretton" userId="S::sstretton@worldbank.org::da8c780b-1aa2-4e36-94fb-871dc8111504" providerId="AD" clId="Web-{7B1B5BF9-DA81-3F80-60C5-29D925CD8FCA}" dt="2024-01-13T13:56:43.142" v="13"/>
        <pc:sldMkLst>
          <pc:docMk/>
          <pc:sldMk cId="0" sldId="276"/>
        </pc:sldMkLst>
      </pc:sldChg>
      <pc:sldChg chg="modSp">
        <pc:chgData name="Stephen John Stretton" userId="S::sstretton@worldbank.org::da8c780b-1aa2-4e36-94fb-871dc8111504" providerId="AD" clId="Web-{7B1B5BF9-DA81-3F80-60C5-29D925CD8FCA}" dt="2024-01-13T14:04:36.205" v="231"/>
        <pc:sldMkLst>
          <pc:docMk/>
          <pc:sldMk cId="0" sldId="278"/>
        </pc:sldMkLst>
        <pc:picChg chg="ord">
          <ac:chgData name="Stephen John Stretton" userId="S::sstretton@worldbank.org::da8c780b-1aa2-4e36-94fb-871dc8111504" providerId="AD" clId="Web-{7B1B5BF9-DA81-3F80-60C5-29D925CD8FCA}" dt="2024-01-13T14:04:36.205" v="231"/>
          <ac:picMkLst>
            <pc:docMk/>
            <pc:sldMk cId="0" sldId="278"/>
            <ac:picMk id="4" creationId="{6ED3A7C2-84A2-07F2-EECD-F81E602A7FEF}"/>
          </ac:picMkLst>
        </pc:picChg>
      </pc:sldChg>
      <pc:sldChg chg="modSp">
        <pc:chgData name="Stephen John Stretton" userId="S::sstretton@worldbank.org::da8c780b-1aa2-4e36-94fb-871dc8111504" providerId="AD" clId="Web-{7B1B5BF9-DA81-3F80-60C5-29D925CD8FCA}" dt="2024-01-13T14:04:57.549" v="233" actId="20577"/>
        <pc:sldMkLst>
          <pc:docMk/>
          <pc:sldMk cId="701908447" sldId="295"/>
        </pc:sldMkLst>
        <pc:spChg chg="mod">
          <ac:chgData name="Stephen John Stretton" userId="S::sstretton@worldbank.org::da8c780b-1aa2-4e36-94fb-871dc8111504" providerId="AD" clId="Web-{7B1B5BF9-DA81-3F80-60C5-29D925CD8FCA}" dt="2024-01-13T14:04:57.549" v="233" actId="20577"/>
          <ac:spMkLst>
            <pc:docMk/>
            <pc:sldMk cId="701908447" sldId="295"/>
            <ac:spMk id="153" creationId="{00000000-0000-0000-0000-000000000000}"/>
          </ac:spMkLst>
        </pc:spChg>
        <pc:picChg chg="ord">
          <ac:chgData name="Stephen John Stretton" userId="S::sstretton@worldbank.org::da8c780b-1aa2-4e36-94fb-871dc8111504" providerId="AD" clId="Web-{7B1B5BF9-DA81-3F80-60C5-29D925CD8FCA}" dt="2024-01-13T14:03:12.358" v="213"/>
          <ac:picMkLst>
            <pc:docMk/>
            <pc:sldMk cId="701908447" sldId="295"/>
            <ac:picMk id="4" creationId="{405FFC4A-F41D-FB04-2FF2-582CA9C57DC7}"/>
          </ac:picMkLst>
        </pc:picChg>
      </pc:sldChg>
      <pc:sldChg chg="addSp delSp modSp ord">
        <pc:chgData name="Stephen John Stretton" userId="S::sstretton@worldbank.org::da8c780b-1aa2-4e36-94fb-871dc8111504" providerId="AD" clId="Web-{7B1B5BF9-DA81-3F80-60C5-29D925CD8FCA}" dt="2024-01-13T14:07:55.898" v="294" actId="14100"/>
        <pc:sldMkLst>
          <pc:docMk/>
          <pc:sldMk cId="3497004109" sldId="302"/>
        </pc:sldMkLst>
        <pc:spChg chg="mod">
          <ac:chgData name="Stephen John Stretton" userId="S::sstretton@worldbank.org::da8c780b-1aa2-4e36-94fb-871dc8111504" providerId="AD" clId="Web-{7B1B5BF9-DA81-3F80-60C5-29D925CD8FCA}" dt="2024-01-13T13:54:30.747" v="8" actId="1076"/>
          <ac:spMkLst>
            <pc:docMk/>
            <pc:sldMk cId="3497004109" sldId="302"/>
            <ac:spMk id="3" creationId="{6D76BC8A-FECB-1EB6-7F08-67979045EB0F}"/>
          </ac:spMkLst>
        </pc:spChg>
        <pc:spChg chg="add mod ord">
          <ac:chgData name="Stephen John Stretton" userId="S::sstretton@worldbank.org::da8c780b-1aa2-4e36-94fb-871dc8111504" providerId="AD" clId="Web-{7B1B5BF9-DA81-3F80-60C5-29D925CD8FCA}" dt="2024-01-13T14:02:57.858" v="212" actId="20577"/>
          <ac:spMkLst>
            <pc:docMk/>
            <pc:sldMk cId="3497004109" sldId="302"/>
            <ac:spMk id="4" creationId="{E24F0A62-5978-687F-6B1C-C65D28007381}"/>
          </ac:spMkLst>
        </pc:spChg>
        <pc:spChg chg="del">
          <ac:chgData name="Stephen John Stretton" userId="S::sstretton@worldbank.org::da8c780b-1aa2-4e36-94fb-871dc8111504" providerId="AD" clId="Web-{7B1B5BF9-DA81-3F80-60C5-29D925CD8FCA}" dt="2024-01-13T14:02:35.560" v="205"/>
          <ac:spMkLst>
            <pc:docMk/>
            <pc:sldMk cId="3497004109" sldId="302"/>
            <ac:spMk id="104" creationId="{00000000-0000-0000-0000-000000000000}"/>
          </ac:spMkLst>
        </pc:spChg>
        <pc:spChg chg="del mod">
          <ac:chgData name="Stephen John Stretton" userId="S::sstretton@worldbank.org::da8c780b-1aa2-4e36-94fb-871dc8111504" providerId="AD" clId="Web-{7B1B5BF9-DA81-3F80-60C5-29D925CD8FCA}" dt="2024-01-13T14:02:54.170" v="208"/>
          <ac:spMkLst>
            <pc:docMk/>
            <pc:sldMk cId="3497004109" sldId="302"/>
            <ac:spMk id="105" creationId="{00000000-0000-0000-0000-000000000000}"/>
          </ac:spMkLst>
        </pc:spChg>
        <pc:spChg chg="mod">
          <ac:chgData name="Stephen John Stretton" userId="S::sstretton@worldbank.org::da8c780b-1aa2-4e36-94fb-871dc8111504" providerId="AD" clId="Web-{7B1B5BF9-DA81-3F80-60C5-29D925CD8FCA}" dt="2024-01-13T14:07:48.073" v="291" actId="14100"/>
          <ac:spMkLst>
            <pc:docMk/>
            <pc:sldMk cId="3497004109" sldId="302"/>
            <ac:spMk id="109" creationId="{00000000-0000-0000-0000-000000000000}"/>
          </ac:spMkLst>
        </pc:spChg>
        <pc:spChg chg="mod">
          <ac:chgData name="Stephen John Stretton" userId="S::sstretton@worldbank.org::da8c780b-1aa2-4e36-94fb-871dc8111504" providerId="AD" clId="Web-{7B1B5BF9-DA81-3F80-60C5-29D925CD8FCA}" dt="2024-01-13T14:02:19.653" v="204" actId="20577"/>
          <ac:spMkLst>
            <pc:docMk/>
            <pc:sldMk cId="3497004109" sldId="302"/>
            <ac:spMk id="112" creationId="{00000000-0000-0000-0000-000000000000}"/>
          </ac:spMkLst>
        </pc:spChg>
        <pc:spChg chg="mod">
          <ac:chgData name="Stephen John Stretton" userId="S::sstretton@worldbank.org::da8c780b-1aa2-4e36-94fb-871dc8111504" providerId="AD" clId="Web-{7B1B5BF9-DA81-3F80-60C5-29D925CD8FCA}" dt="2024-01-13T14:01:59.684" v="203" actId="20577"/>
          <ac:spMkLst>
            <pc:docMk/>
            <pc:sldMk cId="3497004109" sldId="302"/>
            <ac:spMk id="113" creationId="{00000000-0000-0000-0000-000000000000}"/>
          </ac:spMkLst>
        </pc:spChg>
        <pc:spChg chg="mod">
          <ac:chgData name="Stephen John Stretton" userId="S::sstretton@worldbank.org::da8c780b-1aa2-4e36-94fb-871dc8111504" providerId="AD" clId="Web-{7B1B5BF9-DA81-3F80-60C5-29D925CD8FCA}" dt="2024-01-13T14:07:51.149" v="292" actId="14100"/>
          <ac:spMkLst>
            <pc:docMk/>
            <pc:sldMk cId="3497004109" sldId="302"/>
            <ac:spMk id="116" creationId="{00000000-0000-0000-0000-000000000000}"/>
          </ac:spMkLst>
        </pc:spChg>
        <pc:spChg chg="mod">
          <ac:chgData name="Stephen John Stretton" userId="S::sstretton@worldbank.org::da8c780b-1aa2-4e36-94fb-871dc8111504" providerId="AD" clId="Web-{7B1B5BF9-DA81-3F80-60C5-29D925CD8FCA}" dt="2024-01-13T14:07:55.898" v="294" actId="14100"/>
          <ac:spMkLst>
            <pc:docMk/>
            <pc:sldMk cId="3497004109" sldId="302"/>
            <ac:spMk id="117" creationId="{00000000-0000-0000-0000-000000000000}"/>
          </ac:spMkLst>
        </pc:spChg>
        <pc:grpChg chg="mod">
          <ac:chgData name="Stephen John Stretton" userId="S::sstretton@worldbank.org::da8c780b-1aa2-4e36-94fb-871dc8111504" providerId="AD" clId="Web-{7B1B5BF9-DA81-3F80-60C5-29D925CD8FCA}" dt="2024-01-13T13:54:17.997" v="1" actId="1076"/>
          <ac:grpSpMkLst>
            <pc:docMk/>
            <pc:sldMk cId="3497004109" sldId="302"/>
            <ac:grpSpMk id="106" creationId="{00000000-0000-0000-0000-000000000000}"/>
          </ac:grpSpMkLst>
        </pc:grpChg>
        <pc:grpChg chg="mod">
          <ac:chgData name="Stephen John Stretton" userId="S::sstretton@worldbank.org::da8c780b-1aa2-4e36-94fb-871dc8111504" providerId="AD" clId="Web-{7B1B5BF9-DA81-3F80-60C5-29D925CD8FCA}" dt="2024-01-13T13:54:18.075" v="6" actId="1076"/>
          <ac:grpSpMkLst>
            <pc:docMk/>
            <pc:sldMk cId="3497004109" sldId="302"/>
            <ac:grpSpMk id="110" creationId="{00000000-0000-0000-0000-000000000000}"/>
          </ac:grpSpMkLst>
        </pc:grpChg>
        <pc:grpChg chg="mod">
          <ac:chgData name="Stephen John Stretton" userId="S::sstretton@worldbank.org::da8c780b-1aa2-4e36-94fb-871dc8111504" providerId="AD" clId="Web-{7B1B5BF9-DA81-3F80-60C5-29D925CD8FCA}" dt="2024-01-13T13:54:18.012" v="2" actId="1076"/>
          <ac:grpSpMkLst>
            <pc:docMk/>
            <pc:sldMk cId="3497004109" sldId="302"/>
            <ac:grpSpMk id="114" creationId="{00000000-0000-0000-0000-000000000000}"/>
          </ac:grpSpMkLst>
        </pc:grpChg>
        <pc:grpChg chg="mod">
          <ac:chgData name="Stephen John Stretton" userId="S::sstretton@worldbank.org::da8c780b-1aa2-4e36-94fb-871dc8111504" providerId="AD" clId="Web-{7B1B5BF9-DA81-3F80-60C5-29D925CD8FCA}" dt="2024-01-13T13:54:18.028" v="3" actId="1076"/>
          <ac:grpSpMkLst>
            <pc:docMk/>
            <pc:sldMk cId="3497004109" sldId="302"/>
            <ac:grpSpMk id="118" creationId="{00000000-0000-0000-0000-000000000000}"/>
          </ac:grpSpMkLst>
        </pc:grpChg>
        <pc:grpChg chg="mod">
          <ac:chgData name="Stephen John Stretton" userId="S::sstretton@worldbank.org::da8c780b-1aa2-4e36-94fb-871dc8111504" providerId="AD" clId="Web-{7B1B5BF9-DA81-3F80-60C5-29D925CD8FCA}" dt="2024-01-13T13:54:18.043" v="4" actId="1076"/>
          <ac:grpSpMkLst>
            <pc:docMk/>
            <pc:sldMk cId="3497004109" sldId="302"/>
            <ac:grpSpMk id="121" creationId="{00000000-0000-0000-0000-000000000000}"/>
          </ac:grpSpMkLst>
        </pc:grpChg>
      </pc:sldChg>
      <pc:sldChg chg="modSp">
        <pc:chgData name="Stephen John Stretton" userId="S::sstretton@worldbank.org::da8c780b-1aa2-4e36-94fb-871dc8111504" providerId="AD" clId="Web-{7B1B5BF9-DA81-3F80-60C5-29D925CD8FCA}" dt="2024-01-13T13:59:37.758" v="177"/>
        <pc:sldMkLst>
          <pc:docMk/>
          <pc:sldMk cId="1750513697" sldId="304"/>
        </pc:sldMkLst>
        <pc:spChg chg="mod">
          <ac:chgData name="Stephen John Stretton" userId="S::sstretton@worldbank.org::da8c780b-1aa2-4e36-94fb-871dc8111504" providerId="AD" clId="Web-{7B1B5BF9-DA81-3F80-60C5-29D925CD8FCA}" dt="2024-01-13T13:59:06.287" v="97" actId="20577"/>
          <ac:spMkLst>
            <pc:docMk/>
            <pc:sldMk cId="1750513697" sldId="304"/>
            <ac:spMk id="397" creationId="{2E821846-5C55-F390-47DF-8D9A85184386}"/>
          </ac:spMkLst>
        </pc:spChg>
        <pc:graphicFrameChg chg="mod modGraphic">
          <ac:chgData name="Stephen John Stretton" userId="S::sstretton@worldbank.org::da8c780b-1aa2-4e36-94fb-871dc8111504" providerId="AD" clId="Web-{7B1B5BF9-DA81-3F80-60C5-29D925CD8FCA}" dt="2024-01-13T13:59:37.758" v="177"/>
          <ac:graphicFrameMkLst>
            <pc:docMk/>
            <pc:sldMk cId="1750513697" sldId="304"/>
            <ac:graphicFrameMk id="7" creationId="{37EC8159-55F3-27C5-5844-9EB9B380591D}"/>
          </ac:graphicFrameMkLst>
        </pc:graphicFrameChg>
      </pc:sldChg>
    </pc:docChg>
  </pc:docChgLst>
  <pc:docChgLst>
    <pc:chgData name="Stephen John Stretton" userId="da8c780b-1aa2-4e36-94fb-871dc8111504" providerId="ADAL" clId="{56469404-16B8-45E9-A068-5BB71F6E1E4B}"/>
    <pc:docChg chg="undo custSel addSld delSld modSld sldOrd">
      <pc:chgData name="Stephen John Stretton" userId="da8c780b-1aa2-4e36-94fb-871dc8111504" providerId="ADAL" clId="{56469404-16B8-45E9-A068-5BB71F6E1E4B}" dt="2024-01-30T15:54:11.153" v="6394" actId="20577"/>
      <pc:docMkLst>
        <pc:docMk/>
      </pc:docMkLst>
      <pc:sldChg chg="modSp mod">
        <pc:chgData name="Stephen John Stretton" userId="da8c780b-1aa2-4e36-94fb-871dc8111504" providerId="ADAL" clId="{56469404-16B8-45E9-A068-5BB71F6E1E4B}" dt="2024-01-12T22:57:43.168" v="5372" actId="255"/>
        <pc:sldMkLst>
          <pc:docMk/>
          <pc:sldMk cId="0" sldId="257"/>
        </pc:sldMkLst>
        <pc:spChg chg="mod">
          <ac:chgData name="Stephen John Stretton" userId="da8c780b-1aa2-4e36-94fb-871dc8111504" providerId="ADAL" clId="{56469404-16B8-45E9-A068-5BB71F6E1E4B}" dt="2024-01-12T22:57:43.168" v="5372" actId="255"/>
          <ac:spMkLst>
            <pc:docMk/>
            <pc:sldMk cId="0" sldId="257"/>
            <ac:spMk id="72" creationId="{00000000-0000-0000-0000-000000000000}"/>
          </ac:spMkLst>
        </pc:spChg>
      </pc:sldChg>
      <pc:sldChg chg="modSp mod">
        <pc:chgData name="Stephen John Stretton" userId="da8c780b-1aa2-4e36-94fb-871dc8111504" providerId="ADAL" clId="{56469404-16B8-45E9-A068-5BB71F6E1E4B}" dt="2024-01-12T13:30:53.264" v="367" actId="20577"/>
        <pc:sldMkLst>
          <pc:docMk/>
          <pc:sldMk cId="0" sldId="258"/>
        </pc:sldMkLst>
        <pc:spChg chg="mod">
          <ac:chgData name="Stephen John Stretton" userId="da8c780b-1aa2-4e36-94fb-871dc8111504" providerId="ADAL" clId="{56469404-16B8-45E9-A068-5BB71F6E1E4B}" dt="2024-01-12T13:30:53.264" v="367" actId="20577"/>
          <ac:spMkLst>
            <pc:docMk/>
            <pc:sldMk cId="0" sldId="258"/>
            <ac:spMk id="90" creationId="{00000000-0000-0000-0000-000000000000}"/>
          </ac:spMkLst>
        </pc:spChg>
      </pc:sldChg>
      <pc:sldChg chg="modSp mod">
        <pc:chgData name="Stephen John Stretton" userId="da8c780b-1aa2-4e36-94fb-871dc8111504" providerId="ADAL" clId="{56469404-16B8-45E9-A068-5BB71F6E1E4B}" dt="2024-01-12T23:24:11.580" v="6375" actId="20577"/>
        <pc:sldMkLst>
          <pc:docMk/>
          <pc:sldMk cId="0" sldId="259"/>
        </pc:sldMkLst>
        <pc:spChg chg="mod">
          <ac:chgData name="Stephen John Stretton" userId="da8c780b-1aa2-4e36-94fb-871dc8111504" providerId="ADAL" clId="{56469404-16B8-45E9-A068-5BB71F6E1E4B}" dt="2024-01-12T23:24:11.580" v="6375" actId="20577"/>
          <ac:spMkLst>
            <pc:docMk/>
            <pc:sldMk cId="0" sldId="259"/>
            <ac:spMk id="96" creationId="{00000000-0000-0000-0000-000000000000}"/>
          </ac:spMkLst>
        </pc:spChg>
      </pc:sldChg>
      <pc:sldChg chg="modSp mod">
        <pc:chgData name="Stephen John Stretton" userId="da8c780b-1aa2-4e36-94fb-871dc8111504" providerId="ADAL" clId="{56469404-16B8-45E9-A068-5BB71F6E1E4B}" dt="2024-01-12T23:24:22.096" v="6376" actId="6549"/>
        <pc:sldMkLst>
          <pc:docMk/>
          <pc:sldMk cId="0" sldId="260"/>
        </pc:sldMkLst>
        <pc:spChg chg="mod">
          <ac:chgData name="Stephen John Stretton" userId="da8c780b-1aa2-4e36-94fb-871dc8111504" providerId="ADAL" clId="{56469404-16B8-45E9-A068-5BB71F6E1E4B}" dt="2024-01-12T23:24:22.096" v="6376" actId="6549"/>
          <ac:spMkLst>
            <pc:docMk/>
            <pc:sldMk cId="0" sldId="260"/>
            <ac:spMk id="108" creationId="{00000000-0000-0000-0000-000000000000}"/>
          </ac:spMkLst>
        </pc:spChg>
        <pc:spChg chg="mod">
          <ac:chgData name="Stephen John Stretton" userId="da8c780b-1aa2-4e36-94fb-871dc8111504" providerId="ADAL" clId="{56469404-16B8-45E9-A068-5BB71F6E1E4B}" dt="2024-01-12T13:21:41.410" v="154" actId="20577"/>
          <ac:spMkLst>
            <pc:docMk/>
            <pc:sldMk cId="0" sldId="260"/>
            <ac:spMk id="109" creationId="{00000000-0000-0000-0000-000000000000}"/>
          </ac:spMkLst>
        </pc:spChg>
      </pc:sldChg>
      <pc:sldChg chg="modSp mod">
        <pc:chgData name="Stephen John Stretton" userId="da8c780b-1aa2-4e36-94fb-871dc8111504" providerId="ADAL" clId="{56469404-16B8-45E9-A068-5BB71F6E1E4B}" dt="2024-01-12T13:29:09.616" v="295" actId="20577"/>
        <pc:sldMkLst>
          <pc:docMk/>
          <pc:sldMk cId="0" sldId="263"/>
        </pc:sldMkLst>
        <pc:spChg chg="mod">
          <ac:chgData name="Stephen John Stretton" userId="da8c780b-1aa2-4e36-94fb-871dc8111504" providerId="ADAL" clId="{56469404-16B8-45E9-A068-5BB71F6E1E4B}" dt="2024-01-12T13:29:09.616" v="295" actId="20577"/>
          <ac:spMkLst>
            <pc:docMk/>
            <pc:sldMk cId="0" sldId="263"/>
            <ac:spMk id="153" creationId="{00000000-0000-0000-0000-000000000000}"/>
          </ac:spMkLst>
        </pc:spChg>
      </pc:sldChg>
      <pc:sldChg chg="ord">
        <pc:chgData name="Stephen John Stretton" userId="da8c780b-1aa2-4e36-94fb-871dc8111504" providerId="ADAL" clId="{56469404-16B8-45E9-A068-5BB71F6E1E4B}" dt="2024-01-12T13:15:35.620" v="3"/>
        <pc:sldMkLst>
          <pc:docMk/>
          <pc:sldMk cId="0" sldId="265"/>
        </pc:sldMkLst>
      </pc:sldChg>
      <pc:sldChg chg="ord">
        <pc:chgData name="Stephen John Stretton" userId="da8c780b-1aa2-4e36-94fb-871dc8111504" providerId="ADAL" clId="{56469404-16B8-45E9-A068-5BB71F6E1E4B}" dt="2024-01-12T13:15:35.620" v="3"/>
        <pc:sldMkLst>
          <pc:docMk/>
          <pc:sldMk cId="0" sldId="266"/>
        </pc:sldMkLst>
      </pc:sldChg>
      <pc:sldChg chg="modSp mod">
        <pc:chgData name="Stephen John Stretton" userId="da8c780b-1aa2-4e36-94fb-871dc8111504" providerId="ADAL" clId="{56469404-16B8-45E9-A068-5BB71F6E1E4B}" dt="2024-01-12T13:31:54.364" v="408" actId="27636"/>
        <pc:sldMkLst>
          <pc:docMk/>
          <pc:sldMk cId="0" sldId="267"/>
        </pc:sldMkLst>
        <pc:spChg chg="mod">
          <ac:chgData name="Stephen John Stretton" userId="da8c780b-1aa2-4e36-94fb-871dc8111504" providerId="ADAL" clId="{56469404-16B8-45E9-A068-5BB71F6E1E4B}" dt="2024-01-12T13:31:54.364" v="408" actId="27636"/>
          <ac:spMkLst>
            <pc:docMk/>
            <pc:sldMk cId="0" sldId="267"/>
            <ac:spMk id="207" creationId="{00000000-0000-0000-0000-000000000000}"/>
          </ac:spMkLst>
        </pc:spChg>
      </pc:sldChg>
      <pc:sldChg chg="modSp mod ord addCm delCm">
        <pc:chgData name="Stephen John Stretton" userId="da8c780b-1aa2-4e36-94fb-871dc8111504" providerId="ADAL" clId="{56469404-16B8-45E9-A068-5BB71F6E1E4B}" dt="2024-01-12T23:02:41.061" v="5428"/>
        <pc:sldMkLst>
          <pc:docMk/>
          <pc:sldMk cId="0" sldId="269"/>
        </pc:sldMkLst>
        <pc:spChg chg="mod">
          <ac:chgData name="Stephen John Stretton" userId="da8c780b-1aa2-4e36-94fb-871dc8111504" providerId="ADAL" clId="{56469404-16B8-45E9-A068-5BB71F6E1E4B}" dt="2024-01-12T22:06:41.107" v="1421" actId="20577"/>
          <ac:spMkLst>
            <pc:docMk/>
            <pc:sldMk cId="0" sldId="269"/>
            <ac:spMk id="228" creationId="{00000000-0000-0000-0000-000000000000}"/>
          </ac:spMkLst>
        </pc:spChg>
        <pc:spChg chg="mod">
          <ac:chgData name="Stephen John Stretton" userId="da8c780b-1aa2-4e36-94fb-871dc8111504" providerId="ADAL" clId="{56469404-16B8-45E9-A068-5BB71F6E1E4B}" dt="2024-01-12T23:01:32.688" v="5427" actId="20577"/>
          <ac:spMkLst>
            <pc:docMk/>
            <pc:sldMk cId="0" sldId="269"/>
            <ac:spMk id="229" creationId="{00000000-0000-0000-0000-000000000000}"/>
          </ac:spMkLst>
        </pc:spChg>
      </pc:sldChg>
      <pc:sldChg chg="modSp mod">
        <pc:chgData name="Stephen John Stretton" userId="da8c780b-1aa2-4e36-94fb-871dc8111504" providerId="ADAL" clId="{56469404-16B8-45E9-A068-5BB71F6E1E4B}" dt="2024-01-12T22:59:13.476" v="5415" actId="20577"/>
        <pc:sldMkLst>
          <pc:docMk/>
          <pc:sldMk cId="0" sldId="270"/>
        </pc:sldMkLst>
        <pc:spChg chg="mod">
          <ac:chgData name="Stephen John Stretton" userId="da8c780b-1aa2-4e36-94fb-871dc8111504" providerId="ADAL" clId="{56469404-16B8-45E9-A068-5BB71F6E1E4B}" dt="2024-01-12T22:59:13.476" v="5415" actId="20577"/>
          <ac:spMkLst>
            <pc:docMk/>
            <pc:sldMk cId="0" sldId="270"/>
            <ac:spMk id="262" creationId="{00000000-0000-0000-0000-000000000000}"/>
          </ac:spMkLst>
        </pc:spChg>
      </pc:sldChg>
      <pc:sldChg chg="modSp mod">
        <pc:chgData name="Stephen John Stretton" userId="da8c780b-1aa2-4e36-94fb-871dc8111504" providerId="ADAL" clId="{56469404-16B8-45E9-A068-5BB71F6E1E4B}" dt="2024-01-12T13:17:09.714" v="86" actId="20577"/>
        <pc:sldMkLst>
          <pc:docMk/>
          <pc:sldMk cId="0" sldId="271"/>
        </pc:sldMkLst>
        <pc:spChg chg="mod">
          <ac:chgData name="Stephen John Stretton" userId="da8c780b-1aa2-4e36-94fb-871dc8111504" providerId="ADAL" clId="{56469404-16B8-45E9-A068-5BB71F6E1E4B}" dt="2024-01-12T13:17:09.714" v="86" actId="20577"/>
          <ac:spMkLst>
            <pc:docMk/>
            <pc:sldMk cId="0" sldId="271"/>
            <ac:spMk id="271" creationId="{00000000-0000-0000-0000-000000000000}"/>
          </ac:spMkLst>
        </pc:spChg>
        <pc:picChg chg="mod">
          <ac:chgData name="Stephen John Stretton" userId="da8c780b-1aa2-4e36-94fb-871dc8111504" providerId="ADAL" clId="{56469404-16B8-45E9-A068-5BB71F6E1E4B}" dt="2024-01-12T13:14:05.056" v="1" actId="14100"/>
          <ac:picMkLst>
            <pc:docMk/>
            <pc:sldMk cId="0" sldId="271"/>
            <ac:picMk id="272" creationId="{00000000-0000-0000-0000-000000000000}"/>
          </ac:picMkLst>
        </pc:picChg>
      </pc:sldChg>
      <pc:sldChg chg="addCm">
        <pc:chgData name="Stephen John Stretton" userId="da8c780b-1aa2-4e36-94fb-871dc8111504" providerId="ADAL" clId="{56469404-16B8-45E9-A068-5BB71F6E1E4B}" dt="2024-01-12T22:22:21.350" v="2139"/>
        <pc:sldMkLst>
          <pc:docMk/>
          <pc:sldMk cId="0" sldId="272"/>
        </pc:sldMkLst>
      </pc:sldChg>
      <pc:sldChg chg="modSp mod addCm modCm">
        <pc:chgData name="Stephen John Stretton" userId="da8c780b-1aa2-4e36-94fb-871dc8111504" providerId="ADAL" clId="{56469404-16B8-45E9-A068-5BB71F6E1E4B}" dt="2024-01-12T23:05:46.865" v="5491" actId="255"/>
        <pc:sldMkLst>
          <pc:docMk/>
          <pc:sldMk cId="0" sldId="273"/>
        </pc:sldMkLst>
        <pc:spChg chg="mod">
          <ac:chgData name="Stephen John Stretton" userId="da8c780b-1aa2-4e36-94fb-871dc8111504" providerId="ADAL" clId="{56469404-16B8-45E9-A068-5BB71F6E1E4B}" dt="2024-01-12T23:05:46.865" v="5491" actId="255"/>
          <ac:spMkLst>
            <pc:docMk/>
            <pc:sldMk cId="0" sldId="273"/>
            <ac:spMk id="291" creationId="{00000000-0000-0000-0000-000000000000}"/>
          </ac:spMkLst>
        </pc:spChg>
      </pc:sldChg>
      <pc:sldChg chg="ord delCm">
        <pc:chgData name="Stephen John Stretton" userId="da8c780b-1aa2-4e36-94fb-871dc8111504" providerId="ADAL" clId="{56469404-16B8-45E9-A068-5BB71F6E1E4B}" dt="2024-01-12T21:58:51.068" v="709"/>
        <pc:sldMkLst>
          <pc:docMk/>
          <pc:sldMk cId="0" sldId="274"/>
        </pc:sldMkLst>
      </pc:sldChg>
      <pc:sldChg chg="modSp mod">
        <pc:chgData name="Stephen John Stretton" userId="da8c780b-1aa2-4e36-94fb-871dc8111504" providerId="ADAL" clId="{56469404-16B8-45E9-A068-5BB71F6E1E4B}" dt="2024-01-12T23:25:14.007" v="6377" actId="14100"/>
        <pc:sldMkLst>
          <pc:docMk/>
          <pc:sldMk cId="0" sldId="276"/>
        </pc:sldMkLst>
        <pc:spChg chg="mod">
          <ac:chgData name="Stephen John Stretton" userId="da8c780b-1aa2-4e36-94fb-871dc8111504" providerId="ADAL" clId="{56469404-16B8-45E9-A068-5BB71F6E1E4B}" dt="2024-01-12T23:25:14.007" v="6377" actId="14100"/>
          <ac:spMkLst>
            <pc:docMk/>
            <pc:sldMk cId="0" sldId="276"/>
            <ac:spMk id="317" creationId="{00000000-0000-0000-0000-000000000000}"/>
          </ac:spMkLst>
        </pc:spChg>
      </pc:sldChg>
      <pc:sldChg chg="modSp mod">
        <pc:chgData name="Stephen John Stretton" userId="da8c780b-1aa2-4e36-94fb-871dc8111504" providerId="ADAL" clId="{56469404-16B8-45E9-A068-5BB71F6E1E4B}" dt="2024-01-12T13:25:12.306" v="221" actId="6549"/>
        <pc:sldMkLst>
          <pc:docMk/>
          <pc:sldMk cId="0" sldId="277"/>
        </pc:sldMkLst>
        <pc:spChg chg="mod">
          <ac:chgData name="Stephen John Stretton" userId="da8c780b-1aa2-4e36-94fb-871dc8111504" providerId="ADAL" clId="{56469404-16B8-45E9-A068-5BB71F6E1E4B}" dt="2024-01-12T13:25:12.306" v="221" actId="6549"/>
          <ac:spMkLst>
            <pc:docMk/>
            <pc:sldMk cId="0" sldId="277"/>
            <ac:spMk id="327" creationId="{00000000-0000-0000-0000-000000000000}"/>
          </ac:spMkLst>
        </pc:spChg>
      </pc:sldChg>
      <pc:sldChg chg="modSp mod ord">
        <pc:chgData name="Stephen John Stretton" userId="da8c780b-1aa2-4e36-94fb-871dc8111504" providerId="ADAL" clId="{56469404-16B8-45E9-A068-5BB71F6E1E4B}" dt="2024-01-12T22:04:20.387" v="1267" actId="20577"/>
        <pc:sldMkLst>
          <pc:docMk/>
          <pc:sldMk cId="0" sldId="278"/>
        </pc:sldMkLst>
        <pc:spChg chg="mod">
          <ac:chgData name="Stephen John Stretton" userId="da8c780b-1aa2-4e36-94fb-871dc8111504" providerId="ADAL" clId="{56469404-16B8-45E9-A068-5BB71F6E1E4B}" dt="2024-01-12T22:04:20.387" v="1267" actId="20577"/>
          <ac:spMkLst>
            <pc:docMk/>
            <pc:sldMk cId="0" sldId="278"/>
            <ac:spMk id="332" creationId="{00000000-0000-0000-0000-000000000000}"/>
          </ac:spMkLst>
        </pc:spChg>
      </pc:sldChg>
      <pc:sldChg chg="ord">
        <pc:chgData name="Stephen John Stretton" userId="da8c780b-1aa2-4e36-94fb-871dc8111504" providerId="ADAL" clId="{56469404-16B8-45E9-A068-5BB71F6E1E4B}" dt="2024-01-12T13:17:32.741" v="88"/>
        <pc:sldMkLst>
          <pc:docMk/>
          <pc:sldMk cId="0" sldId="279"/>
        </pc:sldMkLst>
      </pc:sldChg>
      <pc:sldChg chg="modSp mod ord">
        <pc:chgData name="Stephen John Stretton" userId="da8c780b-1aa2-4e36-94fb-871dc8111504" providerId="ADAL" clId="{56469404-16B8-45E9-A068-5BB71F6E1E4B}" dt="2024-01-12T23:03:18.358" v="5432" actId="1076"/>
        <pc:sldMkLst>
          <pc:docMk/>
          <pc:sldMk cId="0" sldId="280"/>
        </pc:sldMkLst>
        <pc:spChg chg="mod">
          <ac:chgData name="Stephen John Stretton" userId="da8c780b-1aa2-4e36-94fb-871dc8111504" providerId="ADAL" clId="{56469404-16B8-45E9-A068-5BB71F6E1E4B}" dt="2024-01-12T23:02:51.148" v="5429" actId="14100"/>
          <ac:spMkLst>
            <pc:docMk/>
            <pc:sldMk cId="0" sldId="280"/>
            <ac:spMk id="370" creationId="{00000000-0000-0000-0000-000000000000}"/>
          </ac:spMkLst>
        </pc:spChg>
        <pc:spChg chg="mod">
          <ac:chgData name="Stephen John Stretton" userId="da8c780b-1aa2-4e36-94fb-871dc8111504" providerId="ADAL" clId="{56469404-16B8-45E9-A068-5BB71F6E1E4B}" dt="2024-01-12T23:03:18.358" v="5432" actId="1076"/>
          <ac:spMkLst>
            <pc:docMk/>
            <pc:sldMk cId="0" sldId="280"/>
            <ac:spMk id="372" creationId="{00000000-0000-0000-0000-000000000000}"/>
          </ac:spMkLst>
        </pc:spChg>
      </pc:sldChg>
      <pc:sldChg chg="addSp delSp modSp mod ord">
        <pc:chgData name="Stephen John Stretton" userId="da8c780b-1aa2-4e36-94fb-871dc8111504" providerId="ADAL" clId="{56469404-16B8-45E9-A068-5BB71F6E1E4B}" dt="2024-01-12T23:03:39.044" v="5435" actId="14100"/>
        <pc:sldMkLst>
          <pc:docMk/>
          <pc:sldMk cId="0" sldId="281"/>
        </pc:sldMkLst>
        <pc:spChg chg="mod">
          <ac:chgData name="Stephen John Stretton" userId="da8c780b-1aa2-4e36-94fb-871dc8111504" providerId="ADAL" clId="{56469404-16B8-45E9-A068-5BB71F6E1E4B}" dt="2024-01-12T21:56:32.180" v="650" actId="1076"/>
          <ac:spMkLst>
            <pc:docMk/>
            <pc:sldMk cId="0" sldId="281"/>
            <ac:spMk id="3" creationId="{36257ED3-9B36-BA32-BD18-E11B02170584}"/>
          </ac:spMkLst>
        </pc:spChg>
        <pc:spChg chg="del mod topLvl">
          <ac:chgData name="Stephen John Stretton" userId="da8c780b-1aa2-4e36-94fb-871dc8111504" providerId="ADAL" clId="{56469404-16B8-45E9-A068-5BB71F6E1E4B}" dt="2024-01-12T21:57:30.650" v="701" actId="478"/>
          <ac:spMkLst>
            <pc:docMk/>
            <pc:sldMk cId="0" sldId="281"/>
            <ac:spMk id="5" creationId="{10F4FEB0-D83C-3C70-E654-B0EEB82A570B}"/>
          </ac:spMkLst>
        </pc:spChg>
        <pc:spChg chg="del mod topLvl">
          <ac:chgData name="Stephen John Stretton" userId="da8c780b-1aa2-4e36-94fb-871dc8111504" providerId="ADAL" clId="{56469404-16B8-45E9-A068-5BB71F6E1E4B}" dt="2024-01-12T21:57:33.652" v="702" actId="478"/>
          <ac:spMkLst>
            <pc:docMk/>
            <pc:sldMk cId="0" sldId="281"/>
            <ac:spMk id="6" creationId="{24A74319-CEB4-03B6-5FC5-8663FB19A610}"/>
          </ac:spMkLst>
        </pc:spChg>
        <pc:spChg chg="mod">
          <ac:chgData name="Stephen John Stretton" userId="da8c780b-1aa2-4e36-94fb-871dc8111504" providerId="ADAL" clId="{56469404-16B8-45E9-A068-5BB71F6E1E4B}" dt="2024-01-12T21:57:08.873" v="698" actId="14100"/>
          <ac:spMkLst>
            <pc:docMk/>
            <pc:sldMk cId="0" sldId="281"/>
            <ac:spMk id="380" creationId="{00000000-0000-0000-0000-000000000000}"/>
          </ac:spMkLst>
        </pc:spChg>
        <pc:spChg chg="mod">
          <ac:chgData name="Stephen John Stretton" userId="da8c780b-1aa2-4e36-94fb-871dc8111504" providerId="ADAL" clId="{56469404-16B8-45E9-A068-5BB71F6E1E4B}" dt="2024-01-12T21:56:42.669" v="687" actId="20577"/>
          <ac:spMkLst>
            <pc:docMk/>
            <pc:sldMk cId="0" sldId="281"/>
            <ac:spMk id="381" creationId="{00000000-0000-0000-0000-000000000000}"/>
          </ac:spMkLst>
        </pc:spChg>
        <pc:spChg chg="mod">
          <ac:chgData name="Stephen John Stretton" userId="da8c780b-1aa2-4e36-94fb-871dc8111504" providerId="ADAL" clId="{56469404-16B8-45E9-A068-5BB71F6E1E4B}" dt="2024-01-12T23:03:39.044" v="5435" actId="14100"/>
          <ac:spMkLst>
            <pc:docMk/>
            <pc:sldMk cId="0" sldId="281"/>
            <ac:spMk id="382" creationId="{00000000-0000-0000-0000-000000000000}"/>
          </ac:spMkLst>
        </pc:spChg>
        <pc:spChg chg="mod">
          <ac:chgData name="Stephen John Stretton" userId="da8c780b-1aa2-4e36-94fb-871dc8111504" providerId="ADAL" clId="{56469404-16B8-45E9-A068-5BB71F6E1E4B}" dt="2024-01-12T21:56:30.136" v="649" actId="1076"/>
          <ac:spMkLst>
            <pc:docMk/>
            <pc:sldMk cId="0" sldId="281"/>
            <ac:spMk id="383" creationId="{00000000-0000-0000-0000-000000000000}"/>
          </ac:spMkLst>
        </pc:spChg>
        <pc:spChg chg="mod">
          <ac:chgData name="Stephen John Stretton" userId="da8c780b-1aa2-4e36-94fb-871dc8111504" providerId="ADAL" clId="{56469404-16B8-45E9-A068-5BB71F6E1E4B}" dt="2024-01-12T21:56:34.081" v="651" actId="1076"/>
          <ac:spMkLst>
            <pc:docMk/>
            <pc:sldMk cId="0" sldId="281"/>
            <ac:spMk id="386" creationId="{00000000-0000-0000-0000-000000000000}"/>
          </ac:spMkLst>
        </pc:spChg>
        <pc:grpChg chg="add del mod">
          <ac:chgData name="Stephen John Stretton" userId="da8c780b-1aa2-4e36-94fb-871dc8111504" providerId="ADAL" clId="{56469404-16B8-45E9-A068-5BB71F6E1E4B}" dt="2024-01-12T21:57:30.650" v="701" actId="478"/>
          <ac:grpSpMkLst>
            <pc:docMk/>
            <pc:sldMk cId="0" sldId="281"/>
            <ac:grpSpMk id="4" creationId="{55F1AF9A-E046-4E77-BB72-54643844139D}"/>
          </ac:grpSpMkLst>
        </pc:grpChg>
      </pc:sldChg>
      <pc:sldChg chg="ord">
        <pc:chgData name="Stephen John Stretton" userId="da8c780b-1aa2-4e36-94fb-871dc8111504" providerId="ADAL" clId="{56469404-16B8-45E9-A068-5BB71F6E1E4B}" dt="2024-01-12T21:59:13.109" v="711"/>
        <pc:sldMkLst>
          <pc:docMk/>
          <pc:sldMk cId="0" sldId="282"/>
        </pc:sldMkLst>
      </pc:sldChg>
      <pc:sldChg chg="modSp mod ord">
        <pc:chgData name="Stephen John Stretton" userId="da8c780b-1aa2-4e36-94fb-871dc8111504" providerId="ADAL" clId="{56469404-16B8-45E9-A068-5BB71F6E1E4B}" dt="2024-01-12T22:55:45.690" v="5315" actId="20577"/>
        <pc:sldMkLst>
          <pc:docMk/>
          <pc:sldMk cId="0" sldId="283"/>
        </pc:sldMkLst>
        <pc:spChg chg="mod">
          <ac:chgData name="Stephen John Stretton" userId="da8c780b-1aa2-4e36-94fb-871dc8111504" providerId="ADAL" clId="{56469404-16B8-45E9-A068-5BB71F6E1E4B}" dt="2024-01-12T22:55:45.690" v="5315" actId="20577"/>
          <ac:spMkLst>
            <pc:docMk/>
            <pc:sldMk cId="0" sldId="283"/>
            <ac:spMk id="399" creationId="{00000000-0000-0000-0000-000000000000}"/>
          </ac:spMkLst>
        </pc:spChg>
      </pc:sldChg>
      <pc:sldChg chg="modSp del mod ord">
        <pc:chgData name="Stephen John Stretton" userId="da8c780b-1aa2-4e36-94fb-871dc8111504" providerId="ADAL" clId="{56469404-16B8-45E9-A068-5BB71F6E1E4B}" dt="2024-01-12T22:36:31.791" v="4283" actId="47"/>
        <pc:sldMkLst>
          <pc:docMk/>
          <pc:sldMk cId="3139179800" sldId="287"/>
        </pc:sldMkLst>
        <pc:spChg chg="mod">
          <ac:chgData name="Stephen John Stretton" userId="da8c780b-1aa2-4e36-94fb-871dc8111504" providerId="ADAL" clId="{56469404-16B8-45E9-A068-5BB71F6E1E4B}" dt="2024-01-12T22:29:09.415" v="3293" actId="20577"/>
          <ac:spMkLst>
            <pc:docMk/>
            <pc:sldMk cId="3139179800" sldId="287"/>
            <ac:spMk id="398" creationId="{5E205977-4C98-660C-AA85-CD92741036FB}"/>
          </ac:spMkLst>
        </pc:spChg>
      </pc:sldChg>
      <pc:sldChg chg="del ord">
        <pc:chgData name="Stephen John Stretton" userId="da8c780b-1aa2-4e36-94fb-871dc8111504" providerId="ADAL" clId="{56469404-16B8-45E9-A068-5BB71F6E1E4B}" dt="2024-01-12T13:25:05.602" v="220" actId="47"/>
        <pc:sldMkLst>
          <pc:docMk/>
          <pc:sldMk cId="4040809495" sldId="288"/>
        </pc:sldMkLst>
      </pc:sldChg>
      <pc:sldChg chg="modSp del mod ord">
        <pc:chgData name="Stephen John Stretton" userId="da8c780b-1aa2-4e36-94fb-871dc8111504" providerId="ADAL" clId="{56469404-16B8-45E9-A068-5BB71F6E1E4B}" dt="2024-01-12T13:26:46.134" v="227" actId="47"/>
        <pc:sldMkLst>
          <pc:docMk/>
          <pc:sldMk cId="1548323684" sldId="289"/>
        </pc:sldMkLst>
        <pc:spChg chg="mod">
          <ac:chgData name="Stephen John Stretton" userId="da8c780b-1aa2-4e36-94fb-871dc8111504" providerId="ADAL" clId="{56469404-16B8-45E9-A068-5BB71F6E1E4B}" dt="2024-01-12T13:26:34.542" v="224" actId="21"/>
          <ac:spMkLst>
            <pc:docMk/>
            <pc:sldMk cId="1548323684" sldId="289"/>
            <ac:spMk id="332" creationId="{26B83057-E49F-DA3A-8F5A-6869458CB84C}"/>
          </ac:spMkLst>
        </pc:spChg>
      </pc:sldChg>
      <pc:sldChg chg="delSp modSp add mod delCm">
        <pc:chgData name="Stephen John Stretton" userId="da8c780b-1aa2-4e36-94fb-871dc8111504" providerId="ADAL" clId="{56469404-16B8-45E9-A068-5BB71F6E1E4B}" dt="2024-01-12T22:05:19.918" v="1274" actId="20577"/>
        <pc:sldMkLst>
          <pc:docMk/>
          <pc:sldMk cId="4223110315" sldId="290"/>
        </pc:sldMkLst>
        <pc:spChg chg="del mod">
          <ac:chgData name="Stephen John Stretton" userId="da8c780b-1aa2-4e36-94fb-871dc8111504" providerId="ADAL" clId="{56469404-16B8-45E9-A068-5BB71F6E1E4B}" dt="2024-01-12T21:53:36.343" v="519" actId="478"/>
          <ac:spMkLst>
            <pc:docMk/>
            <pc:sldMk cId="4223110315" sldId="290"/>
            <ac:spMk id="3" creationId="{10F2DF63-BCCB-7025-7DA8-077FA2849C17}"/>
          </ac:spMkLst>
        </pc:spChg>
        <pc:spChg chg="del">
          <ac:chgData name="Stephen John Stretton" userId="da8c780b-1aa2-4e36-94fb-871dc8111504" providerId="ADAL" clId="{56469404-16B8-45E9-A068-5BB71F6E1E4B}" dt="2024-01-12T21:53:37.664" v="520" actId="478"/>
          <ac:spMkLst>
            <pc:docMk/>
            <pc:sldMk cId="4223110315" sldId="290"/>
            <ac:spMk id="4" creationId="{B3178E98-31B1-5F69-425E-39CB11780B62}"/>
          </ac:spMkLst>
        </pc:spChg>
        <pc:spChg chg="mod">
          <ac:chgData name="Stephen John Stretton" userId="da8c780b-1aa2-4e36-94fb-871dc8111504" providerId="ADAL" clId="{56469404-16B8-45E9-A068-5BB71F6E1E4B}" dt="2024-01-12T21:54:24.806" v="556" actId="20577"/>
          <ac:spMkLst>
            <pc:docMk/>
            <pc:sldMk cId="4223110315" sldId="290"/>
            <ac:spMk id="228" creationId="{00000000-0000-0000-0000-000000000000}"/>
          </ac:spMkLst>
        </pc:spChg>
        <pc:spChg chg="mod">
          <ac:chgData name="Stephen John Stretton" userId="da8c780b-1aa2-4e36-94fb-871dc8111504" providerId="ADAL" clId="{56469404-16B8-45E9-A068-5BB71F6E1E4B}" dt="2024-01-12T22:05:19.918" v="1274" actId="20577"/>
          <ac:spMkLst>
            <pc:docMk/>
            <pc:sldMk cId="4223110315" sldId="290"/>
            <ac:spMk id="229" creationId="{00000000-0000-0000-0000-000000000000}"/>
          </ac:spMkLst>
        </pc:spChg>
        <pc:spChg chg="mod">
          <ac:chgData name="Stephen John Stretton" userId="da8c780b-1aa2-4e36-94fb-871dc8111504" providerId="ADAL" clId="{56469404-16B8-45E9-A068-5BB71F6E1E4B}" dt="2024-01-12T21:54:20.297" v="538" actId="113"/>
          <ac:spMkLst>
            <pc:docMk/>
            <pc:sldMk cId="4223110315" sldId="290"/>
            <ac:spMk id="231" creationId="{00000000-0000-0000-0000-000000000000}"/>
          </ac:spMkLst>
        </pc:spChg>
        <pc:spChg chg="mod">
          <ac:chgData name="Stephen John Stretton" userId="da8c780b-1aa2-4e36-94fb-871dc8111504" providerId="ADAL" clId="{56469404-16B8-45E9-A068-5BB71F6E1E4B}" dt="2024-01-12T13:22:51.362" v="176" actId="20577"/>
          <ac:spMkLst>
            <pc:docMk/>
            <pc:sldMk cId="4223110315" sldId="290"/>
            <ac:spMk id="232" creationId="{00000000-0000-0000-0000-000000000000}"/>
          </ac:spMkLst>
        </pc:spChg>
        <pc:spChg chg="mod">
          <ac:chgData name="Stephen John Stretton" userId="da8c780b-1aa2-4e36-94fb-871dc8111504" providerId="ADAL" clId="{56469404-16B8-45E9-A068-5BB71F6E1E4B}" dt="2024-01-12T21:54:11.318" v="536" actId="113"/>
          <ac:spMkLst>
            <pc:docMk/>
            <pc:sldMk cId="4223110315" sldId="290"/>
            <ac:spMk id="234" creationId="{00000000-0000-0000-0000-000000000000}"/>
          </ac:spMkLst>
        </pc:spChg>
        <pc:spChg chg="mod">
          <ac:chgData name="Stephen John Stretton" userId="da8c780b-1aa2-4e36-94fb-871dc8111504" providerId="ADAL" clId="{56469404-16B8-45E9-A068-5BB71F6E1E4B}" dt="2024-01-12T21:54:08.970" v="535" actId="113"/>
          <ac:spMkLst>
            <pc:docMk/>
            <pc:sldMk cId="4223110315" sldId="290"/>
            <ac:spMk id="237" creationId="{00000000-0000-0000-0000-000000000000}"/>
          </ac:spMkLst>
        </pc:spChg>
        <pc:spChg chg="del">
          <ac:chgData name="Stephen John Stretton" userId="da8c780b-1aa2-4e36-94fb-871dc8111504" providerId="ADAL" clId="{56469404-16B8-45E9-A068-5BB71F6E1E4B}" dt="2024-01-12T13:19:45.957" v="95" actId="478"/>
          <ac:spMkLst>
            <pc:docMk/>
            <pc:sldMk cId="4223110315" sldId="290"/>
            <ac:spMk id="239" creationId="{00000000-0000-0000-0000-000000000000}"/>
          </ac:spMkLst>
        </pc:spChg>
        <pc:spChg chg="del mod">
          <ac:chgData name="Stephen John Stretton" userId="da8c780b-1aa2-4e36-94fb-871dc8111504" providerId="ADAL" clId="{56469404-16B8-45E9-A068-5BB71F6E1E4B}" dt="2024-01-12T13:19:49.105" v="96" actId="478"/>
          <ac:spMkLst>
            <pc:docMk/>
            <pc:sldMk cId="4223110315" sldId="290"/>
            <ac:spMk id="240" creationId="{00000000-0000-0000-0000-000000000000}"/>
          </ac:spMkLst>
        </pc:spChg>
        <pc:grpChg chg="mod">
          <ac:chgData name="Stephen John Stretton" userId="da8c780b-1aa2-4e36-94fb-871dc8111504" providerId="ADAL" clId="{56469404-16B8-45E9-A068-5BB71F6E1E4B}" dt="2024-01-12T13:20:34.986" v="113" actId="1076"/>
          <ac:grpSpMkLst>
            <pc:docMk/>
            <pc:sldMk cId="4223110315" sldId="290"/>
            <ac:grpSpMk id="230" creationId="{00000000-0000-0000-0000-000000000000}"/>
          </ac:grpSpMkLst>
        </pc:grpChg>
        <pc:grpChg chg="mod">
          <ac:chgData name="Stephen John Stretton" userId="da8c780b-1aa2-4e36-94fb-871dc8111504" providerId="ADAL" clId="{56469404-16B8-45E9-A068-5BB71F6E1E4B}" dt="2024-01-12T13:19:53.241" v="98" actId="1076"/>
          <ac:grpSpMkLst>
            <pc:docMk/>
            <pc:sldMk cId="4223110315" sldId="290"/>
            <ac:grpSpMk id="233" creationId="{00000000-0000-0000-0000-000000000000}"/>
          </ac:grpSpMkLst>
        </pc:grpChg>
      </pc:sldChg>
      <pc:sldChg chg="modSp add mod setBg">
        <pc:chgData name="Stephen John Stretton" userId="da8c780b-1aa2-4e36-94fb-871dc8111504" providerId="ADAL" clId="{56469404-16B8-45E9-A068-5BB71F6E1E4B}" dt="2024-01-12T13:23:32.544" v="211" actId="20577"/>
        <pc:sldMkLst>
          <pc:docMk/>
          <pc:sldMk cId="780899150" sldId="291"/>
        </pc:sldMkLst>
        <pc:spChg chg="mod">
          <ac:chgData name="Stephen John Stretton" userId="da8c780b-1aa2-4e36-94fb-871dc8111504" providerId="ADAL" clId="{56469404-16B8-45E9-A068-5BB71F6E1E4B}" dt="2024-01-12T13:23:32.544" v="211" actId="20577"/>
          <ac:spMkLst>
            <pc:docMk/>
            <pc:sldMk cId="780899150" sldId="291"/>
            <ac:spMk id="271" creationId="{00000000-0000-0000-0000-000000000000}"/>
          </ac:spMkLst>
        </pc:spChg>
      </pc:sldChg>
      <pc:sldChg chg="modSp add mod setBg">
        <pc:chgData name="Stephen John Stretton" userId="da8c780b-1aa2-4e36-94fb-871dc8111504" providerId="ADAL" clId="{56469404-16B8-45E9-A068-5BB71F6E1E4B}" dt="2024-01-12T13:26:44.899" v="226" actId="108"/>
        <pc:sldMkLst>
          <pc:docMk/>
          <pc:sldMk cId="1779949035" sldId="292"/>
        </pc:sldMkLst>
        <pc:spChg chg="mod">
          <ac:chgData name="Stephen John Stretton" userId="da8c780b-1aa2-4e36-94fb-871dc8111504" providerId="ADAL" clId="{56469404-16B8-45E9-A068-5BB71F6E1E4B}" dt="2024-01-12T13:26:44.899" v="226" actId="108"/>
          <ac:spMkLst>
            <pc:docMk/>
            <pc:sldMk cId="1779949035" sldId="292"/>
            <ac:spMk id="222" creationId="{00000000-0000-0000-0000-000000000000}"/>
          </ac:spMkLst>
        </pc:spChg>
      </pc:sldChg>
      <pc:sldChg chg="modSp add del mod setBg">
        <pc:chgData name="Stephen John Stretton" userId="da8c780b-1aa2-4e36-94fb-871dc8111504" providerId="ADAL" clId="{56469404-16B8-45E9-A068-5BB71F6E1E4B}" dt="2024-01-12T13:30:12.922" v="336" actId="47"/>
        <pc:sldMkLst>
          <pc:docMk/>
          <pc:sldMk cId="3856144750" sldId="293"/>
        </pc:sldMkLst>
        <pc:spChg chg="mod">
          <ac:chgData name="Stephen John Stretton" userId="da8c780b-1aa2-4e36-94fb-871dc8111504" providerId="ADAL" clId="{56469404-16B8-45E9-A068-5BB71F6E1E4B}" dt="2024-01-12T13:28:13.335" v="265" actId="20577"/>
          <ac:spMkLst>
            <pc:docMk/>
            <pc:sldMk cId="3856144750" sldId="293"/>
            <ac:spMk id="153" creationId="{00000000-0000-0000-0000-000000000000}"/>
          </ac:spMkLst>
        </pc:spChg>
      </pc:sldChg>
      <pc:sldChg chg="addSp delSp modSp add mod ord setBg">
        <pc:chgData name="Stephen John Stretton" userId="da8c780b-1aa2-4e36-94fb-871dc8111504" providerId="ADAL" clId="{56469404-16B8-45E9-A068-5BB71F6E1E4B}" dt="2024-01-12T13:31:00.475" v="369"/>
        <pc:sldMkLst>
          <pc:docMk/>
          <pc:sldMk cId="1891959763" sldId="294"/>
        </pc:sldMkLst>
        <pc:spChg chg="add mod">
          <ac:chgData name="Stephen John Stretton" userId="da8c780b-1aa2-4e36-94fb-871dc8111504" providerId="ADAL" clId="{56469404-16B8-45E9-A068-5BB71F6E1E4B}" dt="2024-01-12T13:29:38.435" v="306" actId="14100"/>
          <ac:spMkLst>
            <pc:docMk/>
            <pc:sldMk cId="1891959763" sldId="294"/>
            <ac:spMk id="2" creationId="{91553AB7-E795-CD38-55EF-EF5DDE365C58}"/>
          </ac:spMkLst>
        </pc:spChg>
        <pc:spChg chg="mod">
          <ac:chgData name="Stephen John Stretton" userId="da8c780b-1aa2-4e36-94fb-871dc8111504" providerId="ADAL" clId="{56469404-16B8-45E9-A068-5BB71F6E1E4B}" dt="2024-01-12T13:29:31.843" v="305"/>
          <ac:spMkLst>
            <pc:docMk/>
            <pc:sldMk cId="1891959763" sldId="294"/>
            <ac:spMk id="4" creationId="{42AEE81B-A9B6-9EEE-976B-4356488CAEB1}"/>
          </ac:spMkLst>
        </pc:spChg>
        <pc:spChg chg="mod">
          <ac:chgData name="Stephen John Stretton" userId="da8c780b-1aa2-4e36-94fb-871dc8111504" providerId="ADAL" clId="{56469404-16B8-45E9-A068-5BB71F6E1E4B}" dt="2024-01-12T13:29:31.843" v="305"/>
          <ac:spMkLst>
            <pc:docMk/>
            <pc:sldMk cId="1891959763" sldId="294"/>
            <ac:spMk id="5" creationId="{7E46FBC6-E89F-DAC0-2085-ECFF5631E6D0}"/>
          </ac:spMkLst>
        </pc:spChg>
        <pc:spChg chg="mod">
          <ac:chgData name="Stephen John Stretton" userId="da8c780b-1aa2-4e36-94fb-871dc8111504" providerId="ADAL" clId="{56469404-16B8-45E9-A068-5BB71F6E1E4B}" dt="2024-01-12T13:29:31.843" v="305"/>
          <ac:spMkLst>
            <pc:docMk/>
            <pc:sldMk cId="1891959763" sldId="294"/>
            <ac:spMk id="6" creationId="{EE946017-7F8C-4B86-5A01-A28656F09BC9}"/>
          </ac:spMkLst>
        </pc:spChg>
        <pc:spChg chg="mod">
          <ac:chgData name="Stephen John Stretton" userId="da8c780b-1aa2-4e36-94fb-871dc8111504" providerId="ADAL" clId="{56469404-16B8-45E9-A068-5BB71F6E1E4B}" dt="2024-01-12T13:29:31.843" v="305"/>
          <ac:spMkLst>
            <pc:docMk/>
            <pc:sldMk cId="1891959763" sldId="294"/>
            <ac:spMk id="8" creationId="{CA432779-AEEF-96CC-01D7-C8AC13B3F2C8}"/>
          </ac:spMkLst>
        </pc:spChg>
        <pc:spChg chg="mod">
          <ac:chgData name="Stephen John Stretton" userId="da8c780b-1aa2-4e36-94fb-871dc8111504" providerId="ADAL" clId="{56469404-16B8-45E9-A068-5BB71F6E1E4B}" dt="2024-01-12T13:29:31.843" v="305"/>
          <ac:spMkLst>
            <pc:docMk/>
            <pc:sldMk cId="1891959763" sldId="294"/>
            <ac:spMk id="9" creationId="{6573C653-E80D-83CB-AAB1-B7888F5F2842}"/>
          </ac:spMkLst>
        </pc:spChg>
        <pc:spChg chg="mod">
          <ac:chgData name="Stephen John Stretton" userId="da8c780b-1aa2-4e36-94fb-871dc8111504" providerId="ADAL" clId="{56469404-16B8-45E9-A068-5BB71F6E1E4B}" dt="2024-01-12T13:29:31.843" v="305"/>
          <ac:spMkLst>
            <pc:docMk/>
            <pc:sldMk cId="1891959763" sldId="294"/>
            <ac:spMk id="10" creationId="{6507E914-010B-465B-177E-8C176D99A53B}"/>
          </ac:spMkLst>
        </pc:spChg>
        <pc:spChg chg="mod">
          <ac:chgData name="Stephen John Stretton" userId="da8c780b-1aa2-4e36-94fb-871dc8111504" providerId="ADAL" clId="{56469404-16B8-45E9-A068-5BB71F6E1E4B}" dt="2024-01-12T13:29:31.843" v="305"/>
          <ac:spMkLst>
            <pc:docMk/>
            <pc:sldMk cId="1891959763" sldId="294"/>
            <ac:spMk id="12" creationId="{D39811E3-5104-D8A4-DD81-0E68E7D1CEDE}"/>
          </ac:spMkLst>
        </pc:spChg>
        <pc:spChg chg="mod">
          <ac:chgData name="Stephen John Stretton" userId="da8c780b-1aa2-4e36-94fb-871dc8111504" providerId="ADAL" clId="{56469404-16B8-45E9-A068-5BB71F6E1E4B}" dt="2024-01-12T13:29:31.843" v="305"/>
          <ac:spMkLst>
            <pc:docMk/>
            <pc:sldMk cId="1891959763" sldId="294"/>
            <ac:spMk id="13" creationId="{9D3482A5-03C7-B301-9E76-3D076E6EFF86}"/>
          </ac:spMkLst>
        </pc:spChg>
        <pc:spChg chg="mod">
          <ac:chgData name="Stephen John Stretton" userId="da8c780b-1aa2-4e36-94fb-871dc8111504" providerId="ADAL" clId="{56469404-16B8-45E9-A068-5BB71F6E1E4B}" dt="2024-01-12T13:29:31.843" v="305"/>
          <ac:spMkLst>
            <pc:docMk/>
            <pc:sldMk cId="1891959763" sldId="294"/>
            <ac:spMk id="14" creationId="{86EFE583-C91A-1693-DBC9-D123B74F6067}"/>
          </ac:spMkLst>
        </pc:spChg>
        <pc:spChg chg="mod">
          <ac:chgData name="Stephen John Stretton" userId="da8c780b-1aa2-4e36-94fb-871dc8111504" providerId="ADAL" clId="{56469404-16B8-45E9-A068-5BB71F6E1E4B}" dt="2024-01-12T13:30:10.145" v="335" actId="20577"/>
          <ac:spMkLst>
            <pc:docMk/>
            <pc:sldMk cId="1891959763" sldId="294"/>
            <ac:spMk id="207" creationId="{00000000-0000-0000-0000-000000000000}"/>
          </ac:spMkLst>
        </pc:spChg>
        <pc:spChg chg="del">
          <ac:chgData name="Stephen John Stretton" userId="da8c780b-1aa2-4e36-94fb-871dc8111504" providerId="ADAL" clId="{56469404-16B8-45E9-A068-5BB71F6E1E4B}" dt="2024-01-12T13:29:23.713" v="301" actId="478"/>
          <ac:spMkLst>
            <pc:docMk/>
            <pc:sldMk cId="1891959763" sldId="294"/>
            <ac:spMk id="208" creationId="{00000000-0000-0000-0000-000000000000}"/>
          </ac:spMkLst>
        </pc:spChg>
        <pc:spChg chg="del">
          <ac:chgData name="Stephen John Stretton" userId="da8c780b-1aa2-4e36-94fb-871dc8111504" providerId="ADAL" clId="{56469404-16B8-45E9-A068-5BB71F6E1E4B}" dt="2024-01-12T13:29:24.632" v="302" actId="478"/>
          <ac:spMkLst>
            <pc:docMk/>
            <pc:sldMk cId="1891959763" sldId="294"/>
            <ac:spMk id="212" creationId="{00000000-0000-0000-0000-000000000000}"/>
          </ac:spMkLst>
        </pc:spChg>
        <pc:spChg chg="del">
          <ac:chgData name="Stephen John Stretton" userId="da8c780b-1aa2-4e36-94fb-871dc8111504" providerId="ADAL" clId="{56469404-16B8-45E9-A068-5BB71F6E1E4B}" dt="2024-01-12T13:29:25.400" v="303" actId="478"/>
          <ac:spMkLst>
            <pc:docMk/>
            <pc:sldMk cId="1891959763" sldId="294"/>
            <ac:spMk id="213" creationId="{00000000-0000-0000-0000-000000000000}"/>
          </ac:spMkLst>
        </pc:spChg>
        <pc:spChg chg="del">
          <ac:chgData name="Stephen John Stretton" userId="da8c780b-1aa2-4e36-94fb-871dc8111504" providerId="ADAL" clId="{56469404-16B8-45E9-A068-5BB71F6E1E4B}" dt="2024-01-12T13:29:26.079" v="304" actId="478"/>
          <ac:spMkLst>
            <pc:docMk/>
            <pc:sldMk cId="1891959763" sldId="294"/>
            <ac:spMk id="215" creationId="{00000000-0000-0000-0000-000000000000}"/>
          </ac:spMkLst>
        </pc:spChg>
        <pc:spChg chg="del mod">
          <ac:chgData name="Stephen John Stretton" userId="da8c780b-1aa2-4e36-94fb-871dc8111504" providerId="ADAL" clId="{56469404-16B8-45E9-A068-5BB71F6E1E4B}" dt="2024-01-12T13:29:22.177" v="300" actId="478"/>
          <ac:spMkLst>
            <pc:docMk/>
            <pc:sldMk cId="1891959763" sldId="294"/>
            <ac:spMk id="216" creationId="{00000000-0000-0000-0000-000000000000}"/>
          </ac:spMkLst>
        </pc:spChg>
        <pc:spChg chg="del mod">
          <ac:chgData name="Stephen John Stretton" userId="da8c780b-1aa2-4e36-94fb-871dc8111504" providerId="ADAL" clId="{56469404-16B8-45E9-A068-5BB71F6E1E4B}" dt="2024-01-12T13:29:20.711" v="298" actId="478"/>
          <ac:spMkLst>
            <pc:docMk/>
            <pc:sldMk cId="1891959763" sldId="294"/>
            <ac:spMk id="217" creationId="{00000000-0000-0000-0000-000000000000}"/>
          </ac:spMkLst>
        </pc:spChg>
        <pc:grpChg chg="add mod">
          <ac:chgData name="Stephen John Stretton" userId="da8c780b-1aa2-4e36-94fb-871dc8111504" providerId="ADAL" clId="{56469404-16B8-45E9-A068-5BB71F6E1E4B}" dt="2024-01-12T13:29:53.591" v="308" actId="14100"/>
          <ac:grpSpMkLst>
            <pc:docMk/>
            <pc:sldMk cId="1891959763" sldId="294"/>
            <ac:grpSpMk id="3" creationId="{CA2FCEF7-FAAC-84A5-846C-E3F87BF23D47}"/>
          </ac:grpSpMkLst>
        </pc:grpChg>
        <pc:grpChg chg="add mod">
          <ac:chgData name="Stephen John Stretton" userId="da8c780b-1aa2-4e36-94fb-871dc8111504" providerId="ADAL" clId="{56469404-16B8-45E9-A068-5BB71F6E1E4B}" dt="2024-01-12T13:30:00.614" v="310" actId="14100"/>
          <ac:grpSpMkLst>
            <pc:docMk/>
            <pc:sldMk cId="1891959763" sldId="294"/>
            <ac:grpSpMk id="7" creationId="{76A157C3-4C4E-C1AD-F352-F19197AF2EEC}"/>
          </ac:grpSpMkLst>
        </pc:grpChg>
        <pc:grpChg chg="add mod">
          <ac:chgData name="Stephen John Stretton" userId="da8c780b-1aa2-4e36-94fb-871dc8111504" providerId="ADAL" clId="{56469404-16B8-45E9-A068-5BB71F6E1E4B}" dt="2024-01-12T13:29:57.561" v="309" actId="1076"/>
          <ac:grpSpMkLst>
            <pc:docMk/>
            <pc:sldMk cId="1891959763" sldId="294"/>
            <ac:grpSpMk id="11" creationId="{79D3EC1A-F8F6-3380-350D-14BD07B1DB2A}"/>
          </ac:grpSpMkLst>
        </pc:grpChg>
      </pc:sldChg>
      <pc:sldChg chg="modSp add mod setBg">
        <pc:chgData name="Stephen John Stretton" userId="da8c780b-1aa2-4e36-94fb-871dc8111504" providerId="ADAL" clId="{56469404-16B8-45E9-A068-5BB71F6E1E4B}" dt="2024-01-12T13:30:45.879" v="353" actId="20577"/>
        <pc:sldMkLst>
          <pc:docMk/>
          <pc:sldMk cId="701908447" sldId="295"/>
        </pc:sldMkLst>
        <pc:spChg chg="mod">
          <ac:chgData name="Stephen John Stretton" userId="da8c780b-1aa2-4e36-94fb-871dc8111504" providerId="ADAL" clId="{56469404-16B8-45E9-A068-5BB71F6E1E4B}" dt="2024-01-12T13:30:45.879" v="353" actId="20577"/>
          <ac:spMkLst>
            <pc:docMk/>
            <pc:sldMk cId="701908447" sldId="295"/>
            <ac:spMk id="153" creationId="{00000000-0000-0000-0000-000000000000}"/>
          </ac:spMkLst>
        </pc:spChg>
      </pc:sldChg>
      <pc:sldChg chg="ord">
        <pc:chgData name="Stephen John Stretton" userId="da8c780b-1aa2-4e36-94fb-871dc8111504" providerId="ADAL" clId="{56469404-16B8-45E9-A068-5BB71F6E1E4B}" dt="2024-01-12T21:59:13.109" v="711"/>
        <pc:sldMkLst>
          <pc:docMk/>
          <pc:sldMk cId="1153376650" sldId="298"/>
        </pc:sldMkLst>
      </pc:sldChg>
      <pc:sldChg chg="modSp mod addCm modCm">
        <pc:chgData name="Stephen John Stretton" userId="da8c780b-1aa2-4e36-94fb-871dc8111504" providerId="ADAL" clId="{56469404-16B8-45E9-A068-5BB71F6E1E4B}" dt="2024-01-12T23:20:57.297" v="6351"/>
        <pc:sldMkLst>
          <pc:docMk/>
          <pc:sldMk cId="2728010118" sldId="300"/>
        </pc:sldMkLst>
        <pc:spChg chg="mod">
          <ac:chgData name="Stephen John Stretton" userId="da8c780b-1aa2-4e36-94fb-871dc8111504" providerId="ADAL" clId="{56469404-16B8-45E9-A068-5BB71F6E1E4B}" dt="2024-01-12T21:56:17.734" v="646" actId="1076"/>
          <ac:spMkLst>
            <pc:docMk/>
            <pc:sldMk cId="2728010118" sldId="300"/>
            <ac:spMk id="3" creationId="{F31D78C7-ED83-DD44-B779-70B66622BCA9}"/>
          </ac:spMkLst>
        </pc:spChg>
        <pc:spChg chg="mod">
          <ac:chgData name="Stephen John Stretton" userId="da8c780b-1aa2-4e36-94fb-871dc8111504" providerId="ADAL" clId="{56469404-16B8-45E9-A068-5BB71F6E1E4B}" dt="2024-01-12T22:06:53.698" v="1422" actId="20577"/>
          <ac:spMkLst>
            <pc:docMk/>
            <pc:sldMk cId="2728010118" sldId="300"/>
            <ac:spMk id="379" creationId="{D4C61321-4D06-9962-0274-14C12F2931FA}"/>
          </ac:spMkLst>
        </pc:spChg>
        <pc:spChg chg="mod">
          <ac:chgData name="Stephen John Stretton" userId="da8c780b-1aa2-4e36-94fb-871dc8111504" providerId="ADAL" clId="{56469404-16B8-45E9-A068-5BB71F6E1E4B}" dt="2024-01-12T21:56:08.850" v="643" actId="20577"/>
          <ac:spMkLst>
            <pc:docMk/>
            <pc:sldMk cId="2728010118" sldId="300"/>
            <ac:spMk id="380" creationId="{597611EC-5451-E9B2-92C9-89433AACDA70}"/>
          </ac:spMkLst>
        </pc:spChg>
        <pc:spChg chg="mod">
          <ac:chgData name="Stephen John Stretton" userId="da8c780b-1aa2-4e36-94fb-871dc8111504" providerId="ADAL" clId="{56469404-16B8-45E9-A068-5BB71F6E1E4B}" dt="2024-01-12T23:04:10.591" v="5487" actId="14100"/>
          <ac:spMkLst>
            <pc:docMk/>
            <pc:sldMk cId="2728010118" sldId="300"/>
            <ac:spMk id="381" creationId="{1C5903B8-9A1A-48CE-76BF-12ACCD9465F4}"/>
          </ac:spMkLst>
        </pc:spChg>
        <pc:spChg chg="mod">
          <ac:chgData name="Stephen John Stretton" userId="da8c780b-1aa2-4e36-94fb-871dc8111504" providerId="ADAL" clId="{56469404-16B8-45E9-A068-5BB71F6E1E4B}" dt="2024-01-12T23:03:32.311" v="5434" actId="14100"/>
          <ac:spMkLst>
            <pc:docMk/>
            <pc:sldMk cId="2728010118" sldId="300"/>
            <ac:spMk id="382" creationId="{C3099946-5C79-CAEF-AEDE-6977BB0FBC1F}"/>
          </ac:spMkLst>
        </pc:spChg>
        <pc:spChg chg="mod">
          <ac:chgData name="Stephen John Stretton" userId="da8c780b-1aa2-4e36-94fb-871dc8111504" providerId="ADAL" clId="{56469404-16B8-45E9-A068-5BB71F6E1E4B}" dt="2024-01-12T23:03:28.758" v="5433" actId="14100"/>
          <ac:spMkLst>
            <pc:docMk/>
            <pc:sldMk cId="2728010118" sldId="300"/>
            <ac:spMk id="383" creationId="{7662B401-BEDB-2CF2-611A-6B757E96F99C}"/>
          </ac:spMkLst>
        </pc:spChg>
        <pc:spChg chg="mod">
          <ac:chgData name="Stephen John Stretton" userId="da8c780b-1aa2-4e36-94fb-871dc8111504" providerId="ADAL" clId="{56469404-16B8-45E9-A068-5BB71F6E1E4B}" dt="2024-01-12T23:03:08.344" v="5431" actId="1076"/>
          <ac:spMkLst>
            <pc:docMk/>
            <pc:sldMk cId="2728010118" sldId="300"/>
            <ac:spMk id="385" creationId="{56358C32-99C8-A366-88E1-B4367A0FEACD}"/>
          </ac:spMkLst>
        </pc:spChg>
        <pc:spChg chg="mod">
          <ac:chgData name="Stephen John Stretton" userId="da8c780b-1aa2-4e36-94fb-871dc8111504" providerId="ADAL" clId="{56469404-16B8-45E9-A068-5BB71F6E1E4B}" dt="2024-01-12T23:04:12.390" v="5488" actId="14100"/>
          <ac:spMkLst>
            <pc:docMk/>
            <pc:sldMk cId="2728010118" sldId="300"/>
            <ac:spMk id="386" creationId="{574D3099-3381-38F6-D916-96070657C559}"/>
          </ac:spMkLst>
        </pc:spChg>
      </pc:sldChg>
      <pc:sldChg chg="modSp add del mod ord">
        <pc:chgData name="Stephen John Stretton" userId="da8c780b-1aa2-4e36-94fb-871dc8111504" providerId="ADAL" clId="{56469404-16B8-45E9-A068-5BB71F6E1E4B}" dt="2024-01-12T22:47:09.401" v="4833" actId="47"/>
        <pc:sldMkLst>
          <pc:docMk/>
          <pc:sldMk cId="1107359475" sldId="301"/>
        </pc:sldMkLst>
        <pc:spChg chg="mod">
          <ac:chgData name="Stephen John Stretton" userId="da8c780b-1aa2-4e36-94fb-871dc8111504" providerId="ADAL" clId="{56469404-16B8-45E9-A068-5BB71F6E1E4B}" dt="2024-01-12T22:38:17.494" v="4350" actId="20577"/>
          <ac:spMkLst>
            <pc:docMk/>
            <pc:sldMk cId="1107359475" sldId="301"/>
            <ac:spMk id="397" creationId="{2E821846-5C55-F390-47DF-8D9A85184386}"/>
          </ac:spMkLst>
        </pc:spChg>
        <pc:spChg chg="mod">
          <ac:chgData name="Stephen John Stretton" userId="da8c780b-1aa2-4e36-94fb-871dc8111504" providerId="ADAL" clId="{56469404-16B8-45E9-A068-5BB71F6E1E4B}" dt="2024-01-12T22:44:36.370" v="4711" actId="1076"/>
          <ac:spMkLst>
            <pc:docMk/>
            <pc:sldMk cId="1107359475" sldId="301"/>
            <ac:spMk id="398" creationId="{5E205977-4C98-660C-AA85-CD92741036FB}"/>
          </ac:spMkLst>
        </pc:spChg>
      </pc:sldChg>
      <pc:sldChg chg="addSp delSp modSp add del mod">
        <pc:chgData name="Stephen John Stretton" userId="da8c780b-1aa2-4e36-94fb-871dc8111504" providerId="ADAL" clId="{56469404-16B8-45E9-A068-5BB71F6E1E4B}" dt="2024-01-12T22:14:02.862" v="1582" actId="47"/>
        <pc:sldMkLst>
          <pc:docMk/>
          <pc:sldMk cId="1716122790" sldId="302"/>
        </pc:sldMkLst>
        <pc:spChg chg="add mod">
          <ac:chgData name="Stephen John Stretton" userId="da8c780b-1aa2-4e36-94fb-871dc8111504" providerId="ADAL" clId="{56469404-16B8-45E9-A068-5BB71F6E1E4B}" dt="2024-01-12T22:13:54.060" v="1581" actId="478"/>
          <ac:spMkLst>
            <pc:docMk/>
            <pc:sldMk cId="1716122790" sldId="302"/>
            <ac:spMk id="4" creationId="{CA2560B1-4149-E41D-6CE3-C7E284514838}"/>
          </ac:spMkLst>
        </pc:spChg>
        <pc:spChg chg="del mod">
          <ac:chgData name="Stephen John Stretton" userId="da8c780b-1aa2-4e36-94fb-871dc8111504" providerId="ADAL" clId="{56469404-16B8-45E9-A068-5BB71F6E1E4B}" dt="2024-01-12T22:13:54.060" v="1581" actId="478"/>
          <ac:spMkLst>
            <pc:docMk/>
            <pc:sldMk cId="1716122790" sldId="302"/>
            <ac:spMk id="99" creationId="{00000000-0000-0000-0000-000000000000}"/>
          </ac:spMkLst>
        </pc:spChg>
        <pc:picChg chg="del">
          <ac:chgData name="Stephen John Stretton" userId="da8c780b-1aa2-4e36-94fb-871dc8111504" providerId="ADAL" clId="{56469404-16B8-45E9-A068-5BB71F6E1E4B}" dt="2024-01-12T22:13:35.708" v="1579" actId="478"/>
          <ac:picMkLst>
            <pc:docMk/>
            <pc:sldMk cId="1716122790" sldId="302"/>
            <ac:picMk id="98" creationId="{00000000-0000-0000-0000-000000000000}"/>
          </ac:picMkLst>
        </pc:picChg>
      </pc:sldChg>
      <pc:sldChg chg="modSp add mod ord">
        <pc:chgData name="Stephen John Stretton" userId="da8c780b-1aa2-4e36-94fb-871dc8111504" providerId="ADAL" clId="{56469404-16B8-45E9-A068-5BB71F6E1E4B}" dt="2024-01-12T23:24:00.748" v="6373" actId="14100"/>
        <pc:sldMkLst>
          <pc:docMk/>
          <pc:sldMk cId="3497004109" sldId="302"/>
        </pc:sldMkLst>
        <pc:spChg chg="mod">
          <ac:chgData name="Stephen John Stretton" userId="da8c780b-1aa2-4e36-94fb-871dc8111504" providerId="ADAL" clId="{56469404-16B8-45E9-A068-5BB71F6E1E4B}" dt="2024-01-12T22:17:41.065" v="1599" actId="20577"/>
          <ac:spMkLst>
            <pc:docMk/>
            <pc:sldMk cId="3497004109" sldId="302"/>
            <ac:spMk id="105" creationId="{00000000-0000-0000-0000-000000000000}"/>
          </ac:spMkLst>
        </pc:spChg>
        <pc:spChg chg="mod">
          <ac:chgData name="Stephen John Stretton" userId="da8c780b-1aa2-4e36-94fb-871dc8111504" providerId="ADAL" clId="{56469404-16B8-45E9-A068-5BB71F6E1E4B}" dt="2024-01-12T22:19:13.365" v="1876" actId="20577"/>
          <ac:spMkLst>
            <pc:docMk/>
            <pc:sldMk cId="3497004109" sldId="302"/>
            <ac:spMk id="108" creationId="{00000000-0000-0000-0000-000000000000}"/>
          </ac:spMkLst>
        </pc:spChg>
        <pc:spChg chg="mod">
          <ac:chgData name="Stephen John Stretton" userId="da8c780b-1aa2-4e36-94fb-871dc8111504" providerId="ADAL" clId="{56469404-16B8-45E9-A068-5BB71F6E1E4B}" dt="2024-01-12T22:20:04.967" v="2090" actId="20577"/>
          <ac:spMkLst>
            <pc:docMk/>
            <pc:sldMk cId="3497004109" sldId="302"/>
            <ac:spMk id="109" creationId="{00000000-0000-0000-0000-000000000000}"/>
          </ac:spMkLst>
        </pc:spChg>
        <pc:spChg chg="mod">
          <ac:chgData name="Stephen John Stretton" userId="da8c780b-1aa2-4e36-94fb-871dc8111504" providerId="ADAL" clId="{56469404-16B8-45E9-A068-5BB71F6E1E4B}" dt="2024-01-12T22:58:16.401" v="5379" actId="14100"/>
          <ac:spMkLst>
            <pc:docMk/>
            <pc:sldMk cId="3497004109" sldId="302"/>
            <ac:spMk id="112" creationId="{00000000-0000-0000-0000-000000000000}"/>
          </ac:spMkLst>
        </pc:spChg>
        <pc:spChg chg="mod">
          <ac:chgData name="Stephen John Stretton" userId="da8c780b-1aa2-4e36-94fb-871dc8111504" providerId="ADAL" clId="{56469404-16B8-45E9-A068-5BB71F6E1E4B}" dt="2024-01-12T23:22:37.831" v="6359" actId="20577"/>
          <ac:spMkLst>
            <pc:docMk/>
            <pc:sldMk cId="3497004109" sldId="302"/>
            <ac:spMk id="113" creationId="{00000000-0000-0000-0000-000000000000}"/>
          </ac:spMkLst>
        </pc:spChg>
        <pc:spChg chg="mod">
          <ac:chgData name="Stephen John Stretton" userId="da8c780b-1aa2-4e36-94fb-871dc8111504" providerId="ADAL" clId="{56469404-16B8-45E9-A068-5BB71F6E1E4B}" dt="2024-01-12T22:53:43.019" v="5310" actId="20577"/>
          <ac:spMkLst>
            <pc:docMk/>
            <pc:sldMk cId="3497004109" sldId="302"/>
            <ac:spMk id="116" creationId="{00000000-0000-0000-0000-000000000000}"/>
          </ac:spMkLst>
        </pc:spChg>
        <pc:spChg chg="mod">
          <ac:chgData name="Stephen John Stretton" userId="da8c780b-1aa2-4e36-94fb-871dc8111504" providerId="ADAL" clId="{56469404-16B8-45E9-A068-5BB71F6E1E4B}" dt="2024-01-12T23:23:00.038" v="6360" actId="113"/>
          <ac:spMkLst>
            <pc:docMk/>
            <pc:sldMk cId="3497004109" sldId="302"/>
            <ac:spMk id="117" creationId="{00000000-0000-0000-0000-000000000000}"/>
          </ac:spMkLst>
        </pc:spChg>
        <pc:grpChg chg="mod">
          <ac:chgData name="Stephen John Stretton" userId="da8c780b-1aa2-4e36-94fb-871dc8111504" providerId="ADAL" clId="{56469404-16B8-45E9-A068-5BB71F6E1E4B}" dt="2024-01-12T23:24:00.748" v="6373" actId="14100"/>
          <ac:grpSpMkLst>
            <pc:docMk/>
            <pc:sldMk cId="3497004109" sldId="302"/>
            <ac:grpSpMk id="106" creationId="{00000000-0000-0000-0000-000000000000}"/>
          </ac:grpSpMkLst>
        </pc:grpChg>
        <pc:grpChg chg="mod">
          <ac:chgData name="Stephen John Stretton" userId="da8c780b-1aa2-4e36-94fb-871dc8111504" providerId="ADAL" clId="{56469404-16B8-45E9-A068-5BB71F6E1E4B}" dt="2024-01-12T23:23:36.792" v="6366" actId="14100"/>
          <ac:grpSpMkLst>
            <pc:docMk/>
            <pc:sldMk cId="3497004109" sldId="302"/>
            <ac:grpSpMk id="110" creationId="{00000000-0000-0000-0000-000000000000}"/>
          </ac:grpSpMkLst>
        </pc:grpChg>
        <pc:grpChg chg="mod">
          <ac:chgData name="Stephen John Stretton" userId="da8c780b-1aa2-4e36-94fb-871dc8111504" providerId="ADAL" clId="{56469404-16B8-45E9-A068-5BB71F6E1E4B}" dt="2024-01-12T23:23:41.827" v="6368" actId="14100"/>
          <ac:grpSpMkLst>
            <pc:docMk/>
            <pc:sldMk cId="3497004109" sldId="302"/>
            <ac:grpSpMk id="114" creationId="{00000000-0000-0000-0000-000000000000}"/>
          </ac:grpSpMkLst>
        </pc:grpChg>
        <pc:grpChg chg="mod">
          <ac:chgData name="Stephen John Stretton" userId="da8c780b-1aa2-4e36-94fb-871dc8111504" providerId="ADAL" clId="{56469404-16B8-45E9-A068-5BB71F6E1E4B}" dt="2024-01-12T23:22:25.449" v="6356" actId="1076"/>
          <ac:grpSpMkLst>
            <pc:docMk/>
            <pc:sldMk cId="3497004109" sldId="302"/>
            <ac:grpSpMk id="118" creationId="{00000000-0000-0000-0000-000000000000}"/>
          </ac:grpSpMkLst>
        </pc:grpChg>
      </pc:sldChg>
      <pc:sldChg chg="modSp add mod setBg">
        <pc:chgData name="Stephen John Stretton" userId="da8c780b-1aa2-4e36-94fb-871dc8111504" providerId="ADAL" clId="{56469404-16B8-45E9-A068-5BB71F6E1E4B}" dt="2024-01-12T22:24:51.085" v="2415" actId="20577"/>
        <pc:sldMkLst>
          <pc:docMk/>
          <pc:sldMk cId="1763166621" sldId="303"/>
        </pc:sldMkLst>
        <pc:spChg chg="mod">
          <ac:chgData name="Stephen John Stretton" userId="da8c780b-1aa2-4e36-94fb-871dc8111504" providerId="ADAL" clId="{56469404-16B8-45E9-A068-5BB71F6E1E4B}" dt="2024-01-12T22:24:51.085" v="2415" actId="20577"/>
          <ac:spMkLst>
            <pc:docMk/>
            <pc:sldMk cId="1763166621" sldId="303"/>
            <ac:spMk id="310" creationId="{00000000-0000-0000-0000-000000000000}"/>
          </ac:spMkLst>
        </pc:spChg>
      </pc:sldChg>
      <pc:sldChg chg="addSp delSp modSp add mod chgLayout">
        <pc:chgData name="Stephen John Stretton" userId="da8c780b-1aa2-4e36-94fb-871dc8111504" providerId="ADAL" clId="{56469404-16B8-45E9-A068-5BB71F6E1E4B}" dt="2024-01-30T15:54:11.153" v="6394" actId="20577"/>
        <pc:sldMkLst>
          <pc:docMk/>
          <pc:sldMk cId="1750513697" sldId="304"/>
        </pc:sldMkLst>
        <pc:spChg chg="mod ord">
          <ac:chgData name="Stephen John Stretton" userId="da8c780b-1aa2-4e36-94fb-871dc8111504" providerId="ADAL" clId="{56469404-16B8-45E9-A068-5BB71F6E1E4B}" dt="2024-01-12T22:42:21.202" v="4561" actId="700"/>
          <ac:spMkLst>
            <pc:docMk/>
            <pc:sldMk cId="1750513697" sldId="304"/>
            <ac:spMk id="2" creationId="{AF1A7C8E-E8C2-9E3C-DD85-6755283840F0}"/>
          </ac:spMkLst>
        </pc:spChg>
        <pc:spChg chg="add del mod">
          <ac:chgData name="Stephen John Stretton" userId="da8c780b-1aa2-4e36-94fb-871dc8111504" providerId="ADAL" clId="{56469404-16B8-45E9-A068-5BB71F6E1E4B}" dt="2024-01-12T22:42:21.202" v="4561" actId="700"/>
          <ac:spMkLst>
            <pc:docMk/>
            <pc:sldMk cId="1750513697" sldId="304"/>
            <ac:spMk id="4" creationId="{A693897C-D1A8-B5DB-1EC7-7F13146C806C}"/>
          </ac:spMkLst>
        </pc:spChg>
        <pc:spChg chg="add del mod ord">
          <ac:chgData name="Stephen John Stretton" userId="da8c780b-1aa2-4e36-94fb-871dc8111504" providerId="ADAL" clId="{56469404-16B8-45E9-A068-5BB71F6E1E4B}" dt="2024-01-12T22:42:32.827" v="4563" actId="478"/>
          <ac:spMkLst>
            <pc:docMk/>
            <pc:sldMk cId="1750513697" sldId="304"/>
            <ac:spMk id="5" creationId="{FF1B9BC6-B2B2-17D0-1E73-F81B9A223E01}"/>
          </ac:spMkLst>
        </pc:spChg>
        <pc:spChg chg="add del mod ord">
          <ac:chgData name="Stephen John Stretton" userId="da8c780b-1aa2-4e36-94fb-871dc8111504" providerId="ADAL" clId="{56469404-16B8-45E9-A068-5BB71F6E1E4B}" dt="2024-01-12T22:42:35.742" v="4564" actId="478"/>
          <ac:spMkLst>
            <pc:docMk/>
            <pc:sldMk cId="1750513697" sldId="304"/>
            <ac:spMk id="6" creationId="{477913DB-8669-D04F-AE8C-CD1B49E5E325}"/>
          </ac:spMkLst>
        </pc:spChg>
        <pc:spChg chg="mod ord">
          <ac:chgData name="Stephen John Stretton" userId="da8c780b-1aa2-4e36-94fb-871dc8111504" providerId="ADAL" clId="{56469404-16B8-45E9-A068-5BB71F6E1E4B}" dt="2024-01-12T22:42:21.202" v="4561" actId="700"/>
          <ac:spMkLst>
            <pc:docMk/>
            <pc:sldMk cId="1750513697" sldId="304"/>
            <ac:spMk id="397" creationId="{2E821846-5C55-F390-47DF-8D9A85184386}"/>
          </ac:spMkLst>
        </pc:spChg>
        <pc:spChg chg="del">
          <ac:chgData name="Stephen John Stretton" userId="da8c780b-1aa2-4e36-94fb-871dc8111504" providerId="ADAL" clId="{56469404-16B8-45E9-A068-5BB71F6E1E4B}" dt="2024-01-12T22:42:11.805" v="4560" actId="478"/>
          <ac:spMkLst>
            <pc:docMk/>
            <pc:sldMk cId="1750513697" sldId="304"/>
            <ac:spMk id="398" creationId="{5E205977-4C98-660C-AA85-CD92741036FB}"/>
          </ac:spMkLst>
        </pc:spChg>
        <pc:graphicFrameChg chg="add mod modGraphic">
          <ac:chgData name="Stephen John Stretton" userId="da8c780b-1aa2-4e36-94fb-871dc8111504" providerId="ADAL" clId="{56469404-16B8-45E9-A068-5BB71F6E1E4B}" dt="2024-01-30T15:54:11.153" v="6394" actId="20577"/>
          <ac:graphicFrameMkLst>
            <pc:docMk/>
            <pc:sldMk cId="1750513697" sldId="304"/>
            <ac:graphicFrameMk id="7" creationId="{37EC8159-55F3-27C5-5844-9EB9B380591D}"/>
          </ac:graphicFrameMkLst>
        </pc:graphicFrameChg>
      </pc:sldChg>
      <pc:sldChg chg="modSp add del mod ord">
        <pc:chgData name="Stephen John Stretton" userId="da8c780b-1aa2-4e36-94fb-871dc8111504" providerId="ADAL" clId="{56469404-16B8-45E9-A068-5BB71F6E1E4B}" dt="2024-01-12T22:36:30.899" v="4282" actId="47"/>
        <pc:sldMkLst>
          <pc:docMk/>
          <pc:sldMk cId="3252213994" sldId="304"/>
        </pc:sldMkLst>
        <pc:spChg chg="mod">
          <ac:chgData name="Stephen John Stretton" userId="da8c780b-1aa2-4e36-94fb-871dc8111504" providerId="ADAL" clId="{56469404-16B8-45E9-A068-5BB71F6E1E4B}" dt="2024-01-12T22:31:42.376" v="3801" actId="20577"/>
          <ac:spMkLst>
            <pc:docMk/>
            <pc:sldMk cId="3252213994" sldId="304"/>
            <ac:spMk id="398" creationId="{5E205977-4C98-660C-AA85-CD92741036FB}"/>
          </ac:spMkLst>
        </pc:spChg>
      </pc:sldChg>
      <pc:sldChg chg="modSp add mod addCm">
        <pc:chgData name="Stephen John Stretton" userId="da8c780b-1aa2-4e36-94fb-871dc8111504" providerId="ADAL" clId="{56469404-16B8-45E9-A068-5BB71F6E1E4B}" dt="2024-01-12T23:20:06.846" v="6347"/>
        <pc:sldMkLst>
          <pc:docMk/>
          <pc:sldMk cId="2306965122" sldId="305"/>
        </pc:sldMkLst>
        <pc:spChg chg="mod">
          <ac:chgData name="Stephen John Stretton" userId="da8c780b-1aa2-4e36-94fb-871dc8111504" providerId="ADAL" clId="{56469404-16B8-45E9-A068-5BB71F6E1E4B}" dt="2024-01-12T23:18:49.158" v="6344" actId="6549"/>
          <ac:spMkLst>
            <pc:docMk/>
            <pc:sldMk cId="2306965122" sldId="305"/>
            <ac:spMk id="304" creationId="{00000000-0000-0000-0000-000000000000}"/>
          </ac:spMkLst>
        </pc:spChg>
        <pc:spChg chg="mod">
          <ac:chgData name="Stephen John Stretton" userId="da8c780b-1aa2-4e36-94fb-871dc8111504" providerId="ADAL" clId="{56469404-16B8-45E9-A068-5BB71F6E1E4B}" dt="2024-01-12T23:19:47.559" v="6346" actId="113"/>
          <ac:spMkLst>
            <pc:docMk/>
            <pc:sldMk cId="2306965122" sldId="305"/>
            <ac:spMk id="305" creationId="{00000000-0000-0000-0000-000000000000}"/>
          </ac:spMkLst>
        </pc:spChg>
      </pc:sldChg>
      <pc:sldChg chg="new del">
        <pc:chgData name="Stephen John Stretton" userId="da8c780b-1aa2-4e36-94fb-871dc8111504" providerId="ADAL" clId="{56469404-16B8-45E9-A068-5BB71F6E1E4B}" dt="2024-01-12T23:20:13.775" v="6349" actId="47"/>
        <pc:sldMkLst>
          <pc:docMk/>
          <pc:sldMk cId="311846009" sldId="306"/>
        </pc:sldMkLst>
      </pc:sldChg>
    </pc:docChg>
  </pc:docChgLst>
</pc:chgInfo>
</file>

<file path=ppt/comments/modernComment_10D_0.xml><?xml version="1.0" encoding="utf-8"?>
<p188:cmLst xmlns:a="http://schemas.openxmlformats.org/drawingml/2006/main" xmlns:r="http://schemas.openxmlformats.org/officeDocument/2006/relationships" xmlns:p188="http://schemas.microsoft.com/office/powerpoint/2018/8/main">
  <p188:cm id="{C0B0FF76-8F01-4A06-A186-5ECF47FBCA2F}" authorId="{7205F30B-DBA9-B108-89CA-A7CC2A3B6867}" created="2024-01-12T23:02:41.024">
    <ac:txMkLst xmlns:ac="http://schemas.microsoft.com/office/drawing/2013/main/command">
      <pc:docMk xmlns:pc="http://schemas.microsoft.com/office/powerpoint/2013/main/command"/>
      <pc:sldMk xmlns:pc="http://schemas.microsoft.com/office/powerpoint/2013/main/command" cId="0" sldId="269"/>
      <ac:spMk id="229" creationId="{00000000-0000-0000-0000-000000000000}"/>
      <ac:txMk cp="250" len="92">
        <ac:context len="343" hash="401867244"/>
      </ac:txMk>
    </ac:txMkLst>
    <p188:pos x="4262623" y="2989399"/>
    <p188:txBody>
      <a:bodyPr/>
      <a:lstStyle/>
      <a:p>
        <a:r>
          <a:rPr lang="en-US"/>
          <a:t>[@Marcello Estevao] We may need examples of this point.</a:t>
        </a:r>
      </a:p>
    </p188:txBody>
  </p188:cm>
</p188:cmLst>
</file>

<file path=ppt/comments/modernComment_12C_A29A2186.xml><?xml version="1.0" encoding="utf-8"?>
<p188:cmLst xmlns:a="http://schemas.openxmlformats.org/drawingml/2006/main" xmlns:r="http://schemas.openxmlformats.org/officeDocument/2006/relationships" xmlns:p188="http://schemas.microsoft.com/office/powerpoint/2018/8/main">
  <p188:cm id="{C4801B23-6891-482F-9482-0E15784C7BD2}" authorId="{7205F30B-DBA9-B108-89CA-A7CC2A3B6867}" created="2024-01-12T22:07:27.536">
    <pc:sldMkLst xmlns:pc="http://schemas.microsoft.com/office/powerpoint/2013/main/command">
      <pc:docMk/>
      <pc:sldMk cId="2728010118" sldId="300"/>
    </pc:sldMkLst>
    <p188:replyLst>
      <p188:reply id="{7CA0E482-F3D2-4115-93AF-F7026CD084F2}" authorId="{7205F30B-DBA9-B108-89CA-A7CC2A3B6867}" created="2024-01-12T23:04:41.143">
        <p188:txBody>
          <a:bodyPr/>
          <a:lstStyle/>
          <a:p>
            <a:r>
              <a:rPr lang="en-US"/>
              <a:t>On this WB slide, I think we need to be precisely clear what we are talking. Need option two.</a:t>
            </a:r>
          </a:p>
        </p188:txBody>
      </p188:reply>
    </p188:replyLst>
    <p188:txBody>
      <a:bodyPr/>
      <a:lstStyle/>
      <a:p>
        <a:r>
          <a:rPr lang="en-US"/>
          <a:t>I don't think I've got these details right. I need to talk with [@Marcello Estevao] to align understanding</a:t>
        </a:r>
      </a:p>
    </p188:txBody>
  </p188:cm>
  <p188:cm id="{7A354960-DFB3-4E44-9F9A-C80E1CEBA6BB}" authorId="{7205F30B-DBA9-B108-89CA-A7CC2A3B6867}" created="2024-01-12T23:20:50.025">
    <pc:sldMkLst xmlns:pc="http://schemas.microsoft.com/office/powerpoint/2013/main/command">
      <pc:docMk/>
      <pc:sldMk cId="2728010118" sldId="300"/>
    </pc:sldMkLst>
    <p188:txBody>
      <a:bodyPr/>
      <a:lstStyle/>
      <a:p>
        <a:r>
          <a:rPr lang="en-US"/>
          <a:t>I suspect that Treasury would veto this.</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C41BB3FF-1897-4517-94AB-1C2F626A54A7}" authorId="{7205F30B-DBA9-B108-89CA-A7CC2A3B6867}" created="2024-01-12T22:22:21.319">
    <pc:sldMkLst xmlns:pc="http://schemas.microsoft.com/office/powerpoint/2013/main/command">
      <pc:docMk/>
      <pc:sldMk cId="0" sldId="272"/>
    </pc:sldMkLst>
    <p188:txBody>
      <a:bodyPr/>
      <a:lstStyle/>
      <a:p>
        <a:r>
          <a:rPr lang="en-US"/>
          <a:t>Need to check with [@Marcello Estevao]</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37661C94-4CC3-4E97-A76D-C533EDB20501}" authorId="{E0C990E1-2261-E0F6-54FB-973D4E73BA73}" status="resolved" created="2023-12-18T14:59:34.674" complete="100000">
    <pc:sldMkLst xmlns:pc="http://schemas.microsoft.com/office/powerpoint/2013/main/command">
      <pc:docMk/>
      <pc:sldMk cId="0" sldId="273"/>
    </pc:sldMkLst>
    <p188:replyLst>
      <p188:reply id="{20B76245-C717-4933-B823-184212BA118D}" authorId="{F1613D9F-A197-850F-AE93-A634A7B4F7E2}" created="2024-01-06T03:08:46.012">
        <p188:txBody>
          <a:bodyPr/>
          <a:lstStyle/>
          <a:p>
            <a:r>
              <a:rPr lang="en-US"/>
              <a:t>I think the idea here is that WB issues the bonds to investors, and guarantees the constant coupon rate investors pay, so WB assumes the risk in case the developing country sovereign (to which the money raised is on-lent) defaults on its payment obligations on those KPI-linked loans. Is that correct, [@Stephen John Stretton]?
You're assuming WB raises money from markets, then buys KPI bonds from sovereigns (as the on-lending mechanism)?</a:t>
            </a:r>
          </a:p>
        </p188:txBody>
      </p188:reply>
    </p188:replyLst>
    <p188:txBody>
      <a:bodyPr/>
      <a:lstStyle/>
      <a:p>
        <a:r>
          <a:rPr lang="en-US"/>
          <a:t>What "risks of nonpayment" to WB? I thought major risk would be that actions are not established at issuance, thus there is a performance risk. Same as P4R.</a:t>
        </a:r>
      </a:p>
    </p188:txBody>
  </p188:cm>
  <p188:cm id="{9FFCDF98-1237-4BBB-A051-F0B2A36192C2}" authorId="{7205F30B-DBA9-B108-89CA-A7CC2A3B6867}" created="2024-01-12T21:58:40.911">
    <pc:sldMkLst xmlns:pc="http://schemas.microsoft.com/office/powerpoint/2013/main/command">
      <pc:docMk/>
      <pc:sldMk cId="0" sldId="273"/>
    </pc:sldMkLst>
    <p188:replyLst>
      <p188:reply id="{4F671728-EE3D-49E2-BC70-F595DAF9E126}" authorId="{7205F30B-DBA9-B108-89CA-A7CC2A3B6867}" created="2024-01-12T22:22:28.569">
        <p188:txBody>
          <a:bodyPr/>
          <a:lstStyle/>
          <a:p>
            <a:r>
              <a:rPr lang="en-US"/>
              <a:t>Need to check with @Marcello Estevao</a:t>
            </a:r>
          </a:p>
        </p188:txBody>
      </p188:reply>
    </p188:replyLst>
    <p188:txBody>
      <a:bodyPr/>
      <a:lstStyle/>
      <a:p>
        <a:r>
          <a:rPr lang="en-US"/>
          <a:t>I would like to go through in detail the WB style approach. I am not sure I fully understand it.</a:t>
        </a:r>
      </a:p>
    </p188:txBody>
  </p188:cm>
  <p188:cm id="{F567455B-25AF-43AA-9E45-B8B875EB5BA0}" authorId="{F1613D9F-A197-850F-AE93-A634A7B4F7E2}" created="2024-01-12T23:09:18.090">
    <ac:txMkLst xmlns:ac="http://schemas.microsoft.com/office/drawing/2013/main/command">
      <pc:docMk xmlns:pc="http://schemas.microsoft.com/office/powerpoint/2013/main/command"/>
      <pc:sldMk xmlns:pc="http://schemas.microsoft.com/office/powerpoint/2013/main/command" cId="0" sldId="273"/>
      <ac:spMk id="291" creationId="{00000000-0000-0000-0000-000000000000}"/>
      <ac:txMk cp="276" len="40">
        <ac:context len="427" hash="827274962"/>
      </ac:txMk>
    </ac:txMkLst>
    <p188:pos x="3493524" y="3364475"/>
    <p188:txBody>
      <a:bodyPr/>
      <a:lstStyle/>
      <a:p>
        <a:r>
          <a:rPr lang="en-US"/>
          <a:t>Ci-Dev=? Spell out. </a:t>
        </a:r>
      </a:p>
    </p188:txBody>
  </p188:cm>
  <p188:cm id="{3607CA28-44D7-4D8D-836E-E5FD54464F76}" authorId="{F1613D9F-A197-850F-AE93-A634A7B4F7E2}" created="2024-01-12T23:10:08.044">
    <ac:txMkLst xmlns:ac="http://schemas.microsoft.com/office/drawing/2013/main/command">
      <pc:docMk xmlns:pc="http://schemas.microsoft.com/office/powerpoint/2013/main/command"/>
      <pc:sldMk xmlns:pc="http://schemas.microsoft.com/office/powerpoint/2013/main/command" cId="0" sldId="273"/>
      <ac:spMk id="294" creationId="{00000000-0000-0000-0000-000000000000}"/>
      <ac:txMk cp="0" len="35">
        <ac:context len="37" hash="1680283084"/>
      </ac:txMk>
    </ac:txMkLst>
    <p188:pos x="866467" y="470104"/>
    <p188:txBody>
      <a:bodyPr/>
      <a:lstStyle/>
      <a:p>
        <a:r>
          <a:rPr lang="en-US"/>
          <a:t>[@Marcello Estevao] Not sure why there is a risk of payment without performance; isn't the idea that performance is rewarded post hoc?</a:t>
        </a:r>
      </a:p>
    </p188:txBody>
  </p188:cm>
  <p188:cm id="{9314F3C4-15DB-4569-873D-11764E4A28BC}" authorId="{7205F30B-DBA9-B108-89CA-A7CC2A3B6867}" created="2024-01-13T16:20:25.048">
    <ac:txMkLst xmlns:ac="http://schemas.microsoft.com/office/drawing/2013/main/command">
      <pc:docMk xmlns:pc="http://schemas.microsoft.com/office/powerpoint/2013/main/command"/>
      <pc:sldMk xmlns:pc="http://schemas.microsoft.com/office/powerpoint/2013/main/command" cId="0" sldId="273"/>
      <ac:spMk id="291" creationId="{00000000-0000-0000-0000-000000000000}"/>
      <ac:txMk cp="387" len="39">
        <ac:context len="427" hash="827274962"/>
      </ac:txMk>
    </ac:txMkLst>
    <p188:pos x="3250406" y="4043362"/>
    <p188:txBody>
      <a:bodyPr/>
      <a:lstStyle/>
      <a:p>
        <a:r>
          <a:rPr lang="en-US"/>
          <a:t>Should I add this. Should we reach out now to my RBCF colleagues? I know well the people there. Klaus Oppermann for example.</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F6EEEEA1-6379-4758-B1B1-F28DC4BD8849}" authorId="{7205F30B-DBA9-B108-89CA-A7CC2A3B6867}" created="2024-01-13T13:56:43.142">
    <ac:txMkLst xmlns:ac="http://schemas.microsoft.com/office/drawing/2013/main/command">
      <pc:docMk xmlns:pc="http://schemas.microsoft.com/office/powerpoint/2013/main/command"/>
      <pc:sldMk xmlns:pc="http://schemas.microsoft.com/office/powerpoint/2013/main/command" cId="0" sldId="276"/>
      <ac:spMk id="317" creationId="{00000000-0000-0000-0000-000000000000}"/>
      <ac:txMk cp="280" len="89">
        <ac:context len="603" hash="771179078"/>
      </ac:txMk>
    </ac:txMkLst>
    <p188:pos x="2657475" y="2514600"/>
    <p188:txBody>
      <a:bodyPr/>
      <a:lstStyle/>
      <a:p>
        <a:r>
          <a:rPr lang="en-US"/>
          <a:t>This isn't very clear to me. It would be better to go through a concrete specific operationalization (with me) and then it will make sense.</a:t>
        </a:r>
      </a:p>
    </p188:txBody>
  </p188:cm>
</p188:cmLst>
</file>

<file path=ppt/comments/modernComment_131_89817E82.xml><?xml version="1.0" encoding="utf-8"?>
<p188:cmLst xmlns:a="http://schemas.openxmlformats.org/drawingml/2006/main" xmlns:r="http://schemas.openxmlformats.org/officeDocument/2006/relationships" xmlns:p188="http://schemas.microsoft.com/office/powerpoint/2018/8/main">
  <p188:cm id="{D3869213-81A5-434A-8B7E-18880A6104B8}" authorId="{7205F30B-DBA9-B108-89CA-A7CC2A3B6867}" status="resolved" created="2024-01-12T23:20:06.819" complete="100000">
    <ac:txMkLst xmlns:ac="http://schemas.microsoft.com/office/drawing/2013/main/command">
      <pc:docMk xmlns:pc="http://schemas.microsoft.com/office/powerpoint/2013/main/command"/>
      <pc:sldMk xmlns:pc="http://schemas.microsoft.com/office/powerpoint/2013/main/command" cId="2306965122" sldId="305"/>
      <ac:spMk id="305" creationId="{00000000-0000-0000-0000-000000000000}"/>
      <ac:txMk cp="218">
        <ac:context len="220" hash="3798578226"/>
      </ac:txMk>
    </ac:txMkLst>
    <p188:pos x="4310743" y="263931"/>
    <p188:replyLst>
      <p188:reply id="{9FA61FD6-9E68-4404-823E-C8FB07777E8A}" authorId="{7205F30B-DBA9-B108-89CA-A7CC2A3B6867}" created="2024-01-16T21:48:53.120">
        <p188:txBody>
          <a:bodyPr/>
          <a:lstStyle/>
          <a:p>
            <a:r>
              <a:rPr lang="en-US"/>
              <a:t>If they achieve the KPI they get a loan that is longer term and at a lower rate.</a:t>
            </a:r>
          </a:p>
        </p188:txBody>
      </p188:reply>
      <p188:reply id="{3D5A9659-27AD-4CA1-8C7A-55E8957F1D56}" authorId="{7205F30B-DBA9-B108-89CA-A7CC2A3B6867}" created="2024-01-16T21:54:50.020">
        <p188:txBody>
          <a:bodyPr/>
          <a:lstStyle/>
          <a:p>
            <a:r>
              <a:rPr lang="en-US"/>
              <a:t>Minimum capital </a:t>
            </a:r>
          </a:p>
        </p188:txBody>
      </p188:reply>
    </p188:replyLst>
    <p188:txBody>
      <a:bodyPr/>
      <a:lstStyle/>
      <a:p>
        <a:r>
          <a:rPr lang="en-US"/>
          <a:t>[@Marcello Estevao] Confirm this is what you had intended.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0028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a07d1cf7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a07d1cf7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a23badba93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a23badba93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a23badba93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a23badba9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a23badba93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a23badba93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a0ac66233e_1_3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a0ac66233e_1_3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a182c65f6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182c65f6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a0ac66233e_1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1" dirty="0"/>
              <a:t>Basic requirement:</a:t>
            </a:r>
            <a:endParaRPr lang="en-US" dirty="0"/>
          </a:p>
          <a:p>
            <a:pPr marL="0" indent="0">
              <a:buNone/>
            </a:pPr>
            <a:endParaRPr lang="en-US" dirty="0"/>
          </a:p>
          <a:p>
            <a:pPr marL="0" indent="0">
              <a:buNone/>
            </a:pPr>
            <a:r>
              <a:rPr lang="en-US" dirty="0"/>
              <a:t>Minimum amount of private capital (to be negotiated) would be mobilized (if the bond is undersubscribed, the deal is off)</a:t>
            </a:r>
          </a:p>
        </p:txBody>
      </p:sp>
    </p:spTree>
    <p:extLst>
      <p:ext uri="{BB962C8B-B14F-4D97-AF65-F5344CB8AC3E}">
        <p14:creationId xmlns:p14="http://schemas.microsoft.com/office/powerpoint/2010/main" val="363058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684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a0ac66233e_1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a0b4e2391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a0b4e2391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a57391732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a57391732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CDFD6095-E41D-6847-441E-51E97B521633}"/>
            </a:ext>
          </a:extLst>
        </p:cNvPr>
        <p:cNvGrpSpPr/>
        <p:nvPr/>
      </p:nvGrpSpPr>
      <p:grpSpPr>
        <a:xfrm>
          <a:off x="0" y="0"/>
          <a:ext cx="0" cy="0"/>
          <a:chOff x="0" y="0"/>
          <a:chExt cx="0" cy="0"/>
        </a:xfrm>
      </p:grpSpPr>
      <p:sp>
        <p:nvSpPr>
          <p:cNvPr id="301" name="Google Shape;301;g2a23badba93_1_63:notes">
            <a:extLst>
              <a:ext uri="{FF2B5EF4-FFF2-40B4-BE49-F238E27FC236}">
                <a16:creationId xmlns:a16="http://schemas.microsoft.com/office/drawing/2014/main" id="{40EBE822-D2D5-E836-349D-684CDC663E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a:extLst>
              <a:ext uri="{FF2B5EF4-FFF2-40B4-BE49-F238E27FC236}">
                <a16:creationId xmlns:a16="http://schemas.microsoft.com/office/drawing/2014/main" id="{49318390-ED14-A0A9-CD89-D5416227B3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63361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a23badba93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054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9EC4AD90-8C3A-FC3E-EDE4-64B2051D18B0}"/>
            </a:ext>
          </a:extLst>
        </p:cNvPr>
        <p:cNvGrpSpPr/>
        <p:nvPr/>
      </p:nvGrpSpPr>
      <p:grpSpPr>
        <a:xfrm>
          <a:off x="0" y="0"/>
          <a:ext cx="0" cy="0"/>
          <a:chOff x="0" y="0"/>
          <a:chExt cx="0" cy="0"/>
        </a:xfrm>
      </p:grpSpPr>
      <p:sp>
        <p:nvSpPr>
          <p:cNvPr id="301" name="Google Shape;301;g2a23badba93_1_63:notes">
            <a:extLst>
              <a:ext uri="{FF2B5EF4-FFF2-40B4-BE49-F238E27FC236}">
                <a16:creationId xmlns:a16="http://schemas.microsoft.com/office/drawing/2014/main" id="{B00E4AA4-9EB3-77C5-A912-F2BFCDA93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a:extLst>
              <a:ext uri="{FF2B5EF4-FFF2-40B4-BE49-F238E27FC236}">
                <a16:creationId xmlns:a16="http://schemas.microsoft.com/office/drawing/2014/main" id="{D16A1A50-ED6F-F963-E6FE-C1C4977113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355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FBB399A2-8DF0-87D8-DBFF-8C2A8C5E463D}"/>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D66A4DA8-8FDB-C8A8-1040-B905989E8F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CEC88D37-DE95-8FC7-BE2E-B9041C367B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4649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a08979779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a0ac66233e_1_3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a0ac66233e_1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a0ac66233e_1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a08979779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a08979779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57391732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a57391732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a0ac66233e_1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a0ac66233e_1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5289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a23badba93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a3ddd250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a3ddd250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0ECE1643-5923-A8FE-8A61-7FA78723C5D7}"/>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E066BEC9-CE92-972B-4FDE-E5A3B2ED9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CBC14870-70CE-7A53-F87B-21A2A7A854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275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a23badba93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23badba93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137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23badba93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a23badba93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83884ABB-810E-C931-7AEF-17D6F6B0553D}"/>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E743A473-E9C3-6A0D-682E-A1E873DA6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6D02233D-0F7F-3A8A-73FD-CBFE5A8F6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0595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31_89817E82.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2C_A29A2186.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hyperlink" Target="https://www.ci-dev.or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3"/>
          <p:cNvSpPr txBox="1">
            <a:spLocks noGrp="1"/>
          </p:cNvSpPr>
          <p:nvPr>
            <p:ph type="subTitle" idx="1"/>
          </p:nvPr>
        </p:nvSpPr>
        <p:spPr>
          <a:xfrm>
            <a:off x="311700" y="1954750"/>
            <a:ext cx="4792500" cy="1143900"/>
          </a:xfrm>
          <a:prstGeom prst="rect">
            <a:avLst/>
          </a:prstGeom>
        </p:spPr>
        <p:txBody>
          <a:bodyPr spcFirstLastPara="1" wrap="square" lIns="91425" tIns="91425" rIns="91425" bIns="91425" anchor="t" anchorCtr="0">
            <a:noAutofit/>
          </a:bodyPr>
          <a:lstStyle/>
          <a:p>
            <a:pPr marL="0" indent="0"/>
            <a:r>
              <a:rPr lang="en" sz="1700" b="1">
                <a:solidFill>
                  <a:schemeClr val="accent4"/>
                </a:solidFill>
                <a:latin typeface="Merriweather"/>
                <a:ea typeface="Merriweather"/>
                <a:cs typeface="Merriweather"/>
                <a:sym typeface="Merriweather"/>
              </a:rPr>
              <a:t>Unlocking Private Capital to Incentivize Global Public Good Provision</a:t>
            </a:r>
            <a:endParaRPr lang="en" sz="1700" b="1">
              <a:solidFill>
                <a:schemeClr val="accent4"/>
              </a:solidFill>
              <a:latin typeface="Merriweather"/>
              <a:ea typeface="Merriweather"/>
              <a:cs typeface="Merriweather"/>
            </a:endParaRPr>
          </a:p>
        </p:txBody>
      </p:sp>
      <p:sp>
        <p:nvSpPr>
          <p:cNvPr id="65" name="Google Shape;65;p13"/>
          <p:cNvSpPr txBox="1">
            <a:spLocks noGrp="1"/>
          </p:cNvSpPr>
          <p:nvPr>
            <p:ph type="ctrTitle"/>
          </p:nvPr>
        </p:nvSpPr>
        <p:spPr>
          <a:xfrm>
            <a:off x="311700" y="1149325"/>
            <a:ext cx="8520600" cy="738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700" b="1"/>
              <a:t>KPI Bonds</a:t>
            </a:r>
            <a:endParaRPr lang="en-US" sz="3700" b="1"/>
          </a:p>
        </p:txBody>
      </p:sp>
      <p:sp>
        <p:nvSpPr>
          <p:cNvPr id="66" name="Google Shape;66;p13"/>
          <p:cNvSpPr txBox="1">
            <a:spLocks noGrp="1"/>
          </p:cNvSpPr>
          <p:nvPr>
            <p:ph type="subTitle" idx="1"/>
          </p:nvPr>
        </p:nvSpPr>
        <p:spPr>
          <a:xfrm>
            <a:off x="6008625" y="3185200"/>
            <a:ext cx="3135300" cy="9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Marcello Estevão</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Nils (Jasper) Zimmermann</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Stephen Stretton</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endParaRPr b="1">
              <a:solidFill>
                <a:schemeClr val="lt1"/>
              </a:solidFill>
              <a:latin typeface="Merriweather"/>
              <a:ea typeface="Merriweather"/>
              <a:cs typeface="Merriweather"/>
            </a:endParaRPr>
          </a:p>
          <a:p>
            <a:pPr marL="0" lvl="0" indent="0" algn="l" rtl="0">
              <a:spcBef>
                <a:spcPts val="0"/>
              </a:spcBef>
              <a:spcAft>
                <a:spcPts val="0"/>
              </a:spcAft>
              <a:buNone/>
            </a:pPr>
            <a:r>
              <a:rPr lang="en">
                <a:solidFill>
                  <a:schemeClr val="lt1"/>
                </a:solidFill>
                <a:latin typeface="Merriweather"/>
                <a:ea typeface="Merriweather"/>
                <a:cs typeface="Merriweather"/>
                <a:sym typeface="Merriweather"/>
              </a:rPr>
              <a:t>With thanks to Evie Davey for assistance on slides</a:t>
            </a:r>
            <a:endParaRPr>
              <a:solidFill>
                <a:schemeClr val="lt1"/>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185138" y="229875"/>
            <a:ext cx="3227512" cy="570144"/>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a:latin typeface="Merriweather"/>
                <a:ea typeface="Merriweather"/>
                <a:cs typeface="Merriweather"/>
                <a:sym typeface="Merriweather"/>
              </a:rPr>
              <a:t>Contents</a:t>
            </a:r>
            <a:endParaRPr lang="en-US" sz="2400">
              <a:latin typeface="Merriweather"/>
              <a:ea typeface="Merriweather"/>
              <a:cs typeface="Merriweather"/>
            </a:endParaRPr>
          </a:p>
        </p:txBody>
      </p:sp>
      <p:sp>
        <p:nvSpPr>
          <p:cNvPr id="72" name="Google Shape;72;p14"/>
          <p:cNvSpPr txBox="1">
            <a:spLocks noGrp="1"/>
          </p:cNvSpPr>
          <p:nvPr>
            <p:ph type="body" idx="1"/>
          </p:nvPr>
        </p:nvSpPr>
        <p:spPr>
          <a:xfrm>
            <a:off x="187796" y="717452"/>
            <a:ext cx="4313866" cy="4705356"/>
          </a:xfrm>
          <a:prstGeom prst="rect">
            <a:avLst/>
          </a:prstGeom>
        </p:spPr>
        <p:txBody>
          <a:bodyPr spcFirstLastPara="1" wrap="square" lIns="91425" tIns="91425" rIns="91425" bIns="91425" anchor="t" anchorCtr="0">
            <a:noAutofit/>
          </a:bodyPr>
          <a:lstStyle/>
          <a:p>
            <a:pPr marL="0" indent="0" defTabSz="457200">
              <a:lnSpc>
                <a:spcPct val="100000"/>
              </a:lnSpc>
              <a:spcBef>
                <a:spcPts val="600"/>
              </a:spcBef>
              <a:buNone/>
            </a:pPr>
            <a:r>
              <a:rPr lang="en-US" b="1">
                <a:solidFill>
                  <a:schemeClr val="bg1"/>
                </a:solidFill>
              </a:rPr>
              <a:t>Narrative </a:t>
            </a:r>
          </a:p>
          <a:p>
            <a:pPr marL="0" indent="288925" defTabSz="457200">
              <a:lnSpc>
                <a:spcPct val="100000"/>
              </a:lnSpc>
              <a:spcBef>
                <a:spcPts val="600"/>
              </a:spcBef>
              <a:buNone/>
            </a:pPr>
            <a:r>
              <a:rPr lang="en-US" b="1">
                <a:solidFill>
                  <a:srgbClr val="B85741"/>
                </a:solidFill>
              </a:rPr>
              <a:t>Why KPI Bonds?</a:t>
            </a:r>
          </a:p>
          <a:p>
            <a:pPr marL="0" indent="0" defTabSz="457200">
              <a:lnSpc>
                <a:spcPct val="100000"/>
              </a:lnSpc>
              <a:spcBef>
                <a:spcPts val="600"/>
              </a:spcBef>
              <a:buNone/>
            </a:pPr>
            <a:endParaRPr lang="en-US" sz="200" b="1">
              <a:solidFill>
                <a:srgbClr val="B85741"/>
              </a:solidFill>
            </a:endParaRPr>
          </a:p>
          <a:p>
            <a:pPr marL="0" indent="0" defTabSz="457200">
              <a:lnSpc>
                <a:spcPct val="100000"/>
              </a:lnSpc>
              <a:spcBef>
                <a:spcPts val="600"/>
              </a:spcBef>
              <a:buNone/>
            </a:pPr>
            <a:r>
              <a:rPr lang="en" b="1">
                <a:solidFill>
                  <a:schemeClr val="bg1"/>
                </a:solidFill>
              </a:rPr>
              <a:t>Sustainability-Linked-Bonds </a:t>
            </a:r>
            <a:endParaRPr b="1">
              <a:solidFill>
                <a:schemeClr val="bg1"/>
              </a:solidFill>
            </a:endParaRPr>
          </a:p>
          <a:p>
            <a:pPr marL="0" lvl="0" indent="288925" algn="l" defTabSz="457200" rtl="0">
              <a:lnSpc>
                <a:spcPct val="100000"/>
              </a:lnSpc>
              <a:spcBef>
                <a:spcPts val="600"/>
              </a:spcBef>
              <a:spcAft>
                <a:spcPts val="0"/>
              </a:spcAft>
              <a:buNone/>
            </a:pPr>
            <a:r>
              <a:rPr lang="en" b="1">
                <a:solidFill>
                  <a:srgbClr val="B85741"/>
                </a:solidFill>
              </a:rPr>
              <a:t>Basic Concept</a:t>
            </a:r>
            <a:endParaRPr lang="en-US" b="1">
              <a:solidFill>
                <a:srgbClr val="B85741"/>
              </a:solidFill>
            </a:endParaRPr>
          </a:p>
          <a:p>
            <a:pPr marL="0" lvl="0" indent="288925" defTabSz="457200">
              <a:lnSpc>
                <a:spcPct val="100000"/>
              </a:lnSpc>
              <a:spcBef>
                <a:spcPts val="600"/>
              </a:spcBef>
              <a:buNone/>
            </a:pPr>
            <a:r>
              <a:rPr lang="en-US" b="1">
                <a:solidFill>
                  <a:srgbClr val="B85741"/>
                </a:solidFill>
              </a:rPr>
              <a:t>Use Cases</a:t>
            </a:r>
          </a:p>
          <a:p>
            <a:pPr marL="0" lvl="0" indent="288925" defTabSz="457200">
              <a:lnSpc>
                <a:spcPct val="100000"/>
              </a:lnSpc>
              <a:spcBef>
                <a:spcPts val="600"/>
              </a:spcBef>
              <a:buNone/>
            </a:pPr>
            <a:r>
              <a:rPr lang="en-US" b="1">
                <a:solidFill>
                  <a:srgbClr val="B85741"/>
                </a:solidFill>
              </a:rPr>
              <a:t>Shortcomings</a:t>
            </a:r>
          </a:p>
          <a:p>
            <a:pPr marL="0" lvl="0" indent="457200" algn="l" defTabSz="457200" rtl="0">
              <a:lnSpc>
                <a:spcPct val="100000"/>
              </a:lnSpc>
              <a:spcBef>
                <a:spcPts val="600"/>
              </a:spcBef>
              <a:spcAft>
                <a:spcPts val="0"/>
              </a:spcAft>
              <a:buNone/>
            </a:pPr>
            <a:endParaRPr lang="en-US" sz="200" b="1">
              <a:solidFill>
                <a:srgbClr val="B85741"/>
              </a:solidFill>
            </a:endParaRPr>
          </a:p>
          <a:p>
            <a:pPr marL="0" lvl="0" indent="0" algn="l" defTabSz="457200" rtl="0">
              <a:lnSpc>
                <a:spcPct val="100000"/>
              </a:lnSpc>
              <a:spcBef>
                <a:spcPts val="600"/>
              </a:spcBef>
              <a:spcAft>
                <a:spcPts val="0"/>
              </a:spcAft>
              <a:buNone/>
            </a:pPr>
            <a:r>
              <a:rPr lang="en-US" b="1">
                <a:solidFill>
                  <a:schemeClr val="bg1"/>
                </a:solidFill>
              </a:rPr>
              <a:t>KPI Bonds</a:t>
            </a:r>
          </a:p>
          <a:p>
            <a:pPr marL="0" lvl="0" indent="288925" defTabSz="457200">
              <a:lnSpc>
                <a:spcPct val="100000"/>
              </a:lnSpc>
              <a:spcBef>
                <a:spcPts val="600"/>
              </a:spcBef>
              <a:buNone/>
            </a:pPr>
            <a:r>
              <a:rPr lang="en-US" b="1">
                <a:solidFill>
                  <a:srgbClr val="B85741"/>
                </a:solidFill>
              </a:rPr>
              <a:t>Basic Concept</a:t>
            </a:r>
          </a:p>
          <a:p>
            <a:pPr marL="0" indent="288925" defTabSz="457200">
              <a:lnSpc>
                <a:spcPct val="100000"/>
              </a:lnSpc>
              <a:spcBef>
                <a:spcPts val="600"/>
              </a:spcBef>
              <a:buNone/>
            </a:pPr>
            <a:r>
              <a:rPr lang="en-US" b="1">
                <a:solidFill>
                  <a:srgbClr val="B85741"/>
                </a:solidFill>
              </a:rPr>
              <a:t>How to Fund or De-risk?</a:t>
            </a:r>
          </a:p>
          <a:p>
            <a:pPr marL="0" indent="288925" defTabSz="457200">
              <a:lnSpc>
                <a:spcPct val="100000"/>
              </a:lnSpc>
              <a:spcBef>
                <a:spcPts val="600"/>
              </a:spcBef>
              <a:buNone/>
            </a:pPr>
            <a:r>
              <a:rPr lang="en-US" b="1">
                <a:solidFill>
                  <a:srgbClr val="B85741"/>
                </a:solidFill>
              </a:rPr>
              <a:t>Prior actions/Results-Based Payments</a:t>
            </a:r>
          </a:p>
          <a:p>
            <a:pPr marL="0" indent="288925" defTabSz="457200">
              <a:lnSpc>
                <a:spcPct val="100000"/>
              </a:lnSpc>
              <a:spcBef>
                <a:spcPts val="600"/>
              </a:spcBef>
              <a:buNone/>
            </a:pPr>
            <a:r>
              <a:rPr lang="en-US" b="1">
                <a:solidFill>
                  <a:srgbClr val="B85741"/>
                </a:solidFill>
              </a:rPr>
              <a:t>Role of Development Partners</a:t>
            </a:r>
          </a:p>
          <a:p>
            <a:pPr marL="0" indent="457200" defTabSz="457200">
              <a:lnSpc>
                <a:spcPct val="100000"/>
              </a:lnSpc>
              <a:spcBef>
                <a:spcPts val="600"/>
              </a:spcBef>
              <a:buNone/>
            </a:pPr>
            <a:endParaRPr lang="en-US" sz="200" b="1">
              <a:solidFill>
                <a:srgbClr val="B85741"/>
              </a:solidFill>
            </a:endParaRPr>
          </a:p>
          <a:p>
            <a:pPr marL="0" indent="0" defTabSz="457200">
              <a:lnSpc>
                <a:spcPct val="100000"/>
              </a:lnSpc>
              <a:spcBef>
                <a:spcPts val="600"/>
              </a:spcBef>
              <a:buNone/>
            </a:pPr>
            <a:r>
              <a:rPr lang="en-US" b="1">
                <a:solidFill>
                  <a:schemeClr val="bg1"/>
                </a:solidFill>
              </a:rPr>
              <a:t>Further Work (Preview)</a:t>
            </a:r>
          </a:p>
          <a:p>
            <a:pPr marL="0" indent="0" defTabSz="457200">
              <a:lnSpc>
                <a:spcPct val="100000"/>
              </a:lnSpc>
              <a:spcBef>
                <a:spcPts val="600"/>
              </a:spcBef>
              <a:buNone/>
            </a:pPr>
            <a:endParaRPr lang="en-US" sz="300" b="1">
              <a:solidFill>
                <a:schemeClr val="bg1"/>
              </a:solidFill>
            </a:endParaRPr>
          </a:p>
          <a:p>
            <a:pPr marL="0" indent="0" defTabSz="457200">
              <a:lnSpc>
                <a:spcPct val="100000"/>
              </a:lnSpc>
              <a:spcBef>
                <a:spcPts val="600"/>
              </a:spcBef>
              <a:buNone/>
            </a:pPr>
            <a:r>
              <a:rPr lang="en-US" b="1">
                <a:solidFill>
                  <a:schemeClr val="bg1"/>
                </a:solidFill>
              </a:rPr>
              <a:t>Conclusions</a:t>
            </a:r>
          </a:p>
        </p:txBody>
      </p:sp>
      <p:sp>
        <p:nvSpPr>
          <p:cNvPr id="2" name="Slide Number Placeholder 1">
            <a:extLst>
              <a:ext uri="{FF2B5EF4-FFF2-40B4-BE49-F238E27FC236}">
                <a16:creationId xmlns:a16="http://schemas.microsoft.com/office/drawing/2014/main" id="{7A0D5EE1-4D5A-9DCD-7300-468E8A21092A}"/>
              </a:ext>
            </a:extLst>
          </p:cNvPr>
          <p:cNvSpPr>
            <a:spLocks noGrp="1"/>
          </p:cNvSpPr>
          <p:nvPr>
            <p:ph type="sldNum" idx="12"/>
          </p:nvPr>
        </p:nvSpPr>
        <p:spPr/>
        <p:txBody>
          <a:bodyPr/>
          <a:lstStyle/>
          <a:p>
            <a:fld id="{00000000-1234-1234-1234-123412341234}" type="slidenum">
              <a:rPr lang="en"/>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405FFC4A-F41D-FB04-2FF2-582CA9C57DC7}"/>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153" name="Google Shape;153;p20"/>
          <p:cNvSpPr txBox="1">
            <a:spLocks noGrp="1"/>
          </p:cNvSpPr>
          <p:nvPr>
            <p:ph type="title"/>
          </p:nvPr>
        </p:nvSpPr>
        <p:spPr>
          <a:xfrm>
            <a:off x="397375" y="2861625"/>
            <a:ext cx="5334900" cy="1999800"/>
          </a:xfrm>
          <a:prstGeom prst="rect">
            <a:avLst/>
          </a:prstGeom>
        </p:spPr>
        <p:txBody>
          <a:bodyPr spcFirstLastPara="1" wrap="square" lIns="91425" tIns="91425" rIns="91425" bIns="91425" anchor="b" anchorCtr="0">
            <a:noAutofit/>
          </a:bodyPr>
          <a:lstStyle/>
          <a:p>
            <a:pPr>
              <a:buSzPts val="990"/>
            </a:pPr>
            <a:r>
              <a:rPr lang="en-US" sz="2700">
                <a:cs typeface="Segoe UI"/>
              </a:rPr>
              <a:t>Narrative</a:t>
            </a:r>
          </a:p>
          <a:p>
            <a:r>
              <a:rPr lang="en-US" sz="2500">
                <a:solidFill>
                  <a:schemeClr val="accent4"/>
                </a:solidFill>
                <a:cs typeface="Segoe UI"/>
              </a:rPr>
              <a:t>Why KPI Bonds?</a:t>
            </a:r>
            <a:endParaRPr lang="en-US" sz="2500">
              <a:solidFill>
                <a:schemeClr val="accent4"/>
              </a:solidFill>
            </a:endParaRPr>
          </a:p>
          <a:p>
            <a:pPr marL="0" lvl="0" indent="0" algn="l" rtl="0">
              <a:spcBef>
                <a:spcPts val="0"/>
              </a:spcBef>
              <a:spcAft>
                <a:spcPts val="0"/>
              </a:spcAft>
              <a:buNone/>
            </a:pPr>
            <a:endParaRPr lang="en-US" sz="2700">
              <a:solidFill>
                <a:schemeClr val="accent4"/>
              </a:solidFill>
            </a:endParaRPr>
          </a:p>
        </p:txBody>
      </p:sp>
      <p:sp>
        <p:nvSpPr>
          <p:cNvPr id="2" name="Slide Number Placeholder 1">
            <a:extLst>
              <a:ext uri="{FF2B5EF4-FFF2-40B4-BE49-F238E27FC236}">
                <a16:creationId xmlns:a16="http://schemas.microsoft.com/office/drawing/2014/main" id="{447AA57E-8F92-6E3D-467F-183BBE6C364B}"/>
              </a:ext>
            </a:extLst>
          </p:cNvPr>
          <p:cNvSpPr>
            <a:spLocks noGrp="1"/>
          </p:cNvSpPr>
          <p:nvPr>
            <p:ph type="sldNum" idx="12"/>
          </p:nvPr>
        </p:nvSpPr>
        <p:spPr/>
        <p:txBody>
          <a:bodyPr/>
          <a:lstStyle/>
          <a:p>
            <a:fld id="{00000000-1234-1234-1234-123412341234}" type="slidenum">
              <a:rPr lang="en"/>
              <a:t>3</a:t>
            </a:fld>
            <a:endParaRPr lang="en-US"/>
          </a:p>
        </p:txBody>
      </p:sp>
    </p:spTree>
    <p:extLst>
      <p:ext uri="{BB962C8B-B14F-4D97-AF65-F5344CB8AC3E}">
        <p14:creationId xmlns:p14="http://schemas.microsoft.com/office/powerpoint/2010/main" val="7019084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4" name="Title 3">
            <a:extLst>
              <a:ext uri="{FF2B5EF4-FFF2-40B4-BE49-F238E27FC236}">
                <a16:creationId xmlns:a16="http://schemas.microsoft.com/office/drawing/2014/main" id="{E24F0A62-5978-687F-6B1C-C65D28007381}"/>
              </a:ext>
            </a:extLst>
          </p:cNvPr>
          <p:cNvSpPr>
            <a:spLocks noGrp="1"/>
          </p:cNvSpPr>
          <p:nvPr>
            <p:ph type="title"/>
          </p:nvPr>
        </p:nvSpPr>
        <p:spPr/>
        <p:txBody>
          <a:bodyPr/>
          <a:lstStyle/>
          <a:p>
            <a:r>
              <a:rPr lang="en-US"/>
              <a:t>Narrative</a:t>
            </a:r>
          </a:p>
        </p:txBody>
      </p:sp>
      <p:grpSp>
        <p:nvGrpSpPr>
          <p:cNvPr id="106" name="Google Shape;106;p17"/>
          <p:cNvGrpSpPr/>
          <p:nvPr/>
        </p:nvGrpSpPr>
        <p:grpSpPr>
          <a:xfrm>
            <a:off x="3102321" y="1697166"/>
            <a:ext cx="2755134" cy="2791145"/>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p:nvPr/>
          </p:nvSpPr>
          <p:spPr>
            <a:xfrm>
              <a:off x="3276566" y="2256376"/>
              <a:ext cx="1557900" cy="459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Existing structures to incentivize countries and mobilize capital are limited</a:t>
              </a:r>
              <a:endParaRPr sz="1100">
                <a:solidFill>
                  <a:srgbClr val="FFFFFF"/>
                </a:solidFill>
                <a:latin typeface="Roboto"/>
                <a:ea typeface="Roboto"/>
                <a:cs typeface="Roboto"/>
                <a:sym typeface="Roboto"/>
              </a:endParaRPr>
            </a:p>
          </p:txBody>
        </p:sp>
        <p:sp>
          <p:nvSpPr>
            <p:cNvPr id="109" name="Google Shape;109;p17"/>
            <p:cNvSpPr txBox="1"/>
            <p:nvPr/>
          </p:nvSpPr>
          <p:spPr>
            <a:xfrm>
              <a:off x="3234166" y="2836863"/>
              <a:ext cx="1647300" cy="552794"/>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Sustainability Linked Bonds are a step in the right direction, but have flaws from the perspectives of investors and governments</a:t>
              </a:r>
              <a:endParaRPr sz="1000">
                <a:solidFill>
                  <a:srgbClr val="FFFFFF"/>
                </a:solidFill>
                <a:latin typeface="Roboto"/>
                <a:ea typeface="Roboto"/>
                <a:cs typeface="Roboto"/>
                <a:sym typeface="Roboto"/>
              </a:endParaRPr>
            </a:p>
          </p:txBody>
        </p:sp>
      </p:grpSp>
      <p:grpSp>
        <p:nvGrpSpPr>
          <p:cNvPr id="110" name="Google Shape;110;p17"/>
          <p:cNvGrpSpPr/>
          <p:nvPr/>
        </p:nvGrpSpPr>
        <p:grpSpPr>
          <a:xfrm>
            <a:off x="508956" y="1697303"/>
            <a:ext cx="2588704" cy="2788108"/>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627" y="2129157"/>
              <a:ext cx="1451700" cy="55542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100">
                  <a:solidFill>
                    <a:srgbClr val="FFFFFF"/>
                  </a:solidFill>
                  <a:latin typeface="Roboto"/>
                  <a:ea typeface="Roboto"/>
                  <a:cs typeface="Roboto"/>
                </a:rPr>
                <a:t>The world needs more </a:t>
              </a:r>
              <a:r>
                <a:rPr lang="en" sz="1100" b="1">
                  <a:solidFill>
                    <a:srgbClr val="FFFFFF"/>
                  </a:solidFill>
                  <a:latin typeface="Roboto"/>
                  <a:ea typeface="Roboto"/>
                  <a:cs typeface="Roboto"/>
                </a:rPr>
                <a:t>mitigation policy action</a:t>
              </a:r>
              <a:endParaRPr lang="en">
                <a:ea typeface="Roboto"/>
              </a:endParaRPr>
            </a:p>
            <a:p>
              <a:pPr>
                <a:spcBef>
                  <a:spcPts val="600"/>
                </a:spcBef>
              </a:pPr>
              <a:r>
                <a:rPr lang="en-US" sz="1000">
                  <a:solidFill>
                    <a:srgbClr val="FFFFFF"/>
                  </a:solidFill>
                  <a:latin typeface="Roboto"/>
                  <a:ea typeface="Roboto"/>
                  <a:cs typeface="Roboto"/>
                </a:rPr>
                <a:t>Most future emissions will come from Emerging Markets and Developing Economies </a:t>
              </a:r>
              <a:endParaRPr lang="en"/>
            </a:p>
          </p:txBody>
        </p:sp>
        <p:sp>
          <p:nvSpPr>
            <p:cNvPr id="113" name="Google Shape;113;p17"/>
            <p:cNvSpPr txBox="1"/>
            <p:nvPr/>
          </p:nvSpPr>
          <p:spPr>
            <a:xfrm>
              <a:off x="1351625" y="2869175"/>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100">
                  <a:solidFill>
                    <a:srgbClr val="FFFFFF"/>
                  </a:solidFill>
                  <a:latin typeface="Roboto"/>
                  <a:ea typeface="Roboto"/>
                  <a:cs typeface="Roboto"/>
                  <a:sym typeface="Roboto"/>
                </a:rPr>
                <a:t>Developing countries need </a:t>
              </a:r>
              <a:r>
                <a:rPr lang="en" sz="1100" b="1">
                  <a:solidFill>
                    <a:srgbClr val="FFFFFF"/>
                  </a:solidFill>
                  <a:latin typeface="Roboto"/>
                  <a:ea typeface="Roboto"/>
                  <a:cs typeface="Roboto"/>
                  <a:sym typeface="Roboto"/>
                </a:rPr>
                <a:t>access to cheap finance</a:t>
              </a:r>
              <a:endParaRPr lang="en-US"/>
            </a:p>
            <a:p>
              <a:pPr>
                <a:spcAft>
                  <a:spcPts val="600"/>
                </a:spcAft>
              </a:pPr>
              <a:r>
                <a:rPr lang="en-US" sz="1000">
                  <a:solidFill>
                    <a:srgbClr val="FFFFFF"/>
                  </a:solidFill>
                  <a:latin typeface="Roboto"/>
                  <a:ea typeface="Roboto"/>
                  <a:cs typeface="Roboto"/>
                </a:rPr>
                <a:t>Needed capital for the transition will need to come mostly from private sources</a:t>
              </a:r>
              <a:endParaRPr lang="en" sz="1000">
                <a:solidFill>
                  <a:srgbClr val="FFFFFF"/>
                </a:solidFill>
                <a:latin typeface="Roboto"/>
                <a:ea typeface="Roboto"/>
                <a:cs typeface="Roboto"/>
              </a:endParaRPr>
            </a:p>
            <a:p>
              <a:pPr>
                <a:lnSpc>
                  <a:spcPct val="114999"/>
                </a:lnSpc>
                <a:spcAft>
                  <a:spcPts val="1600"/>
                </a:spcAft>
              </a:pPr>
              <a:endParaRPr lang="en" sz="1100" b="1">
                <a:solidFill>
                  <a:srgbClr val="FFFFFF"/>
                </a:solidFill>
                <a:latin typeface="Roboto"/>
                <a:ea typeface="Roboto"/>
                <a:cs typeface="Roboto"/>
              </a:endParaRPr>
            </a:p>
          </p:txBody>
        </p:sp>
      </p:grpSp>
      <p:grpSp>
        <p:nvGrpSpPr>
          <p:cNvPr id="114" name="Google Shape;114;p17"/>
          <p:cNvGrpSpPr/>
          <p:nvPr/>
        </p:nvGrpSpPr>
        <p:grpSpPr>
          <a:xfrm>
            <a:off x="5636125" y="1697031"/>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60226" y="2256387"/>
              <a:ext cx="2417100" cy="33135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KPI Bonds are a better alternative</a:t>
              </a:r>
              <a:endParaRPr sz="1100">
                <a:solidFill>
                  <a:srgbClr val="FFFFFF"/>
                </a:solidFill>
                <a:latin typeface="Roboto"/>
                <a:ea typeface="Roboto"/>
                <a:cs typeface="Roboto"/>
                <a:sym typeface="Roboto"/>
              </a:endParaRPr>
            </a:p>
          </p:txBody>
        </p:sp>
        <p:sp>
          <p:nvSpPr>
            <p:cNvPr id="117" name="Google Shape;117;p17"/>
            <p:cNvSpPr txBox="1"/>
            <p:nvPr/>
          </p:nvSpPr>
          <p:spPr>
            <a:xfrm>
              <a:off x="5360225" y="2648063"/>
              <a:ext cx="2417100" cy="789579"/>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KPI bonds would benefit governments (step down in coupons) </a:t>
              </a:r>
              <a:endParaRPr lang="en-US" sz="1000">
                <a:solidFill>
                  <a:srgbClr val="FFFFFF"/>
                </a:solidFill>
                <a:latin typeface="Roboto"/>
                <a:ea typeface="Roboto"/>
                <a:cs typeface="Roboto"/>
                <a:sym typeface="Roboto"/>
              </a:endParaRPr>
            </a:p>
            <a:p>
              <a:pPr>
                <a:lnSpc>
                  <a:spcPct val="114999"/>
                </a:lnSpc>
                <a:spcAft>
                  <a:spcPts val="1600"/>
                </a:spcAft>
              </a:pPr>
              <a:r>
                <a:rPr lang="en" sz="1000">
                  <a:solidFill>
                    <a:srgbClr val="FFFFFF"/>
                  </a:solidFill>
                  <a:latin typeface="Roboto"/>
                  <a:ea typeface="Roboto"/>
                  <a:cs typeface="Roboto"/>
                  <a:sym typeface="Roboto"/>
                </a:rPr>
                <a:t>KPI bonds would have less variable returns for investors than SLBs.</a:t>
              </a:r>
              <a:endParaRPr sz="1000">
                <a:solidFill>
                  <a:srgbClr val="FFFFFF"/>
                </a:solidFill>
                <a:latin typeface="Roboto"/>
                <a:ea typeface="Roboto"/>
                <a:cs typeface="Roboto"/>
              </a:endParaRPr>
            </a:p>
          </p:txBody>
        </p:sp>
      </p:grpSp>
      <p:grpSp>
        <p:nvGrpSpPr>
          <p:cNvPr id="118" name="Google Shape;118;p17"/>
          <p:cNvGrpSpPr/>
          <p:nvPr/>
        </p:nvGrpSpPr>
        <p:grpSpPr>
          <a:xfrm>
            <a:off x="5566253" y="2455699"/>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45409" y="2460751"/>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Slide Number Placeholder 2">
            <a:extLst>
              <a:ext uri="{FF2B5EF4-FFF2-40B4-BE49-F238E27FC236}">
                <a16:creationId xmlns:a16="http://schemas.microsoft.com/office/drawing/2014/main" id="{6D76BC8A-FECB-1EB6-7F08-67979045EB0F}"/>
              </a:ext>
            </a:extLst>
          </p:cNvPr>
          <p:cNvSpPr>
            <a:spLocks noGrp="1"/>
          </p:cNvSpPr>
          <p:nvPr>
            <p:ph type="sldNum" idx="12"/>
          </p:nvPr>
        </p:nvSpPr>
        <p:spPr>
          <a:xfrm>
            <a:off x="8479602" y="4613212"/>
            <a:ext cx="548700" cy="393600"/>
          </a:xfrm>
        </p:spPr>
        <p:txBody>
          <a:bodyPr/>
          <a:lstStyle/>
          <a:p>
            <a:fld id="{00000000-1234-1234-1234-123412341234}" type="slidenum">
              <a:rPr lang="en"/>
              <a:t>4</a:t>
            </a:fld>
            <a:endParaRPr lang="en-US"/>
          </a:p>
        </p:txBody>
      </p:sp>
    </p:spTree>
    <p:extLst>
      <p:ext uri="{BB962C8B-B14F-4D97-AF65-F5344CB8AC3E}">
        <p14:creationId xmlns:p14="http://schemas.microsoft.com/office/powerpoint/2010/main" val="3497004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15"/>
          <p:cNvSpPr txBox="1">
            <a:spLocks noGrp="1"/>
          </p:cNvSpPr>
          <p:nvPr>
            <p:ph type="title" idx="4294967295"/>
          </p:nvPr>
        </p:nvSpPr>
        <p:spPr>
          <a:xfrm>
            <a:off x="311750" y="831175"/>
            <a:ext cx="5334900" cy="12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2500"/>
          </a:p>
          <a:p>
            <a:pPr marL="0" lvl="0" indent="0" algn="l" rtl="0">
              <a:spcBef>
                <a:spcPts val="0"/>
              </a:spcBef>
              <a:spcAft>
                <a:spcPts val="0"/>
              </a:spcAft>
              <a:buSzPts val="990"/>
              <a:buNone/>
            </a:pPr>
            <a:endParaRPr sz="2500">
              <a:solidFill>
                <a:srgbClr val="FF9900"/>
              </a:solidFill>
            </a:endParaRPr>
          </a:p>
        </p:txBody>
      </p:sp>
      <p:grpSp>
        <p:nvGrpSpPr>
          <p:cNvPr id="78" name="Google Shape;78;p15"/>
          <p:cNvGrpSpPr/>
          <p:nvPr/>
        </p:nvGrpSpPr>
        <p:grpSpPr>
          <a:xfrm>
            <a:off x="311749" y="985925"/>
            <a:ext cx="8389561" cy="731700"/>
            <a:chOff x="-84325" y="996520"/>
            <a:chExt cx="8190531" cy="731700"/>
          </a:xfrm>
        </p:grpSpPr>
        <p:sp>
          <p:nvSpPr>
            <p:cNvPr id="79" name="Google Shape;79;p15"/>
            <p:cNvSpPr txBox="1"/>
            <p:nvPr/>
          </p:nvSpPr>
          <p:spPr>
            <a:xfrm>
              <a:off x="-84325" y="1018375"/>
              <a:ext cx="2799300" cy="629700"/>
            </a:xfrm>
            <a:prstGeom prst="rect">
              <a:avLst/>
            </a:prstGeom>
            <a:noFill/>
            <a:ln>
              <a:noFill/>
            </a:ln>
          </p:spPr>
          <p:txBody>
            <a:bodyPr spcFirstLastPara="1" wrap="square" lIns="91425" tIns="45700" rIns="91425" bIns="45700" anchor="ctr" anchorCtr="0">
              <a:noAutofit/>
            </a:bodyPr>
            <a:lstStyle/>
            <a:p>
              <a:pPr algn="r">
                <a:lnSpc>
                  <a:spcPct val="90000"/>
                </a:lnSpc>
              </a:pPr>
              <a:r>
                <a:rPr lang="en" sz="2200">
                  <a:solidFill>
                    <a:schemeClr val="accent1"/>
                  </a:solidFill>
                  <a:latin typeface="Merriweather"/>
                  <a:ea typeface="Merriweather"/>
                  <a:cs typeface="Merriweather"/>
                  <a:sym typeface="Merriweather"/>
                </a:rPr>
                <a:t>Mobilize Investment</a:t>
              </a:r>
              <a:r>
                <a:rPr lang="en" sz="2200">
                  <a:solidFill>
                    <a:srgbClr val="085631"/>
                  </a:solidFill>
                  <a:latin typeface="Roboto Medium"/>
                  <a:ea typeface="Roboto Medium"/>
                  <a:cs typeface="Roboto Medium"/>
                  <a:sym typeface="Roboto Medium"/>
                </a:rPr>
                <a:t> </a:t>
              </a:r>
              <a:endParaRPr sz="2200">
                <a:solidFill>
                  <a:srgbClr val="085631"/>
                </a:solidFill>
                <a:latin typeface="Roboto Medium"/>
                <a:ea typeface="Roboto Medium"/>
                <a:cs typeface="Roboto Medium"/>
                <a:sym typeface="Roboto Medium"/>
              </a:endParaRPr>
            </a:p>
          </p:txBody>
        </p:sp>
        <p:sp>
          <p:nvSpPr>
            <p:cNvPr id="80" name="Google Shape;80;p15"/>
            <p:cNvSpPr/>
            <p:nvPr/>
          </p:nvSpPr>
          <p:spPr>
            <a:xfrm>
              <a:off x="2844506" y="996520"/>
              <a:ext cx="5261700" cy="7317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2895540" y="1077700"/>
              <a:ext cx="5029200" cy="575400"/>
            </a:xfrm>
            <a:prstGeom prst="rect">
              <a:avLst/>
            </a:prstGeom>
            <a:noFill/>
            <a:ln>
              <a:noFill/>
            </a:ln>
          </p:spPr>
          <p:txBody>
            <a:bodyPr spcFirstLastPara="1" wrap="square" lIns="91425" tIns="45700" rIns="91425" bIns="45700" anchor="ctr" anchorCtr="0">
              <a:noAutofit/>
            </a:bodyPr>
            <a:lstStyle/>
            <a:p>
              <a:pPr>
                <a:lnSpc>
                  <a:spcPct val="115000"/>
                </a:lnSpc>
                <a:spcAft>
                  <a:spcPts val="1200"/>
                </a:spcAft>
              </a:pPr>
              <a:r>
                <a:rPr lang="en" sz="1300">
                  <a:solidFill>
                    <a:schemeClr val="lt1"/>
                  </a:solidFill>
                  <a:latin typeface="Roboto"/>
                  <a:ea typeface="Roboto"/>
                  <a:cs typeface="Roboto"/>
                  <a:sym typeface="Roboto"/>
                </a:rPr>
                <a:t>There is a need to attract increased capital from private investors on a large scale to support climate action in developing countries.</a:t>
              </a:r>
              <a:endParaRPr sz="1300">
                <a:solidFill>
                  <a:schemeClr val="lt1"/>
                </a:solidFill>
                <a:latin typeface="Roboto"/>
                <a:ea typeface="Roboto"/>
                <a:cs typeface="Roboto"/>
                <a:sym typeface="Roboto"/>
              </a:endParaRPr>
            </a:p>
          </p:txBody>
        </p:sp>
      </p:grpSp>
      <p:grpSp>
        <p:nvGrpSpPr>
          <p:cNvPr id="82" name="Google Shape;82;p15"/>
          <p:cNvGrpSpPr/>
          <p:nvPr/>
        </p:nvGrpSpPr>
        <p:grpSpPr>
          <a:xfrm>
            <a:off x="178930" y="1877475"/>
            <a:ext cx="8186095" cy="757090"/>
            <a:chOff x="-289151" y="1912953"/>
            <a:chExt cx="7979429" cy="731700"/>
          </a:xfrm>
        </p:grpSpPr>
        <p:sp>
          <p:nvSpPr>
            <p:cNvPr id="83" name="Google Shape;83;p15"/>
            <p:cNvSpPr txBox="1"/>
            <p:nvPr/>
          </p:nvSpPr>
          <p:spPr>
            <a:xfrm>
              <a:off x="-289151" y="1963944"/>
              <a:ext cx="30045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5"/>
                  </a:solidFill>
                  <a:latin typeface="Merriweather"/>
                  <a:ea typeface="Merriweather"/>
                  <a:cs typeface="Merriweather"/>
                  <a:sym typeface="Merriweather"/>
                </a:rPr>
                <a:t>Incentivize Action</a:t>
              </a:r>
              <a:endParaRPr sz="2200">
                <a:solidFill>
                  <a:schemeClr val="accent5"/>
                </a:solidFill>
                <a:latin typeface="Merriweather"/>
                <a:ea typeface="Merriweather"/>
                <a:cs typeface="Merriweather"/>
                <a:sym typeface="Merriweather"/>
              </a:endParaRPr>
            </a:p>
          </p:txBody>
        </p:sp>
        <p:sp>
          <p:nvSpPr>
            <p:cNvPr id="84" name="Google Shape;84;p15"/>
            <p:cNvSpPr/>
            <p:nvPr/>
          </p:nvSpPr>
          <p:spPr>
            <a:xfrm>
              <a:off x="2764578" y="1912953"/>
              <a:ext cx="4925700" cy="731700"/>
            </a:xfrm>
            <a:prstGeom prst="rect">
              <a:avLst/>
            </a:prstGeom>
            <a:solidFill>
              <a:schemeClr val="accent5"/>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5" name="Google Shape;85;p15"/>
            <p:cNvSpPr txBox="1"/>
            <p:nvPr/>
          </p:nvSpPr>
          <p:spPr>
            <a:xfrm>
              <a:off x="2851707" y="2034968"/>
              <a:ext cx="4776000" cy="486000"/>
            </a:xfrm>
            <a:prstGeom prst="rect">
              <a:avLst/>
            </a:prstGeom>
            <a:solidFill>
              <a:schemeClr val="accent5"/>
            </a:solid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Incentives must be put in place to encourage </a:t>
              </a:r>
              <a:r>
                <a:rPr lang="en" sz="1300">
                  <a:solidFill>
                    <a:schemeClr val="lt1"/>
                  </a:solidFill>
                  <a:latin typeface="Roboto"/>
                  <a:ea typeface="Roboto"/>
                  <a:cs typeface="Roboto"/>
                  <a:sym typeface="Roboto"/>
                </a:rPr>
                <a:t>developing countries to prioritize climate action and green investments.</a:t>
              </a:r>
              <a:endParaRPr sz="1300">
                <a:solidFill>
                  <a:schemeClr val="lt1"/>
                </a:solidFill>
                <a:latin typeface="Roboto"/>
                <a:ea typeface="Roboto"/>
                <a:cs typeface="Roboto"/>
                <a:sym typeface="Roboto"/>
              </a:endParaRPr>
            </a:p>
          </p:txBody>
        </p:sp>
      </p:grpSp>
      <p:grpSp>
        <p:nvGrpSpPr>
          <p:cNvPr id="86" name="Google Shape;86;p15"/>
          <p:cNvGrpSpPr/>
          <p:nvPr/>
        </p:nvGrpSpPr>
        <p:grpSpPr>
          <a:xfrm>
            <a:off x="449075" y="2783825"/>
            <a:ext cx="7371712" cy="831091"/>
            <a:chOff x="-84325" y="2783825"/>
            <a:chExt cx="7371712" cy="831091"/>
          </a:xfrm>
        </p:grpSpPr>
        <p:sp>
          <p:nvSpPr>
            <p:cNvPr id="87" name="Google Shape;87;p15"/>
            <p:cNvSpPr txBox="1"/>
            <p:nvPr/>
          </p:nvSpPr>
          <p:spPr>
            <a:xfrm>
              <a:off x="-84325" y="2883721"/>
              <a:ext cx="27993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4"/>
                  </a:solidFill>
                  <a:latin typeface="Merriweather"/>
                  <a:ea typeface="Merriweather"/>
                  <a:cs typeface="Merriweather"/>
                  <a:sym typeface="Merriweather"/>
                </a:rPr>
                <a:t>Reduce the Risk</a:t>
              </a:r>
              <a:endParaRPr sz="2200">
                <a:solidFill>
                  <a:schemeClr val="accent4"/>
                </a:solidFill>
                <a:latin typeface="Merriweather"/>
                <a:ea typeface="Merriweather"/>
                <a:cs typeface="Merriweather"/>
                <a:sym typeface="Merriweather"/>
              </a:endParaRPr>
            </a:p>
          </p:txBody>
        </p:sp>
        <p:sp>
          <p:nvSpPr>
            <p:cNvPr id="88" name="Google Shape;88;p15"/>
            <p:cNvSpPr/>
            <p:nvPr/>
          </p:nvSpPr>
          <p:spPr>
            <a:xfrm>
              <a:off x="2785646" y="2783825"/>
              <a:ext cx="4501741" cy="831091"/>
            </a:xfrm>
            <a:prstGeom prst="rect">
              <a:avLst/>
            </a:prstGeom>
            <a:solidFill>
              <a:schemeClr val="accent4"/>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9" name="Google Shape;89;p15"/>
            <p:cNvSpPr txBox="1"/>
            <p:nvPr/>
          </p:nvSpPr>
          <p:spPr>
            <a:xfrm>
              <a:off x="2888244" y="2866169"/>
              <a:ext cx="4272000" cy="679711"/>
            </a:xfrm>
            <a:prstGeom prst="rect">
              <a:avLst/>
            </a:prstGeom>
            <a:no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It is essential to de-risk this operation, minimizing variability for investors and maximizing overall impact for developing countries.</a:t>
              </a:r>
              <a:endParaRPr lang="en-US" sz="1300">
                <a:solidFill>
                  <a:srgbClr val="FFFFFF"/>
                </a:solidFill>
                <a:latin typeface="Roboto"/>
                <a:ea typeface="Roboto"/>
                <a:cs typeface="Roboto"/>
              </a:endParaRPr>
            </a:p>
          </p:txBody>
        </p:sp>
      </p:grpSp>
      <p:sp>
        <p:nvSpPr>
          <p:cNvPr id="90" name="Google Shape;90;p15"/>
          <p:cNvSpPr txBox="1"/>
          <p:nvPr/>
        </p:nvSpPr>
        <p:spPr>
          <a:xfrm>
            <a:off x="311750" y="4469700"/>
            <a:ext cx="3000000" cy="531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50">
                <a:solidFill>
                  <a:schemeClr val="lt1"/>
                </a:solidFill>
                <a:latin typeface="Merriweather"/>
                <a:ea typeface="Merriweather"/>
                <a:cs typeface="Merriweather"/>
                <a:sym typeface="Merriweather"/>
              </a:rPr>
              <a:t>Why KPI Bonds?</a:t>
            </a:r>
            <a:endParaRPr sz="2250">
              <a:solidFill>
                <a:schemeClr val="lt1"/>
              </a:solidFill>
            </a:endParaRPr>
          </a:p>
        </p:txBody>
      </p:sp>
      <p:sp>
        <p:nvSpPr>
          <p:cNvPr id="2" name="Slide Number Placeholder 1">
            <a:extLst>
              <a:ext uri="{FF2B5EF4-FFF2-40B4-BE49-F238E27FC236}">
                <a16:creationId xmlns:a16="http://schemas.microsoft.com/office/drawing/2014/main" id="{C5267F8A-3426-1F94-FB5B-3DF7ABF2ECDC}"/>
              </a:ext>
            </a:extLst>
          </p:cNvPr>
          <p:cNvSpPr>
            <a:spLocks noGrp="1"/>
          </p:cNvSpPr>
          <p:nvPr>
            <p:ph type="sldNum" idx="12"/>
          </p:nvPr>
        </p:nvSpPr>
        <p:spPr/>
        <p:txBody>
          <a:bodyPr/>
          <a:lstStyle/>
          <a:p>
            <a:fld id="{00000000-1234-1234-1234-123412341234}" type="slidenum">
              <a:rPr lang="en"/>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6"/>
          <p:cNvSpPr txBox="1">
            <a:spLocks noGrp="1"/>
          </p:cNvSpPr>
          <p:nvPr>
            <p:ph type="body" idx="1"/>
          </p:nvPr>
        </p:nvSpPr>
        <p:spPr>
          <a:xfrm>
            <a:off x="311725" y="1637169"/>
            <a:ext cx="3768579" cy="3076200"/>
          </a:xfrm>
          <a:prstGeom prst="rect">
            <a:avLst/>
          </a:prstGeom>
        </p:spPr>
        <p:txBody>
          <a:bodyPr spcFirstLastPara="1" wrap="square" lIns="91425" tIns="91425" rIns="91425" bIns="91425" anchor="t" anchorCtr="0">
            <a:noAutofit/>
          </a:bodyPr>
          <a:lstStyle/>
          <a:p>
            <a:pPr indent="-304800">
              <a:lnSpc>
                <a:spcPct val="150000"/>
              </a:lnSpc>
              <a:buClr>
                <a:srgbClr val="000000"/>
              </a:buClr>
              <a:buSzPts val="1200"/>
            </a:pPr>
            <a:r>
              <a:rPr lang="en" sz="1200">
                <a:solidFill>
                  <a:srgbClr val="000000"/>
                </a:solidFill>
              </a:rPr>
              <a:t>To achieve global net zero by 2050, annual investments from </a:t>
            </a:r>
            <a:r>
              <a:rPr lang="en" sz="1200" b="1">
                <a:solidFill>
                  <a:srgbClr val="000000"/>
                </a:solidFill>
              </a:rPr>
              <a:t>US$3.4 trillion to $8.1 trillion</a:t>
            </a:r>
            <a:r>
              <a:rPr lang="en" sz="1200">
                <a:solidFill>
                  <a:srgbClr val="000000"/>
                </a:solidFill>
              </a:rPr>
              <a:t> are needed (Yilmaz et al. 2022). </a:t>
            </a:r>
          </a:p>
          <a:p>
            <a:pPr indent="-304800">
              <a:lnSpc>
                <a:spcPct val="150000"/>
              </a:lnSpc>
              <a:buClr>
                <a:srgbClr val="000000"/>
              </a:buClr>
              <a:buSzPts val="1200"/>
            </a:pPr>
            <a:endParaRPr lang="en-US" sz="1200">
              <a:solidFill>
                <a:srgbClr val="000000"/>
              </a:solidFill>
            </a:endParaRPr>
          </a:p>
          <a:p>
            <a:pPr indent="-304800">
              <a:lnSpc>
                <a:spcPct val="150000"/>
              </a:lnSpc>
              <a:buClr>
                <a:srgbClr val="000000"/>
              </a:buClr>
              <a:buSzPts val="1200"/>
            </a:pPr>
            <a:r>
              <a:rPr lang="en" sz="1200">
                <a:solidFill>
                  <a:srgbClr val="000000"/>
                </a:solidFill>
              </a:rPr>
              <a:t>Developing countries alone will require </a:t>
            </a:r>
            <a:r>
              <a:rPr lang="en" sz="1200" b="1">
                <a:solidFill>
                  <a:srgbClr val="000000"/>
                </a:solidFill>
              </a:rPr>
              <a:t>$2 trillion annually</a:t>
            </a:r>
            <a:r>
              <a:rPr lang="en" sz="1200">
                <a:solidFill>
                  <a:srgbClr val="000000"/>
                </a:solidFill>
              </a:rPr>
              <a:t> (IMF 2023).</a:t>
            </a:r>
          </a:p>
          <a:p>
            <a:pPr indent="-304800">
              <a:lnSpc>
                <a:spcPct val="150000"/>
              </a:lnSpc>
              <a:buClr>
                <a:srgbClr val="000000"/>
              </a:buClr>
              <a:buSzPts val="1200"/>
            </a:pPr>
            <a:endParaRPr lang="en-US"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The IMF (2023) has estimated that approximately </a:t>
            </a:r>
            <a:r>
              <a:rPr lang="en" sz="1200" b="1">
                <a:solidFill>
                  <a:srgbClr val="000000"/>
                </a:solidFill>
              </a:rPr>
              <a:t>80%</a:t>
            </a:r>
            <a:r>
              <a:rPr lang="en" sz="1200">
                <a:solidFill>
                  <a:srgbClr val="000000"/>
                </a:solidFill>
              </a:rPr>
              <a:t> of the necessary investment must come from the </a:t>
            </a:r>
            <a:r>
              <a:rPr lang="en" sz="1200" b="1">
                <a:solidFill>
                  <a:srgbClr val="000000"/>
                </a:solidFill>
              </a:rPr>
              <a:t>private sector.</a:t>
            </a:r>
            <a:endParaRPr lang="en-US" sz="1200" b="1">
              <a:solidFill>
                <a:srgbClr val="000000"/>
              </a:solidFill>
            </a:endParaRPr>
          </a:p>
        </p:txBody>
      </p:sp>
      <p:sp>
        <p:nvSpPr>
          <p:cNvPr id="97" name="Google Shape;97;p16"/>
          <p:cNvSpPr txBox="1"/>
          <p:nvPr/>
        </p:nvSpPr>
        <p:spPr>
          <a:xfrm>
            <a:off x="311725" y="673650"/>
            <a:ext cx="6409200" cy="53088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500">
                <a:solidFill>
                  <a:schemeClr val="lt1"/>
                </a:solidFill>
                <a:latin typeface="Merriweather"/>
                <a:ea typeface="Merriweather"/>
                <a:cs typeface="Merriweather"/>
                <a:sym typeface="Merriweather"/>
              </a:rPr>
              <a:t>Mobilize Investment: Quantity</a:t>
            </a:r>
          </a:p>
        </p:txBody>
      </p:sp>
      <p:pic>
        <p:nvPicPr>
          <p:cNvPr id="98" name="Google Shape;98;p16" title="Points scored"/>
          <p:cNvPicPr preferRelativeResize="0"/>
          <p:nvPr/>
        </p:nvPicPr>
        <p:blipFill>
          <a:blip r:embed="rId3">
            <a:alphaModFix/>
          </a:blip>
          <a:stretch>
            <a:fillRect/>
          </a:stretch>
        </p:blipFill>
        <p:spPr>
          <a:xfrm>
            <a:off x="4472550" y="1581900"/>
            <a:ext cx="4527600" cy="2799566"/>
          </a:xfrm>
          <a:prstGeom prst="rect">
            <a:avLst/>
          </a:prstGeom>
          <a:noFill/>
          <a:ln>
            <a:noFill/>
          </a:ln>
        </p:spPr>
      </p:pic>
      <p:sp>
        <p:nvSpPr>
          <p:cNvPr id="99" name="Google Shape;99;p16"/>
          <p:cNvSpPr txBox="1">
            <a:spLocks noGrp="1"/>
          </p:cNvSpPr>
          <p:nvPr>
            <p:ph type="body" idx="1"/>
          </p:nvPr>
        </p:nvSpPr>
        <p:spPr>
          <a:xfrm>
            <a:off x="4572000" y="4400400"/>
            <a:ext cx="39999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Sources: IMF (2023); OECD (2021)</a:t>
            </a:r>
            <a:endParaRPr sz="1000">
              <a:solidFill>
                <a:schemeClr val="dk1"/>
              </a:solidFill>
            </a:endParaRPr>
          </a:p>
        </p:txBody>
      </p:sp>
      <p:sp>
        <p:nvSpPr>
          <p:cNvPr id="2" name="Slide Number Placeholder 1">
            <a:extLst>
              <a:ext uri="{FF2B5EF4-FFF2-40B4-BE49-F238E27FC236}">
                <a16:creationId xmlns:a16="http://schemas.microsoft.com/office/drawing/2014/main" id="{1C504883-4DCE-99D5-05CD-797DDCE06373}"/>
              </a:ext>
            </a:extLst>
          </p:cNvPr>
          <p:cNvSpPr>
            <a:spLocks noGrp="1"/>
          </p:cNvSpPr>
          <p:nvPr>
            <p:ph type="sldNum" idx="12"/>
          </p:nvPr>
        </p:nvSpPr>
        <p:spPr/>
        <p:txBody>
          <a:bodyPr/>
          <a:lstStyle/>
          <a:p>
            <a:fld id="{00000000-1234-1234-1234-123412341234}" type="slidenum">
              <a:rPr lang="en"/>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0"/>
              </a:spcBef>
              <a:spcAft>
                <a:spcPts val="0"/>
              </a:spcAft>
              <a:buNone/>
            </a:pPr>
            <a:endParaRPr sz="4000">
              <a:solidFill>
                <a:srgbClr val="FF9900"/>
              </a:solidFill>
            </a:endParaRPr>
          </a:p>
        </p:txBody>
      </p:sp>
      <p:sp>
        <p:nvSpPr>
          <p:cNvPr id="105" name="Google Shape;105;p17"/>
          <p:cNvSpPr txBox="1"/>
          <p:nvPr/>
        </p:nvSpPr>
        <p:spPr>
          <a:xfrm>
            <a:off x="311725" y="673650"/>
            <a:ext cx="6409200" cy="53088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500">
                <a:solidFill>
                  <a:schemeClr val="lt1"/>
                </a:solidFill>
                <a:latin typeface="Merriweather"/>
                <a:ea typeface="Merriweather"/>
                <a:cs typeface="Merriweather"/>
                <a:sym typeface="Merriweather"/>
              </a:rPr>
              <a:t>Mobilize Investment: Cost</a:t>
            </a:r>
          </a:p>
        </p:txBody>
      </p:sp>
      <p:grpSp>
        <p:nvGrpSpPr>
          <p:cNvPr id="106" name="Google Shape;106;p17"/>
          <p:cNvGrpSpPr/>
          <p:nvPr/>
        </p:nvGrpSpPr>
        <p:grpSpPr>
          <a:xfrm>
            <a:off x="3073746" y="2090073"/>
            <a:ext cx="2755134" cy="2186924"/>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p:nvPr/>
          </p:nvSpPr>
          <p:spPr>
            <a:xfrm>
              <a:off x="3276566" y="2256376"/>
              <a:ext cx="1557900" cy="459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The cost of capital in developing countries is high.</a:t>
              </a:r>
              <a:endParaRPr sz="1100">
                <a:solidFill>
                  <a:srgbClr val="FFFFFF"/>
                </a:solidFill>
                <a:latin typeface="Roboto"/>
                <a:ea typeface="Roboto"/>
                <a:cs typeface="Roboto"/>
                <a:sym typeface="Roboto"/>
              </a:endParaRPr>
            </a:p>
          </p:txBody>
        </p:sp>
        <p:sp>
          <p:nvSpPr>
            <p:cNvPr id="109" name="Google Shape;109;p17"/>
            <p:cNvSpPr txBox="1"/>
            <p:nvPr/>
          </p:nvSpPr>
          <p:spPr>
            <a:xfrm>
              <a:off x="3234166" y="2716345"/>
              <a:ext cx="16473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The high cost of capital makes capital investment requirements for many projects difficult.</a:t>
              </a:r>
              <a:endParaRPr sz="1000">
                <a:solidFill>
                  <a:srgbClr val="FFFFFF"/>
                </a:solidFill>
                <a:latin typeface="Roboto"/>
                <a:ea typeface="Roboto"/>
                <a:cs typeface="Roboto"/>
                <a:sym typeface="Roboto"/>
              </a:endParaRPr>
            </a:p>
          </p:txBody>
        </p:sp>
      </p:grpSp>
      <p:grpSp>
        <p:nvGrpSpPr>
          <p:cNvPr id="110" name="Google Shape;110;p17"/>
          <p:cNvGrpSpPr/>
          <p:nvPr/>
        </p:nvGrpSpPr>
        <p:grpSpPr>
          <a:xfrm>
            <a:off x="480381" y="2090210"/>
            <a:ext cx="2595847" cy="2186924"/>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627" y="2256385"/>
              <a:ext cx="1451700" cy="4599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Developing countries have difficulty accessing low-cost financing.</a:t>
              </a:r>
              <a:endParaRPr sz="1100">
                <a:solidFill>
                  <a:srgbClr val="FFFFFF"/>
                </a:solidFill>
                <a:latin typeface="Roboto"/>
                <a:ea typeface="Roboto"/>
                <a:cs typeface="Roboto"/>
                <a:sym typeface="Roboto"/>
              </a:endParaRPr>
            </a:p>
          </p:txBody>
        </p:sp>
        <p:sp>
          <p:nvSpPr>
            <p:cNvPr id="113" name="Google Shape;113;p17"/>
            <p:cNvSpPr txBox="1"/>
            <p:nvPr/>
          </p:nvSpPr>
          <p:spPr>
            <a:xfrm>
              <a:off x="1351625" y="2716352"/>
              <a:ext cx="1451700" cy="5124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Countries with less-developed financial institutions are less able to attract private capital and face prohibitively high interest rates on loans.</a:t>
              </a:r>
              <a:endParaRPr sz="1000">
                <a:solidFill>
                  <a:srgbClr val="FFFFFF"/>
                </a:solidFill>
                <a:latin typeface="Roboto"/>
                <a:ea typeface="Roboto"/>
                <a:cs typeface="Roboto"/>
                <a:sym typeface="Roboto"/>
              </a:endParaRPr>
            </a:p>
          </p:txBody>
        </p:sp>
      </p:grpSp>
      <p:grpSp>
        <p:nvGrpSpPr>
          <p:cNvPr id="114" name="Google Shape;114;p17"/>
          <p:cNvGrpSpPr/>
          <p:nvPr/>
        </p:nvGrpSpPr>
        <p:grpSpPr>
          <a:xfrm>
            <a:off x="5412834" y="2090098"/>
            <a:ext cx="3226890" cy="2186924"/>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60226" y="2256387"/>
              <a:ext cx="2417100"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Mobilizing investment in developing countries is imperative to finance climate action.</a:t>
              </a:r>
              <a:endParaRPr sz="1100">
                <a:solidFill>
                  <a:srgbClr val="FFFFFF"/>
                </a:solidFill>
                <a:latin typeface="Roboto"/>
                <a:ea typeface="Roboto"/>
                <a:cs typeface="Roboto"/>
                <a:sym typeface="Roboto"/>
              </a:endParaRPr>
            </a:p>
          </p:txBody>
        </p:sp>
        <p:sp>
          <p:nvSpPr>
            <p:cNvPr id="117" name="Google Shape;117;p17"/>
            <p:cNvSpPr txBox="1"/>
            <p:nvPr/>
          </p:nvSpPr>
          <p:spPr>
            <a:xfrm>
              <a:off x="5360225" y="2716353"/>
              <a:ext cx="2417100" cy="5124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000">
                  <a:solidFill>
                    <a:srgbClr val="FFFFFF"/>
                  </a:solidFill>
                  <a:latin typeface="Roboto"/>
                  <a:ea typeface="Roboto"/>
                  <a:cs typeface="Roboto"/>
                  <a:sym typeface="Roboto"/>
                </a:rPr>
                <a:t>In many developing countries, dramatic reductions in the cost of capital via access to low-cost financing will be necessary to enable a boom in clean infrastructure projects.</a:t>
              </a:r>
              <a:endParaRPr sz="1000">
                <a:solidFill>
                  <a:srgbClr val="FFFFFF"/>
                </a:solidFill>
                <a:latin typeface="Roboto"/>
                <a:ea typeface="Roboto"/>
                <a:cs typeface="Roboto"/>
                <a:sym typeface="Roboto"/>
              </a:endParaRPr>
            </a:p>
          </p:txBody>
        </p:sp>
      </p:grpSp>
      <p:grpSp>
        <p:nvGrpSpPr>
          <p:cNvPr id="118" name="Google Shape;118;p17"/>
          <p:cNvGrpSpPr/>
          <p:nvPr/>
        </p:nvGrpSpPr>
        <p:grpSpPr>
          <a:xfrm>
            <a:off x="5342684" y="2853657"/>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16834" y="2853657"/>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Slide Number Placeholder 2">
            <a:extLst>
              <a:ext uri="{FF2B5EF4-FFF2-40B4-BE49-F238E27FC236}">
                <a16:creationId xmlns:a16="http://schemas.microsoft.com/office/drawing/2014/main" id="{6D76BC8A-FECB-1EB6-7F08-67979045EB0F}"/>
              </a:ext>
            </a:extLst>
          </p:cNvPr>
          <p:cNvSpPr>
            <a:spLocks noGrp="1"/>
          </p:cNvSpPr>
          <p:nvPr>
            <p:ph type="sldNum" idx="12"/>
          </p:nvPr>
        </p:nvSpPr>
        <p:spPr/>
        <p:txBody>
          <a:bodyPr/>
          <a:lstStyle/>
          <a:p>
            <a:fld id="{00000000-1234-1234-1234-123412341234}" type="slidenum">
              <a:rPr lang="en"/>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Incentivize Climate Action</a:t>
            </a:r>
            <a:endParaRPr lang="en-US" sz="2500"/>
          </a:p>
        </p:txBody>
      </p:sp>
      <p:grpSp>
        <p:nvGrpSpPr>
          <p:cNvPr id="131" name="Google Shape;131;p18"/>
          <p:cNvGrpSpPr/>
          <p:nvPr/>
        </p:nvGrpSpPr>
        <p:grpSpPr>
          <a:xfrm rot="5400000">
            <a:off x="1400923" y="1899975"/>
            <a:ext cx="1968704" cy="2453536"/>
            <a:chOff x="2744034" y="1146343"/>
            <a:chExt cx="1827900" cy="2399700"/>
          </a:xfrm>
        </p:grpSpPr>
        <p:sp>
          <p:nvSpPr>
            <p:cNvPr id="132" name="Google Shape;132;p18"/>
            <p:cNvSpPr/>
            <p:nvPr/>
          </p:nvSpPr>
          <p:spPr>
            <a:xfrm rot="-5400000">
              <a:off x="2458134" y="1432243"/>
              <a:ext cx="2399700" cy="1827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8"/>
            <p:cNvSpPr/>
            <p:nvPr/>
          </p:nvSpPr>
          <p:spPr>
            <a:xfrm flipH="1">
              <a:off x="2832601" y="1263987"/>
              <a:ext cx="1649400" cy="2192113"/>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8"/>
            <p:cNvSpPr txBox="1"/>
            <p:nvPr/>
          </p:nvSpPr>
          <p:spPr>
            <a:xfrm rot="16200000">
              <a:off x="2625066" y="1713559"/>
              <a:ext cx="2069945" cy="1333500"/>
            </a:xfrm>
            <a:prstGeom prst="rect">
              <a:avLst/>
            </a:prstGeom>
            <a:solidFill>
              <a:schemeClr val="accent5"/>
            </a:solidFill>
            <a:ln>
              <a:noFill/>
            </a:ln>
          </p:spPr>
          <p:txBody>
            <a:bodyPr spcFirstLastPara="1" wrap="square" lIns="91425" tIns="91425" rIns="91425" bIns="91425" anchor="t" anchorCtr="0">
              <a:noAutofit/>
            </a:bodyPr>
            <a:lstStyle/>
            <a:p>
              <a:pPr algn="ctr">
                <a:lnSpc>
                  <a:spcPct val="150000"/>
                </a:lnSpc>
              </a:pPr>
              <a:r>
                <a:rPr lang="en-US" sz="1100">
                  <a:solidFill>
                    <a:schemeClr val="bg1"/>
                  </a:solidFill>
                  <a:latin typeface="Roboto Medium"/>
                  <a:ea typeface="Roboto"/>
                  <a:sym typeface="Roboto"/>
                </a:rPr>
                <a:t>95% of international public climate financing is provided up front, lacking a clear and effective long-term incentive structure (WB 2022).</a:t>
              </a:r>
              <a:endParaRPr lang="en" sz="1100" b="1">
                <a:solidFill>
                  <a:schemeClr val="bg1"/>
                </a:solidFill>
                <a:latin typeface="Roboto Medium"/>
                <a:ea typeface="Roboto"/>
                <a:cs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3" name="Slide Number Placeholder 2">
            <a:extLst>
              <a:ext uri="{FF2B5EF4-FFF2-40B4-BE49-F238E27FC236}">
                <a16:creationId xmlns:a16="http://schemas.microsoft.com/office/drawing/2014/main" id="{07631F61-1158-E46B-2ED5-B39261E0E62F}"/>
              </a:ext>
            </a:extLst>
          </p:cNvPr>
          <p:cNvSpPr>
            <a:spLocks noGrp="1"/>
          </p:cNvSpPr>
          <p:nvPr>
            <p:ph type="sldNum" idx="12"/>
          </p:nvPr>
        </p:nvSpPr>
        <p:spPr/>
        <p:txBody>
          <a:bodyPr/>
          <a:lstStyle/>
          <a:p>
            <a:fld id="{00000000-1234-1234-1234-123412341234}" type="slidenum">
              <a:rPr lang="en"/>
              <a:t>8</a:t>
            </a:fld>
            <a:endParaRPr lang="en-US"/>
          </a:p>
        </p:txBody>
      </p:sp>
      <p:grpSp>
        <p:nvGrpSpPr>
          <p:cNvPr id="2" name="Google Shape;131;p18">
            <a:extLst>
              <a:ext uri="{FF2B5EF4-FFF2-40B4-BE49-F238E27FC236}">
                <a16:creationId xmlns:a16="http://schemas.microsoft.com/office/drawing/2014/main" id="{8C8ED161-B9DD-7917-6E06-5910713D65C4}"/>
              </a:ext>
            </a:extLst>
          </p:cNvPr>
          <p:cNvGrpSpPr/>
          <p:nvPr/>
        </p:nvGrpSpPr>
        <p:grpSpPr>
          <a:xfrm rot="5400000">
            <a:off x="5107389" y="1825429"/>
            <a:ext cx="1964561" cy="2606764"/>
            <a:chOff x="2744034" y="1146343"/>
            <a:chExt cx="1827900" cy="2399700"/>
          </a:xfrm>
        </p:grpSpPr>
        <p:sp>
          <p:nvSpPr>
            <p:cNvPr id="4" name="Google Shape;132;p18">
              <a:extLst>
                <a:ext uri="{FF2B5EF4-FFF2-40B4-BE49-F238E27FC236}">
                  <a16:creationId xmlns:a16="http://schemas.microsoft.com/office/drawing/2014/main" id="{A49286EE-B2B7-34D7-6D1D-6C718CE1E89E}"/>
                </a:ext>
              </a:extLst>
            </p:cNvPr>
            <p:cNvSpPr/>
            <p:nvPr/>
          </p:nvSpPr>
          <p:spPr>
            <a:xfrm rot="-5400000">
              <a:off x="2458134" y="1432243"/>
              <a:ext cx="2399700" cy="1827900"/>
            </a:xfrm>
            <a:prstGeom prst="rect">
              <a:avLst/>
            </a:prstGeom>
            <a:solidFill>
              <a:srgbClr val="00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p18">
              <a:extLst>
                <a:ext uri="{FF2B5EF4-FFF2-40B4-BE49-F238E27FC236}">
                  <a16:creationId xmlns:a16="http://schemas.microsoft.com/office/drawing/2014/main" id="{F6A9BDFE-6E9A-DBFE-C176-E901F770C790}"/>
                </a:ext>
              </a:extLst>
            </p:cNvPr>
            <p:cNvSpPr/>
            <p:nvPr/>
          </p:nvSpPr>
          <p:spPr>
            <a:xfrm flipH="1">
              <a:off x="2832601" y="1263987"/>
              <a:ext cx="1649400" cy="2192113"/>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4;p18">
              <a:extLst>
                <a:ext uri="{FF2B5EF4-FFF2-40B4-BE49-F238E27FC236}">
                  <a16:creationId xmlns:a16="http://schemas.microsoft.com/office/drawing/2014/main" id="{81670A1B-5081-8CDF-50E9-89F73E7BF31D}"/>
                </a:ext>
              </a:extLst>
            </p:cNvPr>
            <p:cNvSpPr txBox="1"/>
            <p:nvPr/>
          </p:nvSpPr>
          <p:spPr>
            <a:xfrm rot="16200000">
              <a:off x="2592004" y="1596050"/>
              <a:ext cx="2069944" cy="1494756"/>
            </a:xfrm>
            <a:prstGeom prst="rect">
              <a:avLst/>
            </a:prstGeom>
            <a:solidFill>
              <a:srgbClr val="002F4A"/>
            </a:solidFill>
            <a:ln>
              <a:noFill/>
            </a:ln>
          </p:spPr>
          <p:txBody>
            <a:bodyPr spcFirstLastPara="1" wrap="square" lIns="91425" tIns="91425" rIns="91425" bIns="91425" anchor="t" anchorCtr="0">
              <a:noAutofit/>
            </a:bodyPr>
            <a:lstStyle/>
            <a:p>
              <a:pPr algn="ctr">
                <a:lnSpc>
                  <a:spcPct val="150000"/>
                </a:lnSpc>
              </a:pPr>
              <a:r>
                <a:rPr lang="en-US" sz="1100">
                  <a:solidFill>
                    <a:schemeClr val="lt1"/>
                  </a:solidFill>
                  <a:latin typeface="Roboto Medium"/>
                  <a:ea typeface="Roboto"/>
                  <a:sym typeface="Roboto"/>
                </a:rPr>
                <a:t>A strategic incentives and implementation framework must accompany the mobilization of private investment in developing countries.</a:t>
              </a:r>
              <a:endParaRPr lang="en-US" sz="1100">
                <a:solidFill>
                  <a:schemeClr val="lt1"/>
                </a:solidFill>
                <a:latin typeface="Roboto Medium"/>
                <a:ea typeface="Roboto"/>
              </a:endParaRPr>
            </a:p>
            <a:p>
              <a:pPr marL="0" lvl="0" indent="0" algn="ctr" rtl="0">
                <a:lnSpc>
                  <a:spcPct val="115000"/>
                </a:lnSpc>
                <a:spcBef>
                  <a:spcPts val="0"/>
                </a:spcBef>
                <a:spcAft>
                  <a:spcPts val="0"/>
                </a:spcAft>
                <a:buNone/>
              </a:pPr>
              <a:endParaRPr sz="800">
                <a:solidFill>
                  <a:srgbClr val="FFFFFF"/>
                </a:solidFill>
                <a:latin typeface="Roboto Medium"/>
                <a:ea typeface="Roboto"/>
                <a:cs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8" name="Arrow: Right 7">
            <a:extLst>
              <a:ext uri="{FF2B5EF4-FFF2-40B4-BE49-F238E27FC236}">
                <a16:creationId xmlns:a16="http://schemas.microsoft.com/office/drawing/2014/main" id="{73795EDF-2136-CDAE-1BF3-174BF2125230}"/>
              </a:ext>
            </a:extLst>
          </p:cNvPr>
          <p:cNvSpPr/>
          <p:nvPr/>
        </p:nvSpPr>
        <p:spPr>
          <a:xfrm>
            <a:off x="3602935" y="2948609"/>
            <a:ext cx="828260" cy="405847"/>
          </a:xfrm>
          <a:prstGeom prst="rightArrow">
            <a:avLst/>
          </a:prstGeom>
          <a:ln>
            <a:solidFill>
              <a:srgbClr val="002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Reduce the Risk</a:t>
            </a:r>
            <a:endParaRPr lang="en-US" sz="2500"/>
          </a:p>
        </p:txBody>
      </p:sp>
      <p:grpSp>
        <p:nvGrpSpPr>
          <p:cNvPr id="140" name="Google Shape;140;p19"/>
          <p:cNvGrpSpPr/>
          <p:nvPr/>
        </p:nvGrpSpPr>
        <p:grpSpPr>
          <a:xfrm>
            <a:off x="627825" y="1614657"/>
            <a:ext cx="3791776" cy="1098419"/>
            <a:chOff x="1126857" y="2013877"/>
            <a:chExt cx="1944600" cy="652500"/>
          </a:xfrm>
        </p:grpSpPr>
        <p:sp>
          <p:nvSpPr>
            <p:cNvPr id="141" name="Google Shape;141;p19"/>
            <p:cNvSpPr/>
            <p:nvPr/>
          </p:nvSpPr>
          <p:spPr>
            <a:xfrm>
              <a:off x="1126857" y="2013877"/>
              <a:ext cx="1944600" cy="6525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9"/>
            <p:cNvSpPr txBox="1"/>
            <p:nvPr/>
          </p:nvSpPr>
          <p:spPr>
            <a:xfrm>
              <a:off x="1265614" y="2082573"/>
              <a:ext cx="1667100" cy="5151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r>
                <a:rPr lang="en" sz="1100">
                  <a:solidFill>
                    <a:srgbClr val="FFFFFF"/>
                  </a:solidFill>
                  <a:latin typeface="Roboto"/>
                  <a:ea typeface="Roboto"/>
                  <a:cs typeface="Roboto"/>
                  <a:sym typeface="Roboto"/>
                </a:rPr>
                <a:t>To ensure a consistent flow of private investment to developing countries, it is crucial to streamline the investment process, aiming to optimize rewards and minimize risks. </a:t>
              </a:r>
              <a:endParaRPr sz="1100" b="1">
                <a:solidFill>
                  <a:srgbClr val="FFFFFF"/>
                </a:solidFill>
                <a:latin typeface="Roboto"/>
                <a:ea typeface="Roboto"/>
                <a:cs typeface="Roboto"/>
                <a:sym typeface="Roboto"/>
              </a:endParaRPr>
            </a:p>
          </p:txBody>
        </p:sp>
      </p:grpSp>
      <p:grpSp>
        <p:nvGrpSpPr>
          <p:cNvPr id="143" name="Google Shape;143;p19"/>
          <p:cNvGrpSpPr/>
          <p:nvPr/>
        </p:nvGrpSpPr>
        <p:grpSpPr>
          <a:xfrm>
            <a:off x="4724457" y="1614476"/>
            <a:ext cx="3875155" cy="1098406"/>
            <a:chOff x="3071454" y="2013875"/>
            <a:chExt cx="2154300" cy="1569600"/>
          </a:xfrm>
        </p:grpSpPr>
        <p:sp>
          <p:nvSpPr>
            <p:cNvPr id="144" name="Google Shape;144;p19"/>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txBox="1"/>
            <p:nvPr/>
          </p:nvSpPr>
          <p:spPr>
            <a:xfrm>
              <a:off x="3259784" y="2301420"/>
              <a:ext cx="1779000" cy="111706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Mitigating perceived risks is achievable through collaborations between the World Bank (WB) and other development partners.</a:t>
              </a:r>
              <a:endParaRPr sz="1100">
                <a:solidFill>
                  <a:srgbClr val="FFFFFF"/>
                </a:solidFill>
                <a:latin typeface="Roboto"/>
                <a:ea typeface="Roboto"/>
                <a:cs typeface="Roboto"/>
                <a:sym typeface="Roboto"/>
              </a:endParaRPr>
            </a:p>
          </p:txBody>
        </p:sp>
      </p:grpSp>
      <p:sp>
        <p:nvSpPr>
          <p:cNvPr id="146" name="Google Shape;146;p19"/>
          <p:cNvSpPr txBox="1"/>
          <p:nvPr/>
        </p:nvSpPr>
        <p:spPr>
          <a:xfrm>
            <a:off x="152400" y="1524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endParaRPr/>
          </a:p>
        </p:txBody>
      </p:sp>
      <p:sp>
        <p:nvSpPr>
          <p:cNvPr id="147" name="Google Shape;147;p19"/>
          <p:cNvSpPr txBox="1">
            <a:spLocks noGrp="1"/>
          </p:cNvSpPr>
          <p:nvPr>
            <p:ph type="body" idx="1"/>
          </p:nvPr>
        </p:nvSpPr>
        <p:spPr>
          <a:xfrm>
            <a:off x="523750" y="2857125"/>
            <a:ext cx="3999900" cy="217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a:solidFill>
                  <a:srgbClr val="000000"/>
                </a:solidFill>
              </a:rPr>
              <a:t>Direct investment risks in developing countries:</a:t>
            </a:r>
          </a:p>
          <a:p>
            <a:pPr marL="457200" lvl="0" indent="-304800" algn="l" rtl="0">
              <a:spcBef>
                <a:spcPts val="1200"/>
              </a:spcBef>
              <a:spcAft>
                <a:spcPts val="0"/>
              </a:spcAft>
              <a:buClr>
                <a:srgbClr val="000000"/>
              </a:buClr>
              <a:buSzPts val="1200"/>
              <a:buChar char="●"/>
            </a:pPr>
            <a:r>
              <a:rPr lang="en" sz="1200">
                <a:solidFill>
                  <a:srgbClr val="000000"/>
                </a:solidFill>
              </a:rPr>
              <a:t>Concerns about host country financial stability and reliability of repayments.</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Currency depreciation and foreign exchange risks.</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Institutional capacity gaps and technical limitations.</a:t>
            </a:r>
            <a:endParaRPr sz="1200">
              <a:solidFill>
                <a:srgbClr val="000000"/>
              </a:solidFill>
            </a:endParaRPr>
          </a:p>
        </p:txBody>
      </p:sp>
      <p:sp>
        <p:nvSpPr>
          <p:cNvPr id="148" name="Google Shape;148;p19"/>
          <p:cNvSpPr txBox="1">
            <a:spLocks noGrp="1"/>
          </p:cNvSpPr>
          <p:nvPr>
            <p:ph type="body" idx="1"/>
          </p:nvPr>
        </p:nvSpPr>
        <p:spPr>
          <a:xfrm>
            <a:off x="4724438" y="2857125"/>
            <a:ext cx="4012323" cy="18342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a:solidFill>
                  <a:srgbClr val="000000"/>
                </a:solidFill>
              </a:rPr>
              <a:t>Institutional contribution to de-risking:</a:t>
            </a:r>
          </a:p>
          <a:p>
            <a:pPr marL="457200" lvl="0" indent="-304800" algn="l" rtl="0">
              <a:spcBef>
                <a:spcPts val="1200"/>
              </a:spcBef>
              <a:spcAft>
                <a:spcPts val="0"/>
              </a:spcAft>
              <a:buClr>
                <a:srgbClr val="000000"/>
              </a:buClr>
              <a:buSzPts val="1200"/>
              <a:buChar char="●"/>
            </a:pPr>
            <a:r>
              <a:rPr lang="en" sz="1200">
                <a:solidFill>
                  <a:srgbClr val="000000"/>
                </a:solidFill>
              </a:rPr>
              <a:t>WB and similar institutions create a “halo effect” that influences investors to seek lower yields based on confidence in WB's due diligence.</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Strategic direction of financial and technical resources, from bond issuance to operations, actively reduces nonpayment risks.</a:t>
            </a:r>
            <a:endParaRPr sz="1200">
              <a:solidFill>
                <a:srgbClr val="000000"/>
              </a:solidFill>
            </a:endParaRPr>
          </a:p>
        </p:txBody>
      </p:sp>
      <p:sp>
        <p:nvSpPr>
          <p:cNvPr id="2" name="Slide Number Placeholder 1">
            <a:extLst>
              <a:ext uri="{FF2B5EF4-FFF2-40B4-BE49-F238E27FC236}">
                <a16:creationId xmlns:a16="http://schemas.microsoft.com/office/drawing/2014/main" id="{74760998-4F5F-BB1F-A264-06D6540B0AF0}"/>
              </a:ext>
            </a:extLst>
          </p:cNvPr>
          <p:cNvSpPr>
            <a:spLocks noGrp="1"/>
          </p:cNvSpPr>
          <p:nvPr>
            <p:ph type="sldNum" idx="12"/>
          </p:nvPr>
        </p:nvSpPr>
        <p:spPr/>
        <p:txBody>
          <a:bodyPr/>
          <a:lstStyle/>
          <a:p>
            <a:fld id="{00000000-1234-1234-1234-123412341234}" type="slidenum">
              <a:rPr lang="en"/>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2"/>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405FFC4A-F41D-FB04-2FF2-582CA9C57DC7}"/>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153" name="Google Shape;153;p20"/>
          <p:cNvSpPr txBox="1">
            <a:spLocks noGrp="1"/>
          </p:cNvSpPr>
          <p:nvPr>
            <p:ph type="title"/>
          </p:nvPr>
        </p:nvSpPr>
        <p:spPr>
          <a:xfrm>
            <a:off x="397375" y="2861625"/>
            <a:ext cx="5334900" cy="1999800"/>
          </a:xfrm>
          <a:prstGeom prst="rect">
            <a:avLst/>
          </a:prstGeom>
        </p:spPr>
        <p:txBody>
          <a:bodyPr spcFirstLastPara="1" wrap="square" lIns="91425" tIns="91425" rIns="91425" bIns="91425" anchor="b" anchorCtr="0">
            <a:noAutofit/>
          </a:bodyPr>
          <a:lstStyle/>
          <a:p>
            <a:pPr>
              <a:buSzPts val="990"/>
            </a:pPr>
            <a:r>
              <a:rPr lang="en" sz="2700"/>
              <a:t>Sustainability-Linked Bonds</a:t>
            </a:r>
            <a:endParaRPr sz="2700"/>
          </a:p>
          <a:p>
            <a:pPr marL="0" lvl="0" indent="0" algn="l" rtl="0">
              <a:spcBef>
                <a:spcPts val="0"/>
              </a:spcBef>
              <a:spcAft>
                <a:spcPts val="0"/>
              </a:spcAft>
              <a:buSzPts val="990"/>
              <a:buNone/>
            </a:pPr>
            <a:r>
              <a:rPr lang="en-US" sz="2500">
                <a:solidFill>
                  <a:schemeClr val="accent4"/>
                </a:solidFill>
              </a:rPr>
              <a:t>Basic Concept</a:t>
            </a:r>
          </a:p>
          <a:p>
            <a:pPr marL="0" lvl="0" indent="0" algn="l" rtl="0">
              <a:spcBef>
                <a:spcPts val="0"/>
              </a:spcBef>
              <a:spcAft>
                <a:spcPts val="0"/>
              </a:spcAft>
              <a:buNone/>
            </a:pPr>
            <a:endParaRPr sz="2800">
              <a:solidFill>
                <a:schemeClr val="accent4"/>
              </a:solidFill>
            </a:endParaRPr>
          </a:p>
        </p:txBody>
      </p:sp>
      <p:sp>
        <p:nvSpPr>
          <p:cNvPr id="2" name="Slide Number Placeholder 1">
            <a:extLst>
              <a:ext uri="{FF2B5EF4-FFF2-40B4-BE49-F238E27FC236}">
                <a16:creationId xmlns:a16="http://schemas.microsoft.com/office/drawing/2014/main" id="{447AA57E-8F92-6E3D-467F-183BBE6C364B}"/>
              </a:ext>
            </a:extLst>
          </p:cNvPr>
          <p:cNvSpPr>
            <a:spLocks noGrp="1"/>
          </p:cNvSpPr>
          <p:nvPr>
            <p:ph type="sldNum" idx="12"/>
          </p:nvPr>
        </p:nvSpPr>
        <p:spPr/>
        <p:txBody>
          <a:bodyPr/>
          <a:lstStyle/>
          <a:p>
            <a:fld id="{00000000-1234-1234-1234-123412341234}" type="slidenum">
              <a:rPr lang="en"/>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311700" y="651700"/>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Sustainability-Linked Bonds (SLBs)</a:t>
            </a:r>
            <a:endParaRPr sz="2500"/>
          </a:p>
          <a:p>
            <a:pPr marL="0" lvl="0" indent="0" algn="l" rtl="0">
              <a:spcBef>
                <a:spcPts val="0"/>
              </a:spcBef>
              <a:spcAft>
                <a:spcPts val="0"/>
              </a:spcAft>
              <a:buNone/>
            </a:pPr>
            <a:endParaRPr sz="2500"/>
          </a:p>
          <a:p>
            <a:pPr marL="0" lvl="0" indent="0" algn="l" rtl="0">
              <a:spcBef>
                <a:spcPts val="0"/>
              </a:spcBef>
              <a:spcAft>
                <a:spcPts val="0"/>
              </a:spcAft>
              <a:buNone/>
            </a:pPr>
            <a:endParaRPr sz="2200">
              <a:solidFill>
                <a:schemeClr val="accent2"/>
              </a:solidFill>
            </a:endParaRPr>
          </a:p>
        </p:txBody>
      </p:sp>
      <p:sp>
        <p:nvSpPr>
          <p:cNvPr id="160" name="Google Shape;160;p21"/>
          <p:cNvSpPr txBox="1">
            <a:spLocks noGrp="1"/>
          </p:cNvSpPr>
          <p:nvPr>
            <p:ph type="body" idx="1"/>
          </p:nvPr>
        </p:nvSpPr>
        <p:spPr>
          <a:xfrm>
            <a:off x="311700" y="1473273"/>
            <a:ext cx="4387703" cy="3389100"/>
          </a:xfrm>
          <a:prstGeom prst="rect">
            <a:avLst/>
          </a:prstGeom>
        </p:spPr>
        <p:txBody>
          <a:bodyPr spcFirstLastPara="1" wrap="square" lIns="91425" tIns="91425" rIns="91425" bIns="91425" anchor="t" anchorCtr="0">
            <a:normAutofit/>
          </a:bodyPr>
          <a:lstStyle/>
          <a:p>
            <a:pPr>
              <a:lnSpc>
                <a:spcPct val="114999"/>
              </a:lnSpc>
              <a:buClr>
                <a:srgbClr val="666666"/>
              </a:buClr>
            </a:pPr>
            <a:r>
              <a:rPr lang="en-US">
                <a:solidFill>
                  <a:srgbClr val="666666"/>
                </a:solidFill>
              </a:rPr>
              <a:t>As a country achieves sustainability-related Key Performance Indicators (KPIs): </a:t>
            </a:r>
          </a:p>
          <a:p>
            <a:pPr lvl="1">
              <a:lnSpc>
                <a:spcPct val="114999"/>
              </a:lnSpc>
              <a:buClr>
                <a:srgbClr val="666666"/>
              </a:buClr>
            </a:pPr>
            <a:r>
              <a:rPr lang="en-US">
                <a:solidFill>
                  <a:srgbClr val="666666"/>
                </a:solidFill>
              </a:rPr>
              <a:t>Coupon payments on sovereign-issued SLBs are reduced and investors receive lower coupons (step-down mechanism). </a:t>
            </a:r>
            <a:endParaRPr lang="en-US"/>
          </a:p>
          <a:p>
            <a:pPr>
              <a:lnSpc>
                <a:spcPct val="114999"/>
              </a:lnSpc>
              <a:buClr>
                <a:srgbClr val="666666"/>
              </a:buClr>
            </a:pPr>
            <a:endParaRPr lang="en-US"/>
          </a:p>
          <a:p>
            <a:pPr>
              <a:lnSpc>
                <a:spcPct val="114999"/>
              </a:lnSpc>
              <a:buClr>
                <a:srgbClr val="666666"/>
              </a:buClr>
            </a:pPr>
            <a:r>
              <a:rPr lang="en-US">
                <a:solidFill>
                  <a:srgbClr val="666666"/>
                </a:solidFill>
              </a:rPr>
              <a:t>Conversely, if KPIs are not achieved: </a:t>
            </a:r>
          </a:p>
          <a:p>
            <a:pPr lvl="1">
              <a:lnSpc>
                <a:spcPct val="114999"/>
              </a:lnSpc>
              <a:buClr>
                <a:srgbClr val="666666"/>
              </a:buClr>
              <a:buSzPts val="1300"/>
            </a:pPr>
            <a:r>
              <a:rPr lang="en-US">
                <a:solidFill>
                  <a:srgbClr val="666666"/>
                </a:solidFill>
              </a:rPr>
              <a:t>Sovereign pays higher coupon payments (step-up mechanism). </a:t>
            </a:r>
            <a:endParaRPr lang="en-US"/>
          </a:p>
          <a:p>
            <a:pPr>
              <a:lnSpc>
                <a:spcPct val="114999"/>
              </a:lnSpc>
              <a:buClr>
                <a:srgbClr val="666666"/>
              </a:buClr>
            </a:pPr>
            <a:endParaRPr lang="en-US"/>
          </a:p>
          <a:p>
            <a:pPr>
              <a:lnSpc>
                <a:spcPct val="114999"/>
              </a:lnSpc>
              <a:buClr>
                <a:srgbClr val="666666"/>
              </a:buClr>
            </a:pPr>
            <a:r>
              <a:rPr lang="en-US">
                <a:solidFill>
                  <a:srgbClr val="666666"/>
                </a:solidFill>
              </a:rPr>
              <a:t>Investor Perspective: </a:t>
            </a:r>
          </a:p>
          <a:p>
            <a:pPr lvl="1">
              <a:lnSpc>
                <a:spcPct val="114999"/>
              </a:lnSpc>
              <a:buClr>
                <a:srgbClr val="666666"/>
              </a:buClr>
            </a:pPr>
            <a:r>
              <a:rPr lang="en-US">
                <a:solidFill>
                  <a:srgbClr val="666666"/>
                </a:solidFill>
              </a:rPr>
              <a:t>Research shows investors are willing to accept a 4-7bps lower yield when bonds are linked to sustainability objectives (</a:t>
            </a:r>
            <a:r>
              <a:rPr lang="en-US" err="1">
                <a:solidFill>
                  <a:srgbClr val="666666"/>
                </a:solidFill>
              </a:rPr>
              <a:t>Feldhütter</a:t>
            </a:r>
            <a:r>
              <a:rPr lang="en-US">
                <a:solidFill>
                  <a:srgbClr val="666666"/>
                </a:solidFill>
              </a:rPr>
              <a:t> et al., 2023).</a:t>
            </a:r>
            <a:endParaRPr lang="en-US"/>
          </a:p>
        </p:txBody>
      </p:sp>
      <p:grpSp>
        <p:nvGrpSpPr>
          <p:cNvPr id="161" name="Google Shape;161;p21"/>
          <p:cNvGrpSpPr/>
          <p:nvPr/>
        </p:nvGrpSpPr>
        <p:grpSpPr>
          <a:xfrm>
            <a:off x="4928334" y="2322168"/>
            <a:ext cx="1827900" cy="2399700"/>
            <a:chOff x="2744034" y="1146343"/>
            <a:chExt cx="1827900" cy="2399700"/>
          </a:xfrm>
        </p:grpSpPr>
        <p:sp>
          <p:nvSpPr>
            <p:cNvPr id="162" name="Google Shape;162;p21"/>
            <p:cNvSpPr/>
            <p:nvPr/>
          </p:nvSpPr>
          <p:spPr>
            <a:xfrm rot="-5400000">
              <a:off x="2458134" y="1432243"/>
              <a:ext cx="2399700" cy="1827900"/>
            </a:xfrm>
            <a:prstGeom prst="rightArrowCallout">
              <a:avLst>
                <a:gd name="adj1" fmla="val 9283"/>
                <a:gd name="adj2" fmla="val 13570"/>
                <a:gd name="adj3" fmla="val 16082"/>
                <a:gd name="adj4" fmla="val 812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flipH="1">
              <a:off x="2832600" y="1686400"/>
              <a:ext cx="1649400" cy="1769700"/>
            </a:xfrm>
            <a:prstGeom prst="snip1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txBox="1"/>
            <p:nvPr/>
          </p:nvSpPr>
          <p:spPr>
            <a:xfrm>
              <a:off x="2902875" y="1768450"/>
              <a:ext cx="1510200" cy="1605600"/>
            </a:xfrm>
            <a:prstGeom prst="rect">
              <a:avLst/>
            </a:prstGeom>
            <a:solidFill>
              <a:schemeClr val="accent5"/>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The sovereign receives an infusion of private investment, earmarked for climate financing and achieving its NDCs.</a:t>
              </a:r>
              <a:endParaRPr sz="1100" b="1">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165" name="Google Shape;165;p21"/>
          <p:cNvSpPr txBox="1">
            <a:spLocks noGrp="1"/>
          </p:cNvSpPr>
          <p:nvPr>
            <p:ph type="subTitle" idx="4294967295"/>
          </p:nvPr>
        </p:nvSpPr>
        <p:spPr>
          <a:xfrm>
            <a:off x="4847025" y="1546800"/>
            <a:ext cx="1909200" cy="775500"/>
          </a:xfrm>
          <a:prstGeom prst="rect">
            <a:avLst/>
          </a:prstGeom>
        </p:spPr>
        <p:txBody>
          <a:bodyPr spcFirstLastPara="1" wrap="square" lIns="91425" tIns="91425" rIns="91425" bIns="91425" anchor="t" anchorCtr="0">
            <a:normAutofit fontScale="85000" lnSpcReduction="20000"/>
          </a:bodyPr>
          <a:lstStyle/>
          <a:p>
            <a:pPr marL="0" indent="0" algn="ctr">
              <a:spcAft>
                <a:spcPts val="1200"/>
              </a:spcAft>
              <a:buSzPct val="57291"/>
              <a:buNone/>
            </a:pPr>
            <a:r>
              <a:rPr lang="en" sz="1200" b="1">
                <a:solidFill>
                  <a:srgbClr val="002F4A"/>
                </a:solidFill>
              </a:rPr>
              <a:t>Contributes to global public good and concurrently lowers interest rate on debt</a:t>
            </a:r>
            <a:endParaRPr sz="612" b="1">
              <a:solidFill>
                <a:srgbClr val="002F4A"/>
              </a:solidFill>
            </a:endParaRPr>
          </a:p>
        </p:txBody>
      </p:sp>
      <p:sp>
        <p:nvSpPr>
          <p:cNvPr id="166" name="Google Shape;166;p21"/>
          <p:cNvSpPr txBox="1">
            <a:spLocks noGrp="1"/>
          </p:cNvSpPr>
          <p:nvPr>
            <p:ph type="subTitle" idx="4294967295"/>
          </p:nvPr>
        </p:nvSpPr>
        <p:spPr>
          <a:xfrm>
            <a:off x="6893625" y="4077200"/>
            <a:ext cx="1909200" cy="981128"/>
          </a:xfrm>
          <a:prstGeom prst="rect">
            <a:avLst/>
          </a:prstGeom>
        </p:spPr>
        <p:txBody>
          <a:bodyPr spcFirstLastPara="1" wrap="square" lIns="91425" tIns="91425" rIns="91425" bIns="91425" anchor="t" anchorCtr="0">
            <a:normAutofit lnSpcReduction="10000"/>
          </a:bodyPr>
          <a:lstStyle/>
          <a:p>
            <a:pPr marL="0" indent="0" algn="ctr">
              <a:spcAft>
                <a:spcPts val="1200"/>
              </a:spcAft>
              <a:buNone/>
            </a:pPr>
            <a:r>
              <a:rPr lang="en" sz="1000" b="1">
                <a:solidFill>
                  <a:srgbClr val="B85741"/>
                </a:solidFill>
              </a:rPr>
              <a:t>Stands to receive a higher payment rate if the country deviates from public good provision</a:t>
            </a:r>
          </a:p>
        </p:txBody>
      </p:sp>
      <p:grpSp>
        <p:nvGrpSpPr>
          <p:cNvPr id="167" name="Google Shape;167;p21"/>
          <p:cNvGrpSpPr/>
          <p:nvPr/>
        </p:nvGrpSpPr>
        <p:grpSpPr>
          <a:xfrm>
            <a:off x="6934284" y="1597469"/>
            <a:ext cx="1827900" cy="2399700"/>
            <a:chOff x="4572084" y="1597469"/>
            <a:chExt cx="1827900" cy="2399700"/>
          </a:xfrm>
        </p:grpSpPr>
        <p:sp>
          <p:nvSpPr>
            <p:cNvPr id="168" name="Google Shape;168;p21"/>
            <p:cNvSpPr/>
            <p:nvPr/>
          </p:nvSpPr>
          <p:spPr>
            <a:xfrm rot="5400000">
              <a:off x="4286184" y="1883369"/>
              <a:ext cx="2399700" cy="1827900"/>
            </a:xfrm>
            <a:prstGeom prst="rightArrowCallout">
              <a:avLst>
                <a:gd name="adj1" fmla="val 9283"/>
                <a:gd name="adj2" fmla="val 13570"/>
                <a:gd name="adj3" fmla="val 16082"/>
                <a:gd name="adj4" fmla="val 812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txBox="1"/>
            <p:nvPr/>
          </p:nvSpPr>
          <p:spPr>
            <a:xfrm>
              <a:off x="4794525" y="1904895"/>
              <a:ext cx="1383000" cy="147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Investor contributes to the financing of clean infrastructure and a green economy</a:t>
              </a:r>
              <a:endParaRPr sz="800">
                <a:solidFill>
                  <a:srgbClr val="FFFFFF"/>
                </a:solidFill>
              </a:endParaRPr>
            </a:p>
          </p:txBody>
        </p:sp>
        <p:sp>
          <p:nvSpPr>
            <p:cNvPr id="170" name="Google Shape;170;p21"/>
            <p:cNvSpPr/>
            <p:nvPr/>
          </p:nvSpPr>
          <p:spPr>
            <a:xfrm rot="10800000" flipH="1">
              <a:off x="4662018" y="1687411"/>
              <a:ext cx="1649400" cy="1769700"/>
            </a:xfrm>
            <a:prstGeom prst="snip1Rect">
              <a:avLst>
                <a:gd name="adj" fmla="val 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21"/>
          <p:cNvSpPr txBox="1"/>
          <p:nvPr/>
        </p:nvSpPr>
        <p:spPr>
          <a:xfrm>
            <a:off x="7156725" y="1709695"/>
            <a:ext cx="1383000" cy="1476000"/>
          </a:xfrm>
          <a:prstGeom prst="rect">
            <a:avLst/>
          </a:prstGeom>
          <a:solidFill>
            <a:srgbClr val="A72A1E"/>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The investor actively contributes to sustainability objectives and experiences a variable return on investment.</a:t>
            </a:r>
            <a:endParaRPr sz="1100" b="1">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sp>
        <p:nvSpPr>
          <p:cNvPr id="2" name="Slide Number Placeholder 1">
            <a:extLst>
              <a:ext uri="{FF2B5EF4-FFF2-40B4-BE49-F238E27FC236}">
                <a16:creationId xmlns:a16="http://schemas.microsoft.com/office/drawing/2014/main" id="{80D0353E-F1DD-7EFB-D111-55484BA4ADEB}"/>
              </a:ext>
            </a:extLst>
          </p:cNvPr>
          <p:cNvSpPr>
            <a:spLocks noGrp="1"/>
          </p:cNvSpPr>
          <p:nvPr>
            <p:ph type="sldNum" idx="12"/>
          </p:nvPr>
        </p:nvSpPr>
        <p:spPr/>
        <p:txBody>
          <a:bodyPr/>
          <a:lstStyle/>
          <a:p>
            <a:fld id="{00000000-1234-1234-1234-123412341234}" type="slidenum">
              <a:rPr lang="en"/>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31"/>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ED3A7C2-84A2-07F2-EECD-F81E602A7FEF}"/>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32" name="Google Shape;332;p35"/>
          <p:cNvSpPr txBox="1">
            <a:spLocks noGrp="1"/>
          </p:cNvSpPr>
          <p:nvPr>
            <p:ph type="title"/>
          </p:nvPr>
        </p:nvSpPr>
        <p:spPr>
          <a:xfrm>
            <a:off x="397375" y="2404425"/>
            <a:ext cx="6502828" cy="1999800"/>
          </a:xfrm>
          <a:prstGeom prst="rect">
            <a:avLst/>
          </a:prstGeom>
        </p:spPr>
        <p:txBody>
          <a:bodyPr spcFirstLastPara="1" wrap="square" lIns="91425" tIns="91425" rIns="91425" bIns="91425" anchor="b" anchorCtr="0">
            <a:noAutofit/>
          </a:bodyPr>
          <a:lstStyle/>
          <a:p>
            <a:pPr>
              <a:buSzPts val="990"/>
            </a:pPr>
            <a:r>
              <a:rPr lang="en-US" sz="2700"/>
              <a:t>Sustainability-Linked Bonds</a:t>
            </a:r>
            <a:br>
              <a:rPr lang="en-US" sz="2700"/>
            </a:br>
            <a:r>
              <a:rPr lang="en" sz="2500">
                <a:solidFill>
                  <a:schemeClr val="accent4"/>
                </a:solidFill>
              </a:rPr>
              <a:t>Use-Cases &amp; Shortcomings</a:t>
            </a:r>
            <a:endParaRPr lang="en-US" sz="2500">
              <a:solidFill>
                <a:schemeClr val="accent4"/>
              </a:solidFill>
            </a:endParaRPr>
          </a:p>
        </p:txBody>
      </p:sp>
      <p:sp>
        <p:nvSpPr>
          <p:cNvPr id="2" name="Slide Number Placeholder 1">
            <a:extLst>
              <a:ext uri="{FF2B5EF4-FFF2-40B4-BE49-F238E27FC236}">
                <a16:creationId xmlns:a16="http://schemas.microsoft.com/office/drawing/2014/main" id="{E5D82C99-0479-A7A5-B2F0-076B92B7BC70}"/>
              </a:ext>
            </a:extLst>
          </p:cNvPr>
          <p:cNvSpPr>
            <a:spLocks noGrp="1"/>
          </p:cNvSpPr>
          <p:nvPr>
            <p:ph type="sldNum" idx="12"/>
          </p:nvPr>
        </p:nvSpPr>
        <p:spPr/>
        <p:txBody>
          <a:bodyPr/>
          <a:lstStyle/>
          <a:p>
            <a:fld id="{00000000-1234-1234-1234-123412341234}" type="slidenum">
              <a:rPr lang="en"/>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300"/>
              <a:t>Use Case 1: </a:t>
            </a:r>
            <a:r>
              <a:rPr lang="en" sz="2250"/>
              <a:t>Uruguay SLB (step-down)</a:t>
            </a:r>
            <a:endParaRPr lang="en-US" sz="2250"/>
          </a:p>
        </p:txBody>
      </p:sp>
      <p:sp>
        <p:nvSpPr>
          <p:cNvPr id="177" name="Google Shape;177;p22"/>
          <p:cNvSpPr txBox="1">
            <a:spLocks noGrp="1"/>
          </p:cNvSpPr>
          <p:nvPr>
            <p:ph type="body" idx="1"/>
          </p:nvPr>
        </p:nvSpPr>
        <p:spPr>
          <a:xfrm>
            <a:off x="311700" y="1541315"/>
            <a:ext cx="3999900" cy="3246000"/>
          </a:xfrm>
          <a:prstGeom prst="rect">
            <a:avLst/>
          </a:prstGeom>
        </p:spPr>
        <p:txBody>
          <a:bodyPr spcFirstLastPara="1" wrap="square" lIns="91425" tIns="91425" rIns="91425" bIns="91425" anchor="t" anchorCtr="0">
            <a:noAutofit/>
          </a:bodyPr>
          <a:lstStyle/>
          <a:p>
            <a:pPr marL="0" indent="0">
              <a:lnSpc>
                <a:spcPct val="150000"/>
              </a:lnSpc>
              <a:buNone/>
            </a:pPr>
            <a:r>
              <a:rPr lang="en" sz="1200">
                <a:solidFill>
                  <a:srgbClr val="000000"/>
                </a:solidFill>
              </a:rPr>
              <a:t>UNDP serves as external verifier to ensure Uruguay's progress toward the following sustainability-linked KPIs:</a:t>
            </a:r>
            <a:endParaRPr lang="en-US" sz="1200">
              <a:solidFill>
                <a:srgbClr val="000000"/>
              </a:solidFill>
            </a:endParaRPr>
          </a:p>
          <a:p>
            <a:pPr marL="457200" lvl="0" indent="-298450" algn="l" rtl="0">
              <a:lnSpc>
                <a:spcPct val="150000"/>
              </a:lnSpc>
              <a:spcBef>
                <a:spcPts val="1200"/>
              </a:spcBef>
              <a:spcAft>
                <a:spcPts val="0"/>
              </a:spcAft>
              <a:buSzPts val="1100"/>
              <a:buAutoNum type="arabicPeriod"/>
            </a:pPr>
            <a:r>
              <a:rPr lang="en" sz="1100">
                <a:solidFill>
                  <a:srgbClr val="000000"/>
                </a:solidFill>
              </a:rPr>
              <a:t>Reduction of aggregate gross GHG emissions per real GDP unit in comparison to the reference year 1990.</a:t>
            </a:r>
            <a:endParaRPr lang="en-US" sz="1100">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[1.1] Achieve: 50% reduction by 2025</a:t>
            </a:r>
            <a:endParaRPr lang="en-US">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[1.2] Outperform: More than 52% reduction by 2025</a:t>
            </a:r>
            <a:endParaRPr lang="en-US">
              <a:solidFill>
                <a:srgbClr val="000000"/>
              </a:solidFill>
            </a:endParaRPr>
          </a:p>
          <a:p>
            <a:pPr marL="457200" lvl="0" indent="-298450" algn="l" rtl="0">
              <a:lnSpc>
                <a:spcPct val="150000"/>
              </a:lnSpc>
              <a:spcBef>
                <a:spcPts val="0"/>
              </a:spcBef>
              <a:spcAft>
                <a:spcPts val="0"/>
              </a:spcAft>
              <a:buClr>
                <a:srgbClr val="000000"/>
              </a:buClr>
              <a:buSzPts val="1100"/>
              <a:buAutoNum type="arabicPeriod"/>
            </a:pPr>
            <a:r>
              <a:rPr lang="en" sz="1100">
                <a:solidFill>
                  <a:srgbClr val="000000"/>
                </a:solidFill>
              </a:rPr>
              <a:t>Maintain Uruguay’s native forest area, with respect to the reference year 2012.</a:t>
            </a:r>
            <a:endParaRPr lang="en-US" sz="1100">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[2.1] Achieve: Maintain 100% of forest cover</a:t>
            </a:r>
            <a:endParaRPr lang="en-US">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[2.2] Outperform: An increase of more than 3% of forest cover. </a:t>
            </a:r>
            <a:endParaRPr lang="en-US">
              <a:solidFill>
                <a:srgbClr val="000000"/>
              </a:solidFill>
            </a:endParaRPr>
          </a:p>
        </p:txBody>
      </p:sp>
      <p:sp>
        <p:nvSpPr>
          <p:cNvPr id="178" name="Google Shape;178;p22"/>
          <p:cNvSpPr/>
          <p:nvPr/>
        </p:nvSpPr>
        <p:spPr>
          <a:xfrm>
            <a:off x="4738225" y="20391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Performance 2025</a:t>
            </a:r>
            <a:endParaRPr lang="en-US">
              <a:solidFill>
                <a:schemeClr val="lt1"/>
              </a:solidFill>
              <a:latin typeface="Roboto"/>
              <a:ea typeface="Roboto"/>
              <a:cs typeface="Roboto"/>
            </a:endParaRPr>
          </a:p>
        </p:txBody>
      </p:sp>
      <p:sp>
        <p:nvSpPr>
          <p:cNvPr id="179" name="Google Shape;179;p22"/>
          <p:cNvSpPr/>
          <p:nvPr/>
        </p:nvSpPr>
        <p:spPr>
          <a:xfrm rot="-897566">
            <a:off x="6301526" y="2025897"/>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0" name="Google Shape;180;p22"/>
          <p:cNvSpPr/>
          <p:nvPr/>
        </p:nvSpPr>
        <p:spPr>
          <a:xfrm>
            <a:off x="7468825" y="1651900"/>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drops </a:t>
            </a:r>
            <a:endParaRPr sz="1200">
              <a:solidFill>
                <a:schemeClr val="lt1"/>
              </a:solidFill>
              <a:latin typeface="Roboto"/>
              <a:ea typeface="Roboto"/>
              <a:cs typeface="Roboto"/>
              <a:sym typeface="Roboto"/>
            </a:endParaRPr>
          </a:p>
        </p:txBody>
      </p:sp>
      <p:sp>
        <p:nvSpPr>
          <p:cNvPr id="181" name="Google Shape;181;p22"/>
          <p:cNvSpPr txBox="1"/>
          <p:nvPr/>
        </p:nvSpPr>
        <p:spPr>
          <a:xfrm rot="-893421">
            <a:off x="6194871" y="1736320"/>
            <a:ext cx="1132428" cy="1849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Outperform</a:t>
            </a:r>
            <a:endParaRPr sz="1200">
              <a:solidFill>
                <a:schemeClr val="dk2"/>
              </a:solidFill>
              <a:latin typeface="Roboto"/>
              <a:ea typeface="Roboto"/>
              <a:cs typeface="Roboto"/>
              <a:sym typeface="Roboto"/>
            </a:endParaRPr>
          </a:p>
        </p:txBody>
      </p:sp>
      <p:sp>
        <p:nvSpPr>
          <p:cNvPr id="182" name="Google Shape;182;p22"/>
          <p:cNvSpPr/>
          <p:nvPr/>
        </p:nvSpPr>
        <p:spPr>
          <a:xfrm rot="710568">
            <a:off x="6326308" y="3276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3" name="Google Shape;183;p22"/>
          <p:cNvSpPr txBox="1"/>
          <p:nvPr/>
        </p:nvSpPr>
        <p:spPr>
          <a:xfrm rot="674456">
            <a:off x="6323401" y="3024087"/>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84" name="Google Shape;184;p22"/>
          <p:cNvSpPr/>
          <p:nvPr/>
        </p:nvSpPr>
        <p:spPr>
          <a:xfrm>
            <a:off x="7512525" y="3181350"/>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a:t>
            </a:r>
            <a:endParaRPr sz="1200">
              <a:solidFill>
                <a:schemeClr val="lt1"/>
              </a:solidFill>
              <a:latin typeface="Roboto"/>
              <a:ea typeface="Roboto"/>
              <a:cs typeface="Roboto"/>
              <a:sym typeface="Roboto"/>
            </a:endParaRPr>
          </a:p>
        </p:txBody>
      </p:sp>
      <p:sp>
        <p:nvSpPr>
          <p:cNvPr id="185" name="Google Shape;185;p22"/>
          <p:cNvSpPr txBox="1">
            <a:spLocks noGrp="1"/>
          </p:cNvSpPr>
          <p:nvPr>
            <p:ph type="body" idx="1"/>
          </p:nvPr>
        </p:nvSpPr>
        <p:spPr>
          <a:xfrm>
            <a:off x="4733510" y="4064700"/>
            <a:ext cx="4098790" cy="771482"/>
          </a:xfrm>
          <a:prstGeom prst="rect">
            <a:avLst/>
          </a:prstGeom>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n" sz="1100">
                <a:solidFill>
                  <a:srgbClr val="000000"/>
                </a:solidFill>
              </a:rPr>
              <a:t>Uruguay's SSLB 2023 Annual Report show they are currently 9 percentage points short of achieving KPI 1.1 and on track to achieve KPI 2.1.</a:t>
            </a:r>
            <a:endParaRPr lang="en-US" sz="1100">
              <a:solidFill>
                <a:srgbClr val="000000"/>
              </a:solidFill>
            </a:endParaRPr>
          </a:p>
        </p:txBody>
      </p:sp>
      <p:sp>
        <p:nvSpPr>
          <p:cNvPr id="186" name="Google Shape;186;p22"/>
          <p:cNvSpPr/>
          <p:nvPr/>
        </p:nvSpPr>
        <p:spPr>
          <a:xfrm rot="-2796">
            <a:off x="6311126" y="2633462"/>
            <a:ext cx="1106400" cy="179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7" name="Google Shape;187;p22"/>
          <p:cNvSpPr/>
          <p:nvPr/>
        </p:nvSpPr>
        <p:spPr>
          <a:xfrm>
            <a:off x="7545025" y="24410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static </a:t>
            </a:r>
            <a:endParaRPr sz="1200">
              <a:solidFill>
                <a:schemeClr val="lt1"/>
              </a:solidFill>
              <a:latin typeface="Roboto"/>
              <a:ea typeface="Roboto"/>
              <a:cs typeface="Roboto"/>
              <a:sym typeface="Roboto"/>
            </a:endParaRPr>
          </a:p>
        </p:txBody>
      </p:sp>
      <p:sp>
        <p:nvSpPr>
          <p:cNvPr id="188" name="Google Shape;188;p22"/>
          <p:cNvSpPr txBox="1"/>
          <p:nvPr/>
        </p:nvSpPr>
        <p:spPr>
          <a:xfrm rot="-2688">
            <a:off x="6453575" y="2406995"/>
            <a:ext cx="767400" cy="1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3"/>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300"/>
              <a:t>Use Case 2: </a:t>
            </a:r>
            <a:r>
              <a:rPr lang="en" sz="2250"/>
              <a:t>Enel Group SLB (step-up)</a:t>
            </a:r>
            <a:endParaRPr lang="en-US" sz="2250"/>
          </a:p>
        </p:txBody>
      </p:sp>
      <p:sp>
        <p:nvSpPr>
          <p:cNvPr id="194" name="Google Shape;194;p23"/>
          <p:cNvSpPr txBox="1">
            <a:spLocks noGrp="1"/>
          </p:cNvSpPr>
          <p:nvPr>
            <p:ph type="body" idx="1"/>
          </p:nvPr>
        </p:nvSpPr>
        <p:spPr>
          <a:xfrm>
            <a:off x="286877" y="1574645"/>
            <a:ext cx="3999900" cy="3045600"/>
          </a:xfrm>
          <a:prstGeom prst="rect">
            <a:avLst/>
          </a:prstGeom>
        </p:spPr>
        <p:txBody>
          <a:bodyPr spcFirstLastPara="1" wrap="square" lIns="91425" tIns="91425" rIns="91425" bIns="91425" anchor="t" anchorCtr="0">
            <a:noAutofit/>
          </a:bodyPr>
          <a:lstStyle/>
          <a:p>
            <a:pPr marL="0" lvl="0" indent="0" algn="l" rtl="0">
              <a:lnSpc>
                <a:spcPct val="150000"/>
              </a:lnSpc>
              <a:spcAft>
                <a:spcPts val="0"/>
              </a:spcAft>
              <a:buNone/>
            </a:pPr>
            <a:r>
              <a:rPr lang="en" sz="1200">
                <a:solidFill>
                  <a:srgbClr val="000000"/>
                </a:solidFill>
              </a:rPr>
              <a:t>Verified by a second party as relevant and ambitious, the bond is linked to the following KPIs:</a:t>
            </a:r>
            <a:endParaRPr lang="en-US" sz="1200">
              <a:solidFill>
                <a:srgbClr val="000000"/>
              </a:solidFill>
            </a:endParaRPr>
          </a:p>
          <a:p>
            <a:pPr indent="-298450">
              <a:lnSpc>
                <a:spcPct val="150000"/>
              </a:lnSpc>
              <a:spcBef>
                <a:spcPts val="1200"/>
              </a:spcBef>
              <a:buClr>
                <a:srgbClr val="000000"/>
              </a:buClr>
              <a:buSzPts val="1100"/>
              <a:buAutoNum type="arabicPeriod"/>
            </a:pPr>
            <a:r>
              <a:rPr lang="en" sz="1100">
                <a:solidFill>
                  <a:srgbClr val="000000"/>
                </a:solidFill>
              </a:rPr>
              <a:t>To reduce direct greenhouse gas emissions by 64% by 2023, 80% by 2030, and completely by 2050 – against a 2017 base level. </a:t>
            </a: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To reach 60% of renewable installed capacity by 2022 compared to its baseline level in 2019.</a:t>
            </a:r>
            <a:endParaRPr lang="en-US">
              <a:solidFill>
                <a:srgbClr val="000000"/>
              </a:solidFill>
            </a:endParaRPr>
          </a:p>
          <a:p>
            <a:pPr lvl="1">
              <a:lnSpc>
                <a:spcPct val="150000"/>
              </a:lnSpc>
              <a:buClr>
                <a:srgbClr val="000000"/>
              </a:buClr>
              <a:buAutoNum type="alphaLcPeriod"/>
            </a:pPr>
            <a:r>
              <a:rPr lang="en">
                <a:solidFill>
                  <a:srgbClr val="000000"/>
                </a:solidFill>
              </a:rPr>
              <a:t>To reach 65% of renewable installed capacity by 2023 compared to its baseline level in 2019.</a:t>
            </a:r>
            <a:r>
              <a:rPr lang="en" sz="1000">
                <a:solidFill>
                  <a:srgbClr val="000000"/>
                </a:solidFill>
              </a:rPr>
              <a:t> </a:t>
            </a:r>
          </a:p>
          <a:p>
            <a:pPr marL="0" lvl="0" indent="0" algn="l" rtl="0">
              <a:spcBef>
                <a:spcPts val="1200"/>
              </a:spcBef>
              <a:spcAft>
                <a:spcPts val="1200"/>
              </a:spcAft>
              <a:buNone/>
            </a:pPr>
            <a:endParaRPr>
              <a:solidFill>
                <a:srgbClr val="000000"/>
              </a:solidFill>
            </a:endParaRPr>
          </a:p>
        </p:txBody>
      </p:sp>
      <p:sp>
        <p:nvSpPr>
          <p:cNvPr id="195" name="Google Shape;195;p23"/>
          <p:cNvSpPr/>
          <p:nvPr/>
        </p:nvSpPr>
        <p:spPr>
          <a:xfrm>
            <a:off x="4814425" y="19629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algn="ctr"/>
            <a:r>
              <a:rPr lang="en">
                <a:solidFill>
                  <a:schemeClr val="lt1"/>
                </a:solidFill>
                <a:latin typeface="Roboto"/>
                <a:ea typeface="Roboto"/>
                <a:cs typeface="Roboto"/>
                <a:sym typeface="Roboto"/>
              </a:rPr>
              <a:t>KPI Performance 2027 </a:t>
            </a:r>
            <a:endParaRPr>
              <a:solidFill>
                <a:schemeClr val="lt1"/>
              </a:solidFill>
              <a:latin typeface="Roboto"/>
              <a:ea typeface="Roboto"/>
              <a:cs typeface="Roboto"/>
              <a:sym typeface="Roboto"/>
            </a:endParaRPr>
          </a:p>
        </p:txBody>
      </p:sp>
      <p:sp>
        <p:nvSpPr>
          <p:cNvPr id="196" name="Google Shape;196;p23"/>
          <p:cNvSpPr/>
          <p:nvPr/>
        </p:nvSpPr>
        <p:spPr>
          <a:xfrm rot="710568">
            <a:off x="6402508" y="2895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3"/>
          <p:cNvSpPr txBox="1"/>
          <p:nvPr/>
        </p:nvSpPr>
        <p:spPr>
          <a:xfrm rot="674456">
            <a:off x="6399601" y="2643087"/>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98" name="Google Shape;198;p23"/>
          <p:cNvSpPr/>
          <p:nvPr/>
        </p:nvSpPr>
        <p:spPr>
          <a:xfrm>
            <a:off x="7588725" y="2754575"/>
            <a:ext cx="1287300" cy="853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25bps p.a. until bond maturity</a:t>
            </a:r>
            <a:endParaRPr sz="1200">
              <a:solidFill>
                <a:schemeClr val="lt1"/>
              </a:solidFill>
              <a:latin typeface="Roboto"/>
              <a:ea typeface="Roboto"/>
              <a:cs typeface="Roboto"/>
              <a:sym typeface="Roboto"/>
            </a:endParaRPr>
          </a:p>
        </p:txBody>
      </p:sp>
      <p:sp>
        <p:nvSpPr>
          <p:cNvPr id="199" name="Google Shape;199;p23"/>
          <p:cNvSpPr/>
          <p:nvPr/>
        </p:nvSpPr>
        <p:spPr>
          <a:xfrm rot="-899608">
            <a:off x="6387292" y="2100083"/>
            <a:ext cx="1106262"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3"/>
          <p:cNvSpPr/>
          <p:nvPr/>
        </p:nvSpPr>
        <p:spPr>
          <a:xfrm>
            <a:off x="7621225" y="17552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at 1% p.a.</a:t>
            </a:r>
            <a:endParaRPr sz="1200">
              <a:solidFill>
                <a:schemeClr val="lt1"/>
              </a:solidFill>
              <a:latin typeface="Roboto"/>
              <a:ea typeface="Roboto"/>
              <a:cs typeface="Roboto"/>
              <a:sym typeface="Roboto"/>
            </a:endParaRPr>
          </a:p>
        </p:txBody>
      </p:sp>
      <p:sp>
        <p:nvSpPr>
          <p:cNvPr id="201" name="Google Shape;201;p23"/>
          <p:cNvSpPr txBox="1"/>
          <p:nvPr/>
        </p:nvSpPr>
        <p:spPr>
          <a:xfrm rot="-874765">
            <a:off x="6483071" y="1860564"/>
            <a:ext cx="767514" cy="185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3" name="Google Shape;185;p22">
            <a:extLst>
              <a:ext uri="{FF2B5EF4-FFF2-40B4-BE49-F238E27FC236}">
                <a16:creationId xmlns:a16="http://schemas.microsoft.com/office/drawing/2014/main" id="{06DFEB63-CED6-89E3-921A-0B094ADB282A}"/>
              </a:ext>
            </a:extLst>
          </p:cNvPr>
          <p:cNvSpPr txBox="1">
            <a:spLocks/>
          </p:cNvSpPr>
          <p:nvPr/>
        </p:nvSpPr>
        <p:spPr>
          <a:xfrm>
            <a:off x="4733510" y="3936319"/>
            <a:ext cx="4098790" cy="771482"/>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a:lnSpc>
                <a:spcPct val="114999"/>
              </a:lnSpc>
              <a:spcAft>
                <a:spcPts val="1200"/>
              </a:spcAft>
              <a:buNone/>
            </a:pPr>
            <a:r>
              <a:rPr lang="en" sz="1100">
                <a:solidFill>
                  <a:srgbClr val="000000"/>
                </a:solidFill>
              </a:rPr>
              <a:t>Enel are off-track to achieve their KPIs (AFII, 2023), but the subsequent step-up penalty is likely to have little impact on the company’s overall financial health (Ritchie, 2023).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24"/>
          <p:cNvSpPr txBox="1">
            <a:spLocks noGrp="1"/>
          </p:cNvSpPr>
          <p:nvPr>
            <p:ph type="title"/>
          </p:nvPr>
        </p:nvSpPr>
        <p:spPr>
          <a:xfrm>
            <a:off x="418324" y="447250"/>
            <a:ext cx="4238081" cy="204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400"/>
              <a:t>Sustainability-Linked Bonds</a:t>
            </a:r>
            <a:endParaRPr sz="2500"/>
          </a:p>
          <a:p>
            <a:pPr marL="0" lvl="0" indent="0" algn="l" rtl="0">
              <a:spcBef>
                <a:spcPts val="0"/>
              </a:spcBef>
              <a:spcAft>
                <a:spcPts val="0"/>
              </a:spcAft>
              <a:buNone/>
            </a:pPr>
            <a:endParaRPr sz="2500"/>
          </a:p>
          <a:p>
            <a:pPr marL="0" lvl="0" indent="0" algn="l" rtl="0">
              <a:spcBef>
                <a:spcPts val="0"/>
              </a:spcBef>
              <a:spcAft>
                <a:spcPts val="0"/>
              </a:spcAft>
              <a:buNone/>
            </a:pPr>
            <a:r>
              <a:rPr lang="en" sz="2500">
                <a:solidFill>
                  <a:schemeClr val="accent4"/>
                </a:solidFill>
              </a:rPr>
              <a:t>Potential Shortcomings</a:t>
            </a:r>
            <a:endParaRPr sz="2500">
              <a:solidFill>
                <a:schemeClr val="accent4"/>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8" name="Google Shape;208;p24"/>
          <p:cNvSpPr txBox="1"/>
          <p:nvPr/>
        </p:nvSpPr>
        <p:spPr>
          <a:xfrm>
            <a:off x="5001550" y="328550"/>
            <a:ext cx="39549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4"/>
                </a:solidFill>
                <a:latin typeface="Roboto"/>
                <a:ea typeface="Roboto"/>
                <a:cs typeface="Roboto"/>
                <a:sym typeface="Roboto"/>
              </a:rPr>
              <a:t>Disincentives for Investors:</a:t>
            </a:r>
            <a:endParaRPr sz="1200" b="1">
              <a:solidFill>
                <a:schemeClr val="accent4"/>
              </a:solidFill>
              <a:latin typeface="Roboto"/>
              <a:ea typeface="Roboto"/>
              <a:cs typeface="Roboto"/>
              <a:sym typeface="Roboto"/>
            </a:endParaRPr>
          </a:p>
          <a:p>
            <a:pPr marL="457200" indent="-298450">
              <a:lnSpc>
                <a:spcPct val="115000"/>
              </a:lnSpc>
              <a:spcBef>
                <a:spcPts val="1200"/>
              </a:spcBef>
              <a:buClr>
                <a:schemeClr val="accent1"/>
              </a:buClr>
              <a:buSzPts val="1100"/>
              <a:buFont typeface="Roboto"/>
              <a:buChar char="●"/>
            </a:pPr>
            <a:r>
              <a:rPr lang="en" sz="1100">
                <a:solidFill>
                  <a:schemeClr val="accent1"/>
                </a:solidFill>
                <a:latin typeface="Roboto"/>
                <a:ea typeface="Roboto"/>
                <a:cs typeface="Roboto"/>
                <a:sym typeface="Roboto"/>
              </a:rPr>
              <a:t>Activist investors are uncomfortable with </a:t>
            </a:r>
            <a:r>
              <a:rPr lang="en" sz="1100" i="1">
                <a:solidFill>
                  <a:schemeClr val="accent1"/>
                </a:solidFill>
                <a:latin typeface="Roboto"/>
                <a:ea typeface="Roboto"/>
                <a:cs typeface="Roboto"/>
                <a:sym typeface="Roboto"/>
              </a:rPr>
              <a:t>higher </a:t>
            </a:r>
            <a:r>
              <a:rPr lang="en" sz="1100">
                <a:solidFill>
                  <a:schemeClr val="accent1"/>
                </a:solidFill>
                <a:latin typeface="Roboto"/>
                <a:ea typeface="Roboto"/>
                <a:cs typeface="Roboto"/>
                <a:sym typeface="Roboto"/>
              </a:rPr>
              <a:t>coupon payments being linked to a </a:t>
            </a:r>
            <a:r>
              <a:rPr lang="en" sz="1100" i="1">
                <a:solidFill>
                  <a:schemeClr val="accent1"/>
                </a:solidFill>
                <a:latin typeface="Roboto"/>
                <a:ea typeface="Roboto"/>
                <a:cs typeface="Roboto"/>
                <a:sym typeface="Roboto"/>
              </a:rPr>
              <a:t>failure </a:t>
            </a:r>
            <a:r>
              <a:rPr lang="en" sz="1100">
                <a:solidFill>
                  <a:schemeClr val="accent1"/>
                </a:solidFill>
                <a:latin typeface="Roboto"/>
                <a:ea typeface="Roboto"/>
                <a:cs typeface="Roboto"/>
                <a:sym typeface="Roboto"/>
              </a:rPr>
              <a:t>to achieve climate objectives. </a:t>
            </a:r>
          </a:p>
          <a:p>
            <a:pPr marL="457200" lvl="0"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Investors are exposed to risks related to non payments.</a:t>
            </a:r>
            <a:endParaRPr sz="1100">
              <a:solidFill>
                <a:schemeClr val="accent1"/>
              </a:solidFill>
              <a:latin typeface="Roboto"/>
              <a:ea typeface="Roboto"/>
              <a:cs typeface="Roboto"/>
              <a:sym typeface="Roboto"/>
            </a:endParaRPr>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pic>
        <p:nvPicPr>
          <p:cNvPr id="211" name="Google Shape;211;p24"/>
          <p:cNvPicPr preferRelativeResize="0"/>
          <p:nvPr/>
        </p:nvPicPr>
        <p:blipFill>
          <a:blip r:embed="rId3">
            <a:alphaModFix/>
          </a:blip>
          <a:stretch>
            <a:fillRect/>
          </a:stretch>
        </p:blipFill>
        <p:spPr>
          <a:xfrm>
            <a:off x="0" y="1773000"/>
            <a:ext cx="5151900" cy="3370500"/>
          </a:xfrm>
          <a:prstGeom prst="rtTriangle">
            <a:avLst/>
          </a:prstGeom>
          <a:noFill/>
          <a:ln>
            <a:noFill/>
          </a:ln>
        </p:spPr>
      </p:pic>
      <p:sp>
        <p:nvSpPr>
          <p:cNvPr id="212" name="Google Shape;212;p24"/>
          <p:cNvSpPr/>
          <p:nvPr/>
        </p:nvSpPr>
        <p:spPr>
          <a:xfrm>
            <a:off x="4084400" y="4298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4"/>
          <p:cNvSpPr/>
          <p:nvPr/>
        </p:nvSpPr>
        <p:spPr>
          <a:xfrm>
            <a:off x="4084400" y="2017150"/>
            <a:ext cx="846000" cy="235500"/>
          </a:xfrm>
          <a:prstGeom prst="rightArrow">
            <a:avLst>
              <a:gd name="adj1" fmla="val 50000"/>
              <a:gd name="adj2" fmla="val 50000"/>
            </a:avLst>
          </a:prstGeom>
          <a:solidFill>
            <a:srgbClr val="009384"/>
          </a:solidFill>
          <a:ln w="9525" cap="flat" cmpd="sng">
            <a:solidFill>
              <a:srgbClr val="00938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215" name="Google Shape;215;p24"/>
          <p:cNvSpPr/>
          <p:nvPr/>
        </p:nvSpPr>
        <p:spPr>
          <a:xfrm>
            <a:off x="4084400" y="3604500"/>
            <a:ext cx="846000" cy="235500"/>
          </a:xfrm>
          <a:prstGeom prst="rightArrow">
            <a:avLst>
              <a:gd name="adj1" fmla="val 50000"/>
              <a:gd name="adj2" fmla="val 50000"/>
            </a:avLst>
          </a:prstGeom>
          <a:solidFill>
            <a:srgbClr val="002F4A"/>
          </a:solidFill>
          <a:ln w="9525" cap="flat" cmpd="sng">
            <a:solidFill>
              <a:srgbClr val="002F4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6" name="Google Shape;216;p24"/>
          <p:cNvSpPr txBox="1"/>
          <p:nvPr/>
        </p:nvSpPr>
        <p:spPr>
          <a:xfrm>
            <a:off x="5001550" y="1928425"/>
            <a:ext cx="38556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5"/>
                </a:solidFill>
                <a:latin typeface="Roboto"/>
                <a:ea typeface="Roboto"/>
                <a:cs typeface="Roboto"/>
                <a:sym typeface="Roboto"/>
              </a:rPr>
              <a:t>Disincentives for Sovereign:</a:t>
            </a:r>
            <a:endParaRPr lang="en-US" sz="1200">
              <a:solidFill>
                <a:schemeClr val="accent5"/>
              </a:solidFill>
              <a:latin typeface="Roboto"/>
              <a:ea typeface="Roboto"/>
              <a:cs typeface="Roboto"/>
            </a:endParaRPr>
          </a:p>
          <a:p>
            <a:pPr marL="457200" lvl="0" indent="-298450" algn="l" rtl="0">
              <a:lnSpc>
                <a:spcPct val="115000"/>
              </a:lnSpc>
              <a:spcBef>
                <a:spcPts val="1200"/>
              </a:spcBef>
              <a:spcAft>
                <a:spcPts val="0"/>
              </a:spcAft>
              <a:buClr>
                <a:schemeClr val="dk1"/>
              </a:buClr>
              <a:buSzPts val="1100"/>
              <a:buFont typeface="Roboto"/>
              <a:buChar char="●"/>
            </a:pPr>
            <a:r>
              <a:rPr lang="en" sz="1100">
                <a:solidFill>
                  <a:schemeClr val="dk1"/>
                </a:solidFill>
                <a:latin typeface="Roboto"/>
                <a:ea typeface="Roboto"/>
                <a:cs typeface="Roboto"/>
                <a:sym typeface="Roboto"/>
              </a:rPr>
              <a:t>Nearly 95% of SLBs employ a step-up coupon structure (Berrada et al., 2022).</a:t>
            </a:r>
            <a:endParaRPr sz="1100">
              <a:solidFill>
                <a:schemeClr val="dk1"/>
              </a:solidFill>
              <a:latin typeface="Roboto"/>
              <a:ea typeface="Roboto"/>
              <a:cs typeface="Roboto"/>
              <a:sym typeface="Roboto"/>
            </a:endParaRPr>
          </a:p>
          <a:p>
            <a:pPr marL="914400" lvl="1"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Sovereigns are penalized for not achieving KPI targets, rather than being rewarded for outperforming.</a:t>
            </a:r>
            <a:endParaRPr sz="1100">
              <a:solidFill>
                <a:schemeClr val="dk1"/>
              </a:solidFill>
              <a:latin typeface="Roboto"/>
              <a:ea typeface="Roboto"/>
              <a:cs typeface="Roboto"/>
              <a:sym typeface="Roboto"/>
            </a:endParaRPr>
          </a:p>
        </p:txBody>
      </p:sp>
      <p:sp>
        <p:nvSpPr>
          <p:cNvPr id="217" name="Google Shape;217;p24"/>
          <p:cNvSpPr txBox="1"/>
          <p:nvPr/>
        </p:nvSpPr>
        <p:spPr>
          <a:xfrm>
            <a:off x="5001550" y="3430739"/>
            <a:ext cx="39549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1"/>
                </a:solidFill>
                <a:latin typeface="Roboto"/>
                <a:ea typeface="Roboto"/>
                <a:cs typeface="Roboto"/>
                <a:sym typeface="Roboto"/>
              </a:rPr>
              <a:t>Complexity:</a:t>
            </a:r>
            <a:endParaRPr lang="en-US" sz="1200">
              <a:solidFill>
                <a:schemeClr val="accent1"/>
              </a:solidFill>
              <a:latin typeface="Roboto"/>
              <a:ea typeface="Roboto"/>
              <a:cs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Treasurers of financial institutions tend to avoid SLBs.</a:t>
            </a:r>
            <a:endParaRPr sz="1100">
              <a:solidFill>
                <a:schemeClr val="accent1"/>
              </a:solidFill>
              <a:latin typeface="Roboto"/>
              <a:ea typeface="Roboto"/>
              <a:cs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Perceived complexity is a key deterrent.</a:t>
            </a:r>
            <a:endParaRPr sz="1100">
              <a:solidFill>
                <a:schemeClr val="accent1"/>
              </a:solidFill>
              <a:latin typeface="Roboto"/>
              <a:ea typeface="Roboto"/>
              <a:cs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Managing variable coupon payments poses a significant challenge.</a:t>
            </a:r>
            <a:endParaRPr sz="1100">
              <a:solidFill>
                <a:schemeClr val="accent1"/>
              </a:solidFill>
              <a:latin typeface="Roboto"/>
              <a:ea typeface="Roboto"/>
              <a:cs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Introducing the Concept</a:t>
            </a:r>
            <a:endParaRPr sz="2200">
              <a:solidFill>
                <a:schemeClr val="accent4"/>
              </a:solidFill>
            </a:endParaRPr>
          </a:p>
        </p:txBody>
      </p:sp>
      <p:sp>
        <p:nvSpPr>
          <p:cNvPr id="2" name="Slide Number Placeholder 1">
            <a:extLst>
              <a:ext uri="{FF2B5EF4-FFF2-40B4-BE49-F238E27FC236}">
                <a16:creationId xmlns:a16="http://schemas.microsoft.com/office/drawing/2014/main" id="{793194A6-4D5D-F4B7-3178-087BFA6F0F30}"/>
              </a:ext>
            </a:extLst>
          </p:cNvPr>
          <p:cNvSpPr>
            <a:spLocks noGrp="1"/>
          </p:cNvSpPr>
          <p:nvPr>
            <p:ph type="sldNum" idx="12"/>
          </p:nvPr>
        </p:nvSpPr>
        <p:spPr/>
        <p:txBody>
          <a:bodyPr/>
          <a:lstStyle/>
          <a:p>
            <a:fld id="{00000000-1234-1234-1234-123412341234}" type="slidenum">
              <a:rPr lang="en"/>
              <a:t>16</a:t>
            </a:fld>
            <a:endParaRPr lang="en-US"/>
          </a:p>
        </p:txBody>
      </p:sp>
      <p:pic>
        <p:nvPicPr>
          <p:cNvPr id="3" name="Picture 2" descr="Looking up at trees through glass windows&#10;&#10;Description automatically generated">
            <a:extLst>
              <a:ext uri="{FF2B5EF4-FFF2-40B4-BE49-F238E27FC236}">
                <a16:creationId xmlns:a16="http://schemas.microsoft.com/office/drawing/2014/main" id="{87958FE0-D07D-DE0D-C343-C76CE89F09D8}"/>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380350" y="6451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KPI Bonds: Basic Idea</a:t>
            </a:r>
            <a:endParaRPr sz="2500"/>
          </a:p>
          <a:p>
            <a:pPr marL="0" lvl="0" indent="0" algn="l" rtl="0">
              <a:spcBef>
                <a:spcPts val="0"/>
              </a:spcBef>
              <a:spcAft>
                <a:spcPts val="0"/>
              </a:spcAft>
              <a:buNone/>
            </a:pPr>
            <a:endParaRPr/>
          </a:p>
          <a:p>
            <a:pPr marL="0" lvl="0" indent="0" algn="l" rtl="0">
              <a:spcBef>
                <a:spcPts val="0"/>
              </a:spcBef>
              <a:spcAft>
                <a:spcPts val="0"/>
              </a:spcAft>
              <a:buNone/>
            </a:pPr>
            <a:endParaRPr sz="1688">
              <a:solidFill>
                <a:schemeClr val="accent4"/>
              </a:solidFill>
            </a:endParaRPr>
          </a:p>
          <a:p>
            <a:pPr marL="0" lvl="0" indent="0" algn="l" rtl="0">
              <a:spcBef>
                <a:spcPts val="0"/>
              </a:spcBef>
              <a:spcAft>
                <a:spcPts val="0"/>
              </a:spcAft>
              <a:buNone/>
            </a:pPr>
            <a:endParaRPr/>
          </a:p>
        </p:txBody>
      </p:sp>
      <p:sp>
        <p:nvSpPr>
          <p:cNvPr id="229" name="Google Shape;229;p26"/>
          <p:cNvSpPr txBox="1">
            <a:spLocks noGrp="1"/>
          </p:cNvSpPr>
          <p:nvPr>
            <p:ph type="body" idx="1"/>
          </p:nvPr>
        </p:nvSpPr>
        <p:spPr>
          <a:xfrm>
            <a:off x="4618510" y="1271020"/>
            <a:ext cx="4482464" cy="2678516"/>
          </a:xfrm>
          <a:prstGeom prst="rect">
            <a:avLst/>
          </a:prstGeom>
        </p:spPr>
        <p:txBody>
          <a:bodyPr spcFirstLastPara="1" wrap="square" lIns="91425" tIns="91425" rIns="91425" bIns="91425" anchor="t" anchorCtr="0">
            <a:normAutofit/>
          </a:bodyPr>
          <a:lstStyle/>
          <a:p>
            <a:pPr marL="152400" indent="0">
              <a:lnSpc>
                <a:spcPct val="160000"/>
              </a:lnSpc>
              <a:buClr>
                <a:schemeClr val="accent1"/>
              </a:buClr>
              <a:buSzPts val="1200"/>
              <a:buNone/>
            </a:pPr>
            <a:r>
              <a:rPr lang="en" sz="1400"/>
              <a:t>From </a:t>
            </a:r>
            <a:r>
              <a:rPr lang="en" sz="1400" b="1"/>
              <a:t>sovereign</a:t>
            </a:r>
            <a:r>
              <a:rPr lang="en" sz="1400"/>
              <a:t> side:</a:t>
            </a:r>
            <a:endParaRPr lang="en-US" dirty="0"/>
          </a:p>
          <a:p>
            <a:pPr marL="438150" indent="-285750">
              <a:lnSpc>
                <a:spcPct val="160000"/>
              </a:lnSpc>
              <a:buSzPts val="1200"/>
              <a:buFont typeface="Calibri"/>
              <a:buChar char="-"/>
            </a:pPr>
            <a:r>
              <a:rPr lang="en" sz="1400"/>
              <a:t>Pays a </a:t>
            </a:r>
            <a:r>
              <a:rPr lang="en" sz="1400" b="1"/>
              <a:t>lower</a:t>
            </a:r>
            <a:r>
              <a:rPr lang="en" sz="1400"/>
              <a:t> coupon when KPIs are met</a:t>
            </a:r>
          </a:p>
          <a:p>
            <a:pPr marL="152400" indent="0">
              <a:lnSpc>
                <a:spcPct val="160000"/>
              </a:lnSpc>
              <a:buNone/>
            </a:pPr>
            <a:r>
              <a:rPr lang="en" sz="1400"/>
              <a:t>On </a:t>
            </a:r>
            <a:r>
              <a:rPr lang="en" sz="1400" b="1"/>
              <a:t>investor</a:t>
            </a:r>
            <a:r>
              <a:rPr lang="en" sz="1400"/>
              <a:t> side: </a:t>
            </a:r>
          </a:p>
          <a:p>
            <a:pPr marL="438150" indent="-285750">
              <a:lnSpc>
                <a:spcPct val="160000"/>
              </a:lnSpc>
              <a:buSzPts val="1200"/>
              <a:buFont typeface="Calibri"/>
              <a:buChar char="-"/>
            </a:pPr>
            <a:r>
              <a:rPr lang="en-US" sz="1400"/>
              <a:t>KPI bonds maintain a </a:t>
            </a:r>
            <a:r>
              <a:rPr lang="en-US" sz="1400" b="1"/>
              <a:t>fixed coupon </a:t>
            </a:r>
            <a:r>
              <a:rPr lang="en-US" sz="1400"/>
              <a:t>payment, </a:t>
            </a:r>
            <a:r>
              <a:rPr lang="en-US" sz="1400" b="1"/>
              <a:t>regardless of performance</a:t>
            </a:r>
            <a:r>
              <a:rPr lang="en-US" sz="1400"/>
              <a:t>.</a:t>
            </a:r>
            <a:r>
              <a:rPr lang="en-US" sz="1400" dirty="0"/>
              <a:t> </a:t>
            </a:r>
            <a:endParaRPr lang="en-US" sz="1400"/>
          </a:p>
          <a:p>
            <a:pPr marL="438150" indent="-285750">
              <a:lnSpc>
                <a:spcPct val="160000"/>
              </a:lnSpc>
              <a:buSzPts val="1200"/>
              <a:buFont typeface="Calibri"/>
              <a:buChar char="-"/>
            </a:pPr>
            <a:r>
              <a:rPr lang="en" sz="1400" b="1"/>
              <a:t>Different from SLBs</a:t>
            </a:r>
            <a:endParaRPr lang="en" sz="1400" b="1" dirty="0"/>
          </a:p>
          <a:p>
            <a:pPr marL="152400" indent="0">
              <a:lnSpc>
                <a:spcPct val="160000"/>
              </a:lnSpc>
              <a:buSzPts val="1200"/>
              <a:buNone/>
            </a:pPr>
            <a:endParaRPr lang="en" sz="1400" b="1" dirty="0"/>
          </a:p>
          <a:p>
            <a:pPr marL="152400" indent="0">
              <a:lnSpc>
                <a:spcPct val="160000"/>
              </a:lnSpc>
              <a:buSzPts val="1200"/>
              <a:buNone/>
            </a:pPr>
            <a:endParaRPr lang="en" sz="1400" b="1" dirty="0"/>
          </a:p>
          <a:p>
            <a:pPr marL="152400" indent="0">
              <a:lnSpc>
                <a:spcPct val="160000"/>
              </a:lnSpc>
              <a:buSzPts val="1200"/>
              <a:buNone/>
            </a:pPr>
            <a:endParaRPr lang="en" sz="1400" b="1" dirty="0"/>
          </a:p>
        </p:txBody>
      </p:sp>
      <p:grpSp>
        <p:nvGrpSpPr>
          <p:cNvPr id="230" name="Google Shape;230;p26"/>
          <p:cNvGrpSpPr/>
          <p:nvPr/>
        </p:nvGrpSpPr>
        <p:grpSpPr>
          <a:xfrm>
            <a:off x="283221" y="3213923"/>
            <a:ext cx="2196033" cy="1220887"/>
            <a:chOff x="5040038" y="2459523"/>
            <a:chExt cx="1718739" cy="966656"/>
          </a:xfrm>
        </p:grpSpPr>
        <p:sp>
          <p:nvSpPr>
            <p:cNvPr id="231" name="Google Shape;231;p26"/>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a:solidFill>
                    <a:srgbClr val="FFFFFF"/>
                  </a:solidFill>
                  <a:latin typeface="Roboto"/>
                  <a:ea typeface="Roboto"/>
                  <a:cs typeface="Roboto"/>
                  <a:sym typeface="Roboto"/>
                </a:rPr>
                <a:t>Guarantees</a:t>
              </a:r>
              <a:r>
                <a:rPr lang="en" sz="1000">
                  <a:solidFill>
                    <a:srgbClr val="FFFFFF"/>
                  </a:solidFill>
                  <a:latin typeface="Roboto"/>
                  <a:ea typeface="Roboto"/>
                  <a:cs typeface="Roboto"/>
                  <a:sym typeface="Roboto"/>
                </a:rPr>
                <a:t> the coupon rate for the investor and </a:t>
              </a:r>
              <a:r>
                <a:rPr lang="en" sz="1000" b="1">
                  <a:solidFill>
                    <a:srgbClr val="FFFFFF"/>
                  </a:solidFill>
                  <a:latin typeface="Roboto"/>
                  <a:ea typeface="Roboto"/>
                  <a:cs typeface="Roboto"/>
                  <a:sym typeface="Roboto"/>
                </a:rPr>
                <a:t>lowers the rate </a:t>
              </a:r>
              <a:r>
                <a:rPr lang="en" sz="1000">
                  <a:solidFill>
                    <a:srgbClr val="FFFFFF"/>
                  </a:solidFill>
                  <a:latin typeface="Roboto"/>
                  <a:ea typeface="Roboto"/>
                  <a:cs typeface="Roboto"/>
                  <a:sym typeface="Roboto"/>
                </a:rPr>
                <a:t>for the sovereign depending on target achievement. </a:t>
              </a:r>
              <a:endParaRPr sz="1000">
                <a:solidFill>
                  <a:srgbClr val="FFFFFF"/>
                </a:solidFill>
              </a:endParaRPr>
            </a:p>
          </p:txBody>
        </p:sp>
        <p:sp>
          <p:nvSpPr>
            <p:cNvPr id="232" name="Google Shape;232;p26"/>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 or other fund</a:t>
              </a:r>
              <a:endParaRPr sz="1200">
                <a:solidFill>
                  <a:srgbClr val="FFFFFF"/>
                </a:solidFill>
              </a:endParaRPr>
            </a:p>
          </p:txBody>
        </p:sp>
      </p:grpSp>
      <p:grpSp>
        <p:nvGrpSpPr>
          <p:cNvPr id="233" name="Google Shape;233;p26"/>
          <p:cNvGrpSpPr/>
          <p:nvPr/>
        </p:nvGrpSpPr>
        <p:grpSpPr>
          <a:xfrm>
            <a:off x="2933404" y="1701170"/>
            <a:ext cx="1638596" cy="1295717"/>
            <a:chOff x="3798075" y="647329"/>
            <a:chExt cx="1332300" cy="1052915"/>
          </a:xfrm>
        </p:grpSpPr>
        <p:sp>
          <p:nvSpPr>
            <p:cNvPr id="234" name="Google Shape;234;p26"/>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235" name="Google Shape;235;p26"/>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p:cNvGrpSpPr/>
          <p:nvPr/>
        </p:nvGrpSpPr>
        <p:grpSpPr>
          <a:xfrm>
            <a:off x="559499" y="1666540"/>
            <a:ext cx="1638596" cy="1325411"/>
            <a:chOff x="2465775" y="2422675"/>
            <a:chExt cx="1332300" cy="992966"/>
          </a:xfrm>
        </p:grpSpPr>
        <p:sp>
          <p:nvSpPr>
            <p:cNvPr id="237" name="Google Shape;237;p26"/>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Guaranteed</a:t>
              </a:r>
              <a:r>
                <a:rPr lang="en" sz="1000">
                  <a:solidFill>
                    <a:srgbClr val="FFFFFF"/>
                  </a:solidFill>
                  <a:latin typeface="Roboto"/>
                  <a:ea typeface="Roboto"/>
                  <a:cs typeface="Roboto"/>
                  <a:sym typeface="Roboto"/>
                </a:rPr>
                <a:t> to receive stable returns and is incentivized to invest.</a:t>
              </a:r>
              <a:endParaRPr sz="1000">
                <a:solidFill>
                  <a:srgbClr val="FFFFFF"/>
                </a:solidFill>
              </a:endParaRPr>
            </a:p>
          </p:txBody>
        </p:sp>
        <p:sp>
          <p:nvSpPr>
            <p:cNvPr id="238" name="Google Shape;238;p26"/>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2" name="Slide Number Placeholder 1">
            <a:extLst>
              <a:ext uri="{FF2B5EF4-FFF2-40B4-BE49-F238E27FC236}">
                <a16:creationId xmlns:a16="http://schemas.microsoft.com/office/drawing/2014/main" id="{D3C8EBA8-6478-368C-4AA5-ECE52A173F3A}"/>
              </a:ext>
            </a:extLst>
          </p:cNvPr>
          <p:cNvSpPr>
            <a:spLocks noGrp="1"/>
          </p:cNvSpPr>
          <p:nvPr>
            <p:ph type="sldNum" idx="12"/>
          </p:nvPr>
        </p:nvSpPr>
        <p:spPr/>
        <p:txBody>
          <a:bodyPr/>
          <a:lstStyle/>
          <a:p>
            <a:fld id="{00000000-1234-1234-1234-123412341234}" type="slidenum">
              <a:rPr lang="en"/>
              <a:t>17</a:t>
            </a:fld>
            <a:endParaRPr lang="en-US"/>
          </a:p>
        </p:txBody>
      </p:sp>
      <p:sp>
        <p:nvSpPr>
          <p:cNvPr id="4" name="TextBox 1">
            <a:extLst>
              <a:ext uri="{FF2B5EF4-FFF2-40B4-BE49-F238E27FC236}">
                <a16:creationId xmlns:a16="http://schemas.microsoft.com/office/drawing/2014/main" id="{FD6B4CAF-9513-8548-1147-BF54139DA883}"/>
              </a:ext>
            </a:extLst>
          </p:cNvPr>
          <p:cNvSpPr txBox="1"/>
          <p:nvPr/>
        </p:nvSpPr>
        <p:spPr>
          <a:xfrm>
            <a:off x="2857500" y="3650456"/>
            <a:ext cx="5657850" cy="116955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666666"/>
                </a:solidFill>
                <a:latin typeface="Roboto"/>
              </a:rPr>
              <a:t>Optional requirement:</a:t>
            </a:r>
            <a:endParaRPr lang="en-US" dirty="0"/>
          </a:p>
          <a:p>
            <a:endParaRPr lang="en-US" b="1" dirty="0">
              <a:solidFill>
                <a:srgbClr val="666666"/>
              </a:solidFill>
              <a:latin typeface="Roboto"/>
            </a:endParaRPr>
          </a:p>
          <a:p>
            <a:r>
              <a:rPr lang="en-US" dirty="0">
                <a:solidFill>
                  <a:srgbClr val="666666"/>
                </a:solidFill>
                <a:latin typeface="Roboto"/>
              </a:rPr>
              <a:t>Minimum amount of private capital </a:t>
            </a:r>
            <a:r>
              <a:rPr lang="en-US" dirty="0">
                <a:solidFill>
                  <a:srgbClr val="666666"/>
                </a:solidFill>
                <a:latin typeface="Roboto"/>
                <a:ea typeface="Roboto"/>
                <a:cs typeface="Roboto"/>
              </a:rPr>
              <a:t>(to be negotiated) </a:t>
            </a:r>
            <a:r>
              <a:rPr lang="en-US" dirty="0">
                <a:solidFill>
                  <a:srgbClr val="666666"/>
                </a:solidFill>
                <a:latin typeface="Roboto"/>
              </a:rPr>
              <a:t>would be mobilized (if the bond is undersubscribed, the deal is off)</a:t>
            </a:r>
          </a:p>
          <a:p>
            <a:endParaRPr lang="en-US" b="1" dirty="0">
              <a:solidFill>
                <a:srgbClr val="666666"/>
              </a:solidFill>
              <a:latin typeface="Roboto"/>
            </a:endParaRPr>
          </a:p>
        </p:txBody>
      </p:sp>
    </p:spTree>
    <p:extLst>
      <p:ext uri="{BB962C8B-B14F-4D97-AF65-F5344CB8AC3E}">
        <p14:creationId xmlns:p14="http://schemas.microsoft.com/office/powerpoint/2010/main" val="4223110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a:buSzPts val="990"/>
            </a:pPr>
            <a:r>
              <a:rPr lang="en-US" sz="2700">
                <a:solidFill>
                  <a:schemeClr val="accent4"/>
                </a:solidFill>
              </a:rPr>
              <a:t>How to Fund and De-risk?</a:t>
            </a:r>
          </a:p>
        </p:txBody>
      </p:sp>
      <p:sp>
        <p:nvSpPr>
          <p:cNvPr id="2" name="Slide Number Placeholder 1">
            <a:extLst>
              <a:ext uri="{FF2B5EF4-FFF2-40B4-BE49-F238E27FC236}">
                <a16:creationId xmlns:a16="http://schemas.microsoft.com/office/drawing/2014/main" id="{793194A6-4D5D-F4B7-3178-087BFA6F0F30}"/>
              </a:ext>
            </a:extLst>
          </p:cNvPr>
          <p:cNvSpPr>
            <a:spLocks noGrp="1"/>
          </p:cNvSpPr>
          <p:nvPr>
            <p:ph type="sldNum" idx="12"/>
          </p:nvPr>
        </p:nvSpPr>
        <p:spPr/>
        <p:txBody>
          <a:bodyPr/>
          <a:lstStyle/>
          <a:p>
            <a:fld id="{00000000-1234-1234-1234-123412341234}" type="slidenum">
              <a:rPr lang="en"/>
              <a:t>18</a:t>
            </a:fld>
            <a:endParaRPr lang="en-US"/>
          </a:p>
        </p:txBody>
      </p:sp>
      <p:pic>
        <p:nvPicPr>
          <p:cNvPr id="3" name="Picture 2" descr="Looking up at trees through glass windows&#10;&#10;Description automatically generated">
            <a:extLst>
              <a:ext uri="{FF2B5EF4-FFF2-40B4-BE49-F238E27FC236}">
                <a16:creationId xmlns:a16="http://schemas.microsoft.com/office/drawing/2014/main" id="{87958FE0-D07D-DE0D-C343-C76CE89F09D8}"/>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extLst>
      <p:ext uri="{BB962C8B-B14F-4D97-AF65-F5344CB8AC3E}">
        <p14:creationId xmlns:p14="http://schemas.microsoft.com/office/powerpoint/2010/main" val="17799490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380350" y="6451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KPI Bonds: Alternative structures</a:t>
            </a:r>
            <a:endParaRPr sz="2500"/>
          </a:p>
          <a:p>
            <a:pPr marL="0" lvl="0" indent="0" algn="l" rtl="0">
              <a:spcBef>
                <a:spcPts val="0"/>
              </a:spcBef>
              <a:spcAft>
                <a:spcPts val="0"/>
              </a:spcAft>
              <a:buNone/>
            </a:pPr>
            <a:endParaRPr/>
          </a:p>
          <a:p>
            <a:pPr marL="0" lvl="0" indent="0" algn="l" rtl="0">
              <a:spcBef>
                <a:spcPts val="0"/>
              </a:spcBef>
              <a:spcAft>
                <a:spcPts val="0"/>
              </a:spcAft>
              <a:buNone/>
            </a:pPr>
            <a:endParaRPr sz="1688">
              <a:solidFill>
                <a:schemeClr val="accent4"/>
              </a:solidFill>
            </a:endParaRPr>
          </a:p>
          <a:p>
            <a:pPr marL="0" lvl="0" indent="0" algn="l" rtl="0">
              <a:spcBef>
                <a:spcPts val="0"/>
              </a:spcBef>
              <a:spcAft>
                <a:spcPts val="0"/>
              </a:spcAft>
              <a:buNone/>
            </a:pPr>
            <a:endParaRPr/>
          </a:p>
        </p:txBody>
      </p:sp>
      <p:sp>
        <p:nvSpPr>
          <p:cNvPr id="229" name="Google Shape;229;p26"/>
          <p:cNvSpPr txBox="1">
            <a:spLocks noGrp="1"/>
          </p:cNvSpPr>
          <p:nvPr>
            <p:ph type="body" idx="1"/>
          </p:nvPr>
        </p:nvSpPr>
        <p:spPr>
          <a:xfrm>
            <a:off x="4656406" y="1328601"/>
            <a:ext cx="4364752" cy="3757223"/>
          </a:xfrm>
          <a:prstGeom prst="rect">
            <a:avLst/>
          </a:prstGeom>
        </p:spPr>
        <p:txBody>
          <a:bodyPr spcFirstLastPara="1" wrap="square" lIns="91425" tIns="91425" rIns="91425" bIns="91425" anchor="t" anchorCtr="0">
            <a:noAutofit/>
          </a:bodyPr>
          <a:lstStyle/>
          <a:p>
            <a:pPr>
              <a:lnSpc>
                <a:spcPct val="160000"/>
              </a:lnSpc>
              <a:buClr>
                <a:schemeClr val="accent1"/>
              </a:buClr>
              <a:buSzPts val="1200"/>
            </a:pPr>
            <a:r>
              <a:rPr lang="en" sz="1400">
                <a:solidFill>
                  <a:schemeClr val="tx1">
                    <a:lumMod val="50000"/>
                  </a:schemeClr>
                </a:solidFill>
              </a:rPr>
              <a:t>Two potential models ('Subsidy' and 'Intermediary’).</a:t>
            </a:r>
          </a:p>
          <a:p>
            <a:pPr>
              <a:lnSpc>
                <a:spcPct val="160000"/>
              </a:lnSpc>
              <a:buClr>
                <a:schemeClr val="accent1"/>
              </a:buClr>
              <a:buSzPts val="1200"/>
            </a:pPr>
            <a:r>
              <a:rPr lang="en" sz="1400" b="1">
                <a:solidFill>
                  <a:schemeClr val="tx1">
                    <a:lumMod val="50000"/>
                  </a:schemeClr>
                </a:solidFill>
              </a:rPr>
              <a:t>Subsidy</a:t>
            </a:r>
            <a:r>
              <a:rPr lang="en" sz="1400">
                <a:solidFill>
                  <a:schemeClr val="tx1">
                    <a:lumMod val="50000"/>
                  </a:schemeClr>
                </a:solidFill>
              </a:rPr>
              <a:t> needs a source of funding.</a:t>
            </a:r>
          </a:p>
          <a:p>
            <a:pPr>
              <a:lnSpc>
                <a:spcPct val="160000"/>
              </a:lnSpc>
              <a:buClr>
                <a:schemeClr val="accent1"/>
              </a:buClr>
              <a:buSzPts val="1200"/>
            </a:pPr>
            <a:r>
              <a:rPr lang="en" sz="1400" b="1">
                <a:solidFill>
                  <a:schemeClr val="tx1">
                    <a:lumMod val="50000"/>
                  </a:schemeClr>
                </a:solidFill>
              </a:rPr>
              <a:t>Intermediary model </a:t>
            </a:r>
            <a:r>
              <a:rPr lang="en" sz="1400">
                <a:solidFill>
                  <a:schemeClr val="tx1">
                    <a:lumMod val="50000"/>
                  </a:schemeClr>
                </a:solidFill>
              </a:rPr>
              <a:t>relies on low credit risk from intermediary and guarantees.</a:t>
            </a:r>
          </a:p>
          <a:p>
            <a:pPr>
              <a:lnSpc>
                <a:spcPct val="160000"/>
              </a:lnSpc>
              <a:buClr>
                <a:schemeClr val="accent1"/>
              </a:buClr>
              <a:buSzPts val="1200"/>
            </a:pPr>
            <a:r>
              <a:rPr lang="en" sz="1400">
                <a:solidFill>
                  <a:schemeClr val="tx1">
                    <a:lumMod val="50000"/>
                  </a:schemeClr>
                </a:solidFill>
              </a:rPr>
              <a:t>Cooperation with development agency partners (e.g. GiZ, AFD) can improve outcomes.</a:t>
            </a:r>
          </a:p>
          <a:p>
            <a:pPr indent="-304800">
              <a:lnSpc>
                <a:spcPct val="160000"/>
              </a:lnSpc>
              <a:buClr>
                <a:schemeClr val="accent1"/>
              </a:buClr>
              <a:buSzPts val="1200"/>
            </a:pPr>
            <a:r>
              <a:rPr lang="en" sz="1400">
                <a:solidFill>
                  <a:schemeClr val="tx1">
                    <a:lumMod val="50000"/>
                  </a:schemeClr>
                </a:solidFill>
              </a:rPr>
              <a:t>Additional features to maximize private sector demand can be added to basic KPI bond design.</a:t>
            </a:r>
          </a:p>
        </p:txBody>
      </p:sp>
      <p:grpSp>
        <p:nvGrpSpPr>
          <p:cNvPr id="230" name="Google Shape;230;p26"/>
          <p:cNvGrpSpPr/>
          <p:nvPr/>
        </p:nvGrpSpPr>
        <p:grpSpPr>
          <a:xfrm>
            <a:off x="380223" y="3580256"/>
            <a:ext cx="1817656" cy="1220887"/>
            <a:chOff x="5040039" y="2459523"/>
            <a:chExt cx="1422600" cy="966656"/>
          </a:xfrm>
        </p:grpSpPr>
        <p:sp>
          <p:nvSpPr>
            <p:cNvPr id="231" name="Google Shape;231;p26"/>
            <p:cNvSpPr/>
            <p:nvPr/>
          </p:nvSpPr>
          <p:spPr>
            <a:xfrm>
              <a:off x="5040039" y="2707679"/>
              <a:ext cx="1422600" cy="718500"/>
            </a:xfrm>
            <a:prstGeom prst="rect">
              <a:avLst/>
            </a:prstGeom>
            <a:solidFill>
              <a:schemeClr val="accent5"/>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Guarantees the coupon rate for the investor and lowers the rate for the sovereign depending on target achievement. </a:t>
              </a:r>
              <a:endParaRPr sz="1000">
                <a:solidFill>
                  <a:srgbClr val="FFFFFF"/>
                </a:solidFill>
              </a:endParaRPr>
            </a:p>
          </p:txBody>
        </p:sp>
        <p:sp>
          <p:nvSpPr>
            <p:cNvPr id="232" name="Google Shape;232;p26"/>
            <p:cNvSpPr/>
            <p:nvPr/>
          </p:nvSpPr>
          <p:spPr>
            <a:xfrm>
              <a:off x="5040039" y="2459523"/>
              <a:ext cx="14226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Intermediary or Fund</a:t>
              </a:r>
              <a:endParaRPr sz="1200">
                <a:solidFill>
                  <a:srgbClr val="FFFFFF"/>
                </a:solidFill>
              </a:endParaRPr>
            </a:p>
          </p:txBody>
        </p:sp>
      </p:grpSp>
      <p:grpSp>
        <p:nvGrpSpPr>
          <p:cNvPr id="233" name="Google Shape;233;p26"/>
          <p:cNvGrpSpPr/>
          <p:nvPr/>
        </p:nvGrpSpPr>
        <p:grpSpPr>
          <a:xfrm>
            <a:off x="2933388" y="2361999"/>
            <a:ext cx="1638596" cy="1295717"/>
            <a:chOff x="3798075" y="647329"/>
            <a:chExt cx="1332300" cy="1052915"/>
          </a:xfrm>
        </p:grpSpPr>
        <p:sp>
          <p:nvSpPr>
            <p:cNvPr id="234" name="Google Shape;234;p26"/>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lower coupon payments when certain targets are met. Is incentivized to pursue climate action.</a:t>
              </a:r>
              <a:endParaRPr sz="1000">
                <a:solidFill>
                  <a:srgbClr val="FFFFFF"/>
                </a:solidFill>
              </a:endParaRPr>
            </a:p>
          </p:txBody>
        </p:sp>
        <p:sp>
          <p:nvSpPr>
            <p:cNvPr id="235" name="Google Shape;235;p26"/>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p:cNvGrpSpPr/>
          <p:nvPr/>
        </p:nvGrpSpPr>
        <p:grpSpPr>
          <a:xfrm>
            <a:off x="559499" y="1666541"/>
            <a:ext cx="1638596" cy="1220942"/>
            <a:chOff x="2465775" y="2422675"/>
            <a:chExt cx="1332300" cy="914700"/>
          </a:xfrm>
        </p:grpSpPr>
        <p:sp>
          <p:nvSpPr>
            <p:cNvPr id="237" name="Google Shape;237;p26"/>
            <p:cNvSpPr/>
            <p:nvPr/>
          </p:nvSpPr>
          <p:spPr>
            <a:xfrm>
              <a:off x="2465775" y="2707675"/>
              <a:ext cx="1332300" cy="6297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Guaranteed to receive stable returns and is incentivized to invest.</a:t>
              </a:r>
              <a:endParaRPr sz="1000">
                <a:solidFill>
                  <a:srgbClr val="FFFFFF"/>
                </a:solidFill>
              </a:endParaRPr>
            </a:p>
          </p:txBody>
        </p:sp>
        <p:sp>
          <p:nvSpPr>
            <p:cNvPr id="238" name="Google Shape;238;p26"/>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239" name="Google Shape;239;p26"/>
          <p:cNvSpPr/>
          <p:nvPr/>
        </p:nvSpPr>
        <p:spPr>
          <a:xfrm>
            <a:off x="1416388" y="2899374"/>
            <a:ext cx="198600" cy="623700"/>
          </a:xfrm>
          <a:prstGeom prst="up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0" name="Google Shape;240;p26"/>
          <p:cNvSpPr/>
          <p:nvPr/>
        </p:nvSpPr>
        <p:spPr>
          <a:xfrm rot="10800000">
            <a:off x="2198100" y="3693100"/>
            <a:ext cx="896700" cy="537600"/>
          </a:xfrm>
          <a:prstGeom prst="bentArrow">
            <a:avLst>
              <a:gd name="adj1" fmla="val 21195"/>
              <a:gd name="adj2" fmla="val 25000"/>
              <a:gd name="adj3" fmla="val 25000"/>
              <a:gd name="adj4" fmla="val 4375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D3C8EBA8-6478-368C-4AA5-ECE52A173F3A}"/>
              </a:ext>
            </a:extLst>
          </p:cNvPr>
          <p:cNvSpPr>
            <a:spLocks noGrp="1"/>
          </p:cNvSpPr>
          <p:nvPr>
            <p:ph type="sldNum" idx="12"/>
          </p:nvPr>
        </p:nvSpPr>
        <p:spPr/>
        <p:txBody>
          <a:bodyPr/>
          <a:lstStyle/>
          <a:p>
            <a:fld id="{00000000-1234-1234-1234-123412341234}" type="slidenum">
              <a:rPr lang="en"/>
              <a:t>19</a:t>
            </a:fld>
            <a:endParaRPr lang="en-US"/>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7"/>
        <p:cNvGrpSpPr/>
        <p:nvPr/>
      </p:nvGrpSpPr>
      <p:grpSpPr>
        <a:xfrm>
          <a:off x="0" y="0"/>
          <a:ext cx="0" cy="0"/>
          <a:chOff x="0" y="0"/>
          <a:chExt cx="0" cy="0"/>
        </a:xfrm>
      </p:grpSpPr>
      <p:sp>
        <p:nvSpPr>
          <p:cNvPr id="338" name="Google Shape;338;p36"/>
          <p:cNvSpPr txBox="1">
            <a:spLocks noGrp="1"/>
          </p:cNvSpPr>
          <p:nvPr>
            <p:ph type="title"/>
          </p:nvPr>
        </p:nvSpPr>
        <p:spPr>
          <a:xfrm>
            <a:off x="311700" y="613100"/>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How to Fund and De-risk?</a:t>
            </a:r>
            <a:endParaRPr sz="2250"/>
          </a:p>
        </p:txBody>
      </p:sp>
      <p:grpSp>
        <p:nvGrpSpPr>
          <p:cNvPr id="339" name="Google Shape;339;p36"/>
          <p:cNvGrpSpPr/>
          <p:nvPr/>
        </p:nvGrpSpPr>
        <p:grpSpPr>
          <a:xfrm>
            <a:off x="1510323" y="1793060"/>
            <a:ext cx="5895417" cy="778703"/>
            <a:chOff x="1593000" y="2322568"/>
            <a:chExt cx="5957975" cy="643503"/>
          </a:xfrm>
        </p:grpSpPr>
        <p:sp>
          <p:nvSpPr>
            <p:cNvPr id="340" name="Google Shape;340;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a:lnSpc>
                  <a:spcPct val="115000"/>
                </a:lnSpc>
              </a:pPr>
              <a:r>
                <a:rPr lang="en" sz="1100">
                  <a:solidFill>
                    <a:srgbClr val="FFFFFF"/>
                  </a:solidFill>
                  <a:latin typeface="Roboto"/>
                  <a:ea typeface="Roboto"/>
                  <a:cs typeface="Roboto"/>
                  <a:sym typeface="Roboto"/>
                </a:rPr>
                <a:t>Create a fund to subsidize these KPI bonds</a:t>
              </a:r>
              <a:endParaRPr sz="1100">
                <a:solidFill>
                  <a:srgbClr val="FFFFFF"/>
                </a:solidFill>
                <a:latin typeface="Roboto"/>
                <a:ea typeface="Roboto"/>
                <a:cs typeface="Roboto"/>
                <a:sym typeface="Roboto"/>
              </a:endParaRPr>
            </a:p>
          </p:txBody>
        </p:sp>
        <p:sp>
          <p:nvSpPr>
            <p:cNvPr id="344" name="Google Shape;344;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346" name="Google Shape;346;p36"/>
            <p:cNvSpPr/>
            <p:nvPr/>
          </p:nvSpPr>
          <p:spPr>
            <a:xfrm>
              <a:off x="4532835" y="2323771"/>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Engage with donors to set up a trust fund, or</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Organize KPI bonds as carbon market instruments</a:t>
              </a:r>
              <a:endParaRPr sz="800">
                <a:solidFill>
                  <a:srgbClr val="A72A1E"/>
                </a:solidFill>
                <a:latin typeface="Roboto"/>
                <a:ea typeface="Roboto"/>
                <a:cs typeface="Roboto"/>
                <a:sym typeface="Roboto"/>
              </a:endParaRPr>
            </a:p>
          </p:txBody>
        </p:sp>
      </p:grpSp>
      <p:grpSp>
        <p:nvGrpSpPr>
          <p:cNvPr id="347" name="Google Shape;347;p36"/>
          <p:cNvGrpSpPr/>
          <p:nvPr/>
        </p:nvGrpSpPr>
        <p:grpSpPr>
          <a:xfrm>
            <a:off x="1510283" y="2783648"/>
            <a:ext cx="5895416" cy="778699"/>
            <a:chOff x="1593000" y="2322568"/>
            <a:chExt cx="5957975" cy="643500"/>
          </a:xfrm>
        </p:grpSpPr>
        <p:sp>
          <p:nvSpPr>
            <p:cNvPr id="348" name="Google Shape;348;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00">
                  <a:solidFill>
                    <a:srgbClr val="FFFFFF"/>
                  </a:solidFill>
                  <a:latin typeface="Roboto"/>
                  <a:ea typeface="Roboto"/>
                  <a:cs typeface="Roboto"/>
                  <a:sym typeface="Roboto"/>
                </a:rPr>
                <a:t>Engage World Bank as an intermediary</a:t>
              </a:r>
              <a:endParaRPr sz="1100">
                <a:solidFill>
                  <a:srgbClr val="FFFFFF"/>
                </a:solidFill>
                <a:latin typeface="Roboto"/>
                <a:ea typeface="Roboto"/>
                <a:cs typeface="Roboto"/>
                <a:sym typeface="Roboto"/>
              </a:endParaRPr>
            </a:p>
          </p:txBody>
        </p:sp>
        <p:sp>
          <p:nvSpPr>
            <p:cNvPr id="352" name="Google Shape;352;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354" name="Google Shape;354;p36"/>
            <p:cNvSpPr/>
            <p:nvPr/>
          </p:nvSpPr>
          <p:spPr>
            <a:xfrm>
              <a:off x="4532835" y="2323172"/>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Develop a KPI loan product as a mix between PforR and DPF instruments</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Offer this product to developing countries</a:t>
              </a:r>
              <a:endParaRPr sz="800">
                <a:solidFill>
                  <a:srgbClr val="A72A1E"/>
                </a:solidFill>
                <a:latin typeface="Roboto"/>
                <a:ea typeface="Roboto"/>
                <a:cs typeface="Roboto"/>
                <a:sym typeface="Roboto"/>
              </a:endParaRPr>
            </a:p>
          </p:txBody>
        </p:sp>
      </p:grpSp>
      <p:grpSp>
        <p:nvGrpSpPr>
          <p:cNvPr id="355" name="Google Shape;355;p36"/>
          <p:cNvGrpSpPr/>
          <p:nvPr/>
        </p:nvGrpSpPr>
        <p:grpSpPr>
          <a:xfrm>
            <a:off x="1551590" y="3774248"/>
            <a:ext cx="5854309" cy="778699"/>
            <a:chOff x="1593000" y="2322568"/>
            <a:chExt cx="5991516" cy="643500"/>
          </a:xfrm>
        </p:grpSpPr>
        <p:sp>
          <p:nvSpPr>
            <p:cNvPr id="356" name="Google Shape;356;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00">
                  <a:solidFill>
                    <a:srgbClr val="FFFFFF"/>
                  </a:solidFill>
                  <a:latin typeface="Roboto"/>
                  <a:ea typeface="Roboto"/>
                  <a:cs typeface="Roboto"/>
                  <a:sym typeface="Roboto"/>
                </a:rPr>
                <a:t>Establish a separate special purpose vehicle</a:t>
              </a:r>
              <a:endParaRPr sz="1100">
                <a:solidFill>
                  <a:srgbClr val="FFFFFF"/>
                </a:solidFill>
                <a:latin typeface="Roboto"/>
                <a:ea typeface="Roboto"/>
                <a:cs typeface="Roboto"/>
                <a:sym typeface="Roboto"/>
              </a:endParaRPr>
            </a:p>
          </p:txBody>
        </p:sp>
        <p:sp>
          <p:nvSpPr>
            <p:cNvPr id="360" name="Google Shape;360;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362" name="Google Shape;362;p36"/>
            <p:cNvSpPr/>
            <p:nvPr/>
          </p:nvSpPr>
          <p:spPr>
            <a:xfrm>
              <a:off x="4613316" y="2323750"/>
              <a:ext cx="2971200" cy="642300"/>
            </a:xfrm>
            <a:prstGeom prst="rect">
              <a:avLst/>
            </a:prstGeom>
            <a:solidFill>
              <a:schemeClr val="lt1"/>
            </a:solid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Develop a trusted intermediary financial structure</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Organize guarantees for that structure</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Ensure guarantees are indemnified, taking advantage of long-term relationships with WB</a:t>
              </a:r>
              <a:endParaRPr sz="800">
                <a:solidFill>
                  <a:srgbClr val="A72A1E"/>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7A988962-4B71-56DC-024B-E2A141B2FC71}"/>
              </a:ext>
            </a:extLst>
          </p:cNvPr>
          <p:cNvSpPr>
            <a:spLocks noGrp="1"/>
          </p:cNvSpPr>
          <p:nvPr>
            <p:ph type="sldNum" idx="12"/>
          </p:nvPr>
        </p:nvSpPr>
        <p:spPr/>
        <p:txBody>
          <a:bodyPr/>
          <a:lstStyle/>
          <a:p>
            <a:fld id="{00000000-1234-1234-1234-123412341234}" type="slidenum">
              <a:rPr lang="en"/>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7"/>
          <p:cNvSpPr txBox="1">
            <a:spLocks noGrp="1"/>
          </p:cNvSpPr>
          <p:nvPr>
            <p:ph type="title"/>
          </p:nvPr>
        </p:nvSpPr>
        <p:spPr>
          <a:xfrm>
            <a:off x="311725" y="500925"/>
            <a:ext cx="3706500" cy="294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One:</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Subsidies from donors to pay for the difference in KPI bond coupon rate </a:t>
            </a:r>
          </a:p>
        </p:txBody>
      </p:sp>
      <p:sp>
        <p:nvSpPr>
          <p:cNvPr id="368" name="Google Shape;368;p37"/>
          <p:cNvSpPr txBox="1">
            <a:spLocks noGrp="1"/>
          </p:cNvSpPr>
          <p:nvPr>
            <p:ph type="body" idx="1"/>
          </p:nvPr>
        </p:nvSpPr>
        <p:spPr>
          <a:xfrm>
            <a:off x="4644675" y="297174"/>
            <a:ext cx="4166400" cy="4846325"/>
          </a:xfrm>
          <a:prstGeom prst="rect">
            <a:avLst/>
          </a:prstGeom>
        </p:spPr>
        <p:txBody>
          <a:bodyPr spcFirstLastPara="1" wrap="square" lIns="91425" tIns="91425" rIns="91425" bIns="91425" anchor="t" anchorCtr="0">
            <a:normAutofit/>
          </a:bodyPr>
          <a:lstStyle/>
          <a:p>
            <a:pPr marL="0" indent="0">
              <a:buNone/>
            </a:pPr>
            <a:r>
              <a:rPr lang="en" sz="1200">
                <a:solidFill>
                  <a:schemeClr val="accent1"/>
                </a:solidFill>
              </a:rPr>
              <a:t>The first alternative involves a KPI bond operating similarly to an SLB, with the KPI bond directly issued by a client country to global bond markets, plus an </a:t>
            </a:r>
            <a:r>
              <a:rPr lang="en" sz="1200" b="1">
                <a:solidFill>
                  <a:schemeClr val="accent1"/>
                </a:solidFill>
              </a:rPr>
              <a:t>additional mechanism</a:t>
            </a:r>
            <a:r>
              <a:rPr lang="en" sz="1200">
                <a:solidFill>
                  <a:schemeClr val="accent1"/>
                </a:solidFill>
              </a:rPr>
              <a:t>: a distinct fund that disburses subsidies to the issuing sovereign when it successfully achieves its KPIs. </a:t>
            </a:r>
            <a:endParaRPr sz="1200">
              <a:solidFill>
                <a:schemeClr val="accent1"/>
              </a:solidFill>
            </a:endParaRPr>
          </a:p>
          <a:p>
            <a:pPr marL="0" lvl="0" indent="0" algn="l" rtl="0">
              <a:spcBef>
                <a:spcPts val="1200"/>
              </a:spcBef>
              <a:spcAft>
                <a:spcPts val="0"/>
              </a:spcAft>
              <a:buNone/>
            </a:pPr>
            <a:r>
              <a:rPr lang="en" sz="1200">
                <a:solidFill>
                  <a:schemeClr val="accent1"/>
                </a:solidFill>
              </a:rPr>
              <a:t>This fund would necessitate a sustainable source of funding. Potential options to consider for funding include:</a:t>
            </a:r>
            <a:endParaRPr sz="1200">
              <a:solidFill>
                <a:schemeClr val="accent1"/>
              </a:solidFill>
            </a:endParaRPr>
          </a:p>
          <a:p>
            <a:pPr marL="457200" lvl="0" indent="-304800" algn="l" rtl="0">
              <a:spcBef>
                <a:spcPts val="1200"/>
              </a:spcBef>
              <a:spcAft>
                <a:spcPts val="0"/>
              </a:spcAft>
              <a:buClr>
                <a:schemeClr val="accent1"/>
              </a:buClr>
              <a:buSzPts val="1200"/>
              <a:buAutoNum type="arabicPeriod"/>
            </a:pPr>
            <a:r>
              <a:rPr lang="en" sz="1200">
                <a:solidFill>
                  <a:schemeClr val="accent1"/>
                </a:solidFill>
              </a:rPr>
              <a:t>WB Subsidy</a:t>
            </a:r>
            <a:endParaRPr sz="1200">
              <a:solidFill>
                <a:schemeClr val="accent1"/>
              </a:solidFill>
            </a:endParaRPr>
          </a:p>
          <a:p>
            <a:pPr marL="457200" lvl="0" indent="-304800" algn="l" rtl="0">
              <a:spcBef>
                <a:spcPts val="0"/>
              </a:spcBef>
              <a:spcAft>
                <a:spcPts val="0"/>
              </a:spcAft>
              <a:buClr>
                <a:schemeClr val="accent1"/>
              </a:buClr>
              <a:buSzPts val="1200"/>
              <a:buAutoNum type="arabicPeriod"/>
            </a:pPr>
            <a:r>
              <a:rPr lang="en" sz="1200">
                <a:solidFill>
                  <a:schemeClr val="accent1"/>
                </a:solidFill>
              </a:rPr>
              <a:t>Donors</a:t>
            </a:r>
            <a:endParaRPr sz="1200">
              <a:solidFill>
                <a:schemeClr val="accent1"/>
              </a:solidFill>
            </a:endParaRPr>
          </a:p>
          <a:p>
            <a:pPr marL="0" indent="0">
              <a:spcBef>
                <a:spcPts val="1200"/>
              </a:spcBef>
              <a:spcAft>
                <a:spcPts val="1200"/>
              </a:spcAft>
              <a:buClr>
                <a:srgbClr val="666666"/>
              </a:buClr>
              <a:buNone/>
            </a:pPr>
            <a:endParaRPr lang="en">
              <a:solidFill>
                <a:srgbClr val="666666"/>
              </a:solidFill>
            </a:endParaRPr>
          </a:p>
        </p:txBody>
      </p:sp>
      <p:sp>
        <p:nvSpPr>
          <p:cNvPr id="369" name="Google Shape;369;p37"/>
          <p:cNvSpPr/>
          <p:nvPr/>
        </p:nvSpPr>
        <p:spPr>
          <a:xfrm>
            <a:off x="5921125" y="4107525"/>
            <a:ext cx="2537400" cy="8070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Roboto"/>
                <a:ea typeface="Roboto"/>
                <a:cs typeface="Roboto"/>
                <a:sym typeface="Roboto"/>
              </a:rPr>
              <a:t>Costly, and does not fully leverage the institutional advantages of WB to reduce costs.</a:t>
            </a:r>
            <a:endParaRPr sz="120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370" name="Google Shape;370;p37"/>
          <p:cNvSpPr/>
          <p:nvPr/>
        </p:nvSpPr>
        <p:spPr>
          <a:xfrm>
            <a:off x="5921124" y="3402000"/>
            <a:ext cx="2537399" cy="61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Involves diversified funding sources</a:t>
            </a:r>
            <a:endParaRPr sz="1200">
              <a:solidFill>
                <a:schemeClr val="lt1"/>
              </a:solidFill>
              <a:latin typeface="Roboto"/>
              <a:ea typeface="Roboto"/>
              <a:cs typeface="Roboto"/>
              <a:sym typeface="Roboto"/>
            </a:endParaRPr>
          </a:p>
        </p:txBody>
      </p:sp>
      <p:sp>
        <p:nvSpPr>
          <p:cNvPr id="371" name="Google Shape;371;p37"/>
          <p:cNvSpPr/>
          <p:nvPr/>
        </p:nvSpPr>
        <p:spPr>
          <a:xfrm>
            <a:off x="4754050" y="4155825"/>
            <a:ext cx="703800" cy="756281"/>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p:cNvSpPr/>
          <p:nvPr/>
        </p:nvSpPr>
        <p:spPr>
          <a:xfrm>
            <a:off x="4754027" y="3402000"/>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p:cNvSpPr/>
          <p:nvPr/>
        </p:nvSpPr>
        <p:spPr>
          <a:xfrm rot="-3020993">
            <a:off x="4978517" y="3659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p:cNvSpPr/>
          <p:nvPr/>
        </p:nvSpPr>
        <p:spPr>
          <a:xfrm>
            <a:off x="4951758" y="4387104"/>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B2C8BC0A-C15C-7B44-E031-C823A7BDB781}"/>
              </a:ext>
            </a:extLst>
          </p:cNvPr>
          <p:cNvSpPr>
            <a:spLocks noGrp="1"/>
          </p:cNvSpPr>
          <p:nvPr>
            <p:ph type="sldNum" idx="12"/>
          </p:nvPr>
        </p:nvSpPr>
        <p:spPr/>
        <p:txBody>
          <a:bodyPr/>
          <a:lstStyle/>
          <a:p>
            <a:fld id="{00000000-1234-1234-1234-123412341234}" type="slidenum">
              <a:rPr lang="en"/>
              <a:t>21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E1737FF5-E90F-D3F9-585B-CE1E86F2DD03}"/>
            </a:ext>
          </a:extLst>
        </p:cNvPr>
        <p:cNvGrpSpPr/>
        <p:nvPr/>
      </p:nvGrpSpPr>
      <p:grpSpPr>
        <a:xfrm>
          <a:off x="0" y="0"/>
          <a:ext cx="0" cy="0"/>
          <a:chOff x="0" y="0"/>
          <a:chExt cx="0" cy="0"/>
        </a:xfrm>
      </p:grpSpPr>
      <p:sp>
        <p:nvSpPr>
          <p:cNvPr id="304" name="Google Shape;304;p31">
            <a:extLst>
              <a:ext uri="{FF2B5EF4-FFF2-40B4-BE49-F238E27FC236}">
                <a16:creationId xmlns:a16="http://schemas.microsoft.com/office/drawing/2014/main" id="{DD1DA773-0BB0-6F57-8283-D900892BCF5C}"/>
              </a:ext>
            </a:extLst>
          </p:cNvPr>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fontScale="90000"/>
          </a:bodyPr>
          <a:lstStyle/>
          <a:p>
            <a:r>
              <a:rPr lang="en" sz="2250" dirty="0"/>
              <a:t>Linking a Loan or Grant</a:t>
            </a:r>
            <a:br>
              <a:rPr lang="en" sz="2250" dirty="0"/>
            </a:br>
            <a:br>
              <a:rPr lang="en" sz="2250" dirty="0"/>
            </a:br>
            <a:br>
              <a:rPr lang="en" sz="2250" dirty="0"/>
            </a:br>
            <a:br>
              <a:rPr lang="en" sz="2250" dirty="0"/>
            </a:br>
            <a:br>
              <a:rPr lang="en" sz="2250" dirty="0"/>
            </a:br>
            <a:br>
              <a:rPr lang="en" sz="2250" dirty="0"/>
            </a:br>
            <a:r>
              <a:rPr lang="en" sz="2300" dirty="0"/>
              <a:t>Halo Effect</a:t>
            </a:r>
            <a:br>
              <a:rPr lang="en" sz="2250" dirty="0"/>
            </a:br>
            <a:br>
              <a:rPr lang="en" sz="2250" dirty="0"/>
            </a:br>
            <a:r>
              <a:rPr lang="en" sz="2250" dirty="0"/>
              <a:t> </a:t>
            </a:r>
            <a:br>
              <a:rPr lang="en" sz="2250" dirty="0"/>
            </a:br>
            <a:br>
              <a:rPr lang="en" sz="2250" dirty="0"/>
            </a:br>
            <a:br>
              <a:rPr lang="en" sz="2250" dirty="0"/>
            </a:br>
            <a:r>
              <a:rPr lang="en" sz="2250" dirty="0"/>
              <a:t>Contingent Linking</a:t>
            </a:r>
            <a:br>
              <a:rPr lang="en" sz="2300" dirty="0"/>
            </a:br>
            <a:endParaRPr lang="en" sz="2300"/>
          </a:p>
        </p:txBody>
      </p:sp>
      <p:sp>
        <p:nvSpPr>
          <p:cNvPr id="305" name="Google Shape;305;p31">
            <a:extLst>
              <a:ext uri="{FF2B5EF4-FFF2-40B4-BE49-F238E27FC236}">
                <a16:creationId xmlns:a16="http://schemas.microsoft.com/office/drawing/2014/main" id="{FBA08D35-6A06-AC24-C900-AD8AA8DF2CBB}"/>
              </a:ext>
            </a:extLst>
          </p:cNvPr>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sz="1200" dirty="0"/>
              <a:t>A bond is issued to the market. </a:t>
            </a:r>
            <a:endParaRPr lang="en-US" dirty="0"/>
          </a:p>
          <a:p>
            <a:pPr marL="171450" indent="-171450">
              <a:lnSpc>
                <a:spcPct val="150000"/>
              </a:lnSpc>
              <a:spcBef>
                <a:spcPts val="1200"/>
              </a:spcBef>
              <a:buSzPts val="1018"/>
            </a:pPr>
            <a:r>
              <a:rPr lang="en-US" sz="1200" dirty="0"/>
              <a:t>The new structure is linked, the WB extends grants (or loans) to the country. The WB would condition its lending </a:t>
            </a:r>
            <a:r>
              <a:rPr lang="en-US" sz="1200" b="1" dirty="0"/>
              <a:t>both on KPI achievement </a:t>
            </a:r>
            <a:r>
              <a:rPr lang="en-US" sz="1200" dirty="0"/>
              <a:t>and on </a:t>
            </a:r>
            <a:r>
              <a:rPr lang="en-US" sz="1200" b="1" dirty="0"/>
              <a:t>private sector mobilization</a:t>
            </a:r>
            <a:r>
              <a:rPr lang="en-US" sz="1200" dirty="0"/>
              <a:t>, disbursing if the bonds achieve KPI.</a:t>
            </a:r>
            <a:endParaRPr lang="en-US" dirty="0"/>
          </a:p>
          <a:p>
            <a:pPr marL="171450" indent="-171450">
              <a:lnSpc>
                <a:spcPct val="150000"/>
              </a:lnSpc>
              <a:spcBef>
                <a:spcPts val="1200"/>
              </a:spcBef>
              <a:buSzPts val="1018"/>
            </a:pPr>
            <a:endParaRPr lang="en-US" sz="1200" dirty="0"/>
          </a:p>
          <a:p>
            <a:pPr marL="171450" indent="-171450">
              <a:lnSpc>
                <a:spcPct val="150000"/>
              </a:lnSpc>
              <a:spcBef>
                <a:spcPts val="1200"/>
              </a:spcBef>
              <a:buSzPts val="1018"/>
            </a:pPr>
            <a:r>
              <a:rPr lang="en-US" sz="1200" dirty="0"/>
              <a:t>Our thinking is that the cost of issuing this bond will be lower. There's a demonstrated 'halo effect': i.e. country risk, and the investor perspective on the risk of a particular bond.</a:t>
            </a:r>
            <a:endParaRPr lang="en-US"/>
          </a:p>
          <a:p>
            <a:pPr marL="171450" indent="-171450">
              <a:lnSpc>
                <a:spcPct val="150000"/>
              </a:lnSpc>
              <a:spcBef>
                <a:spcPts val="1200"/>
              </a:spcBef>
              <a:buSzPts val="1018"/>
            </a:pPr>
            <a:endParaRPr lang="en-US" sz="1200" dirty="0"/>
          </a:p>
          <a:p>
            <a:pPr marL="171450" indent="-171450">
              <a:lnSpc>
                <a:spcPct val="150000"/>
              </a:lnSpc>
              <a:spcBef>
                <a:spcPts val="1200"/>
              </a:spcBef>
              <a:buSzPts val="1018"/>
            </a:pPr>
            <a:r>
              <a:rPr lang="en-US" sz="1200" dirty="0"/>
              <a:t>The most direct option is linking lending here to the WB. If the bond is default, this is considered a default to the WB.</a:t>
            </a:r>
            <a:endParaRPr lang="en-US" dirty="0"/>
          </a:p>
          <a:p>
            <a:pPr marL="171450" indent="-171450">
              <a:lnSpc>
                <a:spcPct val="150000"/>
              </a:lnSpc>
              <a:spcBef>
                <a:spcPts val="1200"/>
              </a:spcBef>
              <a:buSzPts val="1018"/>
            </a:pPr>
            <a:endParaRPr lang="en-US" dirty="0"/>
          </a:p>
        </p:txBody>
      </p:sp>
      <p:sp>
        <p:nvSpPr>
          <p:cNvPr id="3" name="Slide Number Placeholder 2">
            <a:extLst>
              <a:ext uri="{FF2B5EF4-FFF2-40B4-BE49-F238E27FC236}">
                <a16:creationId xmlns:a16="http://schemas.microsoft.com/office/drawing/2014/main" id="{D6904075-CB0B-FAB1-32FB-841CE1026A99}"/>
              </a:ext>
            </a:extLst>
          </p:cNvPr>
          <p:cNvSpPr>
            <a:spLocks noGrp="1"/>
          </p:cNvSpPr>
          <p:nvPr>
            <p:ph type="sldNum" idx="12"/>
          </p:nvPr>
        </p:nvSpPr>
        <p:spPr/>
        <p:txBody>
          <a:bodyPr/>
          <a:lstStyle/>
          <a:p>
            <a:fld id="{00000000-1234-1234-1234-123412341234}" type="slidenum">
              <a:rPr lang="en"/>
              <a:t>22</a:t>
            </a:fld>
            <a:endParaRPr lang="en-US"/>
          </a:p>
        </p:txBody>
      </p:sp>
    </p:spTree>
    <p:extLst>
      <p:ext uri="{BB962C8B-B14F-4D97-AF65-F5344CB8AC3E}">
        <p14:creationId xmlns:p14="http://schemas.microsoft.com/office/powerpoint/2010/main" val="2967845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a:bodyPr>
          <a:lstStyle/>
          <a:p>
            <a:r>
              <a:rPr lang="en" sz="2250"/>
              <a:t>World Bank </a:t>
            </a:r>
            <a:r>
              <a:rPr lang="en" sz="2250" dirty="0"/>
              <a:t>implementation</a:t>
            </a:r>
            <a:br>
              <a:rPr lang="en" sz="2250" dirty="0"/>
            </a:br>
            <a:r>
              <a:rPr lang="en" sz="2250" dirty="0"/>
              <a:t>of option one:</a:t>
            </a:r>
            <a:br>
              <a:rPr lang="en" sz="2300" dirty="0"/>
            </a:br>
            <a:br>
              <a:rPr lang="en" sz="2300" dirty="0"/>
            </a:br>
            <a:br>
              <a:rPr lang="en" sz="2300" dirty="0"/>
            </a:br>
            <a:br>
              <a:rPr lang="en" sz="2300" dirty="0"/>
            </a:br>
            <a:endParaRPr lang="en" sz="2250" dirty="0"/>
          </a:p>
        </p:txBody>
      </p:sp>
      <p:sp>
        <p:nvSpPr>
          <p:cNvPr id="305" name="Google Shape;305;p31"/>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dirty="0"/>
              <a:t>The </a:t>
            </a:r>
            <a:r>
              <a:rPr lang="en-US"/>
              <a:t>WB </a:t>
            </a:r>
            <a:r>
              <a:rPr lang="en-US" dirty="0"/>
              <a:t>can </a:t>
            </a:r>
            <a:r>
              <a:rPr lang="en-US"/>
              <a:t>create a</a:t>
            </a:r>
            <a:r>
              <a:rPr lang="en-US" dirty="0"/>
              <a:t> </a:t>
            </a:r>
            <a:r>
              <a:rPr lang="en-US" b="1"/>
              <a:t>set of payments</a:t>
            </a:r>
            <a:r>
              <a:rPr lang="en-US" b="1" dirty="0"/>
              <a:t> </a:t>
            </a:r>
            <a:r>
              <a:rPr lang="en-US"/>
              <a:t>that </a:t>
            </a:r>
            <a:r>
              <a:rPr lang="en-US" dirty="0"/>
              <a:t>subsidizes </a:t>
            </a:r>
            <a:r>
              <a:rPr lang="en-US"/>
              <a:t>the country if it achieves it KPIs.</a:t>
            </a:r>
          </a:p>
          <a:p>
            <a:pPr marL="171450" indent="-171450">
              <a:lnSpc>
                <a:spcPct val="150000"/>
              </a:lnSpc>
              <a:spcBef>
                <a:spcPts val="1200"/>
              </a:spcBef>
              <a:buSzPts val="1018"/>
            </a:pPr>
            <a:r>
              <a:rPr lang="en-US"/>
              <a:t>In other words, in parallel to a normal bond issuance, it</a:t>
            </a:r>
            <a:r>
              <a:rPr lang="en-US" dirty="0"/>
              <a:t> </a:t>
            </a:r>
            <a:r>
              <a:rPr lang="en-US"/>
              <a:t>adds some</a:t>
            </a:r>
            <a:r>
              <a:rPr lang="en-US" dirty="0"/>
              <a:t> </a:t>
            </a:r>
            <a:r>
              <a:rPr lang="en-US" b="1"/>
              <a:t>KPI-linked </a:t>
            </a:r>
            <a:r>
              <a:rPr lang="en-US" b="1" dirty="0"/>
              <a:t>results-based </a:t>
            </a:r>
            <a:r>
              <a:rPr lang="en-US" b="1"/>
              <a:t>funding or </a:t>
            </a:r>
            <a:r>
              <a:rPr lang="en-US" b="1" dirty="0"/>
              <a:t>DPI-financing </a:t>
            </a:r>
            <a:r>
              <a:rPr lang="en-US" dirty="0"/>
              <a:t>in parallel</a:t>
            </a:r>
            <a:r>
              <a:rPr lang="en-US"/>
              <a:t>.</a:t>
            </a:r>
          </a:p>
          <a:p>
            <a:pPr marL="171450" indent="-171450">
              <a:lnSpc>
                <a:spcPct val="150000"/>
              </a:lnSpc>
              <a:spcBef>
                <a:spcPts val="1200"/>
              </a:spcBef>
              <a:buSzPts val="1018"/>
            </a:pPr>
            <a:endParaRPr lang="en-US"/>
          </a:p>
        </p:txBody>
      </p:sp>
      <p:sp>
        <p:nvSpPr>
          <p:cNvPr id="3" name="Slide Number Placeholder 2">
            <a:extLst>
              <a:ext uri="{FF2B5EF4-FFF2-40B4-BE49-F238E27FC236}">
                <a16:creationId xmlns:a16="http://schemas.microsoft.com/office/drawing/2014/main" id="{7B421502-9981-8BB8-8352-7484EAFF6CAC}"/>
              </a:ext>
            </a:extLst>
          </p:cNvPr>
          <p:cNvSpPr>
            <a:spLocks noGrp="1"/>
          </p:cNvSpPr>
          <p:nvPr>
            <p:ph type="sldNum" idx="12"/>
          </p:nvPr>
        </p:nvSpPr>
        <p:spPr/>
        <p:txBody>
          <a:bodyPr/>
          <a:lstStyle/>
          <a:p>
            <a:fld id="{00000000-1234-1234-1234-123412341234}" type="slidenum">
              <a:rPr lang="en"/>
              <a:t>23</a:t>
            </a:fld>
            <a:endParaRPr lang="en-US"/>
          </a:p>
        </p:txBody>
      </p:sp>
    </p:spTree>
    <p:extLst>
      <p:ext uri="{BB962C8B-B14F-4D97-AF65-F5344CB8AC3E}">
        <p14:creationId xmlns:p14="http://schemas.microsoft.com/office/powerpoint/2010/main" val="2306965122"/>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053D89E4-7FDA-A47A-1609-FF58708DB0CF}"/>
            </a:ext>
          </a:extLst>
        </p:cNvPr>
        <p:cNvGrpSpPr/>
        <p:nvPr/>
      </p:nvGrpSpPr>
      <p:grpSpPr>
        <a:xfrm>
          <a:off x="0" y="0"/>
          <a:ext cx="0" cy="0"/>
          <a:chOff x="0" y="0"/>
          <a:chExt cx="0" cy="0"/>
        </a:xfrm>
      </p:grpSpPr>
      <p:sp>
        <p:nvSpPr>
          <p:cNvPr id="304" name="Google Shape;304;p31">
            <a:extLst>
              <a:ext uri="{FF2B5EF4-FFF2-40B4-BE49-F238E27FC236}">
                <a16:creationId xmlns:a16="http://schemas.microsoft.com/office/drawing/2014/main" id="{9B38F490-9AB9-70EF-6D9F-B972BEB41589}"/>
              </a:ext>
            </a:extLst>
          </p:cNvPr>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a:bodyPr>
          <a:lstStyle/>
          <a:p>
            <a:r>
              <a:rPr lang="en" sz="2250" dirty="0"/>
              <a:t>Intermediary Options (two and three):</a:t>
            </a:r>
            <a:endParaRPr sz="2250" dirty="0"/>
          </a:p>
        </p:txBody>
      </p:sp>
      <p:sp>
        <p:nvSpPr>
          <p:cNvPr id="305" name="Google Shape;305;p31">
            <a:extLst>
              <a:ext uri="{FF2B5EF4-FFF2-40B4-BE49-F238E27FC236}">
                <a16:creationId xmlns:a16="http://schemas.microsoft.com/office/drawing/2014/main" id="{2B376A41-9898-C5AB-96A0-641B49C549A8}"/>
              </a:ext>
            </a:extLst>
          </p:cNvPr>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dirty="0"/>
              <a:t>Options Two and Three (see next slides), rather than requiring funding, instead use a </a:t>
            </a:r>
            <a:r>
              <a:rPr lang="en-US" b="1" dirty="0"/>
              <a:t>trusted intermediary </a:t>
            </a:r>
            <a:r>
              <a:rPr lang="en-US" dirty="0"/>
              <a:t>to borrow from the markets, at a lower rate than the sovereign. The </a:t>
            </a:r>
            <a:r>
              <a:rPr lang="en-US" b="1" dirty="0"/>
              <a:t>intermediary</a:t>
            </a:r>
            <a:r>
              <a:rPr lang="en-US" dirty="0"/>
              <a:t> then </a:t>
            </a:r>
            <a:r>
              <a:rPr lang="en-US" b="1" dirty="0"/>
              <a:t>on-lends</a:t>
            </a:r>
            <a:r>
              <a:rPr lang="en-US" dirty="0"/>
              <a:t> to the sovereign. The intermediary could be the WB itself or some other institution or special purpose vehicle.</a:t>
            </a:r>
          </a:p>
          <a:p>
            <a:pPr marL="171450" indent="-171450">
              <a:lnSpc>
                <a:spcPct val="150000"/>
              </a:lnSpc>
              <a:spcBef>
                <a:spcPts val="1200"/>
              </a:spcBef>
              <a:buSzPts val="1018"/>
            </a:pPr>
            <a:r>
              <a:rPr lang="en-US" dirty="0"/>
              <a:t>The </a:t>
            </a:r>
            <a:r>
              <a:rPr lang="en-US" b="1" dirty="0"/>
              <a:t>basic idea</a:t>
            </a:r>
            <a:r>
              <a:rPr lang="en-US" dirty="0"/>
              <a:t> is the </a:t>
            </a:r>
            <a:r>
              <a:rPr lang="en-US" b="1" dirty="0"/>
              <a:t>lower interest costs </a:t>
            </a:r>
            <a:r>
              <a:rPr lang="en-US" dirty="0"/>
              <a:t>of the intermediary/WB are </a:t>
            </a:r>
            <a:r>
              <a:rPr lang="en-US" b="1" dirty="0"/>
              <a:t>passed on </a:t>
            </a:r>
            <a:r>
              <a:rPr lang="en-US" dirty="0"/>
              <a:t>in reduced interest costs to the sovereign </a:t>
            </a:r>
            <a:r>
              <a:rPr lang="en-US" b="1" dirty="0"/>
              <a:t>only if KPIs are met.</a:t>
            </a:r>
          </a:p>
        </p:txBody>
      </p:sp>
      <p:sp>
        <p:nvSpPr>
          <p:cNvPr id="3" name="Slide Number Placeholder 2">
            <a:extLst>
              <a:ext uri="{FF2B5EF4-FFF2-40B4-BE49-F238E27FC236}">
                <a16:creationId xmlns:a16="http://schemas.microsoft.com/office/drawing/2014/main" id="{0B6D2CF9-9D04-3052-6AE2-540152031F3E}"/>
              </a:ext>
            </a:extLst>
          </p:cNvPr>
          <p:cNvSpPr>
            <a:spLocks noGrp="1"/>
          </p:cNvSpPr>
          <p:nvPr>
            <p:ph type="sldNum" idx="12"/>
          </p:nvPr>
        </p:nvSpPr>
        <p:spPr/>
        <p:txBody>
          <a:bodyPr/>
          <a:lstStyle/>
          <a:p>
            <a:fld id="{00000000-1234-1234-1234-123412341234}" type="slidenum">
              <a:rPr lang="en"/>
              <a:t>24</a:t>
            </a:fld>
            <a:endParaRPr lang="en-US"/>
          </a:p>
        </p:txBody>
      </p:sp>
    </p:spTree>
    <p:extLst>
      <p:ext uri="{BB962C8B-B14F-4D97-AF65-F5344CB8AC3E}">
        <p14:creationId xmlns:p14="http://schemas.microsoft.com/office/powerpoint/2010/main" val="664199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7FA3160-BBAF-1021-10EB-E0469CCE8184}"/>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4C61321-4D06-9962-0274-14C12F2931FA}"/>
              </a:ext>
            </a:extLst>
          </p:cNvPr>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Options Two:</a:t>
            </a:r>
            <a:endParaRPr sz="2250"/>
          </a:p>
          <a:p>
            <a:pPr marL="0" lvl="0" indent="0" algn="l" rtl="0">
              <a:spcBef>
                <a:spcPts val="0"/>
              </a:spcBef>
              <a:spcAft>
                <a:spcPts val="0"/>
              </a:spcAft>
              <a:buNone/>
            </a:pPr>
            <a:endParaRPr sz="2250"/>
          </a:p>
          <a:p>
            <a:r>
              <a:rPr lang="en" sz="2250">
                <a:solidFill>
                  <a:schemeClr val="accent4"/>
                </a:solidFill>
              </a:rPr>
              <a:t>World Bank as intermediary, </a:t>
            </a:r>
            <a:br>
              <a:rPr lang="en" sz="2250"/>
            </a:br>
            <a:r>
              <a:rPr lang="en" sz="2250">
                <a:solidFill>
                  <a:schemeClr val="accent4"/>
                </a:solidFill>
              </a:rPr>
              <a:t>with WB-linked lending</a:t>
            </a:r>
            <a:endParaRPr>
              <a:solidFill>
                <a:schemeClr val="accent4"/>
              </a:solidFill>
            </a:endParaRPr>
          </a:p>
        </p:txBody>
      </p:sp>
      <p:sp>
        <p:nvSpPr>
          <p:cNvPr id="380" name="Google Shape;380;p38">
            <a:extLst>
              <a:ext uri="{FF2B5EF4-FFF2-40B4-BE49-F238E27FC236}">
                <a16:creationId xmlns:a16="http://schemas.microsoft.com/office/drawing/2014/main" id="{597611EC-5451-E9B2-92C9-89433AACDA70}"/>
              </a:ext>
            </a:extLst>
          </p:cNvPr>
          <p:cNvSpPr txBox="1">
            <a:spLocks noGrp="1"/>
          </p:cNvSpPr>
          <p:nvPr>
            <p:ph type="body" idx="1"/>
          </p:nvPr>
        </p:nvSpPr>
        <p:spPr>
          <a:xfrm>
            <a:off x="4664325" y="346841"/>
            <a:ext cx="4166400" cy="4524784"/>
          </a:xfrm>
          <a:prstGeom prst="rect">
            <a:avLst/>
          </a:prstGeom>
        </p:spPr>
        <p:txBody>
          <a:bodyPr spcFirstLastPara="1" wrap="square" lIns="91425" tIns="91425" rIns="91425" bIns="91425" anchor="t" anchorCtr="0">
            <a:normAutofit/>
          </a:bodyPr>
          <a:lstStyle/>
          <a:p>
            <a:pPr marL="171450" indent="-171450">
              <a:lnSpc>
                <a:spcPct val="114999"/>
              </a:lnSpc>
            </a:pPr>
            <a:r>
              <a:rPr lang="en" sz="1200">
                <a:solidFill>
                  <a:schemeClr val="accent1"/>
                </a:solidFill>
              </a:rPr>
              <a:t>Because the World Bank can </a:t>
            </a:r>
            <a:r>
              <a:rPr lang="en" sz="1200" b="1">
                <a:solidFill>
                  <a:schemeClr val="accent1"/>
                </a:solidFill>
              </a:rPr>
              <a:t>borrow cheaply</a:t>
            </a:r>
            <a:r>
              <a:rPr lang="en" sz="1200">
                <a:solidFill>
                  <a:schemeClr val="accent1"/>
                </a:solidFill>
              </a:rPr>
              <a:t>, it can on-lend at lower rates than most sovereigns, and WB also faces less credit risk. It could provide even cheaper loans to borrowers who meet agreed KPIs and more expensive ones to those who do not.</a:t>
            </a:r>
            <a:endParaRPr lang="en-US" sz="1200">
              <a:solidFill>
                <a:schemeClr val="accent1"/>
              </a:solidFill>
            </a:endParaRPr>
          </a:p>
          <a:p>
            <a:pPr marL="171450" indent="-171450">
              <a:lnSpc>
                <a:spcPct val="114999"/>
              </a:lnSpc>
            </a:pPr>
            <a:r>
              <a:rPr lang="en" sz="1200">
                <a:solidFill>
                  <a:schemeClr val="accent1"/>
                </a:solidFill>
              </a:rPr>
              <a:t>The WB loans in this case take advantage of WB's 'Preferred Creditor' status, meaning sovereigns would pay them back before other creditors.</a:t>
            </a:r>
          </a:p>
          <a:p>
            <a:pPr marL="171450" indent="-171450">
              <a:lnSpc>
                <a:spcPct val="114999"/>
              </a:lnSpc>
            </a:pPr>
            <a:r>
              <a:rPr lang="en" sz="1200">
                <a:solidFill>
                  <a:schemeClr val="accent1"/>
                </a:solidFill>
              </a:rPr>
              <a:t>There could be some system of </a:t>
            </a:r>
            <a:r>
              <a:rPr lang="en" sz="1200" b="1">
                <a:solidFill>
                  <a:schemeClr val="accent1"/>
                </a:solidFill>
              </a:rPr>
              <a:t>blending and linking</a:t>
            </a:r>
            <a:r>
              <a:rPr lang="en" sz="1200">
                <a:solidFill>
                  <a:schemeClr val="accent1"/>
                </a:solidFill>
              </a:rPr>
              <a:t> between WB and private money. </a:t>
            </a:r>
          </a:p>
          <a:p>
            <a:pPr marL="0" indent="0">
              <a:spcBef>
                <a:spcPts val="1200"/>
              </a:spcBef>
              <a:spcAft>
                <a:spcPts val="1200"/>
              </a:spcAft>
              <a:buNone/>
            </a:pPr>
            <a:endParaRPr lang="en-US">
              <a:solidFill>
                <a:schemeClr val="accent1"/>
              </a:solidFill>
            </a:endParaRPr>
          </a:p>
        </p:txBody>
      </p:sp>
      <p:sp>
        <p:nvSpPr>
          <p:cNvPr id="381" name="Google Shape;381;p38">
            <a:extLst>
              <a:ext uri="{FF2B5EF4-FFF2-40B4-BE49-F238E27FC236}">
                <a16:creationId xmlns:a16="http://schemas.microsoft.com/office/drawing/2014/main" id="{1C5903B8-9A1A-48CE-76BF-12ACCD9465F4}"/>
              </a:ext>
            </a:extLst>
          </p:cNvPr>
          <p:cNvSpPr/>
          <p:nvPr/>
        </p:nvSpPr>
        <p:spPr>
          <a:xfrm>
            <a:off x="5917025" y="3811158"/>
            <a:ext cx="2365000" cy="985501"/>
          </a:xfrm>
          <a:prstGeom prst="rect">
            <a:avLst/>
          </a:prstGeom>
          <a:solidFill>
            <a:schemeClr val="accent4"/>
          </a:solidFill>
          <a:ln>
            <a:noFill/>
          </a:ln>
        </p:spPr>
        <p:txBody>
          <a:bodyPr spcFirstLastPara="1" wrap="square" lIns="91425" tIns="91425" rIns="91425" bIns="91425" anchor="t" anchorCtr="0">
            <a:noAutofit/>
          </a:bodyPr>
          <a:lstStyle/>
          <a:p>
            <a:r>
              <a:rPr lang="en" sz="1200">
                <a:solidFill>
                  <a:schemeClr val="lt1"/>
                </a:solidFill>
                <a:latin typeface="Roboto"/>
                <a:ea typeface="Roboto"/>
                <a:cs typeface="Roboto"/>
                <a:sym typeface="Roboto"/>
              </a:rPr>
              <a:t>Risk to WB of nonpayment. Limits on overall MDB lending. No WB desire to share preferred creditor status.</a:t>
            </a:r>
            <a:endParaRPr lang="en" sz="1200">
              <a:solidFill>
                <a:schemeClr val="lt1"/>
              </a:solidFill>
              <a:latin typeface="Roboto"/>
              <a:ea typeface="Roboto"/>
              <a:cs typeface="Roboto"/>
            </a:endParaRPr>
          </a:p>
        </p:txBody>
      </p:sp>
      <p:sp>
        <p:nvSpPr>
          <p:cNvPr id="382" name="Google Shape;382;p38">
            <a:extLst>
              <a:ext uri="{FF2B5EF4-FFF2-40B4-BE49-F238E27FC236}">
                <a16:creationId xmlns:a16="http://schemas.microsoft.com/office/drawing/2014/main" id="{C3099946-5C79-CAEF-AEDE-6977BB0FBC1F}"/>
              </a:ext>
            </a:extLst>
          </p:cNvPr>
          <p:cNvSpPr/>
          <p:nvPr/>
        </p:nvSpPr>
        <p:spPr>
          <a:xfrm>
            <a:off x="4857268" y="3818440"/>
            <a:ext cx="703800" cy="985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a:extLst>
              <a:ext uri="{FF2B5EF4-FFF2-40B4-BE49-F238E27FC236}">
                <a16:creationId xmlns:a16="http://schemas.microsoft.com/office/drawing/2014/main" id="{7662B401-BEDB-2CF2-611A-6B757E96F99C}"/>
              </a:ext>
            </a:extLst>
          </p:cNvPr>
          <p:cNvSpPr/>
          <p:nvPr/>
        </p:nvSpPr>
        <p:spPr>
          <a:xfrm>
            <a:off x="4826425" y="2957368"/>
            <a:ext cx="703800" cy="675879"/>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a:extLst>
              <a:ext uri="{FF2B5EF4-FFF2-40B4-BE49-F238E27FC236}">
                <a16:creationId xmlns:a16="http://schemas.microsoft.com/office/drawing/2014/main" id="{56358C32-99C8-A366-88E1-B4367A0FEACD}"/>
              </a:ext>
            </a:extLst>
          </p:cNvPr>
          <p:cNvSpPr/>
          <p:nvPr/>
        </p:nvSpPr>
        <p:spPr>
          <a:xfrm>
            <a:off x="5021294" y="4121159"/>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a:extLst>
              <a:ext uri="{FF2B5EF4-FFF2-40B4-BE49-F238E27FC236}">
                <a16:creationId xmlns:a16="http://schemas.microsoft.com/office/drawing/2014/main" id="{574D3099-3381-38F6-D916-96070657C559}"/>
              </a:ext>
            </a:extLst>
          </p:cNvPr>
          <p:cNvSpPr/>
          <p:nvPr/>
        </p:nvSpPr>
        <p:spPr>
          <a:xfrm>
            <a:off x="5917025" y="2957368"/>
            <a:ext cx="2365000" cy="668597"/>
          </a:xfrm>
          <a:prstGeom prst="rect">
            <a:avLst/>
          </a:prstGeom>
          <a:solidFill>
            <a:schemeClr val="accent5"/>
          </a:solidFill>
          <a:ln>
            <a:noFill/>
          </a:ln>
        </p:spPr>
        <p:txBody>
          <a:bodyPr spcFirstLastPara="1" wrap="square" lIns="91425" tIns="91425" rIns="91425" bIns="91425" anchor="ctr" anchorCtr="0">
            <a:noAutofit/>
          </a:bodyPr>
          <a:lstStyle/>
          <a:p>
            <a:r>
              <a:rPr lang="en" sz="1200">
                <a:solidFill>
                  <a:schemeClr val="lt1"/>
                </a:solidFill>
                <a:latin typeface="Roboto"/>
                <a:ea typeface="Roboto"/>
                <a:cs typeface="Roboto"/>
                <a:sym typeface="Roboto"/>
              </a:rPr>
              <a:t>Expertise of WB; </a:t>
            </a:r>
          </a:p>
          <a:p>
            <a:r>
              <a:rPr lang="en" sz="1200">
                <a:solidFill>
                  <a:schemeClr val="lt1"/>
                </a:solidFill>
                <a:latin typeface="Roboto"/>
                <a:ea typeface="Roboto"/>
                <a:cs typeface="Roboto"/>
                <a:sym typeface="Roboto"/>
              </a:rPr>
              <a:t>WB's preferred creditor status  </a:t>
            </a:r>
            <a:endParaRPr sz="1200">
              <a:solidFill>
                <a:schemeClr val="lt1"/>
              </a:solidFill>
              <a:latin typeface="Roboto"/>
              <a:ea typeface="Roboto"/>
              <a:cs typeface="Roboto"/>
              <a:sym typeface="Roboto"/>
            </a:endParaRPr>
          </a:p>
        </p:txBody>
      </p:sp>
      <p:sp>
        <p:nvSpPr>
          <p:cNvPr id="3" name="Google Shape;373;p37">
            <a:extLst>
              <a:ext uri="{FF2B5EF4-FFF2-40B4-BE49-F238E27FC236}">
                <a16:creationId xmlns:a16="http://schemas.microsoft.com/office/drawing/2014/main" id="{F31D78C7-ED83-DD44-B779-70B66622BCA9}"/>
              </a:ext>
            </a:extLst>
          </p:cNvPr>
          <p:cNvSpPr/>
          <p:nvPr/>
        </p:nvSpPr>
        <p:spPr>
          <a:xfrm rot="18579007">
            <a:off x="5014051" y="3190498"/>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C376DEC-D08C-B11B-9DE5-F8147DD9EB68}"/>
              </a:ext>
            </a:extLst>
          </p:cNvPr>
          <p:cNvSpPr>
            <a:spLocks noGrp="1"/>
          </p:cNvSpPr>
          <p:nvPr>
            <p:ph type="sldNum" idx="12"/>
          </p:nvPr>
        </p:nvSpPr>
        <p:spPr/>
        <p:txBody>
          <a:bodyPr/>
          <a:lstStyle/>
          <a:p>
            <a:fld id="{00000000-1234-1234-1234-123412341234}" type="slidenum">
              <a:rPr lang="en"/>
              <a:t>25</a:t>
            </a:fld>
            <a:endParaRPr lang="en-US"/>
          </a:p>
        </p:txBody>
      </p:sp>
    </p:spTree>
    <p:extLst>
      <p:ext uri="{BB962C8B-B14F-4D97-AF65-F5344CB8AC3E}">
        <p14:creationId xmlns:p14="http://schemas.microsoft.com/office/powerpoint/2010/main" val="272801011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8"/>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Three:</a:t>
            </a:r>
            <a:endParaRPr sz="2250"/>
          </a:p>
          <a:p>
            <a:pPr marL="0" lvl="0" indent="0" algn="l" rtl="0">
              <a:spcBef>
                <a:spcPts val="0"/>
              </a:spcBef>
              <a:spcAft>
                <a:spcPts val="0"/>
              </a:spcAft>
              <a:buNone/>
            </a:pPr>
            <a:endParaRPr sz="2250"/>
          </a:p>
          <a:p>
            <a:r>
              <a:rPr lang="en" sz="2250">
                <a:solidFill>
                  <a:schemeClr val="accent4"/>
                </a:solidFill>
              </a:rPr>
              <a:t>Trusted </a:t>
            </a:r>
          </a:p>
          <a:p>
            <a:pPr marL="0" lvl="0" indent="0" algn="l" rtl="0">
              <a:spcBef>
                <a:spcPts val="0"/>
              </a:spcBef>
              <a:spcAft>
                <a:spcPts val="0"/>
              </a:spcAft>
              <a:buNone/>
            </a:pPr>
            <a:r>
              <a:rPr lang="en" sz="2250">
                <a:solidFill>
                  <a:schemeClr val="accent4"/>
                </a:solidFill>
              </a:rPr>
              <a:t>intermediaries and de-risking guarantees</a:t>
            </a:r>
            <a:endParaRPr sz="2250">
              <a:solidFill>
                <a:schemeClr val="accent4"/>
              </a:solidFill>
            </a:endParaRPr>
          </a:p>
        </p:txBody>
      </p:sp>
      <p:sp>
        <p:nvSpPr>
          <p:cNvPr id="380" name="Google Shape;380;p38"/>
          <p:cNvSpPr txBox="1">
            <a:spLocks noGrp="1"/>
          </p:cNvSpPr>
          <p:nvPr>
            <p:ph type="body" idx="1"/>
          </p:nvPr>
        </p:nvSpPr>
        <p:spPr>
          <a:xfrm>
            <a:off x="4489258" y="190291"/>
            <a:ext cx="4341467" cy="4681334"/>
          </a:xfrm>
          <a:prstGeom prst="rect">
            <a:avLst/>
          </a:prstGeom>
        </p:spPr>
        <p:txBody>
          <a:bodyPr spcFirstLastPara="1" wrap="square" lIns="91425" tIns="91425" rIns="91425" bIns="91425" anchor="t" anchorCtr="0">
            <a:normAutofit/>
          </a:bodyPr>
          <a:lstStyle/>
          <a:p>
            <a:pPr marL="171450" indent="-171450">
              <a:lnSpc>
                <a:spcPct val="114999"/>
              </a:lnSpc>
            </a:pPr>
            <a:r>
              <a:rPr lang="en" sz="1200">
                <a:solidFill>
                  <a:schemeClr val="accent1"/>
                </a:solidFill>
              </a:rPr>
              <a:t>Perhaps the WB's balance sheet is insufficient and additional lending is needed beyond the MDB 'envelope'</a:t>
            </a:r>
            <a:endParaRPr lang="en-US">
              <a:solidFill>
                <a:schemeClr val="accent1"/>
              </a:solidFill>
            </a:endParaRPr>
          </a:p>
          <a:p>
            <a:pPr marL="171450" indent="-171450">
              <a:lnSpc>
                <a:spcPct val="114999"/>
              </a:lnSpc>
            </a:pPr>
            <a:r>
              <a:rPr lang="en" sz="1200">
                <a:solidFill>
                  <a:schemeClr val="accent1"/>
                </a:solidFill>
              </a:rPr>
              <a:t>If so, a different </a:t>
            </a:r>
            <a:r>
              <a:rPr lang="en" sz="1200" b="1">
                <a:solidFill>
                  <a:schemeClr val="accent1"/>
                </a:solidFill>
              </a:rPr>
              <a:t>trusted intermediary </a:t>
            </a:r>
            <a:r>
              <a:rPr lang="en" sz="1200">
                <a:solidFill>
                  <a:schemeClr val="accent1"/>
                </a:solidFill>
              </a:rPr>
              <a:t>between sovereign borrowers and their creditors will be useful</a:t>
            </a:r>
          </a:p>
          <a:p>
            <a:pPr marL="171450" indent="-171450">
              <a:lnSpc>
                <a:spcPct val="114999"/>
              </a:lnSpc>
            </a:pPr>
            <a:r>
              <a:rPr lang="en" sz="1200">
                <a:solidFill>
                  <a:schemeClr val="accent1"/>
                </a:solidFill>
              </a:rPr>
              <a:t>The crucial aspect is ensuring the intermediary is </a:t>
            </a:r>
            <a:r>
              <a:rPr lang="en" sz="1200" b="1">
                <a:solidFill>
                  <a:schemeClr val="accent1"/>
                </a:solidFill>
              </a:rPr>
              <a:t>adequately capitalized </a:t>
            </a:r>
            <a:r>
              <a:rPr lang="en" sz="1200">
                <a:solidFill>
                  <a:schemeClr val="accent1"/>
                </a:solidFill>
              </a:rPr>
              <a:t>or possesses sufficient guarantees to maintain a low-risk credit profile, so the intermediary can raise money from international investors at a low coupon rate. See separate, new proposal on </a:t>
            </a:r>
            <a:r>
              <a:rPr lang="en" sz="1200" b="1">
                <a:solidFill>
                  <a:schemeClr val="accent1"/>
                </a:solidFill>
              </a:rPr>
              <a:t>Climate Incentives Trust.</a:t>
            </a:r>
            <a:endParaRPr lang="en" sz="1200">
              <a:solidFill>
                <a:schemeClr val="accent1"/>
              </a:solidFill>
            </a:endParaRPr>
          </a:p>
          <a:p>
            <a:pPr marL="171450" indent="-171450">
              <a:lnSpc>
                <a:spcPct val="114999"/>
              </a:lnSpc>
            </a:pPr>
            <a:r>
              <a:rPr lang="en" sz="1200">
                <a:solidFill>
                  <a:schemeClr val="accent1"/>
                </a:solidFill>
              </a:rPr>
              <a:t>Similar to the WB case, the intermediary can </a:t>
            </a:r>
            <a:r>
              <a:rPr lang="en" sz="1200" b="1">
                <a:solidFill>
                  <a:schemeClr val="accent1"/>
                </a:solidFill>
              </a:rPr>
              <a:t>on-lend money to client countries at a slightly higher rate than funding cost </a:t>
            </a:r>
            <a:r>
              <a:rPr lang="en" sz="1200">
                <a:solidFill>
                  <a:schemeClr val="accent1"/>
                </a:solidFill>
              </a:rPr>
              <a:t>(but still low interest rate), and barring major defaults, subsidies won’t be necessary.</a:t>
            </a:r>
            <a:endParaRPr lang="en-US" sz="1200">
              <a:solidFill>
                <a:schemeClr val="accent1"/>
              </a:solidFill>
            </a:endParaRPr>
          </a:p>
          <a:p>
            <a:pPr marL="0" indent="0">
              <a:spcBef>
                <a:spcPts val="1200"/>
              </a:spcBef>
              <a:spcAft>
                <a:spcPts val="1200"/>
              </a:spcAft>
              <a:buNone/>
            </a:pPr>
            <a:endParaRPr lang="en-US">
              <a:solidFill>
                <a:schemeClr val="accent1"/>
              </a:solidFill>
            </a:endParaRPr>
          </a:p>
        </p:txBody>
      </p:sp>
      <p:sp>
        <p:nvSpPr>
          <p:cNvPr id="381" name="Google Shape;381;p38"/>
          <p:cNvSpPr/>
          <p:nvPr/>
        </p:nvSpPr>
        <p:spPr>
          <a:xfrm>
            <a:off x="5917025" y="4189474"/>
            <a:ext cx="2177268" cy="706896"/>
          </a:xfrm>
          <a:prstGeom prst="rect">
            <a:avLst/>
          </a:prstGeom>
          <a:solidFill>
            <a:schemeClr val="accent4"/>
          </a:solidFill>
          <a:ln>
            <a:noFill/>
          </a:ln>
        </p:spPr>
        <p:txBody>
          <a:bodyPr spcFirstLastPara="1" wrap="square" lIns="91425" tIns="91425" rIns="91425" bIns="91425" anchor="t" anchorCtr="0">
            <a:noAutofit/>
          </a:bodyPr>
          <a:lstStyle/>
          <a:p>
            <a:r>
              <a:rPr lang="en" sz="1200">
                <a:solidFill>
                  <a:schemeClr val="lt1"/>
                </a:solidFill>
                <a:latin typeface="Roboto"/>
                <a:ea typeface="Roboto"/>
                <a:cs typeface="Roboto"/>
                <a:sym typeface="Roboto"/>
              </a:rPr>
              <a:t>Requires new funds/institution. Higher financing cost than WB.</a:t>
            </a:r>
            <a:endParaRPr lang="en" sz="1200">
              <a:solidFill>
                <a:schemeClr val="lt1"/>
              </a:solidFill>
              <a:latin typeface="Roboto"/>
              <a:ea typeface="Roboto"/>
              <a:cs typeface="Roboto"/>
            </a:endParaRPr>
          </a:p>
        </p:txBody>
      </p:sp>
      <p:sp>
        <p:nvSpPr>
          <p:cNvPr id="382" name="Google Shape;382;p38"/>
          <p:cNvSpPr/>
          <p:nvPr/>
        </p:nvSpPr>
        <p:spPr>
          <a:xfrm>
            <a:off x="4754050" y="4189785"/>
            <a:ext cx="703800" cy="706586"/>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p:cNvSpPr/>
          <p:nvPr/>
        </p:nvSpPr>
        <p:spPr>
          <a:xfrm>
            <a:off x="4754027" y="3496024"/>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p:cNvSpPr/>
          <p:nvPr/>
        </p:nvSpPr>
        <p:spPr>
          <a:xfrm>
            <a:off x="4951758" y="4406776"/>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p:cNvSpPr/>
          <p:nvPr/>
        </p:nvSpPr>
        <p:spPr>
          <a:xfrm>
            <a:off x="5917025" y="3496024"/>
            <a:ext cx="2175000" cy="563400"/>
          </a:xfrm>
          <a:prstGeom prst="rect">
            <a:avLst/>
          </a:prstGeom>
          <a:solidFill>
            <a:schemeClr val="accent5"/>
          </a:solidFill>
          <a:ln>
            <a:noFill/>
          </a:ln>
        </p:spPr>
        <p:txBody>
          <a:bodyPr spcFirstLastPara="1" wrap="square" lIns="91425" tIns="91425" rIns="91425" bIns="91425" anchor="ctr" anchorCtr="0">
            <a:noAutofit/>
          </a:bodyPr>
          <a:lstStyle/>
          <a:p>
            <a:r>
              <a:rPr lang="en" sz="1200">
                <a:solidFill>
                  <a:schemeClr val="lt1"/>
                </a:solidFill>
                <a:latin typeface="Roboto"/>
                <a:ea typeface="Roboto"/>
                <a:cs typeface="Roboto"/>
                <a:sym typeface="Roboto"/>
              </a:rPr>
              <a:t>Risk mitigation  </a:t>
            </a:r>
          </a:p>
        </p:txBody>
      </p:sp>
      <p:sp>
        <p:nvSpPr>
          <p:cNvPr id="3" name="Google Shape;373;p37">
            <a:extLst>
              <a:ext uri="{FF2B5EF4-FFF2-40B4-BE49-F238E27FC236}">
                <a16:creationId xmlns:a16="http://schemas.microsoft.com/office/drawing/2014/main" id="{36257ED3-9B36-BA32-BD18-E11B02170584}"/>
              </a:ext>
            </a:extLst>
          </p:cNvPr>
          <p:cNvSpPr/>
          <p:nvPr/>
        </p:nvSpPr>
        <p:spPr>
          <a:xfrm rot="18579007">
            <a:off x="4963502" y="3729154"/>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DED7D8BF-0092-97A0-DF9D-CCAB3252C286}"/>
              </a:ext>
            </a:extLst>
          </p:cNvPr>
          <p:cNvSpPr>
            <a:spLocks noGrp="1"/>
          </p:cNvSpPr>
          <p:nvPr>
            <p:ph type="sldNum" idx="12"/>
          </p:nvPr>
        </p:nvSpPr>
        <p:spPr/>
        <p:txBody>
          <a:bodyPr/>
          <a:lstStyle/>
          <a:p>
            <a:fld id="{00000000-1234-1234-1234-123412341234}" type="slidenum">
              <a:rPr lang="en"/>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7"/>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500"/>
              <a:t>Intermediated KPI Bonds: Example Structure</a:t>
            </a:r>
            <a:endParaRPr lang="en-US" sz="2500">
              <a:solidFill>
                <a:srgbClr val="FFFFFF"/>
              </a:solidFill>
            </a:endParaRPr>
          </a:p>
          <a:p>
            <a:pPr marL="0" lvl="0" indent="0" algn="l" rtl="0">
              <a:spcBef>
                <a:spcPts val="0"/>
              </a:spcBef>
              <a:spcAft>
                <a:spcPts val="0"/>
              </a:spcAft>
              <a:buNone/>
            </a:pPr>
            <a:endParaRPr/>
          </a:p>
        </p:txBody>
      </p:sp>
      <p:sp>
        <p:nvSpPr>
          <p:cNvPr id="247" name="Google Shape;247;p27"/>
          <p:cNvSpPr txBox="1">
            <a:spLocks noGrp="1"/>
          </p:cNvSpPr>
          <p:nvPr>
            <p:ph type="body" idx="1"/>
          </p:nvPr>
        </p:nvSpPr>
        <p:spPr>
          <a:xfrm>
            <a:off x="3736150" y="1993200"/>
            <a:ext cx="1091700" cy="115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lt1"/>
                </a:solidFill>
              </a:rPr>
              <a:t>Intermediary</a:t>
            </a:r>
            <a:endParaRPr sz="1200">
              <a:solidFill>
                <a:schemeClr val="lt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48" name="Google Shape;248;p27"/>
          <p:cNvSpPr txBox="1"/>
          <p:nvPr/>
        </p:nvSpPr>
        <p:spPr>
          <a:xfrm>
            <a:off x="286675" y="376837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p:cNvSpPr txBox="1"/>
          <p:nvPr/>
        </p:nvSpPr>
        <p:spPr>
          <a:xfrm rot="596">
            <a:off x="2049700" y="3150475"/>
            <a:ext cx="1729500" cy="83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lt1"/>
                </a:solidFill>
                <a:latin typeface="Roboto"/>
                <a:ea typeface="Roboto"/>
                <a:cs typeface="Roboto"/>
                <a:sym typeface="Roboto"/>
              </a:rPr>
              <a:t>Sovereign</a:t>
            </a:r>
            <a:endParaRPr sz="1500">
              <a:solidFill>
                <a:schemeClr val="lt1"/>
              </a:solidFill>
              <a:latin typeface="Roboto"/>
              <a:ea typeface="Roboto"/>
              <a:cs typeface="Roboto"/>
              <a:sym typeface="Roboto"/>
            </a:endParaRPr>
          </a:p>
          <a:p>
            <a:pPr algn="ctr">
              <a:lnSpc>
                <a:spcPct val="115000"/>
              </a:lnSpc>
            </a:pPr>
            <a:r>
              <a:rPr lang="en" sz="1000">
                <a:solidFill>
                  <a:schemeClr val="dk1"/>
                </a:solidFill>
                <a:latin typeface="Roboto"/>
                <a:ea typeface="Roboto"/>
                <a:cs typeface="Roboto"/>
                <a:sym typeface="Roboto"/>
              </a:rPr>
              <a:t>Pays 6% until bond maturity if KPI targets are met and 5%, 4% or 3% if targets are subsequently exceeded</a:t>
            </a:r>
            <a:endParaRPr sz="10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p:cNvSpPr txBox="1"/>
          <p:nvPr/>
        </p:nvSpPr>
        <p:spPr>
          <a:xfrm rot="1354299">
            <a:off x="5457138" y="2381147"/>
            <a:ext cx="2358024" cy="338631"/>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constant 4% p.a. </a:t>
            </a:r>
            <a:endParaRPr sz="1000">
              <a:solidFill>
                <a:schemeClr val="dk1"/>
              </a:solidFill>
            </a:endParaRPr>
          </a:p>
        </p:txBody>
      </p:sp>
      <p:sp>
        <p:nvSpPr>
          <p:cNvPr id="251" name="Google Shape;251;p27"/>
          <p:cNvSpPr/>
          <p:nvPr/>
        </p:nvSpPr>
        <p:spPr>
          <a:xfrm rot="1342973">
            <a:off x="5679956" y="262568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p:cNvSpPr txBox="1"/>
          <p:nvPr/>
        </p:nvSpPr>
        <p:spPr>
          <a:xfrm rot="-1154369">
            <a:off x="1349286" y="228313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Pays 7% p.a. until KPI performance assessment deadline</a:t>
            </a:r>
            <a:endParaRPr sz="1000">
              <a:solidFill>
                <a:schemeClr val="dk1"/>
              </a:solidFill>
            </a:endParaRPr>
          </a:p>
        </p:txBody>
      </p:sp>
      <p:sp>
        <p:nvSpPr>
          <p:cNvPr id="253" name="Google Shape;253;p27"/>
          <p:cNvSpPr/>
          <p:nvPr/>
        </p:nvSpPr>
        <p:spPr>
          <a:xfrm rot="-1090328">
            <a:off x="1827388" y="266147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p:cNvSpPr/>
          <p:nvPr/>
        </p:nvSpPr>
        <p:spPr>
          <a:xfrm rot="-5400000" flipH="1">
            <a:off x="2805725" y="278470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p:cNvSpPr txBox="1"/>
          <p:nvPr/>
        </p:nvSpPr>
        <p:spPr>
          <a:xfrm rot="-2169">
            <a:off x="4610950" y="3741209"/>
            <a:ext cx="14262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Verifies KPI targets as ambitious and relevant and tracks progress</a:t>
            </a:r>
            <a:endParaRPr sz="1000">
              <a:solidFill>
                <a:schemeClr val="dk1"/>
              </a:solidFill>
            </a:endParaRPr>
          </a:p>
        </p:txBody>
      </p:sp>
      <p:sp>
        <p:nvSpPr>
          <p:cNvPr id="256" name="Google Shape;256;p27"/>
          <p:cNvSpPr/>
          <p:nvPr/>
        </p:nvSpPr>
        <p:spPr>
          <a:xfrm rot="-630">
            <a:off x="1995775" y="3222759"/>
            <a:ext cx="1637700" cy="1782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p:cNvGrpSpPr/>
          <p:nvPr/>
        </p:nvGrpSpPr>
        <p:grpSpPr>
          <a:xfrm>
            <a:off x="301877" y="3218224"/>
            <a:ext cx="1564042" cy="1501636"/>
            <a:chOff x="986523" y="2110718"/>
            <a:chExt cx="1944600" cy="1569600"/>
          </a:xfrm>
        </p:grpSpPr>
        <p:sp>
          <p:nvSpPr>
            <p:cNvPr id="258" name="Google Shape;258;p27"/>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p:cNvSpPr txBox="1"/>
            <p:nvPr/>
          </p:nvSpPr>
          <p:spPr>
            <a:xfrm>
              <a:off x="1232976" y="2525800"/>
              <a:ext cx="1451700"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p:cNvGrpSpPr/>
          <p:nvPr/>
        </p:nvGrpSpPr>
        <p:grpSpPr>
          <a:xfrm>
            <a:off x="3756238" y="1665352"/>
            <a:ext cx="1883482" cy="1735821"/>
            <a:chOff x="3063317" y="2013875"/>
            <a:chExt cx="2162437" cy="1569600"/>
          </a:xfrm>
        </p:grpSpPr>
        <p:sp>
          <p:nvSpPr>
            <p:cNvPr id="261" name="Google Shape;261;p2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p:cNvSpPr txBox="1"/>
            <p:nvPr/>
          </p:nvSpPr>
          <p:spPr>
            <a:xfrm>
              <a:off x="3063317"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FFFFFF"/>
                  </a:solidFill>
                  <a:latin typeface="Roboto"/>
                  <a:ea typeface="Roboto"/>
                  <a:cs typeface="Roboto"/>
                  <a:sym typeface="Roboto"/>
                </a:rPr>
                <a:t>Issues bonds in the market at 4% (if investment threshold is met) and then on-lends to the sovereign</a:t>
              </a:r>
              <a:endParaRPr sz="100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a:solidFill>
                  <a:srgbClr val="FFFFFF"/>
                </a:solidFill>
                <a:latin typeface="Roboto"/>
                <a:ea typeface="Roboto"/>
                <a:cs typeface="Roboto"/>
                <a:sym typeface="Roboto"/>
              </a:endParaRPr>
            </a:p>
          </p:txBody>
        </p:sp>
      </p:grpSp>
      <p:grpSp>
        <p:nvGrpSpPr>
          <p:cNvPr id="264" name="Google Shape;264;p27"/>
          <p:cNvGrpSpPr/>
          <p:nvPr/>
        </p:nvGrpSpPr>
        <p:grpSpPr>
          <a:xfrm>
            <a:off x="7131908" y="3222640"/>
            <a:ext cx="1637755" cy="1501636"/>
            <a:chOff x="5015938" y="2013875"/>
            <a:chExt cx="3001200" cy="1569600"/>
          </a:xfrm>
        </p:grpSpPr>
        <p:sp>
          <p:nvSpPr>
            <p:cNvPr id="265" name="Google Shape;265;p2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p:cNvSpPr txBox="1"/>
            <p:nvPr/>
          </p:nvSpPr>
          <p:spPr>
            <a:xfrm>
              <a:off x="5307983" y="2463172"/>
              <a:ext cx="2417100"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
        <p:nvSpPr>
          <p:cNvPr id="2" name="Slide Number Placeholder 1">
            <a:extLst>
              <a:ext uri="{FF2B5EF4-FFF2-40B4-BE49-F238E27FC236}">
                <a16:creationId xmlns:a16="http://schemas.microsoft.com/office/drawing/2014/main" id="{DC7AD4BF-B302-1D44-426B-D8EE00382B14}"/>
              </a:ext>
            </a:extLst>
          </p:cNvPr>
          <p:cNvSpPr>
            <a:spLocks noGrp="1"/>
          </p:cNvSpPr>
          <p:nvPr>
            <p:ph type="sldNum" idx="12"/>
          </p:nvPr>
        </p:nvSpPr>
        <p:spPr/>
        <p:txBody>
          <a:bodyPr/>
          <a:lstStyle/>
          <a:p>
            <a:fld id="{00000000-1234-1234-1234-123412341234}" type="slidenum">
              <a:rPr lang="en"/>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70"/>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19FFC4F8-47E9-EF40-C285-B2DCB33AD0CC}"/>
              </a:ext>
            </a:extLst>
          </p:cNvPr>
          <p:cNvPicPr>
            <a:picLocks noChangeAspect="1"/>
          </p:cNvPicPr>
          <p:nvPr/>
        </p:nvPicPr>
        <p:blipFill>
          <a:blip r:embed="rId3"/>
          <a:stretch>
            <a:fillRect/>
          </a:stretch>
        </p:blipFill>
        <p:spPr>
          <a:xfrm rot="10800000">
            <a:off x="463825" y="-1657"/>
            <a:ext cx="8680175" cy="4840356"/>
          </a:xfrm>
          <a:prstGeom prst="rtTriangle">
            <a:avLst/>
          </a:prstGeom>
        </p:spPr>
      </p:pic>
      <p:sp>
        <p:nvSpPr>
          <p:cNvPr id="271" name="Google Shape;271;p28"/>
          <p:cNvSpPr txBox="1">
            <a:spLocks noGrp="1"/>
          </p:cNvSpPr>
          <p:nvPr>
            <p:ph type="title"/>
          </p:nvPr>
        </p:nvSpPr>
        <p:spPr>
          <a:xfrm>
            <a:off x="273136" y="246654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Operationalizing 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Prior Actions for DPF vs Results Based Climate Finance</a:t>
            </a:r>
            <a:endParaRPr sz="2200">
              <a:solidFill>
                <a:schemeClr val="accent4"/>
              </a:solidFill>
            </a:endParaRPr>
          </a:p>
        </p:txBody>
      </p:sp>
      <p:sp>
        <p:nvSpPr>
          <p:cNvPr id="2" name="Slide Number Placeholder 1">
            <a:extLst>
              <a:ext uri="{FF2B5EF4-FFF2-40B4-BE49-F238E27FC236}">
                <a16:creationId xmlns:a16="http://schemas.microsoft.com/office/drawing/2014/main" id="{7410FD37-0753-8DC9-CD53-6C3DCE2C391E}"/>
              </a:ext>
            </a:extLst>
          </p:cNvPr>
          <p:cNvSpPr>
            <a:spLocks noGrp="1"/>
          </p:cNvSpPr>
          <p:nvPr>
            <p:ph type="sldNum" idx="12"/>
          </p:nvPr>
        </p:nvSpPr>
        <p:spPr/>
        <p:txBody>
          <a:bodyPr/>
          <a:lstStyle/>
          <a:p>
            <a:fld id="{00000000-1234-1234-1234-123412341234}" type="slidenum">
              <a:rPr lang="en"/>
              <a:t>28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9"/>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One:</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‘Prior Actions’</a:t>
            </a:r>
            <a:endParaRPr sz="2250">
              <a:solidFill>
                <a:schemeClr val="accent4"/>
              </a:solidFill>
            </a:endParaRPr>
          </a:p>
        </p:txBody>
      </p:sp>
      <p:sp>
        <p:nvSpPr>
          <p:cNvPr id="278" name="Google Shape;278;p29"/>
          <p:cNvSpPr txBox="1">
            <a:spLocks noGrp="1"/>
          </p:cNvSpPr>
          <p:nvPr>
            <p:ph type="body" idx="1"/>
          </p:nvPr>
        </p:nvSpPr>
        <p:spPr>
          <a:xfrm>
            <a:off x="4720875" y="286392"/>
            <a:ext cx="4166400" cy="4406395"/>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200">
                <a:solidFill>
                  <a:schemeClr val="accent4"/>
                </a:solidFill>
              </a:rPr>
              <a:t>Prior Actions:</a:t>
            </a:r>
          </a:p>
          <a:p>
            <a:pPr indent="-299720">
              <a:lnSpc>
                <a:spcPct val="150000"/>
              </a:lnSpc>
              <a:spcBef>
                <a:spcPts val="1200"/>
              </a:spcBef>
              <a:buClr>
                <a:schemeClr val="accent1"/>
              </a:buClr>
              <a:buSzPts val="1120"/>
            </a:pPr>
            <a:r>
              <a:rPr lang="en-US" sz="1200">
                <a:solidFill>
                  <a:schemeClr val="accent1"/>
                </a:solidFill>
              </a:rPr>
              <a:t>Similar to Development Policy Frameworks (DPFs), but all parameters are specified in bond prospectus. </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Low-cost interest rates are contingent on agreed-upon prior actions.</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Ensures a commitment to specific measures before accessing favorable financing terms.</a:t>
            </a:r>
          </a:p>
          <a:p>
            <a:pPr marL="0" lvl="0" indent="0" algn="l" rtl="0">
              <a:lnSpc>
                <a:spcPct val="150000"/>
              </a:lnSpc>
              <a:spcBef>
                <a:spcPts val="1200"/>
              </a:spcBef>
              <a:spcAft>
                <a:spcPts val="0"/>
              </a:spcAft>
              <a:buNone/>
            </a:pPr>
            <a:r>
              <a:rPr lang="en-US" sz="1200">
                <a:solidFill>
                  <a:schemeClr val="accent4"/>
                </a:solidFill>
              </a:rPr>
              <a:t>Second Financing Round:</a:t>
            </a:r>
          </a:p>
          <a:p>
            <a:pPr marL="457200" lvl="0" indent="-299720" algn="l" rtl="0">
              <a:lnSpc>
                <a:spcPct val="150000"/>
              </a:lnSpc>
              <a:spcBef>
                <a:spcPts val="1200"/>
              </a:spcBef>
              <a:spcAft>
                <a:spcPts val="0"/>
              </a:spcAft>
              <a:buClr>
                <a:schemeClr val="accent1"/>
              </a:buClr>
              <a:buSzPts val="1120"/>
              <a:buChar char="●"/>
            </a:pPr>
            <a:r>
              <a:rPr lang="en-US" sz="1200">
                <a:solidFill>
                  <a:schemeClr val="accent1"/>
                </a:solidFill>
              </a:rPr>
              <a:t>Conditional on meeting minimum achievement thresholds set out in ‘prior actions’ requirements.</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Ensures a phased and merit-based approach to accessing subsequent rounds of financing.</a:t>
            </a:r>
          </a:p>
        </p:txBody>
      </p:sp>
      <p:sp>
        <p:nvSpPr>
          <p:cNvPr id="279" name="Google Shape;279;p29"/>
          <p:cNvSpPr/>
          <p:nvPr/>
        </p:nvSpPr>
        <p:spPr>
          <a:xfrm>
            <a:off x="4951758" y="425137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1504362" y="3405015"/>
            <a:ext cx="2405400" cy="735928"/>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sym typeface="Roboto"/>
              </a:rPr>
              <a:t>Risk of overemphasis on achieving minimum threshold, neglecting broader goals</a:t>
            </a:r>
            <a:endParaRPr lang="en" sz="1100">
              <a:solidFill>
                <a:schemeClr val="lt1"/>
              </a:solidFill>
              <a:latin typeface="Roboto"/>
              <a:ea typeface="Roboto"/>
              <a:cs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281" name="Google Shape;281;p29"/>
          <p:cNvSpPr/>
          <p:nvPr/>
        </p:nvSpPr>
        <p:spPr>
          <a:xfrm>
            <a:off x="1504362" y="2697255"/>
            <a:ext cx="2405425" cy="543564"/>
          </a:xfrm>
          <a:prstGeom prst="rect">
            <a:avLst/>
          </a:prstGeom>
          <a:solidFill>
            <a:schemeClr val="accent5"/>
          </a:solidFill>
          <a:ln>
            <a:noFill/>
          </a:ln>
        </p:spPr>
        <p:txBody>
          <a:bodyPr spcFirstLastPara="1" wrap="square" lIns="91425" tIns="91425" rIns="91425" bIns="91425" anchor="ctr" anchorCtr="0">
            <a:noAutofit/>
          </a:bodyPr>
          <a:lstStyle/>
          <a:p>
            <a:r>
              <a:rPr lang="en" sz="1100">
                <a:solidFill>
                  <a:schemeClr val="lt1"/>
                </a:solidFill>
                <a:latin typeface="Roboto"/>
                <a:ea typeface="Roboto"/>
                <a:cs typeface="Roboto"/>
                <a:sym typeface="Roboto"/>
              </a:rPr>
              <a:t>Financing conditional on meeting targets</a:t>
            </a:r>
            <a:endParaRPr lang="en" sz="1100">
              <a:solidFill>
                <a:schemeClr val="lt1"/>
              </a:solidFill>
              <a:latin typeface="Roboto"/>
              <a:ea typeface="Roboto"/>
              <a:cs typeface="Roboto"/>
            </a:endParaRPr>
          </a:p>
        </p:txBody>
      </p:sp>
      <p:sp>
        <p:nvSpPr>
          <p:cNvPr id="282" name="Google Shape;282;p29"/>
          <p:cNvSpPr/>
          <p:nvPr/>
        </p:nvSpPr>
        <p:spPr>
          <a:xfrm>
            <a:off x="459765" y="3406028"/>
            <a:ext cx="703800" cy="73485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459765" y="2734526"/>
            <a:ext cx="703800" cy="509485"/>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rot="18579007">
            <a:off x="684257" y="2893641"/>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9"/>
          <p:cNvSpPr/>
          <p:nvPr/>
        </p:nvSpPr>
        <p:spPr>
          <a:xfrm>
            <a:off x="657473" y="3587301"/>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21E94C93-8BAD-A544-C5C2-533E4DE2D078}"/>
              </a:ext>
            </a:extLst>
          </p:cNvPr>
          <p:cNvSpPr>
            <a:spLocks noGrp="1"/>
          </p:cNvSpPr>
          <p:nvPr>
            <p:ph type="sldNum" idx="12"/>
          </p:nvPr>
        </p:nvSpPr>
        <p:spPr/>
        <p:txBody>
          <a:bodyPr/>
          <a:lstStyle/>
          <a:p>
            <a:fld id="{00000000-1234-1234-1234-123412341234}" type="slidenum">
              <a:rPr lang="en"/>
              <a:t>29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Results-Based Climate Finance (RBCF)</a:t>
            </a:r>
            <a:endParaRPr sz="2250">
              <a:solidFill>
                <a:schemeClr val="accent4"/>
              </a:solidFill>
            </a:endParaRPr>
          </a:p>
        </p:txBody>
      </p:sp>
      <p:sp>
        <p:nvSpPr>
          <p:cNvPr id="291" name="Google Shape;291;p30"/>
          <p:cNvSpPr txBox="1">
            <a:spLocks noGrp="1"/>
          </p:cNvSpPr>
          <p:nvPr>
            <p:ph type="body" idx="1"/>
          </p:nvPr>
        </p:nvSpPr>
        <p:spPr>
          <a:xfrm>
            <a:off x="4644675" y="373375"/>
            <a:ext cx="4166400" cy="4305613"/>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1200">
                <a:solidFill>
                  <a:schemeClr val="accent4"/>
                </a:solidFill>
              </a:rPr>
              <a:t>Results-Based Coupon Reduction:</a:t>
            </a:r>
            <a:endParaRPr lang="en-US" sz="1200">
              <a:solidFill>
                <a:schemeClr val="accent4"/>
              </a:solidFill>
            </a:endParaRPr>
          </a:p>
          <a:p>
            <a:pPr marL="457200" lvl="0" indent="-304800" algn="l" rtl="0">
              <a:lnSpc>
                <a:spcPct val="150000"/>
              </a:lnSpc>
              <a:spcBef>
                <a:spcPts val="1200"/>
              </a:spcBef>
              <a:spcAft>
                <a:spcPts val="0"/>
              </a:spcAft>
              <a:buClr>
                <a:schemeClr val="accent1"/>
              </a:buClr>
              <a:buSzPts val="1200"/>
              <a:buChar char="●"/>
            </a:pPr>
            <a:r>
              <a:rPr lang="en" sz="1200">
                <a:solidFill>
                  <a:schemeClr val="accent1"/>
                </a:solidFill>
              </a:rPr>
              <a:t>Ongoing coupon rate reductions as targets are met.</a:t>
            </a:r>
            <a:endParaRPr lang="en-US" sz="1200">
              <a:solidFill>
                <a:schemeClr val="accent1"/>
              </a:solidFill>
            </a:endParaRPr>
          </a:p>
          <a:p>
            <a:pPr indent="-304800">
              <a:lnSpc>
                <a:spcPct val="150000"/>
              </a:lnSpc>
              <a:buClr>
                <a:schemeClr val="accent1"/>
              </a:buClr>
              <a:buSzPts val="1200"/>
            </a:pPr>
            <a:r>
              <a:rPr lang="en-US" sz="1200">
                <a:solidFill>
                  <a:schemeClr val="accent1"/>
                </a:solidFill>
              </a:rPr>
              <a:t>Serves as a dynamic incentive for </a:t>
            </a:r>
            <a:r>
              <a:rPr lang="en" sz="1200">
                <a:solidFill>
                  <a:schemeClr val="accent1"/>
                </a:solidFill>
              </a:rPr>
              <a:t>continuous achievement.</a:t>
            </a:r>
            <a:endParaRPr lang="en-US" sz="1200">
              <a:solidFill>
                <a:schemeClr val="accent1"/>
              </a:solidFill>
            </a:endParaRPr>
          </a:p>
          <a:p>
            <a:pPr marL="0" lvl="0" indent="0" algn="l" rtl="0">
              <a:lnSpc>
                <a:spcPct val="150000"/>
              </a:lnSpc>
              <a:spcBef>
                <a:spcPts val="1200"/>
              </a:spcBef>
              <a:spcAft>
                <a:spcPts val="0"/>
              </a:spcAft>
              <a:buNone/>
            </a:pPr>
            <a:r>
              <a:rPr lang="en" sz="1200">
                <a:solidFill>
                  <a:schemeClr val="accent4"/>
                </a:solidFill>
              </a:rPr>
              <a:t>Interest Rate Changes:</a:t>
            </a:r>
            <a:endParaRPr lang="en-US" sz="1200">
              <a:solidFill>
                <a:schemeClr val="accent4"/>
              </a:solidFill>
            </a:endParaRPr>
          </a:p>
          <a:p>
            <a:pPr marL="457200" lvl="0" indent="-304800" algn="l" rtl="0">
              <a:lnSpc>
                <a:spcPct val="150000"/>
              </a:lnSpc>
              <a:spcBef>
                <a:spcPts val="1200"/>
              </a:spcBef>
              <a:spcAft>
                <a:spcPts val="0"/>
              </a:spcAft>
              <a:buClr>
                <a:schemeClr val="accent1"/>
              </a:buClr>
              <a:buSzPts val="1200"/>
              <a:buChar char="●"/>
            </a:pPr>
            <a:r>
              <a:rPr lang="en" sz="1200">
                <a:solidFill>
                  <a:schemeClr val="accent1"/>
                </a:solidFill>
              </a:rPr>
              <a:t>Linked to KPI target accomplishments.</a:t>
            </a:r>
            <a:endParaRPr lang="en-US" sz="1200">
              <a:solidFill>
                <a:schemeClr val="accent1"/>
              </a:solidFill>
            </a:endParaRPr>
          </a:p>
          <a:p>
            <a:pPr marL="457200" lvl="0" indent="-304800" algn="l" rtl="0">
              <a:lnSpc>
                <a:spcPct val="150000"/>
              </a:lnSpc>
              <a:spcBef>
                <a:spcPts val="0"/>
              </a:spcBef>
              <a:spcAft>
                <a:spcPts val="0"/>
              </a:spcAft>
              <a:buClr>
                <a:schemeClr val="accent1"/>
              </a:buClr>
              <a:buSzPts val="1200"/>
              <a:buChar char="●"/>
            </a:pPr>
            <a:r>
              <a:rPr lang="en" sz="1200">
                <a:solidFill>
                  <a:schemeClr val="accent1"/>
                </a:solidFill>
              </a:rPr>
              <a:t>Reflects performance and commitment.</a:t>
            </a:r>
            <a:endParaRPr lang="en-US" sz="1200">
              <a:solidFill>
                <a:schemeClr val="accent1"/>
              </a:solidFill>
            </a:endParaRPr>
          </a:p>
          <a:p>
            <a:pPr marL="0" indent="0">
              <a:lnSpc>
                <a:spcPct val="150000"/>
              </a:lnSpc>
              <a:spcBef>
                <a:spcPts val="1200"/>
              </a:spcBef>
              <a:buNone/>
            </a:pPr>
            <a:r>
              <a:rPr lang="en" sz="1200">
                <a:solidFill>
                  <a:schemeClr val="accent4"/>
                </a:solidFill>
              </a:rPr>
              <a:t>P for R (Payment for Results) Model:</a:t>
            </a:r>
            <a:endParaRPr lang="en-US" sz="1200">
              <a:solidFill>
                <a:schemeClr val="accent4"/>
              </a:solidFill>
            </a:endParaRPr>
          </a:p>
          <a:p>
            <a:pPr indent="-304800">
              <a:lnSpc>
                <a:spcPct val="150000"/>
              </a:lnSpc>
              <a:spcBef>
                <a:spcPts val="1200"/>
              </a:spcBef>
              <a:buClr>
                <a:schemeClr val="accent1"/>
              </a:buClr>
              <a:buSzPts val="1200"/>
            </a:pPr>
            <a:r>
              <a:rPr lang="en-US" sz="1200">
                <a:solidFill>
                  <a:schemeClr val="accent1"/>
                </a:solidFill>
              </a:rPr>
              <a:t>Examples include </a:t>
            </a:r>
            <a:r>
              <a:rPr lang="en" sz="1200" dirty="0">
                <a:solidFill>
                  <a:schemeClr val="accent1"/>
                </a:solidFill>
                <a:hlinkClick r:id="rId4">
                  <a:extLst>
                    <a:ext uri="{A12FA001-AC4F-418D-AE19-62706E023703}">
                      <ahyp:hlinkClr xmlns:ahyp="http://schemas.microsoft.com/office/drawing/2018/hyperlinkcolor" val="tx"/>
                    </a:ext>
                  </a:extLst>
                </a:hlinkClick>
              </a:rPr>
              <a:t>Ci-Dev</a:t>
            </a:r>
            <a:r>
              <a:rPr lang="en" sz="1200">
                <a:solidFill>
                  <a:schemeClr val="accent1"/>
                </a:solidFill>
              </a:rPr>
              <a:t> or SCALE models.</a:t>
            </a:r>
            <a:endParaRPr lang="en-US" sz="1200">
              <a:solidFill>
                <a:schemeClr val="accent1"/>
              </a:solidFill>
            </a:endParaRPr>
          </a:p>
          <a:p>
            <a:pPr indent="-304800">
              <a:lnSpc>
                <a:spcPct val="150000"/>
              </a:lnSpc>
              <a:buClr>
                <a:schemeClr val="accent1"/>
              </a:buClr>
              <a:buSzPts val="1200"/>
            </a:pPr>
            <a:r>
              <a:rPr lang="en-US" sz="1200">
                <a:solidFill>
                  <a:schemeClr val="accent1"/>
                </a:solidFill>
              </a:rPr>
              <a:t>Offers a well-established </a:t>
            </a:r>
            <a:r>
              <a:rPr lang="en" sz="1200">
                <a:solidFill>
                  <a:schemeClr val="accent1"/>
                </a:solidFill>
              </a:rPr>
              <a:t>framework for reference and implementation.</a:t>
            </a:r>
            <a:endParaRPr lang="en" sz="1200" dirty="0">
              <a:solidFill>
                <a:schemeClr val="accent1"/>
              </a:solidFill>
            </a:endParaRPr>
          </a:p>
          <a:p>
            <a:pPr indent="-304800">
              <a:lnSpc>
                <a:spcPct val="150000"/>
              </a:lnSpc>
              <a:buClr>
                <a:schemeClr val="accent1"/>
              </a:buClr>
              <a:buSzPts val="1200"/>
            </a:pPr>
            <a:r>
              <a:rPr lang="en" sz="1200" dirty="0">
                <a:solidFill>
                  <a:schemeClr val="accent1"/>
                </a:solidFill>
              </a:rPr>
              <a:t>Can be linked to Carbon credits (CERs).</a:t>
            </a:r>
          </a:p>
        </p:txBody>
      </p:sp>
      <p:sp>
        <p:nvSpPr>
          <p:cNvPr id="293" name="Google Shape;293;p30"/>
          <p:cNvSpPr/>
          <p:nvPr/>
        </p:nvSpPr>
        <p:spPr>
          <a:xfrm>
            <a:off x="4850383" y="4106348"/>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1514801" y="3640319"/>
            <a:ext cx="2405425" cy="574414"/>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rPr>
              <a:t>Risk of payment without performance</a:t>
            </a: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295" name="Google Shape;295;p30"/>
          <p:cNvSpPr/>
          <p:nvPr/>
        </p:nvSpPr>
        <p:spPr>
          <a:xfrm>
            <a:off x="1513418" y="2835330"/>
            <a:ext cx="2410950" cy="656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Roboto"/>
                <a:ea typeface="Roboto"/>
                <a:cs typeface="Roboto"/>
                <a:sym typeface="Roboto"/>
              </a:rPr>
              <a:t>Continuous incentives increase likelihood of sustained commitment to targets</a:t>
            </a:r>
            <a:endParaRPr sz="1100">
              <a:solidFill>
                <a:schemeClr val="lt1"/>
              </a:solidFill>
              <a:latin typeface="Roboto"/>
              <a:ea typeface="Roboto"/>
              <a:cs typeface="Roboto"/>
              <a:sym typeface="Roboto"/>
            </a:endParaRPr>
          </a:p>
        </p:txBody>
      </p:sp>
      <p:sp>
        <p:nvSpPr>
          <p:cNvPr id="296" name="Google Shape;296;p30"/>
          <p:cNvSpPr/>
          <p:nvPr/>
        </p:nvSpPr>
        <p:spPr>
          <a:xfrm>
            <a:off x="358389" y="3646684"/>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358390" y="2880080"/>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0"/>
          <p:cNvSpPr/>
          <p:nvPr/>
        </p:nvSpPr>
        <p:spPr>
          <a:xfrm rot="18579007">
            <a:off x="582882" y="3112097"/>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0"/>
          <p:cNvSpPr/>
          <p:nvPr/>
        </p:nvSpPr>
        <p:spPr>
          <a:xfrm>
            <a:off x="5312816" y="4352310"/>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0"/>
          <p:cNvSpPr/>
          <p:nvPr/>
        </p:nvSpPr>
        <p:spPr>
          <a:xfrm>
            <a:off x="557833" y="374199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8A6DC83E-2A04-65DE-F6E6-B1F984B6DBCA}"/>
              </a:ext>
            </a:extLst>
          </p:cNvPr>
          <p:cNvSpPr>
            <a:spLocks noGrp="1"/>
          </p:cNvSpPr>
          <p:nvPr>
            <p:ph type="sldNum" idx="12"/>
          </p:nvPr>
        </p:nvSpPr>
        <p:spPr/>
        <p:txBody>
          <a:bodyPr/>
          <a:lstStyle/>
          <a:p>
            <a:fld id="{00000000-1234-1234-1234-123412341234}" type="slidenum">
              <a:rPr lang="en"/>
              <a:t>30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8"/>
          <p:cNvSpPr txBox="1">
            <a:spLocks noGrp="1"/>
          </p:cNvSpPr>
          <p:nvPr>
            <p:ph type="title"/>
          </p:nvPr>
        </p:nvSpPr>
        <p:spPr>
          <a:xfrm>
            <a:off x="273136" y="246654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Operationalizing 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The Role of Development Partners</a:t>
            </a:r>
            <a:endParaRPr sz="2200">
              <a:solidFill>
                <a:schemeClr val="accent4"/>
              </a:solidFill>
            </a:endParaRPr>
          </a:p>
        </p:txBody>
      </p:sp>
      <p:sp>
        <p:nvSpPr>
          <p:cNvPr id="2" name="Slide Number Placeholder 1">
            <a:extLst>
              <a:ext uri="{FF2B5EF4-FFF2-40B4-BE49-F238E27FC236}">
                <a16:creationId xmlns:a16="http://schemas.microsoft.com/office/drawing/2014/main" id="{7410FD37-0753-8DC9-CD53-6C3DCE2C391E}"/>
              </a:ext>
            </a:extLst>
          </p:cNvPr>
          <p:cNvSpPr>
            <a:spLocks noGrp="1"/>
          </p:cNvSpPr>
          <p:nvPr>
            <p:ph type="sldNum" idx="12"/>
          </p:nvPr>
        </p:nvSpPr>
        <p:spPr/>
        <p:txBody>
          <a:bodyPr/>
          <a:lstStyle/>
          <a:p>
            <a:fld id="{00000000-1234-1234-1234-123412341234}" type="slidenum">
              <a:rPr lang="en"/>
              <a:t>31</a:t>
            </a:fld>
            <a:endParaRPr lang="en-US"/>
          </a:p>
        </p:txBody>
      </p:sp>
      <p:pic>
        <p:nvPicPr>
          <p:cNvPr id="4" name="Picture 3" descr="Looking up at trees through glass windows&#10;&#10;Description automatically generated">
            <a:extLst>
              <a:ext uri="{FF2B5EF4-FFF2-40B4-BE49-F238E27FC236}">
                <a16:creationId xmlns:a16="http://schemas.microsoft.com/office/drawing/2014/main" id="{19FFC4F8-47E9-EF40-C285-B2DCB33AD0CC}"/>
              </a:ext>
            </a:extLst>
          </p:cNvPr>
          <p:cNvPicPr>
            <a:picLocks noChangeAspect="1"/>
          </p:cNvPicPr>
          <p:nvPr/>
        </p:nvPicPr>
        <p:blipFill>
          <a:blip r:embed="rId3"/>
          <a:stretch>
            <a:fillRect/>
          </a:stretch>
        </p:blipFill>
        <p:spPr>
          <a:xfrm rot="10800000">
            <a:off x="463825" y="-1657"/>
            <a:ext cx="8680175" cy="4840356"/>
          </a:xfrm>
          <a:prstGeom prst="rtTriangle">
            <a:avLst/>
          </a:prstGeom>
        </p:spPr>
      </p:pic>
    </p:spTree>
    <p:extLst>
      <p:ext uri="{BB962C8B-B14F-4D97-AF65-F5344CB8AC3E}">
        <p14:creationId xmlns:p14="http://schemas.microsoft.com/office/powerpoint/2010/main" val="78089915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r>
              <a:rPr lang="en" sz="2250"/>
              <a:t>Additional Aspects for KPI Bonds </a:t>
            </a:r>
            <a:br>
              <a:rPr lang="en" sz="2250"/>
            </a:br>
            <a:r>
              <a:rPr lang="en" sz="2250"/>
              <a:t>Operationalization</a:t>
            </a:r>
            <a:endParaRPr sz="2250"/>
          </a:p>
        </p:txBody>
      </p:sp>
      <p:sp>
        <p:nvSpPr>
          <p:cNvPr id="305" name="Google Shape;305;p31"/>
          <p:cNvSpPr txBox="1">
            <a:spLocks noGrp="1"/>
          </p:cNvSpPr>
          <p:nvPr>
            <p:ph type="body" idx="1"/>
          </p:nvPr>
        </p:nvSpPr>
        <p:spPr>
          <a:xfrm>
            <a:off x="4644675" y="323898"/>
            <a:ext cx="4166400" cy="4507412"/>
          </a:xfrm>
          <a:prstGeom prst="rect">
            <a:avLst/>
          </a:prstGeom>
        </p:spPr>
        <p:txBody>
          <a:bodyPr spcFirstLastPara="1" wrap="square" lIns="91425" tIns="91425" rIns="91425" bIns="91425" anchor="t" anchorCtr="0">
            <a:noAutofit/>
          </a:bodyPr>
          <a:lstStyle/>
          <a:p>
            <a:pPr marL="0" lvl="0" indent="0" algn="l" rtl="0">
              <a:lnSpc>
                <a:spcPct val="150000"/>
              </a:lnSpc>
              <a:spcBef>
                <a:spcPts val="1200"/>
              </a:spcBef>
              <a:spcAft>
                <a:spcPts val="0"/>
              </a:spcAft>
              <a:buSzPts val="1018"/>
              <a:buNone/>
            </a:pPr>
            <a:r>
              <a:rPr lang="en-US" sz="1200">
                <a:solidFill>
                  <a:schemeClr val="accent4"/>
                </a:solidFill>
              </a:rPr>
              <a:t>Results Framework:</a:t>
            </a:r>
            <a:endParaRPr lang="en-US">
              <a:solidFill>
                <a:schemeClr val="accent4"/>
              </a:solidFill>
            </a:endParaRPr>
          </a:p>
          <a:p>
            <a:pPr marL="457200" lvl="0" indent="-305435" algn="l" rtl="0">
              <a:lnSpc>
                <a:spcPct val="150000"/>
              </a:lnSpc>
              <a:spcBef>
                <a:spcPts val="1200"/>
              </a:spcBef>
              <a:spcAft>
                <a:spcPts val="0"/>
              </a:spcAft>
              <a:buClr>
                <a:schemeClr val="accent1"/>
              </a:buClr>
              <a:buSzPts val="1210"/>
              <a:buChar char="●"/>
            </a:pPr>
            <a:r>
              <a:rPr lang="en-US" sz="1200">
                <a:solidFill>
                  <a:schemeClr val="accent1"/>
                </a:solidFill>
              </a:rPr>
              <a:t>Develop and agree on a results framework outlining desired outcomes.</a:t>
            </a:r>
          </a:p>
          <a:p>
            <a:pPr marL="457200" lvl="0" indent="-305435" algn="l" rtl="0">
              <a:lnSpc>
                <a:spcPct val="150000"/>
              </a:lnSpc>
              <a:spcBef>
                <a:spcPts val="0"/>
              </a:spcBef>
              <a:spcAft>
                <a:spcPts val="0"/>
              </a:spcAft>
              <a:buClr>
                <a:schemeClr val="accent1"/>
              </a:buClr>
              <a:buSzPts val="1210"/>
              <a:buChar char="●"/>
            </a:pPr>
            <a:r>
              <a:rPr lang="en-US" sz="1200">
                <a:solidFill>
                  <a:schemeClr val="accent1"/>
                </a:solidFill>
              </a:rPr>
              <a:t>Clearly define success metrics and indicators.</a:t>
            </a:r>
          </a:p>
          <a:p>
            <a:pPr marL="0" indent="0">
              <a:lnSpc>
                <a:spcPct val="150000"/>
              </a:lnSpc>
              <a:spcBef>
                <a:spcPts val="1200"/>
              </a:spcBef>
              <a:buSzPts val="1018"/>
              <a:buNone/>
            </a:pPr>
            <a:r>
              <a:rPr lang="en-US" sz="1200">
                <a:solidFill>
                  <a:schemeClr val="accent4"/>
                </a:solidFill>
              </a:rPr>
              <a:t>Regulate and Monitor KPI Targets and Achievements:</a:t>
            </a:r>
          </a:p>
          <a:p>
            <a:pPr indent="-305435">
              <a:lnSpc>
                <a:spcPct val="150000"/>
              </a:lnSpc>
              <a:spcBef>
                <a:spcPts val="1200"/>
              </a:spcBef>
              <a:buFont typeface="Roboto,Sans-Serif"/>
              <a:buChar char="●"/>
            </a:pPr>
            <a:r>
              <a:rPr lang="en-US" sz="1200">
                <a:solidFill>
                  <a:schemeClr val="accent1"/>
                </a:solidFill>
                <a:latin typeface="Arial"/>
                <a:cs typeface="Arial"/>
              </a:rPr>
              <a:t>Ensure KPI targets are relevant, ambitious, and achievable (with no greenwashing).</a:t>
            </a:r>
          </a:p>
          <a:p>
            <a:pPr indent="-305435">
              <a:lnSpc>
                <a:spcPct val="150000"/>
              </a:lnSpc>
              <a:buFont typeface="Roboto,Sans-Serif"/>
              <a:buChar char="●"/>
            </a:pPr>
            <a:r>
              <a:rPr lang="en-US" sz="1200">
                <a:solidFill>
                  <a:schemeClr val="accent1"/>
                </a:solidFill>
                <a:latin typeface="Arial"/>
                <a:cs typeface="Arial"/>
              </a:rPr>
              <a:t>Development partner agency, e.g. Germany's </a:t>
            </a:r>
            <a:r>
              <a:rPr lang="en-US" sz="1200" err="1">
                <a:solidFill>
                  <a:schemeClr val="accent1"/>
                </a:solidFill>
                <a:latin typeface="Arial"/>
                <a:cs typeface="Arial"/>
              </a:rPr>
              <a:t>GiZ</a:t>
            </a:r>
            <a:r>
              <a:rPr lang="en-US" sz="1200">
                <a:solidFill>
                  <a:schemeClr val="accent1"/>
                </a:solidFill>
                <a:latin typeface="Arial"/>
                <a:cs typeface="Arial"/>
              </a:rPr>
              <a:t> or Japan's JICA, commits to supervising and assisting KPI achievement.</a:t>
            </a:r>
            <a:endParaRPr lang="en-US">
              <a:solidFill>
                <a:schemeClr val="accent1"/>
              </a:solidFill>
            </a:endParaRPr>
          </a:p>
          <a:p>
            <a:pPr marL="0" lvl="0" indent="0" algn="l">
              <a:lnSpc>
                <a:spcPct val="150000"/>
              </a:lnSpc>
              <a:spcBef>
                <a:spcPts val="1200"/>
              </a:spcBef>
              <a:spcAft>
                <a:spcPts val="0"/>
              </a:spcAft>
              <a:buSzPts val="1018"/>
              <a:buNone/>
            </a:pPr>
            <a:r>
              <a:rPr lang="en-US" sz="1200">
                <a:solidFill>
                  <a:schemeClr val="accent4"/>
                </a:solidFill>
              </a:rPr>
              <a:t>Private Sector Participation Thresholds:</a:t>
            </a:r>
            <a:endParaRPr lang="en-US">
              <a:solidFill>
                <a:schemeClr val="accent4"/>
              </a:solidFill>
            </a:endParaRPr>
          </a:p>
          <a:p>
            <a:pPr indent="-305435">
              <a:lnSpc>
                <a:spcPct val="150000"/>
              </a:lnSpc>
              <a:spcBef>
                <a:spcPts val="1200"/>
              </a:spcBef>
              <a:buClr>
                <a:schemeClr val="accent1"/>
              </a:buClr>
              <a:buSzPts val="1210"/>
            </a:pPr>
            <a:r>
              <a:rPr lang="en-US" sz="1200">
                <a:solidFill>
                  <a:schemeClr val="accent1"/>
                </a:solidFill>
              </a:rPr>
              <a:t>Negotiate sovereign &amp; private sector participation thresholds. Low private sector demand =&gt; bond is not issued.</a:t>
            </a:r>
          </a:p>
        </p:txBody>
      </p:sp>
      <p:sp>
        <p:nvSpPr>
          <p:cNvPr id="3" name="Slide Number Placeholder 2">
            <a:extLst>
              <a:ext uri="{FF2B5EF4-FFF2-40B4-BE49-F238E27FC236}">
                <a16:creationId xmlns:a16="http://schemas.microsoft.com/office/drawing/2014/main" id="{7B421502-9981-8BB8-8352-7484EAFF6CAC}"/>
              </a:ext>
            </a:extLst>
          </p:cNvPr>
          <p:cNvSpPr>
            <a:spLocks noGrp="1"/>
          </p:cNvSpPr>
          <p:nvPr>
            <p:ph type="sldNum" idx="12"/>
          </p:nvPr>
        </p:nvSpPr>
        <p:spPr/>
        <p:txBody>
          <a:bodyPr/>
          <a:lstStyle/>
          <a:p>
            <a:fld id="{00000000-1234-1234-1234-123412341234}" type="slidenum">
              <a:rPr lang="en"/>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35A1E-04A4-85AE-711C-18CDDC5DC862}"/>
              </a:ext>
            </a:extLst>
          </p:cNvPr>
          <p:cNvSpPr>
            <a:spLocks noGrp="1"/>
          </p:cNvSpPr>
          <p:nvPr>
            <p:ph type="title"/>
          </p:nvPr>
        </p:nvSpPr>
        <p:spPr>
          <a:xfrm>
            <a:off x="311725" y="749403"/>
            <a:ext cx="8520600" cy="623700"/>
          </a:xfrm>
        </p:spPr>
        <p:txBody>
          <a:bodyPr>
            <a:normAutofit/>
          </a:bodyPr>
          <a:lstStyle/>
          <a:p>
            <a:r>
              <a:rPr lang="en-US" sz="2500"/>
              <a:t>Role of Development Partners (</a:t>
            </a:r>
            <a:r>
              <a:rPr lang="en-US" sz="2500" err="1"/>
              <a:t>e.g</a:t>
            </a:r>
            <a:r>
              <a:rPr lang="en-US" sz="2500"/>
              <a:t> </a:t>
            </a:r>
            <a:r>
              <a:rPr lang="en-US" sz="2500" err="1"/>
              <a:t>GiZ</a:t>
            </a:r>
            <a:r>
              <a:rPr lang="en-US" sz="2500"/>
              <a:t>, JICA)</a:t>
            </a:r>
          </a:p>
        </p:txBody>
      </p:sp>
      <p:sp>
        <p:nvSpPr>
          <p:cNvPr id="5" name="Slide Number Placeholder 4">
            <a:extLst>
              <a:ext uri="{FF2B5EF4-FFF2-40B4-BE49-F238E27FC236}">
                <a16:creationId xmlns:a16="http://schemas.microsoft.com/office/drawing/2014/main" id="{61620BE9-E971-B88B-16A8-3DF2DFA0E1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33</a:t>
            </a:fld>
            <a:endParaRPr lang="en"/>
          </a:p>
        </p:txBody>
      </p:sp>
      <p:sp>
        <p:nvSpPr>
          <p:cNvPr id="11" name="Google Shape;179;p22">
            <a:extLst>
              <a:ext uri="{FF2B5EF4-FFF2-40B4-BE49-F238E27FC236}">
                <a16:creationId xmlns:a16="http://schemas.microsoft.com/office/drawing/2014/main" id="{F8EBF243-122A-C00A-1731-C93B96F2511E}"/>
              </a:ext>
            </a:extLst>
          </p:cNvPr>
          <p:cNvSpPr/>
          <p:nvPr/>
        </p:nvSpPr>
        <p:spPr>
          <a:xfrm rot="20702434">
            <a:off x="5589222" y="2158419"/>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 name="Google Shape;180;p22">
            <a:extLst>
              <a:ext uri="{FF2B5EF4-FFF2-40B4-BE49-F238E27FC236}">
                <a16:creationId xmlns:a16="http://schemas.microsoft.com/office/drawing/2014/main" id="{0449D551-907F-3732-13C1-E4543915062A}"/>
              </a:ext>
            </a:extLst>
          </p:cNvPr>
          <p:cNvSpPr/>
          <p:nvPr/>
        </p:nvSpPr>
        <p:spPr>
          <a:xfrm>
            <a:off x="6789653" y="1689172"/>
            <a:ext cx="1585472" cy="945175"/>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Provide Technical and Policy Assistance</a:t>
            </a:r>
            <a:endParaRPr lang="en" sz="1200">
              <a:solidFill>
                <a:schemeClr val="lt1"/>
              </a:solidFill>
              <a:latin typeface="Roboto"/>
              <a:ea typeface="Roboto"/>
              <a:cs typeface="Roboto"/>
            </a:endParaRPr>
          </a:p>
        </p:txBody>
      </p:sp>
      <p:sp>
        <p:nvSpPr>
          <p:cNvPr id="17" name="Google Shape;182;p22">
            <a:extLst>
              <a:ext uri="{FF2B5EF4-FFF2-40B4-BE49-F238E27FC236}">
                <a16:creationId xmlns:a16="http://schemas.microsoft.com/office/drawing/2014/main" id="{C1B06C2C-D1C2-42C1-FF52-C52628912230}"/>
              </a:ext>
            </a:extLst>
          </p:cNvPr>
          <p:cNvSpPr/>
          <p:nvPr/>
        </p:nvSpPr>
        <p:spPr>
          <a:xfrm rot="9480000">
            <a:off x="2371362" y="3732525"/>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 name="Google Shape;184;p22">
            <a:extLst>
              <a:ext uri="{FF2B5EF4-FFF2-40B4-BE49-F238E27FC236}">
                <a16:creationId xmlns:a16="http://schemas.microsoft.com/office/drawing/2014/main" id="{3CD10818-4BAE-370B-E0CF-E86B0B600D7D}"/>
              </a:ext>
            </a:extLst>
          </p:cNvPr>
          <p:cNvSpPr/>
          <p:nvPr/>
        </p:nvSpPr>
        <p:spPr>
          <a:xfrm>
            <a:off x="849167" y="3570634"/>
            <a:ext cx="1436387" cy="990728"/>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Provide Additional Financial Support</a:t>
            </a:r>
            <a:endParaRPr lang="en-US">
              <a:solidFill>
                <a:schemeClr val="lt1"/>
              </a:solidFill>
            </a:endParaRPr>
          </a:p>
        </p:txBody>
      </p:sp>
      <p:sp>
        <p:nvSpPr>
          <p:cNvPr id="25" name="Google Shape;187;p22">
            <a:extLst>
              <a:ext uri="{FF2B5EF4-FFF2-40B4-BE49-F238E27FC236}">
                <a16:creationId xmlns:a16="http://schemas.microsoft.com/office/drawing/2014/main" id="{C0BED6FD-6F85-D248-124A-E97EDB11DB46}"/>
              </a:ext>
            </a:extLst>
          </p:cNvPr>
          <p:cNvSpPr/>
          <p:nvPr/>
        </p:nvSpPr>
        <p:spPr>
          <a:xfrm>
            <a:off x="6845145" y="3571640"/>
            <a:ext cx="1477799" cy="9865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Advance Regulatory Reforms</a:t>
            </a:r>
            <a:endParaRPr lang="en" sz="1200">
              <a:solidFill>
                <a:schemeClr val="lt1"/>
              </a:solidFill>
              <a:latin typeface="Roboto"/>
              <a:ea typeface="Roboto"/>
              <a:cs typeface="Roboto"/>
            </a:endParaRPr>
          </a:p>
        </p:txBody>
      </p:sp>
      <p:sp>
        <p:nvSpPr>
          <p:cNvPr id="31" name="Google Shape;179;p22">
            <a:extLst>
              <a:ext uri="{FF2B5EF4-FFF2-40B4-BE49-F238E27FC236}">
                <a16:creationId xmlns:a16="http://schemas.microsoft.com/office/drawing/2014/main" id="{3387F13E-C710-B4ED-E550-C5DAB8D5D4C9}"/>
              </a:ext>
            </a:extLst>
          </p:cNvPr>
          <p:cNvSpPr/>
          <p:nvPr/>
        </p:nvSpPr>
        <p:spPr>
          <a:xfrm rot="11700000">
            <a:off x="2503121" y="2132743"/>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1" name="Google Shape;184;p22">
            <a:extLst>
              <a:ext uri="{FF2B5EF4-FFF2-40B4-BE49-F238E27FC236}">
                <a16:creationId xmlns:a16="http://schemas.microsoft.com/office/drawing/2014/main" id="{71EB6498-1211-3B20-5AE4-C7EFEEB8FC77}"/>
              </a:ext>
            </a:extLst>
          </p:cNvPr>
          <p:cNvSpPr/>
          <p:nvPr/>
        </p:nvSpPr>
        <p:spPr>
          <a:xfrm>
            <a:off x="778764" y="1682197"/>
            <a:ext cx="1626886" cy="878914"/>
          </a:xfrm>
          <a:prstGeom prst="rect">
            <a:avLst/>
          </a:prstGeom>
          <a:solidFill>
            <a:srgbClr val="B85741"/>
          </a:solidFill>
          <a:ln w="9525" cap="flat" cmpd="sng">
            <a:solidFill>
              <a:srgbClr val="B85741"/>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Facilitate the Achievement of KPIs</a:t>
            </a:r>
            <a:endParaRPr lang="en-US">
              <a:solidFill>
                <a:schemeClr val="lt1"/>
              </a:solidFill>
            </a:endParaRPr>
          </a:p>
        </p:txBody>
      </p:sp>
      <p:sp>
        <p:nvSpPr>
          <p:cNvPr id="50" name="Google Shape;182;p22">
            <a:extLst>
              <a:ext uri="{FF2B5EF4-FFF2-40B4-BE49-F238E27FC236}">
                <a16:creationId xmlns:a16="http://schemas.microsoft.com/office/drawing/2014/main" id="{81F3D1E0-C785-1094-684C-601405575EF9}"/>
              </a:ext>
            </a:extLst>
          </p:cNvPr>
          <p:cNvSpPr/>
          <p:nvPr/>
        </p:nvSpPr>
        <p:spPr>
          <a:xfrm rot="1320000">
            <a:off x="5576730" y="3732524"/>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8" name="Google Shape;131;p18">
            <a:extLst>
              <a:ext uri="{FF2B5EF4-FFF2-40B4-BE49-F238E27FC236}">
                <a16:creationId xmlns:a16="http://schemas.microsoft.com/office/drawing/2014/main" id="{9516ABBF-7E43-0891-6D51-72193492111B}"/>
              </a:ext>
            </a:extLst>
          </p:cNvPr>
          <p:cNvGrpSpPr/>
          <p:nvPr/>
        </p:nvGrpSpPr>
        <p:grpSpPr>
          <a:xfrm rot="5400000">
            <a:off x="3904340" y="2175368"/>
            <a:ext cx="1335083" cy="1732950"/>
            <a:chOff x="2744034" y="1146343"/>
            <a:chExt cx="1827900" cy="2399700"/>
          </a:xfrm>
        </p:grpSpPr>
        <p:sp>
          <p:nvSpPr>
            <p:cNvPr id="4" name="Google Shape;132;p18">
              <a:extLst>
                <a:ext uri="{FF2B5EF4-FFF2-40B4-BE49-F238E27FC236}">
                  <a16:creationId xmlns:a16="http://schemas.microsoft.com/office/drawing/2014/main" id="{C5E91E5B-7CF8-10B0-79CC-2D95006D9DA4}"/>
                </a:ext>
              </a:extLst>
            </p:cNvPr>
            <p:cNvSpPr/>
            <p:nvPr/>
          </p:nvSpPr>
          <p:spPr>
            <a:xfrm rot="-5400000">
              <a:off x="2458134" y="1432243"/>
              <a:ext cx="2399700" cy="1827900"/>
            </a:xfrm>
            <a:prstGeom prst="rect">
              <a:avLst/>
            </a:prstGeom>
            <a:solidFill>
              <a:srgbClr val="00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p18">
              <a:extLst>
                <a:ext uri="{FF2B5EF4-FFF2-40B4-BE49-F238E27FC236}">
                  <a16:creationId xmlns:a16="http://schemas.microsoft.com/office/drawing/2014/main" id="{11365BBD-6BEF-F033-D9D7-729786CFCD8A}"/>
                </a:ext>
              </a:extLst>
            </p:cNvPr>
            <p:cNvSpPr/>
            <p:nvPr/>
          </p:nvSpPr>
          <p:spPr>
            <a:xfrm flipH="1">
              <a:off x="2832601" y="1263987"/>
              <a:ext cx="1649400" cy="2192113"/>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4;p18">
              <a:extLst>
                <a:ext uri="{FF2B5EF4-FFF2-40B4-BE49-F238E27FC236}">
                  <a16:creationId xmlns:a16="http://schemas.microsoft.com/office/drawing/2014/main" id="{14681E83-E3E7-7599-6C78-783A10CEF568}"/>
                </a:ext>
              </a:extLst>
            </p:cNvPr>
            <p:cNvSpPr txBox="1"/>
            <p:nvPr/>
          </p:nvSpPr>
          <p:spPr>
            <a:xfrm rot="16200000">
              <a:off x="2623492" y="1731677"/>
              <a:ext cx="2069944" cy="1234967"/>
            </a:xfrm>
            <a:prstGeom prst="rect">
              <a:avLst/>
            </a:prstGeom>
            <a:solidFill>
              <a:srgbClr val="002F4A"/>
            </a:solidFill>
            <a:ln>
              <a:noFill/>
            </a:ln>
          </p:spPr>
          <p:txBody>
            <a:bodyPr spcFirstLastPara="1" wrap="square" lIns="91425" tIns="91425" rIns="91425" bIns="91425" anchor="t" anchorCtr="0">
              <a:noAutofit/>
            </a:bodyPr>
            <a:lstStyle/>
            <a:p>
              <a:pPr algn="ctr">
                <a:lnSpc>
                  <a:spcPct val="114999"/>
                </a:lnSpc>
              </a:pPr>
              <a:r>
                <a:rPr lang="en-US" sz="1600" b="1">
                  <a:solidFill>
                    <a:schemeClr val="lt1"/>
                  </a:solidFill>
                  <a:latin typeface="Roboto Medium"/>
                  <a:ea typeface="Roboto"/>
                  <a:sym typeface="Roboto"/>
                </a:rPr>
                <a:t>Development Partners</a:t>
              </a:r>
              <a:endParaRPr lang="en-US" sz="1600" b="1">
                <a:solidFill>
                  <a:schemeClr val="lt1"/>
                </a:solidFill>
                <a:latin typeface="Roboto Medium"/>
                <a:ea typeface="Roboto"/>
              </a:endParaRPr>
            </a:p>
            <a:p>
              <a:pPr marL="0" lvl="0" indent="0" algn="ctr" rtl="0">
                <a:lnSpc>
                  <a:spcPct val="115000"/>
                </a:lnSpc>
                <a:spcBef>
                  <a:spcPts val="0"/>
                </a:spcBef>
                <a:spcAft>
                  <a:spcPts val="0"/>
                </a:spcAft>
                <a:buNone/>
              </a:pPr>
              <a:endParaRPr sz="800">
                <a:solidFill>
                  <a:srgbClr val="FFFFFF"/>
                </a:solidFill>
                <a:latin typeface="Roboto Medium"/>
                <a:ea typeface="Roboto"/>
                <a:cs typeface="Roboto"/>
              </a:endParaRPr>
            </a:p>
            <a:p>
              <a:pPr marL="0" lvl="0" indent="0" algn="ctr" rtl="0">
                <a:lnSpc>
                  <a:spcPct val="115000"/>
                </a:lnSpc>
                <a:spcBef>
                  <a:spcPts val="0"/>
                </a:spcBef>
                <a:spcAft>
                  <a:spcPts val="1600"/>
                </a:spcAft>
                <a:buNone/>
              </a:pPr>
              <a:endParaRPr sz="800">
                <a:solidFill>
                  <a:srgbClr val="FFFFFF"/>
                </a:solidFill>
              </a:endParaRPr>
            </a:p>
          </p:txBody>
        </p:sp>
      </p:grpSp>
    </p:spTree>
    <p:extLst>
      <p:ext uri="{BB962C8B-B14F-4D97-AF65-F5344CB8AC3E}">
        <p14:creationId xmlns:p14="http://schemas.microsoft.com/office/powerpoint/2010/main" val="2266757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2D0B5-CA9E-D4AF-2F88-64AD25F26F00}"/>
              </a:ext>
            </a:extLst>
          </p:cNvPr>
          <p:cNvSpPr>
            <a:spLocks noGrp="1"/>
          </p:cNvSpPr>
          <p:nvPr>
            <p:ph type="title"/>
          </p:nvPr>
        </p:nvSpPr>
        <p:spPr>
          <a:xfrm>
            <a:off x="311725" y="683142"/>
            <a:ext cx="8520600" cy="623700"/>
          </a:xfrm>
        </p:spPr>
        <p:txBody>
          <a:bodyPr>
            <a:normAutofit/>
          </a:bodyPr>
          <a:lstStyle/>
          <a:p>
            <a:r>
              <a:rPr lang="en-US" sz="2500">
                <a:solidFill>
                  <a:srgbClr val="FFFFFF"/>
                </a:solidFill>
              </a:rPr>
              <a:t>Example: Development Partner Role</a:t>
            </a:r>
            <a:endParaRPr lang="en-US" sz="2500"/>
          </a:p>
        </p:txBody>
      </p:sp>
      <p:sp>
        <p:nvSpPr>
          <p:cNvPr id="5" name="Slide Number Placeholder 4">
            <a:extLst>
              <a:ext uri="{FF2B5EF4-FFF2-40B4-BE49-F238E27FC236}">
                <a16:creationId xmlns:a16="http://schemas.microsoft.com/office/drawing/2014/main" id="{AD570DF5-A35B-3A16-6DEA-AA5F994B57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34</a:t>
            </a:fld>
            <a:endParaRPr lang="en"/>
          </a:p>
        </p:txBody>
      </p:sp>
      <p:grpSp>
        <p:nvGrpSpPr>
          <p:cNvPr id="17" name="Google Shape;106;p17">
            <a:extLst>
              <a:ext uri="{FF2B5EF4-FFF2-40B4-BE49-F238E27FC236}">
                <a16:creationId xmlns:a16="http://schemas.microsoft.com/office/drawing/2014/main" id="{604A4499-3BC7-E3FB-ACF6-7D45360DD4A4}"/>
              </a:ext>
            </a:extLst>
          </p:cNvPr>
          <p:cNvGrpSpPr/>
          <p:nvPr/>
        </p:nvGrpSpPr>
        <p:grpSpPr>
          <a:xfrm>
            <a:off x="3069604" y="1833312"/>
            <a:ext cx="2755134" cy="2186924"/>
            <a:chOff x="3071454" y="2013875"/>
            <a:chExt cx="2154300" cy="1569600"/>
          </a:xfrm>
        </p:grpSpPr>
        <p:sp>
          <p:nvSpPr>
            <p:cNvPr id="14" name="Google Shape;107;p17">
              <a:extLst>
                <a:ext uri="{FF2B5EF4-FFF2-40B4-BE49-F238E27FC236}">
                  <a16:creationId xmlns:a16="http://schemas.microsoft.com/office/drawing/2014/main" id="{5E709674-C12D-385D-4CF5-2696541A18E0}"/>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8;p17">
              <a:extLst>
                <a:ext uri="{FF2B5EF4-FFF2-40B4-BE49-F238E27FC236}">
                  <a16:creationId xmlns:a16="http://schemas.microsoft.com/office/drawing/2014/main" id="{5329F11A-B624-CB8F-D5E3-C9F4D17A237A}"/>
                </a:ext>
              </a:extLst>
            </p:cNvPr>
            <p:cNvSpPr txBox="1"/>
            <p:nvPr/>
          </p:nvSpPr>
          <p:spPr>
            <a:xfrm>
              <a:off x="3286281" y="2265293"/>
              <a:ext cx="1557900" cy="1066249"/>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r>
                <a:rPr lang="en" sz="1200">
                  <a:solidFill>
                    <a:srgbClr val="FFFFFF"/>
                  </a:solidFill>
                  <a:latin typeface="Roboto"/>
                  <a:ea typeface="Roboto"/>
                  <a:cs typeface="Roboto"/>
                  <a:sym typeface="Roboto"/>
                </a:rPr>
                <a:t>The </a:t>
              </a:r>
              <a:r>
                <a:rPr lang="en" sz="1200" err="1">
                  <a:solidFill>
                    <a:srgbClr val="FFFFFF"/>
                  </a:solidFill>
                  <a:latin typeface="Roboto"/>
                  <a:ea typeface="Roboto"/>
                  <a:cs typeface="Roboto"/>
                  <a:sym typeface="Roboto"/>
                </a:rPr>
                <a:t>GiZ</a:t>
              </a:r>
              <a:r>
                <a:rPr lang="en" sz="1200">
                  <a:solidFill>
                    <a:srgbClr val="FFFFFF"/>
                  </a:solidFill>
                  <a:latin typeface="Roboto"/>
                  <a:ea typeface="Roboto"/>
                  <a:cs typeface="Roboto"/>
                  <a:sym typeface="Roboto"/>
                </a:rPr>
                <a:t> (Germany's </a:t>
              </a:r>
              <a:r>
                <a:rPr lang="en" sz="1200" i="1">
                  <a:solidFill>
                    <a:srgbClr val="FFFFFF"/>
                  </a:solidFill>
                  <a:latin typeface="Roboto"/>
                  <a:ea typeface="Roboto"/>
                  <a:cs typeface="Roboto"/>
                  <a:sym typeface="Roboto"/>
                </a:rPr>
                <a:t>Gesellschaft für </a:t>
              </a:r>
              <a:r>
                <a:rPr lang="en" sz="1200" i="1" err="1">
                  <a:solidFill>
                    <a:srgbClr val="FFFFFF"/>
                  </a:solidFill>
                  <a:latin typeface="Roboto"/>
                  <a:ea typeface="Roboto"/>
                  <a:cs typeface="Roboto"/>
                  <a:sym typeface="Roboto"/>
                </a:rPr>
                <a:t>Internationale</a:t>
              </a:r>
              <a:r>
                <a:rPr lang="en" sz="1200" i="1">
                  <a:solidFill>
                    <a:srgbClr val="FFFFFF"/>
                  </a:solidFill>
                  <a:latin typeface="Roboto"/>
                  <a:ea typeface="Roboto"/>
                  <a:cs typeface="Roboto"/>
                  <a:sym typeface="Roboto"/>
                </a:rPr>
                <a:t> Zusammenarbeit</a:t>
              </a:r>
              <a:r>
                <a:rPr lang="en" sz="1200">
                  <a:solidFill>
                    <a:srgbClr val="FFFFFF"/>
                  </a:solidFill>
                  <a:latin typeface="Roboto"/>
                  <a:ea typeface="Roboto"/>
                  <a:cs typeface="Roboto"/>
                  <a:sym typeface="Roboto"/>
                </a:rPr>
                <a:t>) serves as Zambia's development partner agency.</a:t>
              </a:r>
              <a:endParaRPr sz="1200">
                <a:solidFill>
                  <a:srgbClr val="FFFFFF"/>
                </a:solidFill>
                <a:latin typeface="Roboto"/>
                <a:ea typeface="Roboto"/>
                <a:cs typeface="Roboto"/>
                <a:sym typeface="Roboto"/>
              </a:endParaRPr>
            </a:p>
          </p:txBody>
        </p:sp>
      </p:grpSp>
      <p:grpSp>
        <p:nvGrpSpPr>
          <p:cNvPr id="22" name="Google Shape;110;p17">
            <a:extLst>
              <a:ext uri="{FF2B5EF4-FFF2-40B4-BE49-F238E27FC236}">
                <a16:creationId xmlns:a16="http://schemas.microsoft.com/office/drawing/2014/main" id="{95E3E162-CA23-69E3-E53D-70269EBA863C}"/>
              </a:ext>
            </a:extLst>
          </p:cNvPr>
          <p:cNvGrpSpPr/>
          <p:nvPr/>
        </p:nvGrpSpPr>
        <p:grpSpPr>
          <a:xfrm>
            <a:off x="496946" y="1833449"/>
            <a:ext cx="2595847" cy="2186924"/>
            <a:chOff x="1126863" y="2013875"/>
            <a:chExt cx="1944600" cy="1569600"/>
          </a:xfrm>
        </p:grpSpPr>
        <p:sp>
          <p:nvSpPr>
            <p:cNvPr id="19" name="Google Shape;111;p17">
              <a:extLst>
                <a:ext uri="{FF2B5EF4-FFF2-40B4-BE49-F238E27FC236}">
                  <a16:creationId xmlns:a16="http://schemas.microsoft.com/office/drawing/2014/main" id="{946E0D17-98F7-88F3-5B91-FD5D4B0703D8}"/>
                </a:ext>
              </a:extLst>
            </p:cNvPr>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2;p17">
              <a:extLst>
                <a:ext uri="{FF2B5EF4-FFF2-40B4-BE49-F238E27FC236}">
                  <a16:creationId xmlns:a16="http://schemas.microsoft.com/office/drawing/2014/main" id="{A2F7C80D-F058-4616-2288-CFFEDAA267C0}"/>
                </a:ext>
              </a:extLst>
            </p:cNvPr>
            <p:cNvSpPr txBox="1"/>
            <p:nvPr/>
          </p:nvSpPr>
          <p:spPr>
            <a:xfrm>
              <a:off x="1326427" y="2285926"/>
              <a:ext cx="1451700" cy="109441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r>
                <a:rPr lang="en" sz="1200">
                  <a:solidFill>
                    <a:srgbClr val="FFFFFF"/>
                  </a:solidFill>
                  <a:latin typeface="Roboto"/>
                  <a:ea typeface="Roboto"/>
                  <a:cs typeface="Roboto"/>
                  <a:sym typeface="Roboto"/>
                </a:rPr>
                <a:t>Germany backs a WB-issued KPI Bond to benefit Zambia, making the bond attractive to global markets. Part of the money raised goes to pay for </a:t>
              </a:r>
              <a:r>
                <a:rPr lang="en" sz="1200" err="1">
                  <a:solidFill>
                    <a:srgbClr val="FFFFFF"/>
                  </a:solidFill>
                  <a:latin typeface="Roboto"/>
                  <a:ea typeface="Roboto"/>
                  <a:cs typeface="Roboto"/>
                  <a:sym typeface="Roboto"/>
                </a:rPr>
                <a:t>GiZ</a:t>
              </a:r>
              <a:r>
                <a:rPr lang="en" sz="1200">
                  <a:solidFill>
                    <a:srgbClr val="FFFFFF"/>
                  </a:solidFill>
                  <a:latin typeface="Roboto"/>
                  <a:ea typeface="Roboto"/>
                  <a:cs typeface="Roboto"/>
                  <a:sym typeface="Roboto"/>
                </a:rPr>
                <a:t> operations in Zambia</a:t>
              </a:r>
              <a:endParaRPr lang="en" sz="1200">
                <a:solidFill>
                  <a:srgbClr val="FFFFFF"/>
                </a:solidFill>
                <a:latin typeface="Roboto"/>
                <a:ea typeface="Roboto"/>
                <a:cs typeface="Roboto"/>
              </a:endParaRPr>
            </a:p>
          </p:txBody>
        </p:sp>
      </p:grpSp>
      <p:grpSp>
        <p:nvGrpSpPr>
          <p:cNvPr id="27" name="Google Shape;114;p17">
            <a:extLst>
              <a:ext uri="{FF2B5EF4-FFF2-40B4-BE49-F238E27FC236}">
                <a16:creationId xmlns:a16="http://schemas.microsoft.com/office/drawing/2014/main" id="{4008741A-0EE8-0910-5468-93BDBFF56DDC}"/>
              </a:ext>
            </a:extLst>
          </p:cNvPr>
          <p:cNvGrpSpPr/>
          <p:nvPr/>
        </p:nvGrpSpPr>
        <p:grpSpPr>
          <a:xfrm>
            <a:off x="5441823" y="1833337"/>
            <a:ext cx="3127499" cy="2186924"/>
            <a:chOff x="5015938" y="2013875"/>
            <a:chExt cx="3001200" cy="1569600"/>
          </a:xfrm>
        </p:grpSpPr>
        <p:sp>
          <p:nvSpPr>
            <p:cNvPr id="24" name="Google Shape;115;p17">
              <a:extLst>
                <a:ext uri="{FF2B5EF4-FFF2-40B4-BE49-F238E27FC236}">
                  <a16:creationId xmlns:a16="http://schemas.microsoft.com/office/drawing/2014/main" id="{750FACB2-186A-6B75-FF9F-2E49B755AD99}"/>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5" name="Google Shape;116;p17">
              <a:extLst>
                <a:ext uri="{FF2B5EF4-FFF2-40B4-BE49-F238E27FC236}">
                  <a16:creationId xmlns:a16="http://schemas.microsoft.com/office/drawing/2014/main" id="{442C2FDB-0090-5A8F-B97B-0AA14F7D162D}"/>
                </a:ext>
              </a:extLst>
            </p:cNvPr>
            <p:cNvSpPr txBox="1"/>
            <p:nvPr/>
          </p:nvSpPr>
          <p:spPr>
            <a:xfrm>
              <a:off x="5383947" y="2280165"/>
              <a:ext cx="2251236" cy="103652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r>
                <a:rPr lang="en" sz="1200" err="1">
                  <a:solidFill>
                    <a:schemeClr val="bg1"/>
                  </a:solidFill>
                  <a:latin typeface="Roboto"/>
                  <a:ea typeface="Roboto"/>
                  <a:cs typeface="Roboto"/>
                </a:rPr>
                <a:t>GiZ</a:t>
              </a:r>
              <a:r>
                <a:rPr lang="en" sz="1200">
                  <a:solidFill>
                    <a:schemeClr val="bg1"/>
                  </a:solidFill>
                  <a:latin typeface="Roboto"/>
                  <a:ea typeface="Roboto"/>
                  <a:cs typeface="Roboto"/>
                </a:rPr>
                <a:t> takes an active role in supporting Zambia's development, guiding and facilitating efforts to attain the KPIs specified in the KPI Bond issue, increasing prospects for successful implementation.</a:t>
              </a:r>
              <a:endParaRPr lang="en-US">
                <a:solidFill>
                  <a:schemeClr val="bg1"/>
                </a:solidFill>
                <a:ea typeface="Roboto"/>
              </a:endParaRPr>
            </a:p>
          </p:txBody>
        </p:sp>
      </p:grpSp>
      <p:grpSp>
        <p:nvGrpSpPr>
          <p:cNvPr id="31" name="Google Shape;118;p17">
            <a:extLst>
              <a:ext uri="{FF2B5EF4-FFF2-40B4-BE49-F238E27FC236}">
                <a16:creationId xmlns:a16="http://schemas.microsoft.com/office/drawing/2014/main" id="{C5687415-3341-1CB7-67DF-4A100E19F353}"/>
              </a:ext>
            </a:extLst>
          </p:cNvPr>
          <p:cNvGrpSpPr/>
          <p:nvPr/>
        </p:nvGrpSpPr>
        <p:grpSpPr>
          <a:xfrm>
            <a:off x="5334401" y="2795678"/>
            <a:ext cx="261571" cy="260379"/>
            <a:chOff x="4858109" y="2631368"/>
            <a:chExt cx="316442" cy="315000"/>
          </a:xfrm>
        </p:grpSpPr>
        <p:sp>
          <p:nvSpPr>
            <p:cNvPr id="29" name="Google Shape;119;p17">
              <a:extLst>
                <a:ext uri="{FF2B5EF4-FFF2-40B4-BE49-F238E27FC236}">
                  <a16:creationId xmlns:a16="http://schemas.microsoft.com/office/drawing/2014/main" id="{CA277915-267B-4441-9B4F-C2CAB8C8B18C}"/>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0;p17">
              <a:extLst>
                <a:ext uri="{FF2B5EF4-FFF2-40B4-BE49-F238E27FC236}">
                  <a16:creationId xmlns:a16="http://schemas.microsoft.com/office/drawing/2014/main" id="{A7837D3E-A38B-0939-7E3C-E02963804CDD}"/>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35" name="Google Shape;121;p17">
            <a:extLst>
              <a:ext uri="{FF2B5EF4-FFF2-40B4-BE49-F238E27FC236}">
                <a16:creationId xmlns:a16="http://schemas.microsoft.com/office/drawing/2014/main" id="{9480AFBE-5D47-FB29-7985-65FE285060B0}"/>
              </a:ext>
            </a:extLst>
          </p:cNvPr>
          <p:cNvGrpSpPr/>
          <p:nvPr/>
        </p:nvGrpSpPr>
        <p:grpSpPr>
          <a:xfrm>
            <a:off x="2962388" y="2795679"/>
            <a:ext cx="261571" cy="260379"/>
            <a:chOff x="4858109" y="2631368"/>
            <a:chExt cx="316442" cy="315000"/>
          </a:xfrm>
        </p:grpSpPr>
        <p:sp>
          <p:nvSpPr>
            <p:cNvPr id="33" name="Google Shape;122;p17">
              <a:extLst>
                <a:ext uri="{FF2B5EF4-FFF2-40B4-BE49-F238E27FC236}">
                  <a16:creationId xmlns:a16="http://schemas.microsoft.com/office/drawing/2014/main" id="{0909B746-1EDC-B154-8CF5-399D70DD6AC2}"/>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3;p17">
              <a:extLst>
                <a:ext uri="{FF2B5EF4-FFF2-40B4-BE49-F238E27FC236}">
                  <a16:creationId xmlns:a16="http://schemas.microsoft.com/office/drawing/2014/main" id="{F25E4B97-3BD9-4303-B7FF-D6420E4CE5BE}"/>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1961636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0"/>
        <p:cNvGrpSpPr/>
        <p:nvPr/>
      </p:nvGrpSpPr>
      <p:grpSpPr>
        <a:xfrm>
          <a:off x="0" y="0"/>
          <a:ext cx="0" cy="0"/>
          <a:chOff x="0" y="0"/>
          <a:chExt cx="0" cy="0"/>
        </a:xfrm>
      </p:grpSpPr>
      <p:sp>
        <p:nvSpPr>
          <p:cNvPr id="391" name="Google Shape;391;p39"/>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Further Questions: </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Structuring KPIs</a:t>
            </a:r>
            <a:endParaRPr sz="2200">
              <a:solidFill>
                <a:schemeClr val="accent4"/>
              </a:solidFill>
            </a:endParaRPr>
          </a:p>
        </p:txBody>
      </p:sp>
      <p:sp>
        <p:nvSpPr>
          <p:cNvPr id="2" name="Slide Number Placeholder 1">
            <a:extLst>
              <a:ext uri="{FF2B5EF4-FFF2-40B4-BE49-F238E27FC236}">
                <a16:creationId xmlns:a16="http://schemas.microsoft.com/office/drawing/2014/main" id="{536E44F4-6189-043D-686F-C7449A8872DE}"/>
              </a:ext>
            </a:extLst>
          </p:cNvPr>
          <p:cNvSpPr>
            <a:spLocks noGrp="1"/>
          </p:cNvSpPr>
          <p:nvPr>
            <p:ph type="sldNum" idx="12"/>
          </p:nvPr>
        </p:nvSpPr>
        <p:spPr/>
        <p:txBody>
          <a:bodyPr/>
          <a:lstStyle/>
          <a:p>
            <a:fld id="{00000000-1234-1234-1234-123412341234}" type="slidenum">
              <a:rPr lang="en"/>
              <a:t>35</a:t>
            </a:fld>
            <a:endParaRPr lang="en-US"/>
          </a:p>
        </p:txBody>
      </p:sp>
      <p:pic>
        <p:nvPicPr>
          <p:cNvPr id="4" name="Picture 3" descr="Looking up at trees through glass windows&#10;&#10;Description automatically generated">
            <a:extLst>
              <a:ext uri="{FF2B5EF4-FFF2-40B4-BE49-F238E27FC236}">
                <a16:creationId xmlns:a16="http://schemas.microsoft.com/office/drawing/2014/main" id="{AA8CC308-5F63-11DE-5DF1-15B312DCA7AE}"/>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60A9BF71-1DF4-5804-3635-ADA6CE3FF812}"/>
            </a:ext>
          </a:extLst>
        </p:cNvPr>
        <p:cNvGrpSpPr/>
        <p:nvPr/>
      </p:nvGrpSpPr>
      <p:grpSpPr>
        <a:xfrm>
          <a:off x="0" y="0"/>
          <a:ext cx="0" cy="0"/>
          <a:chOff x="0" y="0"/>
          <a:chExt cx="0" cy="0"/>
        </a:xfrm>
      </p:grpSpPr>
      <p:sp>
        <p:nvSpPr>
          <p:cNvPr id="397" name="Google Shape;397;p40">
            <a:extLst>
              <a:ext uri="{FF2B5EF4-FFF2-40B4-BE49-F238E27FC236}">
                <a16:creationId xmlns:a16="http://schemas.microsoft.com/office/drawing/2014/main" id="{BC7A74A1-22E5-274E-E34E-99E35840BE86}"/>
              </a:ext>
            </a:extLst>
          </p:cNvPr>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US" sz="2500"/>
              <a:t>How to Structure KPIs? (1)</a:t>
            </a:r>
          </a:p>
        </p:txBody>
      </p:sp>
      <p:sp>
        <p:nvSpPr>
          <p:cNvPr id="398" name="Google Shape;398;p40">
            <a:extLst>
              <a:ext uri="{FF2B5EF4-FFF2-40B4-BE49-F238E27FC236}">
                <a16:creationId xmlns:a16="http://schemas.microsoft.com/office/drawing/2014/main" id="{BE340B1E-2EB9-84B4-8FBE-42160EBB11C9}"/>
              </a:ext>
            </a:extLst>
          </p:cNvPr>
          <p:cNvSpPr txBox="1">
            <a:spLocks noGrp="1"/>
          </p:cNvSpPr>
          <p:nvPr>
            <p:ph type="body" idx="1"/>
          </p:nvPr>
        </p:nvSpPr>
        <p:spPr>
          <a:xfrm>
            <a:off x="311725" y="1338391"/>
            <a:ext cx="8273725" cy="3630832"/>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a:solidFill>
                  <a:schemeClr val="accent4"/>
                </a:solidFill>
              </a:rPr>
              <a:t>Capacity Assessment:</a:t>
            </a:r>
            <a:endParaRPr lang="en-US" sz="1200">
              <a:solidFill>
                <a:schemeClr val="accent4"/>
              </a:solidFill>
            </a:endParaRPr>
          </a:p>
          <a:p>
            <a:pPr marL="457200" lvl="0" indent="-293370" algn="l" rtl="0">
              <a:lnSpc>
                <a:spcPct val="150000"/>
              </a:lnSpc>
              <a:spcBef>
                <a:spcPts val="1200"/>
              </a:spcBef>
              <a:spcAft>
                <a:spcPts val="0"/>
              </a:spcAft>
              <a:buClr>
                <a:srgbClr val="000000"/>
              </a:buClr>
              <a:buSzPct val="100000"/>
              <a:buChar char="●"/>
            </a:pPr>
            <a:r>
              <a:rPr lang="en" sz="1200">
                <a:solidFill>
                  <a:srgbClr val="000000"/>
                </a:solidFill>
              </a:rPr>
              <a:t>Evaluate sovereign's capability to deliver on ambitious climate targets and sustainable infrastructure projects.</a:t>
            </a:r>
            <a:endParaRPr sz="1200">
              <a:solidFill>
                <a:srgbClr val="000000"/>
              </a:solidFill>
            </a:endParaRPr>
          </a:p>
          <a:p>
            <a:pPr marL="457200" lvl="0" indent="-293370" algn="l" rtl="0">
              <a:lnSpc>
                <a:spcPct val="150000"/>
              </a:lnSpc>
              <a:spcBef>
                <a:spcPts val="0"/>
              </a:spcBef>
              <a:spcAft>
                <a:spcPts val="0"/>
              </a:spcAft>
              <a:buClr>
                <a:srgbClr val="000000"/>
              </a:buClr>
              <a:buSzPct val="100000"/>
              <a:buChar char="●"/>
            </a:pPr>
            <a:r>
              <a:rPr lang="en" sz="1200">
                <a:solidFill>
                  <a:srgbClr val="000000"/>
                </a:solidFill>
              </a:rPr>
              <a:t>Consider technical expertise, institutional capacity, and historical performance.</a:t>
            </a:r>
            <a:endParaRPr sz="1200">
              <a:solidFill>
                <a:srgbClr val="000000"/>
              </a:solidFill>
            </a:endParaRPr>
          </a:p>
          <a:p>
            <a:pPr marL="0" lvl="0" indent="0" algn="l" rtl="0">
              <a:lnSpc>
                <a:spcPct val="150000"/>
              </a:lnSpc>
              <a:spcBef>
                <a:spcPts val="1200"/>
              </a:spcBef>
              <a:spcAft>
                <a:spcPts val="0"/>
              </a:spcAft>
              <a:buNone/>
            </a:pPr>
            <a:r>
              <a:rPr lang="en" sz="1200">
                <a:solidFill>
                  <a:schemeClr val="accent4"/>
                </a:solidFill>
              </a:rPr>
              <a:t>Negotiations with Development Partner:</a:t>
            </a:r>
            <a:endParaRPr sz="1200">
              <a:solidFill>
                <a:schemeClr val="accent4"/>
              </a:solidFill>
            </a:endParaRPr>
          </a:p>
          <a:p>
            <a:pPr indent="-293370">
              <a:lnSpc>
                <a:spcPct val="150000"/>
              </a:lnSpc>
              <a:spcBef>
                <a:spcPts val="1200"/>
              </a:spcBef>
              <a:buClr>
                <a:srgbClr val="000000"/>
              </a:buClr>
              <a:buSzPct val="100000"/>
            </a:pPr>
            <a:r>
              <a:rPr lang="en" sz="1200">
                <a:solidFill>
                  <a:srgbClr val="000000"/>
                </a:solidFill>
              </a:rPr>
              <a:t>Collaborative negotiations between the client country and its trusted development partner </a:t>
            </a:r>
            <a:r>
              <a:rPr lang="en" sz="1200" dirty="0">
                <a:solidFill>
                  <a:srgbClr val="000000"/>
                </a:solidFill>
              </a:rPr>
              <a:t>agency</a:t>
            </a:r>
            <a:r>
              <a:rPr lang="en" sz="1200">
                <a:solidFill>
                  <a:srgbClr val="000000"/>
                </a:solidFill>
              </a:rPr>
              <a:t>.</a:t>
            </a:r>
          </a:p>
          <a:p>
            <a:pPr indent="-293370">
              <a:lnSpc>
                <a:spcPct val="150000"/>
              </a:lnSpc>
              <a:buClr>
                <a:srgbClr val="000000"/>
              </a:buClr>
              <a:buSzPct val="100000"/>
            </a:pPr>
            <a:r>
              <a:rPr lang="en" sz="1200">
                <a:solidFill>
                  <a:srgbClr val="000000"/>
                </a:solidFill>
              </a:rPr>
              <a:t>Align KPIs with sovereign's climate goals and development partner agency’s expectations.</a:t>
            </a:r>
            <a:endParaRPr lang="en-US" sz="1200">
              <a:solidFill>
                <a:srgbClr val="000000"/>
              </a:solidFill>
            </a:endParaRPr>
          </a:p>
          <a:p>
            <a:pPr marL="0" lvl="0" indent="0" algn="l" rtl="0">
              <a:lnSpc>
                <a:spcPct val="150000"/>
              </a:lnSpc>
              <a:spcBef>
                <a:spcPts val="1200"/>
              </a:spcBef>
              <a:spcAft>
                <a:spcPts val="0"/>
              </a:spcAft>
              <a:buNone/>
            </a:pPr>
            <a:r>
              <a:rPr lang="en" sz="1200">
                <a:solidFill>
                  <a:schemeClr val="accent4"/>
                </a:solidFill>
              </a:rPr>
              <a:t>Step-Up vs. Step-Down:</a:t>
            </a:r>
            <a:endParaRPr sz="1200">
              <a:solidFill>
                <a:schemeClr val="accent4"/>
              </a:solidFill>
            </a:endParaRPr>
          </a:p>
          <a:p>
            <a:pPr marL="457200" lvl="0" indent="-293370" algn="l" rtl="0">
              <a:lnSpc>
                <a:spcPct val="150000"/>
              </a:lnSpc>
              <a:spcBef>
                <a:spcPts val="1200"/>
              </a:spcBef>
              <a:spcAft>
                <a:spcPts val="0"/>
              </a:spcAft>
              <a:buClr>
                <a:srgbClr val="000000"/>
              </a:buClr>
              <a:buSzPct val="100000"/>
              <a:buChar char="●"/>
            </a:pPr>
            <a:r>
              <a:rPr lang="en" sz="1200">
                <a:solidFill>
                  <a:srgbClr val="000000"/>
                </a:solidFill>
              </a:rPr>
              <a:t>Choose between step-up and step-down structures based on the type of incentive deemed more effective:</a:t>
            </a:r>
            <a:endParaRPr sz="1200">
              <a:solidFill>
                <a:srgbClr val="000000"/>
              </a:solidFill>
            </a:endParaRPr>
          </a:p>
          <a:p>
            <a:pPr marL="914400" lvl="1" indent="-293370" algn="l" rtl="0">
              <a:lnSpc>
                <a:spcPct val="150000"/>
              </a:lnSpc>
              <a:spcBef>
                <a:spcPts val="0"/>
              </a:spcBef>
              <a:spcAft>
                <a:spcPts val="0"/>
              </a:spcAft>
              <a:buClr>
                <a:srgbClr val="000000"/>
              </a:buClr>
              <a:buSzPct val="100000"/>
              <a:buChar char="○"/>
            </a:pPr>
            <a:r>
              <a:rPr lang="en" sz="1200">
                <a:solidFill>
                  <a:srgbClr val="000000"/>
                </a:solidFill>
              </a:rPr>
              <a:t>Step-Down: Rewards for achieving or surpassing targets, encouraging continued performance.</a:t>
            </a:r>
            <a:endParaRPr sz="1200">
              <a:solidFill>
                <a:srgbClr val="000000"/>
              </a:solidFill>
            </a:endParaRPr>
          </a:p>
          <a:p>
            <a:pPr marL="914400" lvl="1" indent="-293370" algn="l" rtl="0">
              <a:lnSpc>
                <a:spcPct val="150000"/>
              </a:lnSpc>
              <a:spcBef>
                <a:spcPts val="0"/>
              </a:spcBef>
              <a:spcAft>
                <a:spcPts val="0"/>
              </a:spcAft>
              <a:buClr>
                <a:srgbClr val="000000"/>
              </a:buClr>
              <a:buSzPct val="100000"/>
              <a:buChar char="○"/>
            </a:pPr>
            <a:r>
              <a:rPr lang="en" sz="1200">
                <a:solidFill>
                  <a:srgbClr val="000000"/>
                </a:solidFill>
              </a:rPr>
              <a:t>Step-Up: Penalties for failure to meet targets, fostering accountability.</a:t>
            </a:r>
            <a:endParaRPr lang="en-US" sz="1200">
              <a:solidFill>
                <a:srgbClr val="000000"/>
              </a:solidFill>
            </a:endParaRPr>
          </a:p>
          <a:p>
            <a:pPr marL="0" lvl="0" indent="0" algn="l" rtl="0">
              <a:spcBef>
                <a:spcPts val="1200"/>
              </a:spcBef>
              <a:spcAft>
                <a:spcPts val="1200"/>
              </a:spcAft>
              <a:buNone/>
            </a:pPr>
            <a:endParaRPr/>
          </a:p>
        </p:txBody>
      </p:sp>
      <p:sp>
        <p:nvSpPr>
          <p:cNvPr id="2" name="Slide Number Placeholder 1">
            <a:extLst>
              <a:ext uri="{FF2B5EF4-FFF2-40B4-BE49-F238E27FC236}">
                <a16:creationId xmlns:a16="http://schemas.microsoft.com/office/drawing/2014/main" id="{8666CBF0-7038-6D52-16F7-96C3812254B5}"/>
              </a:ext>
            </a:extLst>
          </p:cNvPr>
          <p:cNvSpPr>
            <a:spLocks noGrp="1"/>
          </p:cNvSpPr>
          <p:nvPr>
            <p:ph type="sldNum" idx="12"/>
          </p:nvPr>
        </p:nvSpPr>
        <p:spPr/>
        <p:txBody>
          <a:bodyPr/>
          <a:lstStyle/>
          <a:p>
            <a:fld id="{00000000-1234-1234-1234-123412341234}" type="slidenum">
              <a:rPr lang="en"/>
              <a:t>36</a:t>
            </a:fld>
            <a:endParaRPr lang="en-US"/>
          </a:p>
        </p:txBody>
      </p:sp>
    </p:spTree>
    <p:extLst>
      <p:ext uri="{BB962C8B-B14F-4D97-AF65-F5344CB8AC3E}">
        <p14:creationId xmlns:p14="http://schemas.microsoft.com/office/powerpoint/2010/main" val="1153376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0"/>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500"/>
              <a:t>How to Structure KPIs? (2)</a:t>
            </a:r>
            <a:endParaRPr lang="en-US" sz="2500"/>
          </a:p>
        </p:txBody>
      </p:sp>
      <p:sp>
        <p:nvSpPr>
          <p:cNvPr id="399" name="Google Shape;399;p40"/>
          <p:cNvSpPr txBox="1">
            <a:spLocks noGrp="1"/>
          </p:cNvSpPr>
          <p:nvPr>
            <p:ph type="body" idx="1"/>
          </p:nvPr>
        </p:nvSpPr>
        <p:spPr>
          <a:xfrm>
            <a:off x="310122" y="1412935"/>
            <a:ext cx="8679365" cy="3646768"/>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770"/>
              <a:buNone/>
            </a:pPr>
            <a:r>
              <a:rPr lang="en" sz="1200">
                <a:solidFill>
                  <a:schemeClr val="accent4"/>
                </a:solidFill>
              </a:rPr>
              <a:t>Nature of KPIs:</a:t>
            </a:r>
            <a:endParaRPr lang="en-US" sz="1200">
              <a:solidFill>
                <a:schemeClr val="accent4"/>
              </a:solidFill>
            </a:endParaRPr>
          </a:p>
          <a:p>
            <a:pPr marL="457200" lvl="0" indent="-292735" algn="l" rtl="0">
              <a:lnSpc>
                <a:spcPct val="150000"/>
              </a:lnSpc>
              <a:spcBef>
                <a:spcPts val="1200"/>
              </a:spcBef>
              <a:spcAft>
                <a:spcPts val="0"/>
              </a:spcAft>
              <a:buClr>
                <a:schemeClr val="accent1"/>
              </a:buClr>
              <a:buSzPts val="1010"/>
              <a:buChar char="●"/>
            </a:pPr>
            <a:r>
              <a:rPr lang="en" sz="1200">
                <a:solidFill>
                  <a:schemeClr val="tx1">
                    <a:lumMod val="50000"/>
                  </a:schemeClr>
                </a:solidFill>
              </a:rPr>
              <a:t>Define KPIs that are specific, measurable, achievable, relevant, and time-bound (SMART).</a:t>
            </a:r>
            <a:endParaRPr lang="en-US" sz="1200">
              <a:solidFill>
                <a:schemeClr val="tx1">
                  <a:lumMod val="50000"/>
                </a:schemeClr>
              </a:solidFill>
            </a:endParaRPr>
          </a:p>
          <a:p>
            <a:pPr marL="457200" lvl="0" indent="-292735" algn="l" rtl="0">
              <a:lnSpc>
                <a:spcPct val="150000"/>
              </a:lnSpc>
              <a:spcBef>
                <a:spcPts val="0"/>
              </a:spcBef>
              <a:spcAft>
                <a:spcPts val="0"/>
              </a:spcAft>
              <a:buClr>
                <a:schemeClr val="accent1"/>
              </a:buClr>
              <a:buSzPts val="1010"/>
              <a:buChar char="●"/>
            </a:pPr>
            <a:r>
              <a:rPr lang="en" sz="1200">
                <a:solidFill>
                  <a:schemeClr val="tx1">
                    <a:lumMod val="50000"/>
                  </a:schemeClr>
                </a:solidFill>
              </a:rPr>
              <a:t>Tailor KPIs to reflect both short-term milestones and long-term climate impact.</a:t>
            </a:r>
            <a:endParaRPr lang="en-US" sz="1200">
              <a:solidFill>
                <a:schemeClr val="tx1">
                  <a:lumMod val="50000"/>
                </a:schemeClr>
              </a:solidFill>
            </a:endParaRPr>
          </a:p>
          <a:p>
            <a:pPr marL="0" lvl="0" indent="0" algn="l" rtl="0">
              <a:lnSpc>
                <a:spcPct val="150000"/>
              </a:lnSpc>
              <a:spcBef>
                <a:spcPts val="1200"/>
              </a:spcBef>
              <a:spcAft>
                <a:spcPts val="0"/>
              </a:spcAft>
              <a:buNone/>
            </a:pPr>
            <a:r>
              <a:rPr lang="en" sz="1200">
                <a:solidFill>
                  <a:schemeClr val="accent4"/>
                </a:solidFill>
              </a:rPr>
              <a:t>MRV Framework (Monitoring, Reporting, Verification):</a:t>
            </a:r>
            <a:endParaRPr lang="en-US" sz="1200">
              <a:solidFill>
                <a:schemeClr val="accent4"/>
              </a:solidFill>
            </a:endParaRPr>
          </a:p>
          <a:p>
            <a:pPr marL="457200" lvl="0" indent="-292735" algn="l" rtl="0">
              <a:lnSpc>
                <a:spcPct val="150000"/>
              </a:lnSpc>
              <a:spcBef>
                <a:spcPts val="1200"/>
              </a:spcBef>
              <a:spcAft>
                <a:spcPts val="0"/>
              </a:spcAft>
              <a:buClr>
                <a:schemeClr val="accent1"/>
              </a:buClr>
              <a:buSzPts val="1010"/>
              <a:buChar char="●"/>
            </a:pPr>
            <a:r>
              <a:rPr lang="en" sz="1200">
                <a:solidFill>
                  <a:schemeClr val="tx1">
                    <a:lumMod val="50000"/>
                  </a:schemeClr>
                </a:solidFill>
              </a:rPr>
              <a:t>Implement a robust MRV framework to ensure transparency and accountability.</a:t>
            </a:r>
            <a:endParaRPr lang="en-US" sz="1200">
              <a:solidFill>
                <a:schemeClr val="tx1">
                  <a:lumMod val="50000"/>
                </a:schemeClr>
              </a:solidFill>
            </a:endParaRPr>
          </a:p>
          <a:p>
            <a:pPr marL="457200" lvl="0" indent="-292735" algn="l" rtl="0">
              <a:lnSpc>
                <a:spcPct val="150000"/>
              </a:lnSpc>
              <a:spcBef>
                <a:spcPts val="0"/>
              </a:spcBef>
              <a:spcAft>
                <a:spcPts val="0"/>
              </a:spcAft>
              <a:buClr>
                <a:schemeClr val="accent1"/>
              </a:buClr>
              <a:buSzPts val="1010"/>
              <a:buChar char="●"/>
            </a:pPr>
            <a:r>
              <a:rPr lang="en" sz="1200">
                <a:solidFill>
                  <a:schemeClr val="tx1">
                    <a:lumMod val="50000"/>
                  </a:schemeClr>
                </a:solidFill>
              </a:rPr>
              <a:t>Establish clear procedures for monitoring, reporting, and third-party verification of KPI achievements.</a:t>
            </a:r>
            <a:endParaRPr lang="en-US" sz="1200">
              <a:solidFill>
                <a:schemeClr val="tx1">
                  <a:lumMod val="50000"/>
                </a:schemeClr>
              </a:solidFill>
            </a:endParaRPr>
          </a:p>
          <a:p>
            <a:pPr marL="0" indent="0">
              <a:lnSpc>
                <a:spcPct val="150000"/>
              </a:lnSpc>
              <a:spcBef>
                <a:spcPts val="1200"/>
              </a:spcBef>
              <a:spcAft>
                <a:spcPts val="1200"/>
              </a:spcAft>
              <a:buSzPts val="1010"/>
              <a:buNone/>
            </a:pPr>
            <a:r>
              <a:rPr lang="en" sz="1200">
                <a:solidFill>
                  <a:schemeClr val="accent4"/>
                </a:solidFill>
              </a:rPr>
              <a:t>KPI structure need to be long-term and permanent:</a:t>
            </a:r>
            <a:endParaRPr lang="en-US" sz="1200">
              <a:solidFill>
                <a:schemeClr val="accent4"/>
              </a:solidFill>
            </a:endParaRPr>
          </a:p>
          <a:p>
            <a:pPr indent="-292735">
              <a:lnSpc>
                <a:spcPct val="150000"/>
              </a:lnSpc>
              <a:buClr>
                <a:schemeClr val="accent1"/>
              </a:buClr>
              <a:buSzPts val="1010"/>
            </a:pPr>
            <a:r>
              <a:rPr lang="en" sz="1200">
                <a:solidFill>
                  <a:schemeClr val="tx1">
                    <a:lumMod val="50000"/>
                  </a:schemeClr>
                </a:solidFill>
              </a:rPr>
              <a:t>Forests are stocks and need annual payments to maintain</a:t>
            </a:r>
            <a:endParaRPr lang="en-US" sz="1200">
              <a:solidFill>
                <a:schemeClr val="tx1">
                  <a:lumMod val="50000"/>
                </a:schemeClr>
              </a:solidFill>
            </a:endParaRPr>
          </a:p>
          <a:p>
            <a:pPr indent="-292735">
              <a:lnSpc>
                <a:spcPct val="150000"/>
              </a:lnSpc>
              <a:buClr>
                <a:schemeClr val="accent1"/>
              </a:buClr>
              <a:buSzPts val="1010"/>
            </a:pPr>
            <a:r>
              <a:rPr lang="en" sz="1200">
                <a:solidFill>
                  <a:schemeClr val="tx1">
                    <a:lumMod val="50000"/>
                  </a:schemeClr>
                </a:solidFill>
              </a:rPr>
              <a:t>Need to leverage limited donor flows with a structure that implicitly has more at stake</a:t>
            </a:r>
            <a:endParaRPr lang="en-US" sz="1200">
              <a:solidFill>
                <a:schemeClr val="tx1">
                  <a:lumMod val="50000"/>
                </a:schemeClr>
              </a:solidFill>
            </a:endParaRPr>
          </a:p>
          <a:p>
            <a:pPr indent="-292735">
              <a:lnSpc>
                <a:spcPct val="150000"/>
              </a:lnSpc>
              <a:buClr>
                <a:schemeClr val="accent1"/>
              </a:buClr>
              <a:buSzPts val="1010"/>
            </a:pPr>
            <a:r>
              <a:rPr lang="en" sz="1200" b="1">
                <a:solidFill>
                  <a:schemeClr val="tx1">
                    <a:lumMod val="50000"/>
                  </a:schemeClr>
                </a:solidFill>
              </a:rPr>
              <a:t>See next slide on further work proposals</a:t>
            </a:r>
            <a:endParaRPr lang="en-US" sz="1200" b="1">
              <a:solidFill>
                <a:schemeClr val="tx1">
                  <a:lumMod val="50000"/>
                </a:schemeClr>
              </a:solidFill>
            </a:endParaRPr>
          </a:p>
          <a:p>
            <a:pPr indent="0">
              <a:lnSpc>
                <a:spcPct val="105000"/>
              </a:lnSpc>
              <a:spcBef>
                <a:spcPts val="1200"/>
              </a:spcBef>
              <a:spcAft>
                <a:spcPts val="1200"/>
              </a:spcAft>
              <a:buClr>
                <a:srgbClr val="666666"/>
              </a:buClr>
              <a:buNone/>
            </a:pPr>
            <a:endParaRPr lang="en-US" sz="1010">
              <a:solidFill>
                <a:srgbClr val="002F4A"/>
              </a:solidFill>
            </a:endParaRPr>
          </a:p>
        </p:txBody>
      </p:sp>
      <p:sp>
        <p:nvSpPr>
          <p:cNvPr id="2" name="Slide Number Placeholder 1">
            <a:extLst>
              <a:ext uri="{FF2B5EF4-FFF2-40B4-BE49-F238E27FC236}">
                <a16:creationId xmlns:a16="http://schemas.microsoft.com/office/drawing/2014/main" id="{F97CEC24-6A3E-737F-1C6D-FDAF276AEB87}"/>
              </a:ext>
            </a:extLst>
          </p:cNvPr>
          <p:cNvSpPr>
            <a:spLocks noGrp="1"/>
          </p:cNvSpPr>
          <p:nvPr>
            <p:ph type="sldNum" idx="12"/>
          </p:nvPr>
        </p:nvSpPr>
        <p:spPr/>
        <p:txBody>
          <a:bodyPr/>
          <a:lstStyle/>
          <a:p>
            <a:fld id="{00000000-1234-1234-1234-123412341234}" type="slidenum">
              <a:rPr lang="en"/>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1857600-A3D3-757C-EC79-3E94D1AE4582}"/>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US" sz="2700"/>
              <a:t>Further Work</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Preview</a:t>
            </a:r>
            <a:endParaRPr sz="2200">
              <a:solidFill>
                <a:schemeClr val="accent4"/>
              </a:solidFill>
            </a:endParaRPr>
          </a:p>
        </p:txBody>
      </p:sp>
      <p:sp>
        <p:nvSpPr>
          <p:cNvPr id="2" name="Slide Number Placeholder 1">
            <a:extLst>
              <a:ext uri="{FF2B5EF4-FFF2-40B4-BE49-F238E27FC236}">
                <a16:creationId xmlns:a16="http://schemas.microsoft.com/office/drawing/2014/main" id="{EC7C6E53-D0F9-2E40-5444-BC7B770E10A5}"/>
              </a:ext>
            </a:extLst>
          </p:cNvPr>
          <p:cNvSpPr>
            <a:spLocks noGrp="1"/>
          </p:cNvSpPr>
          <p:nvPr>
            <p:ph type="sldNum" idx="12"/>
          </p:nvPr>
        </p:nvSpPr>
        <p:spPr/>
        <p:txBody>
          <a:bodyPr/>
          <a:lstStyle/>
          <a:p>
            <a:fld id="{00000000-1234-1234-1234-123412341234}" type="slidenum">
              <a:rPr lang="en"/>
              <a:t>38</a:t>
            </a:fld>
            <a:endParaRPr lang="en-US"/>
          </a:p>
        </p:txBody>
      </p:sp>
    </p:spTree>
    <p:extLst>
      <p:ext uri="{BB962C8B-B14F-4D97-AF65-F5344CB8AC3E}">
        <p14:creationId xmlns:p14="http://schemas.microsoft.com/office/powerpoint/2010/main" val="176316662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97" name="Google Shape;397;p40">
            <a:extLst>
              <a:ext uri="{FF2B5EF4-FFF2-40B4-BE49-F238E27FC236}">
                <a16:creationId xmlns:a16="http://schemas.microsoft.com/office/drawing/2014/main" id="{2E821846-5C55-F390-47DF-8D9A85184386}"/>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US" sz="2500"/>
              <a:t>Further Work / Proposals</a:t>
            </a:r>
          </a:p>
        </p:txBody>
      </p:sp>
      <p:sp>
        <p:nvSpPr>
          <p:cNvPr id="2" name="Slide Number Placeholder 1">
            <a:extLst>
              <a:ext uri="{FF2B5EF4-FFF2-40B4-BE49-F238E27FC236}">
                <a16:creationId xmlns:a16="http://schemas.microsoft.com/office/drawing/2014/main" id="{AF1A7C8E-E8C2-9E3C-DD85-6755283840F0}"/>
              </a:ext>
            </a:extLst>
          </p:cNvPr>
          <p:cNvSpPr>
            <a:spLocks noGrp="1"/>
          </p:cNvSpPr>
          <p:nvPr>
            <p:ph type="sldNum" idx="12"/>
          </p:nvPr>
        </p:nvSpPr>
        <p:spPr/>
        <p:txBody>
          <a:bodyPr/>
          <a:lstStyle/>
          <a:p>
            <a:fld id="{00000000-1234-1234-1234-123412341234}" type="slidenum">
              <a:rPr lang="en"/>
              <a:t>39</a:t>
            </a:fld>
            <a:endParaRPr lang="en-US"/>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extLst>
              <p:ext uri="{D42A27DB-BD31-4B8C-83A1-F6EECF244321}">
                <p14:modId xmlns:p14="http://schemas.microsoft.com/office/powerpoint/2010/main" val="1552405070"/>
              </p:ext>
            </p:extLst>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t>Issue</a:t>
                      </a:r>
                    </a:p>
                  </a:txBody>
                  <a:tcPr/>
                </a:tc>
                <a:tc>
                  <a:txBody>
                    <a:bodyPr/>
                    <a:lstStyle/>
                    <a:p>
                      <a:r>
                        <a:rPr lang="en-US"/>
                        <a:t>Solution</a:t>
                      </a:r>
                    </a:p>
                  </a:txBody>
                  <a:tcPr/>
                </a:tc>
                <a:tc>
                  <a:txBody>
                    <a:bodyPr/>
                    <a:lstStyle/>
                    <a:p>
                      <a:r>
                        <a:rPr lang="en-US"/>
                        <a:t>Proposal</a:t>
                      </a:r>
                    </a:p>
                  </a:txBody>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rPr>
                        <a:t>KPI approaches need to reflect the </a:t>
                      </a:r>
                      <a:r>
                        <a:rPr lang="en" sz="1400" b="1" dirty="0">
                          <a:solidFill>
                            <a:schemeClr val="tx1"/>
                          </a:solidFill>
                        </a:rPr>
                        <a:t>stocks </a:t>
                      </a:r>
                      <a:r>
                        <a:rPr lang="en" sz="1400" dirty="0">
                          <a:solidFill>
                            <a:schemeClr val="tx1"/>
                          </a:solidFill>
                        </a:rPr>
                        <a:t>of carbon, not just flow. Carbon markets can give </a:t>
                      </a:r>
                      <a:r>
                        <a:rPr lang="en" sz="1400" b="1" dirty="0">
                          <a:solidFill>
                            <a:schemeClr val="tx1"/>
                          </a:solidFill>
                        </a:rPr>
                        <a:t>perverse incentives </a:t>
                      </a:r>
                      <a:r>
                        <a:rPr lang="en" sz="1400" dirty="0">
                          <a:solidFill>
                            <a:schemeClr val="tx1"/>
                          </a:solidFill>
                        </a:rPr>
                        <a:t>because of lack of permanence.</a:t>
                      </a:r>
                      <a:endParaRPr lang="en-US" dirty="0"/>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Define a permanent ‘</a:t>
                      </a:r>
                      <a:r>
                        <a:rPr lang="en" sz="1400" b="1">
                          <a:solidFill>
                            <a:schemeClr val="tx1"/>
                          </a:solidFill>
                        </a:rPr>
                        <a:t>Notional Capitalized Value</a:t>
                      </a:r>
                      <a:r>
                        <a:rPr lang="en" sz="1400">
                          <a:solidFill>
                            <a:schemeClr val="tx1"/>
                          </a:solidFill>
                        </a:rPr>
                        <a:t>’ (NCV) of the stock of forest in each country and pay an ‘interest rate’ (e.g. to begin 0.1% pa) on those values globally according to available funds.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rPr>
                        <a:t>Notional Capitalized Value KPIs</a:t>
                      </a:r>
                    </a:p>
                  </a:txBody>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KPI bonds Trusted-Intermediary lending </a:t>
                      </a:r>
                      <a:r>
                        <a:rPr lang="en" sz="1400" dirty="0">
                          <a:solidFill>
                            <a:schemeClr val="tx1"/>
                          </a:solidFill>
                        </a:rPr>
                        <a:t>option needs an </a:t>
                      </a:r>
                      <a:r>
                        <a:rPr lang="en" sz="1400" b="1" dirty="0">
                          <a:solidFill>
                            <a:schemeClr val="tx1"/>
                          </a:solidFill>
                        </a:rPr>
                        <a:t>additional capital buffer </a:t>
                      </a:r>
                      <a:r>
                        <a:rPr lang="en" sz="1400" b="0" dirty="0">
                          <a:solidFill>
                            <a:schemeClr val="tx1"/>
                          </a:solidFill>
                        </a:rPr>
                        <a:t>and/or </a:t>
                      </a:r>
                      <a:r>
                        <a:rPr lang="en" sz="1400" b="1" dirty="0">
                          <a:solidFill>
                            <a:schemeClr val="tx1"/>
                          </a:solidFill>
                        </a:rPr>
                        <a:t>guarantees.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a:solidFill>
                            <a:schemeClr val="tx1"/>
                          </a:solidFill>
                        </a:rPr>
                        <a:t>Climate Incentive Trust (CIT)</a:t>
                      </a:r>
                      <a:r>
                        <a:rPr lang="en" sz="1400">
                          <a:solidFill>
                            <a:schemeClr val="tx1"/>
                          </a:solidFill>
                        </a:rPr>
                        <a:t> collateral funds at national level.</a:t>
                      </a:r>
                    </a:p>
                  </a:txBody>
                  <a:tcPr/>
                </a:tc>
                <a:tc rowSpan="2">
                  <a:txBody>
                    <a:bodyPr/>
                    <a:lstStyle/>
                    <a:p>
                      <a:r>
                        <a:rPr lang="en" sz="1400" b="1">
                          <a:solidFill>
                            <a:schemeClr val="tx1"/>
                          </a:solidFill>
                        </a:rPr>
                        <a:t>Climate Incentive Trust </a:t>
                      </a:r>
                      <a:r>
                        <a:rPr lang="en" sz="1400">
                          <a:solidFill>
                            <a:schemeClr val="tx1"/>
                          </a:solidFill>
                        </a:rPr>
                        <a:t> </a:t>
                      </a:r>
                      <a:endParaRPr lang="en-US"/>
                    </a:p>
                  </a:txBody>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Forest protection (including NCV) and maintenance of CIT needs source of </a:t>
                      </a:r>
                      <a:r>
                        <a:rPr lang="en" sz="1400" b="1">
                          <a:solidFill>
                            <a:schemeClr val="tx1"/>
                          </a:solidFill>
                        </a:rPr>
                        <a:t>funding </a:t>
                      </a:r>
                      <a:r>
                        <a:rPr lang="en" sz="1400">
                          <a:solidFill>
                            <a:schemeClr val="tx1"/>
                          </a:solidFill>
                        </a:rPr>
                        <a:t>or financial </a:t>
                      </a:r>
                      <a:r>
                        <a:rPr lang="en" sz="1400" b="1">
                          <a:solidFill>
                            <a:schemeClr val="tx1"/>
                          </a:solidFill>
                        </a:rPr>
                        <a:t>returns.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Invest </a:t>
                      </a:r>
                      <a:r>
                        <a:rPr lang="en" sz="1400" dirty="0">
                          <a:solidFill>
                            <a:schemeClr val="tx1"/>
                          </a:solidFill>
                        </a:rPr>
                        <a:t>the CIT funds in the construction stage of Renewable Energy projects that are </a:t>
                      </a:r>
                      <a:r>
                        <a:rPr lang="en" sz="1400" b="1" dirty="0">
                          <a:solidFill>
                            <a:schemeClr val="tx1"/>
                          </a:solidFill>
                        </a:rPr>
                        <a:t>refinanced </a:t>
                      </a:r>
                      <a:r>
                        <a:rPr lang="en" sz="1400" dirty="0">
                          <a:solidFill>
                            <a:schemeClr val="tx1"/>
                          </a:solidFill>
                        </a:rPr>
                        <a:t>at low financing cost when complete.</a:t>
                      </a:r>
                      <a:endParaRPr lang="en" sz="1400" b="1" dirty="0">
                        <a:solidFill>
                          <a:schemeClr val="tx1"/>
                        </a:solidFill>
                      </a:endParaRPr>
                    </a:p>
                  </a:txBody>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1857600-A3D3-757C-EC79-3E94D1AE4582}"/>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Conclusions</a:t>
            </a:r>
            <a:endParaRPr sz="2200">
              <a:solidFill>
                <a:schemeClr val="accent4"/>
              </a:solidFill>
            </a:endParaRPr>
          </a:p>
        </p:txBody>
      </p:sp>
      <p:sp>
        <p:nvSpPr>
          <p:cNvPr id="2" name="Slide Number Placeholder 1">
            <a:extLst>
              <a:ext uri="{FF2B5EF4-FFF2-40B4-BE49-F238E27FC236}">
                <a16:creationId xmlns:a16="http://schemas.microsoft.com/office/drawing/2014/main" id="{EC7C6E53-D0F9-2E40-5444-BC7B770E10A5}"/>
              </a:ext>
            </a:extLst>
          </p:cNvPr>
          <p:cNvSpPr>
            <a:spLocks noGrp="1"/>
          </p:cNvSpPr>
          <p:nvPr>
            <p:ph type="sldNum" idx="12"/>
          </p:nvPr>
        </p:nvSpPr>
        <p:spPr/>
        <p:txBody>
          <a:bodyPr/>
          <a:lstStyle/>
          <a:p>
            <a:fld id="{00000000-1234-1234-1234-123412341234}" type="slidenum">
              <a:rPr lang="en"/>
              <a:t>40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Conclusions</a:t>
            </a:r>
            <a:endParaRPr/>
          </a:p>
        </p:txBody>
      </p:sp>
      <p:sp>
        <p:nvSpPr>
          <p:cNvPr id="317" name="Google Shape;317;p33"/>
          <p:cNvSpPr txBox="1">
            <a:spLocks noGrp="1"/>
          </p:cNvSpPr>
          <p:nvPr>
            <p:ph type="body" idx="1"/>
          </p:nvPr>
        </p:nvSpPr>
        <p:spPr>
          <a:xfrm>
            <a:off x="454575" y="1315329"/>
            <a:ext cx="4716448" cy="3745051"/>
          </a:xfrm>
          <a:prstGeom prst="rect">
            <a:avLst/>
          </a:prstGeom>
        </p:spPr>
        <p:txBody>
          <a:bodyPr spcFirstLastPara="1" wrap="square" lIns="91425" tIns="91425" rIns="91425" bIns="91425" anchor="t" anchorCtr="0">
            <a:noAutofit/>
          </a:bodyPr>
          <a:lstStyle/>
          <a:p>
            <a:pPr marL="0" indent="0">
              <a:lnSpc>
                <a:spcPct val="110000"/>
              </a:lnSpc>
              <a:buNone/>
            </a:pPr>
            <a:r>
              <a:rPr lang="en" sz="1400" b="1">
                <a:solidFill>
                  <a:schemeClr val="accent4"/>
                </a:solidFill>
              </a:rPr>
              <a:t>Challenge Overview:</a:t>
            </a:r>
          </a:p>
          <a:p>
            <a:pPr marL="285750" indent="-285750">
              <a:lnSpc>
                <a:spcPct val="110000"/>
              </a:lnSpc>
            </a:pPr>
            <a:r>
              <a:rPr lang="en-US"/>
              <a:t>Urgent need for innovative solutions to mobilize private capital.</a:t>
            </a:r>
          </a:p>
          <a:p>
            <a:pPr marL="0" indent="0">
              <a:lnSpc>
                <a:spcPct val="110000"/>
              </a:lnSpc>
              <a:buNone/>
            </a:pPr>
            <a:endParaRPr lang="en-US" sz="1400" b="1">
              <a:solidFill>
                <a:schemeClr val="accent4"/>
              </a:solidFill>
            </a:endParaRPr>
          </a:p>
          <a:p>
            <a:pPr marL="0" indent="0">
              <a:lnSpc>
                <a:spcPct val="110000"/>
              </a:lnSpc>
              <a:buNone/>
            </a:pPr>
            <a:r>
              <a:rPr lang="en-US" sz="1400" b="1">
                <a:solidFill>
                  <a:schemeClr val="accent4"/>
                </a:solidFill>
              </a:rPr>
              <a:t>Not great: Sustainability-Linked Bonds (SLBs):</a:t>
            </a:r>
          </a:p>
          <a:p>
            <a:pPr marL="285750" indent="-285750">
              <a:lnSpc>
                <a:spcPct val="110000"/>
              </a:lnSpc>
            </a:pPr>
            <a:r>
              <a:rPr lang="en-US"/>
              <a:t>Challenges observed in existing SLBs: complexity, variable coupon payments, and market resistance.</a:t>
            </a:r>
          </a:p>
          <a:p>
            <a:pPr marL="0" indent="0">
              <a:lnSpc>
                <a:spcPct val="110000"/>
              </a:lnSpc>
              <a:buNone/>
            </a:pPr>
            <a:endParaRPr lang="en-US"/>
          </a:p>
          <a:p>
            <a:pPr marL="0" indent="0">
              <a:lnSpc>
                <a:spcPct val="110000"/>
              </a:lnSpc>
              <a:buNone/>
            </a:pPr>
            <a:r>
              <a:rPr lang="en-US" sz="1400" b="1">
                <a:solidFill>
                  <a:schemeClr val="accent4"/>
                </a:solidFill>
              </a:rPr>
              <a:t>Better: KPI Bonds with WB Operationalization:</a:t>
            </a:r>
          </a:p>
          <a:p>
            <a:pPr marL="285750" indent="-285750">
              <a:lnSpc>
                <a:spcPct val="110000"/>
              </a:lnSpc>
            </a:pPr>
            <a:r>
              <a:rPr lang="en-US"/>
              <a:t>Concessional loans disbursed to issuers, creating a more attractive financial instrument.</a:t>
            </a:r>
          </a:p>
          <a:p>
            <a:pPr marL="285750" indent="-285750">
              <a:lnSpc>
                <a:spcPct val="110000"/>
              </a:lnSpc>
            </a:pPr>
            <a:r>
              <a:rPr lang="en-US"/>
              <a:t>Development agency partner participation to enhance private sector confidence.</a:t>
            </a:r>
          </a:p>
          <a:p>
            <a:pPr marL="285750" indent="-285750">
              <a:lnSpc>
                <a:spcPct val="110000"/>
              </a:lnSpc>
            </a:pPr>
            <a:r>
              <a:rPr lang="en-US"/>
              <a:t>Choice of ‘Prior Action’ or RBCF system, with prior reducing financial risk to WB and latter offering stronger performance incentives to client country.</a:t>
            </a:r>
          </a:p>
          <a:p>
            <a:pPr marL="0" indent="0">
              <a:lnSpc>
                <a:spcPct val="110000"/>
              </a:lnSpc>
              <a:buNone/>
            </a:pPr>
            <a:endParaRPr lang="en"/>
          </a:p>
        </p:txBody>
      </p:sp>
      <p:sp>
        <p:nvSpPr>
          <p:cNvPr id="2" name="Slide Number Placeholder 1">
            <a:extLst>
              <a:ext uri="{FF2B5EF4-FFF2-40B4-BE49-F238E27FC236}">
                <a16:creationId xmlns:a16="http://schemas.microsoft.com/office/drawing/2014/main" id="{2F75A7FD-1BDF-4612-9DC3-7617DD42D5B2}"/>
              </a:ext>
            </a:extLst>
          </p:cNvPr>
          <p:cNvSpPr>
            <a:spLocks noGrp="1"/>
          </p:cNvSpPr>
          <p:nvPr>
            <p:ph type="sldNum" idx="12"/>
          </p:nvPr>
        </p:nvSpPr>
        <p:spPr/>
        <p:txBody>
          <a:bodyPr/>
          <a:lstStyle/>
          <a:p>
            <a:fld id="{00000000-1234-1234-1234-123412341234}" type="slidenum">
              <a:rPr lang="en"/>
              <a:t>41</a:t>
            </a:fld>
            <a:endParaRPr lang="en-US"/>
          </a:p>
        </p:txBody>
      </p:sp>
      <p:grpSp>
        <p:nvGrpSpPr>
          <p:cNvPr id="7" name="Google Shape;318;p33">
            <a:extLst>
              <a:ext uri="{FF2B5EF4-FFF2-40B4-BE49-F238E27FC236}">
                <a16:creationId xmlns:a16="http://schemas.microsoft.com/office/drawing/2014/main" id="{5542B75F-53E2-E59F-13C4-A8999701EA46}"/>
              </a:ext>
            </a:extLst>
          </p:cNvPr>
          <p:cNvGrpSpPr/>
          <p:nvPr/>
        </p:nvGrpSpPr>
        <p:grpSpPr>
          <a:xfrm>
            <a:off x="5387348" y="1703153"/>
            <a:ext cx="3312712" cy="3151089"/>
            <a:chOff x="3041577" y="2013875"/>
            <a:chExt cx="2184177" cy="1648217"/>
          </a:xfrm>
        </p:grpSpPr>
        <p:sp>
          <p:nvSpPr>
            <p:cNvPr id="4" name="Google Shape;319;p33">
              <a:extLst>
                <a:ext uri="{FF2B5EF4-FFF2-40B4-BE49-F238E27FC236}">
                  <a16:creationId xmlns:a16="http://schemas.microsoft.com/office/drawing/2014/main" id="{2E517297-D1BD-B558-30FA-6F16E8DFC398}"/>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3">
              <a:extLst>
                <a:ext uri="{FF2B5EF4-FFF2-40B4-BE49-F238E27FC236}">
                  <a16:creationId xmlns:a16="http://schemas.microsoft.com/office/drawing/2014/main" id="{00ACBB0C-29F2-21AA-48BE-8249C8D0951F}"/>
                </a:ext>
              </a:extLst>
            </p:cNvPr>
            <p:cNvSpPr txBox="1"/>
            <p:nvPr/>
          </p:nvSpPr>
          <p:spPr>
            <a:xfrm>
              <a:off x="3276556" y="2184138"/>
              <a:ext cx="1557900" cy="328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lang="en" sz="1200" b="1">
                <a:solidFill>
                  <a:schemeClr val="accent1"/>
                </a:solidFill>
                <a:latin typeface="Roboto"/>
                <a:ea typeface="Roboto"/>
                <a:cs typeface="Roboto"/>
              </a:endParaRPr>
            </a:p>
          </p:txBody>
        </p:sp>
        <p:sp>
          <p:nvSpPr>
            <p:cNvPr id="6" name="Google Shape;321;p33">
              <a:extLst>
                <a:ext uri="{FF2B5EF4-FFF2-40B4-BE49-F238E27FC236}">
                  <a16:creationId xmlns:a16="http://schemas.microsoft.com/office/drawing/2014/main" id="{16378F31-4A1F-B8F7-EDE2-CEFB68B6BB8C}"/>
                </a:ext>
              </a:extLst>
            </p:cNvPr>
            <p:cNvSpPr txBox="1"/>
            <p:nvPr/>
          </p:nvSpPr>
          <p:spPr>
            <a:xfrm>
              <a:off x="3041577" y="2128008"/>
              <a:ext cx="2164903" cy="1534084"/>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158750">
                <a:lnSpc>
                  <a:spcPct val="150000"/>
                </a:lnSpc>
                <a:buClr>
                  <a:srgbClr val="FFFFFF"/>
                </a:buClr>
                <a:buSzPts val="1108"/>
              </a:pPr>
              <a:r>
                <a:rPr lang="en" sz="900" b="1" u="sng">
                  <a:solidFill>
                    <a:schemeClr val="bg1"/>
                  </a:solidFill>
                  <a:latin typeface="Roboto"/>
                  <a:ea typeface="Roboto"/>
                  <a:cs typeface="Roboto"/>
                </a:rPr>
                <a:t>Next Steps:</a:t>
              </a:r>
            </a:p>
            <a:p>
              <a:pPr marL="158750">
                <a:lnSpc>
                  <a:spcPct val="150000"/>
                </a:lnSpc>
                <a:buSzPts val="1108"/>
              </a:pPr>
              <a:r>
                <a:rPr lang="en" sz="900" b="1">
                  <a:solidFill>
                    <a:srgbClr val="002060"/>
                  </a:solidFill>
                  <a:latin typeface="Roboto"/>
                  <a:ea typeface="Roboto"/>
                  <a:cs typeface="Roboto"/>
                  <a:sym typeface="Roboto"/>
                </a:rPr>
                <a:t>Refinement and Exploration: </a:t>
              </a:r>
              <a:endParaRPr lang="en-US" sz="900">
                <a:solidFill>
                  <a:srgbClr val="002060"/>
                </a:solidFill>
                <a:latin typeface="Roboto"/>
                <a:ea typeface="Roboto"/>
                <a:cs typeface="Roboto"/>
              </a:endParaRPr>
            </a:p>
            <a:p>
              <a:pPr marL="158750" lvl="0" algn="l">
                <a:lnSpc>
                  <a:spcPct val="150000"/>
                </a:lnSpc>
                <a:spcBef>
                  <a:spcPts val="0"/>
                </a:spcBef>
                <a:spcAft>
                  <a:spcPts val="0"/>
                </a:spcAft>
                <a:buSzPts val="1108"/>
              </a:pPr>
              <a:r>
                <a:rPr lang="en" sz="900">
                  <a:solidFill>
                    <a:schemeClr val="lt1"/>
                  </a:solidFill>
                  <a:latin typeface="Roboto"/>
                  <a:ea typeface="Roboto"/>
                  <a:cs typeface="Roboto"/>
                  <a:sym typeface="Roboto"/>
                </a:rPr>
                <a:t>Further refinement of KPI bond proposal details, exploration of guarantees, and insurance mechanisms.</a:t>
              </a:r>
              <a:endParaRPr lang="en-US" sz="900">
                <a:solidFill>
                  <a:schemeClr val="lt1"/>
                </a:solidFill>
                <a:latin typeface="Roboto"/>
                <a:ea typeface="Roboto"/>
                <a:cs typeface="Roboto"/>
              </a:endParaRPr>
            </a:p>
            <a:p>
              <a:pPr marL="158750">
                <a:lnSpc>
                  <a:spcPct val="150000"/>
                </a:lnSpc>
                <a:buClr>
                  <a:schemeClr val="lt1"/>
                </a:buClr>
                <a:buSzPts val="1108"/>
              </a:pPr>
              <a:r>
                <a:rPr lang="en" sz="900" b="1">
                  <a:solidFill>
                    <a:srgbClr val="002060"/>
                  </a:solidFill>
                  <a:latin typeface="Roboto"/>
                  <a:ea typeface="Roboto"/>
                  <a:cs typeface="Roboto"/>
                  <a:sym typeface="Roboto"/>
                </a:rPr>
                <a:t>Feedback and Collaboration:</a:t>
              </a:r>
              <a:r>
                <a:rPr lang="en" sz="900">
                  <a:solidFill>
                    <a:srgbClr val="002060"/>
                  </a:solidFill>
                  <a:latin typeface="Roboto"/>
                  <a:ea typeface="Roboto"/>
                  <a:cs typeface="Roboto"/>
                  <a:sym typeface="Roboto"/>
                </a:rPr>
                <a:t> </a:t>
              </a:r>
              <a:endParaRPr lang="en" sz="900">
                <a:solidFill>
                  <a:srgbClr val="002060"/>
                </a:solidFill>
                <a:latin typeface="Roboto"/>
                <a:ea typeface="Roboto"/>
                <a:cs typeface="Roboto"/>
              </a:endParaRPr>
            </a:p>
            <a:p>
              <a:pPr marL="158750">
                <a:lnSpc>
                  <a:spcPct val="150000"/>
                </a:lnSpc>
                <a:buSzPts val="1108"/>
                <a:buFont typeface="Roboto"/>
              </a:pPr>
              <a:r>
                <a:rPr lang="en" sz="900">
                  <a:solidFill>
                    <a:schemeClr val="lt1"/>
                  </a:solidFill>
                  <a:latin typeface="Roboto"/>
                  <a:ea typeface="Roboto"/>
                  <a:cs typeface="Roboto"/>
                  <a:sym typeface="Roboto"/>
                </a:rPr>
                <a:t>Seek input from stakeholders, collaborate with development partner agencies, and refine the proposal based on market feedback.</a:t>
              </a:r>
              <a:endParaRPr sz="900">
                <a:solidFill>
                  <a:schemeClr val="lt1"/>
                </a:solidFill>
                <a:latin typeface="Roboto"/>
                <a:ea typeface="Roboto"/>
                <a:cs typeface="Roboto"/>
              </a:endParaRPr>
            </a:p>
            <a:p>
              <a:pPr marL="158750">
                <a:lnSpc>
                  <a:spcPct val="150000"/>
                </a:lnSpc>
                <a:buClr>
                  <a:schemeClr val="lt1"/>
                </a:buClr>
                <a:buSzPts val="1108"/>
              </a:pPr>
              <a:r>
                <a:rPr lang="en" sz="900" b="1">
                  <a:solidFill>
                    <a:srgbClr val="002060"/>
                  </a:solidFill>
                  <a:latin typeface="Roboto"/>
                  <a:ea typeface="Roboto"/>
                  <a:cs typeface="Roboto"/>
                  <a:sym typeface="Roboto"/>
                </a:rPr>
                <a:t>Scaling Impact:</a:t>
              </a:r>
              <a:r>
                <a:rPr lang="en" sz="900">
                  <a:solidFill>
                    <a:srgbClr val="002060"/>
                  </a:solidFill>
                  <a:latin typeface="Roboto"/>
                  <a:ea typeface="Roboto"/>
                  <a:cs typeface="Roboto"/>
                  <a:sym typeface="Roboto"/>
                </a:rPr>
                <a:t> </a:t>
              </a:r>
              <a:endParaRPr lang="en" sz="900">
                <a:solidFill>
                  <a:srgbClr val="002060"/>
                </a:solidFill>
                <a:latin typeface="Roboto"/>
                <a:ea typeface="Roboto"/>
                <a:cs typeface="Roboto"/>
              </a:endParaRPr>
            </a:p>
            <a:p>
              <a:pPr marL="158750" lvl="0" algn="l">
                <a:lnSpc>
                  <a:spcPct val="150000"/>
                </a:lnSpc>
                <a:spcBef>
                  <a:spcPts val="0"/>
                </a:spcBef>
                <a:spcAft>
                  <a:spcPts val="0"/>
                </a:spcAft>
                <a:buSzPts val="1108"/>
              </a:pPr>
              <a:r>
                <a:rPr lang="en" sz="900">
                  <a:solidFill>
                    <a:schemeClr val="lt1"/>
                  </a:solidFill>
                  <a:latin typeface="Roboto"/>
                  <a:ea typeface="Roboto"/>
                  <a:cs typeface="Roboto"/>
                  <a:sym typeface="Roboto"/>
                </a:rPr>
                <a:t>Implement the proposal on a pilot basis, with a potential to scale it up based on success and learnings.</a:t>
              </a:r>
              <a:endParaRPr sz="900">
                <a:solidFill>
                  <a:schemeClr val="lt1"/>
                </a:solidFill>
                <a:latin typeface="Roboto"/>
                <a:ea typeface="Roboto"/>
                <a:cs typeface="Roboto"/>
              </a:endParaRPr>
            </a:p>
          </p:txBody>
        </p:sp>
      </p:grpSp>
    </p:spTree>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a:extLst>
            <a:ext uri="{FF2B5EF4-FFF2-40B4-BE49-F238E27FC236}">
              <a16:creationId xmlns:a16="http://schemas.microsoft.com/office/drawing/2014/main" id="{086FDFC8-EC80-00CA-79FC-60AF4C9A0D78}"/>
            </a:ext>
          </a:extLst>
        </p:cNvPr>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BDBD691F-36D7-7245-4816-4C674CEB1ACA}"/>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a:extLst>
              <a:ext uri="{FF2B5EF4-FFF2-40B4-BE49-F238E27FC236}">
                <a16:creationId xmlns:a16="http://schemas.microsoft.com/office/drawing/2014/main" id="{87B7AC16-50DC-BD89-9428-91A77C6EF595}"/>
              </a:ext>
            </a:extLst>
          </p:cNvPr>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a:buSzPts val="990"/>
            </a:pPr>
            <a:r>
              <a:rPr lang="en" sz="2700">
                <a:solidFill>
                  <a:schemeClr val="accent4"/>
                </a:solidFill>
              </a:rPr>
              <a:t>Thank you! Discussion.</a:t>
            </a:r>
            <a:endParaRPr sz="2200">
              <a:solidFill>
                <a:schemeClr val="accent4"/>
              </a:solidFill>
            </a:endParaRPr>
          </a:p>
        </p:txBody>
      </p:sp>
      <p:sp>
        <p:nvSpPr>
          <p:cNvPr id="2" name="Slide Number Placeholder 1">
            <a:extLst>
              <a:ext uri="{FF2B5EF4-FFF2-40B4-BE49-F238E27FC236}">
                <a16:creationId xmlns:a16="http://schemas.microsoft.com/office/drawing/2014/main" id="{E77D45D2-205C-AB41-4263-4A2F84CBB1E4}"/>
              </a:ext>
            </a:extLst>
          </p:cNvPr>
          <p:cNvSpPr>
            <a:spLocks noGrp="1"/>
          </p:cNvSpPr>
          <p:nvPr>
            <p:ph type="sldNum" idx="12"/>
          </p:nvPr>
        </p:nvSpPr>
        <p:spPr/>
        <p:txBody>
          <a:bodyPr/>
          <a:lstStyle/>
          <a:p>
            <a:fld id="{00000000-1234-1234-1234-123412341234}" type="slidenum">
              <a:rPr lang="en"/>
              <a:t>42</a:t>
            </a:fld>
            <a:endParaRPr lang="en-US"/>
          </a:p>
        </p:txBody>
      </p:sp>
    </p:spTree>
    <p:extLst>
      <p:ext uri="{BB962C8B-B14F-4D97-AF65-F5344CB8AC3E}">
        <p14:creationId xmlns:p14="http://schemas.microsoft.com/office/powerpoint/2010/main" val="35526686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3300</Words>
  <Application>Microsoft Office PowerPoint</Application>
  <PresentationFormat>On-screen Show (16:9)</PresentationFormat>
  <Paragraphs>403</Paragraphs>
  <Slides>42</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Roboto Medium</vt:lpstr>
      <vt:lpstr>Merriweather</vt:lpstr>
      <vt:lpstr>Arial</vt:lpstr>
      <vt:lpstr>Roboto Thin</vt:lpstr>
      <vt:lpstr>Roboto,Sans-Serif</vt:lpstr>
      <vt:lpstr>Calibri</vt:lpstr>
      <vt:lpstr>Roboto</vt:lpstr>
      <vt:lpstr>Paradigm</vt:lpstr>
      <vt:lpstr>KPI Bonds</vt:lpstr>
      <vt:lpstr>Contents</vt:lpstr>
      <vt:lpstr>Narrative Why KPI Bonds? </vt:lpstr>
      <vt:lpstr>Narrative</vt:lpstr>
      <vt:lpstr> </vt:lpstr>
      <vt:lpstr>PowerPoint Presentation</vt:lpstr>
      <vt:lpstr> </vt:lpstr>
      <vt:lpstr>Incentivize Climate Action</vt:lpstr>
      <vt:lpstr>Reduce the Risk</vt:lpstr>
      <vt:lpstr>Sustainability-Linked Bonds Basic Concept </vt:lpstr>
      <vt:lpstr>Sustainability-Linked Bonds (SLBs)  </vt:lpstr>
      <vt:lpstr>Sustainability-Linked Bonds Use-Cases &amp; Shortcomings</vt:lpstr>
      <vt:lpstr>Use Case 1: Uruguay SLB (step-down)</vt:lpstr>
      <vt:lpstr>Use Case 2: Enel Group SLB (step-up)</vt:lpstr>
      <vt:lpstr>Sustainability-Linked Bonds  Potential Shortcomings  </vt:lpstr>
      <vt:lpstr>KPI Bonds  Introducing the Concept</vt:lpstr>
      <vt:lpstr>KPI Bonds: Basic Idea   </vt:lpstr>
      <vt:lpstr>KPI Bonds  How to Fund and De-risk?</vt:lpstr>
      <vt:lpstr>KPI Bonds: Alternative structures   </vt:lpstr>
      <vt:lpstr>How to Fund and De-risk?</vt:lpstr>
      <vt:lpstr>Option One:  Subsidies from donors to pay for the difference in KPI bond coupon rate </vt:lpstr>
      <vt:lpstr>Linking a Loan or Grant      Halo Effect      Contingent Linking </vt:lpstr>
      <vt:lpstr>World Bank implementation of option one:    </vt:lpstr>
      <vt:lpstr>Intermediary Options (two and three):</vt:lpstr>
      <vt:lpstr>Options Two:  World Bank as intermediary,  with WB-linked lending</vt:lpstr>
      <vt:lpstr>Option Three:  Trusted  intermediaries and de-risking guarantees</vt:lpstr>
      <vt:lpstr>Intermediated KPI Bonds: Example Structure </vt:lpstr>
      <vt:lpstr>Operationalizing KPI Bonds  Prior Actions for DPF vs Results Based Climate Finance</vt:lpstr>
      <vt:lpstr>Option One:  ‘Prior Actions’</vt:lpstr>
      <vt:lpstr>Option Two:  Results-Based Climate Finance (RBCF)</vt:lpstr>
      <vt:lpstr>Operationalizing KPI Bonds  The Role of Development Partners</vt:lpstr>
      <vt:lpstr>Additional Aspects for KPI Bonds  Operationalization</vt:lpstr>
      <vt:lpstr>Role of Development Partners (e.g GiZ, JICA)</vt:lpstr>
      <vt:lpstr>Example: Development Partner Role</vt:lpstr>
      <vt:lpstr>Further Questions:   Structuring KPIs</vt:lpstr>
      <vt:lpstr>How to Structure KPIs? (1)</vt:lpstr>
      <vt:lpstr>How to Structure KPIs? (2)</vt:lpstr>
      <vt:lpstr>Further Work  Preview</vt:lpstr>
      <vt:lpstr>Further Work / Proposals</vt:lpstr>
      <vt:lpstr>KPI Bonds  Conclusions</vt:lpstr>
      <vt:lpstr>Conclusions</vt:lpstr>
      <vt:lpstr>KPI Bonds  Thank you!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cp:lastModifiedBy>Stephen John Stretton</cp:lastModifiedBy>
  <cp:revision>1</cp:revision>
  <dcterms:modified xsi:type="dcterms:W3CDTF">2024-01-30T15:54:25Z</dcterms:modified>
</cp:coreProperties>
</file>