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4519" r:id="rId4"/>
    <p:sldMasterId id="2147484539" r:id="rId5"/>
    <p:sldMasterId id="2147484553" r:id="rId6"/>
  </p:sldMasterIdLst>
  <p:notesMasterIdLst>
    <p:notesMasterId r:id="rId44"/>
  </p:notesMasterIdLst>
  <p:sldIdLst>
    <p:sldId id="350" r:id="rId7"/>
    <p:sldId id="332" r:id="rId8"/>
    <p:sldId id="256" r:id="rId9"/>
    <p:sldId id="257" r:id="rId10"/>
    <p:sldId id="295" r:id="rId11"/>
    <p:sldId id="302" r:id="rId12"/>
    <p:sldId id="259" r:id="rId13"/>
    <p:sldId id="260" r:id="rId14"/>
    <p:sldId id="263" r:id="rId15"/>
    <p:sldId id="264" r:id="rId16"/>
    <p:sldId id="267" r:id="rId17"/>
    <p:sldId id="339" r:id="rId18"/>
    <p:sldId id="335" r:id="rId19"/>
    <p:sldId id="270" r:id="rId20"/>
    <p:sldId id="338" r:id="rId21"/>
    <p:sldId id="326" r:id="rId22"/>
    <p:sldId id="337" r:id="rId23"/>
    <p:sldId id="315" r:id="rId24"/>
    <p:sldId id="314" r:id="rId25"/>
    <p:sldId id="319" r:id="rId26"/>
    <p:sldId id="341" r:id="rId27"/>
    <p:sldId id="342" r:id="rId28"/>
    <p:sldId id="278" r:id="rId29"/>
    <p:sldId id="313" r:id="rId30"/>
    <p:sldId id="312" r:id="rId31"/>
    <p:sldId id="323" r:id="rId32"/>
    <p:sldId id="268" r:id="rId33"/>
    <p:sldId id="325" r:id="rId34"/>
    <p:sldId id="280" r:id="rId35"/>
    <p:sldId id="343" r:id="rId36"/>
    <p:sldId id="329" r:id="rId37"/>
    <p:sldId id="348" r:id="rId38"/>
    <p:sldId id="349" r:id="rId39"/>
    <p:sldId id="344" r:id="rId40"/>
    <p:sldId id="316" r:id="rId41"/>
    <p:sldId id="318" r:id="rId42"/>
    <p:sldId id="309" r:id="rId43"/>
  </p:sldIdLst>
  <p:sldSz cx="9144000" cy="5143500" type="screen16x9"/>
  <p:notesSz cx="6858000" cy="9144000"/>
  <p:embeddedFontLst>
    <p:embeddedFont>
      <p:font typeface="Abadi" panose="020B0604020104020204" pitchFamily="34" charset="0"/>
      <p:regular r:id="rId45"/>
    </p:embeddedFont>
    <p:embeddedFont>
      <p:font typeface="Merriweather" panose="00000500000000000000" pitchFamily="2" charset="0"/>
      <p:regular r:id="rId46"/>
      <p:bold r:id="rId47"/>
      <p:italic r:id="rId48"/>
      <p:boldItalic r:id="rId49"/>
    </p:embeddedFont>
    <p:embeddedFont>
      <p:font typeface="Roboto" panose="02000000000000000000" pitchFamily="2" charset="0"/>
      <p:regular r:id="rId50"/>
      <p:bold r:id="rId51"/>
      <p:italic r:id="rId52"/>
      <p:boldItalic r:id="rId53"/>
    </p:embeddedFont>
    <p:embeddedFont>
      <p:font typeface="Rockwell" panose="02060603020205020403" pitchFamily="18" charset="0"/>
      <p:regular r:id="rId54"/>
      <p:bold r:id="rId55"/>
      <p:italic r:id="rId56"/>
      <p:boldItalic r:id="rId57"/>
    </p:embeddedFont>
    <p:embeddedFont>
      <p:font typeface="Rockwell Condensed" panose="02060603050405020104" pitchFamily="18" charset="0"/>
      <p:regular r:id="rId58"/>
      <p:bold r:id="rId5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05F30B-DBA9-B108-89CA-A7CC2A3B6867}" name="Stephen John Stretton" initials="SS" userId="S::sstretton@worldbank.org::da8c780b-1aa2-4e36-94fb-871dc8111504" providerId="AD"/>
  <p188:author id="{F1613D9F-A197-850F-AE93-A634A7B4F7E2}" name="Nils Burkhard Patrik Zimmermann" initials="NBPZ" userId="S::nzimmermann@worldbank.org::ff02bda6-aa1d-49f9-bc1c-920e1083daef" providerId="AD"/>
  <p188:author id="{E0C990E1-2261-E0F6-54FB-973D4E73BA73}" name="Marcello Estevao" initials="ME" userId="S::mestevao@worldbank.org::3eb6c5ce-2aa9-4828-8ac9-dd7e4220b49e" providerId="AD"/>
  <p188:author id="{C7E0E7ED-2EB3-C63C-569F-637E32197C19}" name="Evie Davey" initials="ED" userId="08f35b59f79c2c7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2A1E"/>
    <a:srgbClr val="B85741"/>
    <a:srgbClr val="3366FF"/>
    <a:srgbClr val="99CCFF"/>
    <a:srgbClr val="EB8E52"/>
    <a:srgbClr val="FFFFFF"/>
    <a:srgbClr val="002F4A"/>
    <a:srgbClr val="203617"/>
    <a:srgbClr val="FEFAF1"/>
    <a:srgbClr val="BBBE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3371D6-89AC-4058-B081-72DE74092EA5}" v="212" dt="2024-10-03T04:58:30.2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1" d="100"/>
          <a:sy n="81" d="100"/>
        </p:scale>
        <p:origin x="860" y="60"/>
      </p:cViewPr>
      <p:guideLst>
        <p:guide orient="horz" pos="1620"/>
        <p:guide pos="2880"/>
      </p:guideLst>
    </p:cSldViewPr>
  </p:slideViewPr>
  <p:notesTextViewPr>
    <p:cViewPr>
      <p:scale>
        <a:sx n="1" d="1"/>
        <a:sy n="1" d="1"/>
      </p:scale>
      <p:origin x="0" y="-372"/>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63"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microsoft.com/office/2018/10/relationships/authors" Target="authors.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font" Target="fonts/font4.fntdata"/><Relationship Id="rId56" Type="http://schemas.openxmlformats.org/officeDocument/2006/relationships/font" Target="fonts/font12.fntdata"/><Relationship Id="rId64" Type="http://schemas.microsoft.com/office/2016/11/relationships/changesInfo" Target="changesInfos/changesInfo1.xml"/><Relationship Id="rId8" Type="http://schemas.openxmlformats.org/officeDocument/2006/relationships/slide" Target="slides/slide2.xml"/><Relationship Id="rId51" Type="http://schemas.openxmlformats.org/officeDocument/2006/relationships/font" Target="fonts/font7.fntdata"/><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font" Target="fonts/font2.fntdata"/><Relationship Id="rId59" Type="http://schemas.openxmlformats.org/officeDocument/2006/relationships/font" Target="fonts/font15.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font" Target="fonts/font10.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ls Burkhard Patrik Zimmermann" userId="ff02bda6-aa1d-49f9-bc1c-920e1083daef" providerId="ADAL" clId="{763371D6-89AC-4058-B081-72DE74092EA5}"/>
    <pc:docChg chg="undo redo custSel addSld delSld modSld sldOrd modMainMaster">
      <pc:chgData name="Nils Burkhard Patrik Zimmermann" userId="ff02bda6-aa1d-49f9-bc1c-920e1083daef" providerId="ADAL" clId="{763371D6-89AC-4058-B081-72DE74092EA5}" dt="2024-10-03T05:12:13.558" v="10427" actId="20577"/>
      <pc:docMkLst>
        <pc:docMk/>
      </pc:docMkLst>
      <pc:sldChg chg="modSp mod setBg">
        <pc:chgData name="Nils Burkhard Patrik Zimmermann" userId="ff02bda6-aa1d-49f9-bc1c-920e1083daef" providerId="ADAL" clId="{763371D6-89AC-4058-B081-72DE74092EA5}" dt="2024-10-03T05:04:01.788" v="9590" actId="113"/>
        <pc:sldMkLst>
          <pc:docMk/>
          <pc:sldMk cId="0" sldId="256"/>
        </pc:sldMkLst>
        <pc:spChg chg="mod">
          <ac:chgData name="Nils Burkhard Patrik Zimmermann" userId="ff02bda6-aa1d-49f9-bc1c-920e1083daef" providerId="ADAL" clId="{763371D6-89AC-4058-B081-72DE74092EA5}" dt="2024-10-03T04:42:32.877" v="8664" actId="1076"/>
          <ac:spMkLst>
            <pc:docMk/>
            <pc:sldMk cId="0" sldId="256"/>
            <ac:spMk id="2" creationId="{EFB93CF6-86BA-4E2F-028D-059A6CA63C41}"/>
          </ac:spMkLst>
        </pc:spChg>
        <pc:spChg chg="mod">
          <ac:chgData name="Nils Burkhard Patrik Zimmermann" userId="ff02bda6-aa1d-49f9-bc1c-920e1083daef" providerId="ADAL" clId="{763371D6-89AC-4058-B081-72DE74092EA5}" dt="2024-10-03T05:04:01.788" v="9590" actId="113"/>
          <ac:spMkLst>
            <pc:docMk/>
            <pc:sldMk cId="0" sldId="256"/>
            <ac:spMk id="65" creationId="{00000000-0000-0000-0000-000000000000}"/>
          </ac:spMkLst>
        </pc:spChg>
      </pc:sldChg>
      <pc:sldChg chg="modSp mod">
        <pc:chgData name="Nils Burkhard Patrik Zimmermann" userId="ff02bda6-aa1d-49f9-bc1c-920e1083daef" providerId="ADAL" clId="{763371D6-89AC-4058-B081-72DE74092EA5}" dt="2024-10-03T02:46:27.816" v="5226"/>
        <pc:sldMkLst>
          <pc:docMk/>
          <pc:sldMk cId="0" sldId="257"/>
        </pc:sldMkLst>
        <pc:spChg chg="mod">
          <ac:chgData name="Nils Burkhard Patrik Zimmermann" userId="ff02bda6-aa1d-49f9-bc1c-920e1083daef" providerId="ADAL" clId="{763371D6-89AC-4058-B081-72DE74092EA5}" dt="2024-10-03T02:46:27.816" v="5226"/>
          <ac:spMkLst>
            <pc:docMk/>
            <pc:sldMk cId="0" sldId="257"/>
            <ac:spMk id="3" creationId="{05240FCA-0859-01A2-00C6-B59F955E3804}"/>
          </ac:spMkLst>
        </pc:spChg>
        <pc:spChg chg="mod">
          <ac:chgData name="Nils Burkhard Patrik Zimmermann" userId="ff02bda6-aa1d-49f9-bc1c-920e1083daef" providerId="ADAL" clId="{763371D6-89AC-4058-B081-72DE74092EA5}" dt="2024-10-03T02:46:27.816" v="5226"/>
          <ac:spMkLst>
            <pc:docMk/>
            <pc:sldMk cId="0" sldId="257"/>
            <ac:spMk id="72" creationId="{00000000-0000-0000-0000-000000000000}"/>
          </ac:spMkLst>
        </pc:spChg>
      </pc:sldChg>
      <pc:sldChg chg="modSp mod ord setBg">
        <pc:chgData name="Nils Burkhard Patrik Zimmermann" userId="ff02bda6-aa1d-49f9-bc1c-920e1083daef" providerId="ADAL" clId="{763371D6-89AC-4058-B081-72DE74092EA5}" dt="2024-10-03T03:00:43.291" v="5441"/>
        <pc:sldMkLst>
          <pc:docMk/>
          <pc:sldMk cId="0" sldId="259"/>
        </pc:sldMkLst>
        <pc:spChg chg="mod">
          <ac:chgData name="Nils Burkhard Patrik Zimmermann" userId="ff02bda6-aa1d-49f9-bc1c-920e1083daef" providerId="ADAL" clId="{763371D6-89AC-4058-B081-72DE74092EA5}" dt="2024-10-03T02:59:42.772" v="5438" actId="20577"/>
          <ac:spMkLst>
            <pc:docMk/>
            <pc:sldMk cId="0" sldId="259"/>
            <ac:spMk id="2" creationId="{287A8F82-B25E-90F1-3E69-B3AF4802A80D}"/>
          </ac:spMkLst>
        </pc:spChg>
        <pc:spChg chg="mod">
          <ac:chgData name="Nils Burkhard Patrik Zimmermann" userId="ff02bda6-aa1d-49f9-bc1c-920e1083daef" providerId="ADAL" clId="{763371D6-89AC-4058-B081-72DE74092EA5}" dt="2024-10-03T02:32:28.502" v="4854" actId="20577"/>
          <ac:spMkLst>
            <pc:docMk/>
            <pc:sldMk cId="0" sldId="259"/>
            <ac:spMk id="96" creationId="{00000000-0000-0000-0000-000000000000}"/>
          </ac:spMkLst>
        </pc:spChg>
        <pc:spChg chg="mod">
          <ac:chgData name="Nils Burkhard Patrik Zimmermann" userId="ff02bda6-aa1d-49f9-bc1c-920e1083daef" providerId="ADAL" clId="{763371D6-89AC-4058-B081-72DE74092EA5}" dt="2024-10-03T02:46:27.816" v="5226"/>
          <ac:spMkLst>
            <pc:docMk/>
            <pc:sldMk cId="0" sldId="259"/>
            <ac:spMk id="99" creationId="{00000000-0000-0000-0000-000000000000}"/>
          </ac:spMkLst>
        </pc:spChg>
      </pc:sldChg>
      <pc:sldChg chg="modSp mod ord setBg">
        <pc:chgData name="Nils Burkhard Patrik Zimmermann" userId="ff02bda6-aa1d-49f9-bc1c-920e1083daef" providerId="ADAL" clId="{763371D6-89AC-4058-B081-72DE74092EA5}" dt="2024-10-03T04:43:31.672" v="8666" actId="14100"/>
        <pc:sldMkLst>
          <pc:docMk/>
          <pc:sldMk cId="0" sldId="260"/>
        </pc:sldMkLst>
        <pc:spChg chg="mod">
          <ac:chgData name="Nils Burkhard Patrik Zimmermann" userId="ff02bda6-aa1d-49f9-bc1c-920e1083daef" providerId="ADAL" clId="{763371D6-89AC-4058-B081-72DE74092EA5}" dt="2024-10-03T02:46:27.816" v="5226"/>
          <ac:spMkLst>
            <pc:docMk/>
            <pc:sldMk cId="0" sldId="260"/>
            <ac:spMk id="2" creationId="{37D934D5-FEEB-7364-729F-E82BAC43B12E}"/>
          </ac:spMkLst>
        </pc:spChg>
        <pc:spChg chg="mod">
          <ac:chgData name="Nils Burkhard Patrik Zimmermann" userId="ff02bda6-aa1d-49f9-bc1c-920e1083daef" providerId="ADAL" clId="{763371D6-89AC-4058-B081-72DE74092EA5}" dt="2024-10-03T04:43:31.672" v="8666" actId="14100"/>
          <ac:spMkLst>
            <pc:docMk/>
            <pc:sldMk cId="0" sldId="260"/>
            <ac:spMk id="3" creationId="{C8290A0F-8970-0842-6C4F-1972E55D81F7}"/>
          </ac:spMkLst>
        </pc:spChg>
        <pc:spChg chg="mod">
          <ac:chgData name="Nils Burkhard Patrik Zimmermann" userId="ff02bda6-aa1d-49f9-bc1c-920e1083daef" providerId="ADAL" clId="{763371D6-89AC-4058-B081-72DE74092EA5}" dt="2024-10-03T02:46:27.816" v="5226"/>
          <ac:spMkLst>
            <pc:docMk/>
            <pc:sldMk cId="0" sldId="260"/>
            <ac:spMk id="104" creationId="{00000000-0000-0000-0000-000000000000}"/>
          </ac:spMkLst>
        </pc:spChg>
      </pc:sldChg>
      <pc:sldChg chg="del">
        <pc:chgData name="Nils Burkhard Patrik Zimmermann" userId="ff02bda6-aa1d-49f9-bc1c-920e1083daef" providerId="ADAL" clId="{763371D6-89AC-4058-B081-72DE74092EA5}" dt="2024-10-03T01:49:36.489" v="3598" actId="47"/>
        <pc:sldMkLst>
          <pc:docMk/>
          <pc:sldMk cId="0" sldId="261"/>
        </pc:sldMkLst>
      </pc:sldChg>
      <pc:sldChg chg="modSp del mod setBg">
        <pc:chgData name="Nils Burkhard Patrik Zimmermann" userId="ff02bda6-aa1d-49f9-bc1c-920e1083daef" providerId="ADAL" clId="{763371D6-89AC-4058-B081-72DE74092EA5}" dt="2024-10-03T03:50:02.352" v="7826" actId="47"/>
        <pc:sldMkLst>
          <pc:docMk/>
          <pc:sldMk cId="0" sldId="262"/>
        </pc:sldMkLst>
        <pc:spChg chg="mod">
          <ac:chgData name="Nils Burkhard Patrik Zimmermann" userId="ff02bda6-aa1d-49f9-bc1c-920e1083daef" providerId="ADAL" clId="{763371D6-89AC-4058-B081-72DE74092EA5}" dt="2024-10-03T02:15:08.302" v="4573" actId="20577"/>
          <ac:spMkLst>
            <pc:docMk/>
            <pc:sldMk cId="0" sldId="262"/>
            <ac:spMk id="142" creationId="{00000000-0000-0000-0000-000000000000}"/>
          </ac:spMkLst>
        </pc:spChg>
        <pc:spChg chg="mod">
          <ac:chgData name="Nils Burkhard Patrik Zimmermann" userId="ff02bda6-aa1d-49f9-bc1c-920e1083daef" providerId="ADAL" clId="{763371D6-89AC-4058-B081-72DE74092EA5}" dt="2024-10-03T02:46:27.816" v="5226"/>
          <ac:spMkLst>
            <pc:docMk/>
            <pc:sldMk cId="0" sldId="262"/>
            <ac:spMk id="147" creationId="{00000000-0000-0000-0000-000000000000}"/>
          </ac:spMkLst>
        </pc:spChg>
        <pc:spChg chg="mod">
          <ac:chgData name="Nils Burkhard Patrik Zimmermann" userId="ff02bda6-aa1d-49f9-bc1c-920e1083daef" providerId="ADAL" clId="{763371D6-89AC-4058-B081-72DE74092EA5}" dt="2024-10-03T02:55:39.577" v="5408" actId="1076"/>
          <ac:spMkLst>
            <pc:docMk/>
            <pc:sldMk cId="0" sldId="262"/>
            <ac:spMk id="148" creationId="{00000000-0000-0000-0000-000000000000}"/>
          </ac:spMkLst>
        </pc:spChg>
      </pc:sldChg>
      <pc:sldChg chg="modSp mod ord setBg">
        <pc:chgData name="Nils Burkhard Patrik Zimmermann" userId="ff02bda6-aa1d-49f9-bc1c-920e1083daef" providerId="ADAL" clId="{763371D6-89AC-4058-B081-72DE74092EA5}" dt="2024-10-03T04:43:52.613" v="8670" actId="20577"/>
        <pc:sldMkLst>
          <pc:docMk/>
          <pc:sldMk cId="0" sldId="263"/>
        </pc:sldMkLst>
        <pc:spChg chg="mod">
          <ac:chgData name="Nils Burkhard Patrik Zimmermann" userId="ff02bda6-aa1d-49f9-bc1c-920e1083daef" providerId="ADAL" clId="{763371D6-89AC-4058-B081-72DE74092EA5}" dt="2024-10-03T04:43:52.613" v="8670" actId="20577"/>
          <ac:spMkLst>
            <pc:docMk/>
            <pc:sldMk cId="0" sldId="263"/>
            <ac:spMk id="3" creationId="{EEF8EC68-4424-C4F8-CEBF-7671BE0EC886}"/>
          </ac:spMkLst>
        </pc:spChg>
      </pc:sldChg>
      <pc:sldChg chg="modSp mod ord setBg modNotesTx">
        <pc:chgData name="Nils Burkhard Patrik Zimmermann" userId="ff02bda6-aa1d-49f9-bc1c-920e1083daef" providerId="ADAL" clId="{763371D6-89AC-4058-B081-72DE74092EA5}" dt="2024-10-03T03:42:31.060" v="7487" actId="20577"/>
        <pc:sldMkLst>
          <pc:docMk/>
          <pc:sldMk cId="0" sldId="264"/>
        </pc:sldMkLst>
        <pc:spChg chg="mod">
          <ac:chgData name="Nils Burkhard Patrik Zimmermann" userId="ff02bda6-aa1d-49f9-bc1c-920e1083daef" providerId="ADAL" clId="{763371D6-89AC-4058-B081-72DE74092EA5}" dt="2024-10-03T03:11:50.854" v="5552" actId="207"/>
          <ac:spMkLst>
            <pc:docMk/>
            <pc:sldMk cId="0" sldId="264"/>
            <ac:spMk id="6" creationId="{09CD31BF-8970-BF63-5029-FB28C6BD8512}"/>
          </ac:spMkLst>
        </pc:spChg>
        <pc:spChg chg="mod">
          <ac:chgData name="Nils Burkhard Patrik Zimmermann" userId="ff02bda6-aa1d-49f9-bc1c-920e1083daef" providerId="ADAL" clId="{763371D6-89AC-4058-B081-72DE74092EA5}" dt="2024-10-03T03:39:19.684" v="6970" actId="20577"/>
          <ac:spMkLst>
            <pc:docMk/>
            <pc:sldMk cId="0" sldId="264"/>
            <ac:spMk id="160" creationId="{00000000-0000-0000-0000-000000000000}"/>
          </ac:spMkLst>
        </pc:spChg>
        <pc:spChg chg="mod">
          <ac:chgData name="Nils Burkhard Patrik Zimmermann" userId="ff02bda6-aa1d-49f9-bc1c-920e1083daef" providerId="ADAL" clId="{763371D6-89AC-4058-B081-72DE74092EA5}" dt="2024-10-03T03:21:52.056" v="5725" actId="20577"/>
          <ac:spMkLst>
            <pc:docMk/>
            <pc:sldMk cId="0" sldId="264"/>
            <ac:spMk id="164" creationId="{00000000-0000-0000-0000-000000000000}"/>
          </ac:spMkLst>
        </pc:spChg>
        <pc:spChg chg="mod">
          <ac:chgData name="Nils Burkhard Patrik Zimmermann" userId="ff02bda6-aa1d-49f9-bc1c-920e1083daef" providerId="ADAL" clId="{763371D6-89AC-4058-B081-72DE74092EA5}" dt="2024-10-03T02:46:27.816" v="5226"/>
          <ac:spMkLst>
            <pc:docMk/>
            <pc:sldMk cId="0" sldId="264"/>
            <ac:spMk id="165" creationId="{00000000-0000-0000-0000-000000000000}"/>
          </ac:spMkLst>
        </pc:spChg>
        <pc:spChg chg="mod">
          <ac:chgData name="Nils Burkhard Patrik Zimmermann" userId="ff02bda6-aa1d-49f9-bc1c-920e1083daef" providerId="ADAL" clId="{763371D6-89AC-4058-B081-72DE74092EA5}" dt="2024-10-03T03:22:35.773" v="5736" actId="20577"/>
          <ac:spMkLst>
            <pc:docMk/>
            <pc:sldMk cId="0" sldId="264"/>
            <ac:spMk id="166" creationId="{00000000-0000-0000-0000-000000000000}"/>
          </ac:spMkLst>
        </pc:spChg>
      </pc:sldChg>
      <pc:sldChg chg="modSp mod ord setBg">
        <pc:chgData name="Nils Burkhard Patrik Zimmermann" userId="ff02bda6-aa1d-49f9-bc1c-920e1083daef" providerId="ADAL" clId="{763371D6-89AC-4058-B081-72DE74092EA5}" dt="2024-10-03T04:20:27.267" v="8438" actId="1076"/>
        <pc:sldMkLst>
          <pc:docMk/>
          <pc:sldMk cId="0" sldId="267"/>
        </pc:sldMkLst>
        <pc:spChg chg="mod">
          <ac:chgData name="Nils Burkhard Patrik Zimmermann" userId="ff02bda6-aa1d-49f9-bc1c-920e1083daef" providerId="ADAL" clId="{763371D6-89AC-4058-B081-72DE74092EA5}" dt="2024-10-03T02:52:33.541" v="5395" actId="14100"/>
          <ac:spMkLst>
            <pc:docMk/>
            <pc:sldMk cId="0" sldId="267"/>
            <ac:spMk id="207" creationId="{00000000-0000-0000-0000-000000000000}"/>
          </ac:spMkLst>
        </pc:spChg>
        <pc:spChg chg="mod">
          <ac:chgData name="Nils Burkhard Patrik Zimmermann" userId="ff02bda6-aa1d-49f9-bc1c-920e1083daef" providerId="ADAL" clId="{763371D6-89AC-4058-B081-72DE74092EA5}" dt="2024-10-03T03:11:01.451" v="5549" actId="207"/>
          <ac:spMkLst>
            <pc:docMk/>
            <pc:sldMk cId="0" sldId="267"/>
            <ac:spMk id="208" creationId="{00000000-0000-0000-0000-000000000000}"/>
          </ac:spMkLst>
        </pc:spChg>
        <pc:spChg chg="mod">
          <ac:chgData name="Nils Burkhard Patrik Zimmermann" userId="ff02bda6-aa1d-49f9-bc1c-920e1083daef" providerId="ADAL" clId="{763371D6-89AC-4058-B081-72DE74092EA5}" dt="2024-10-03T04:20:27.267" v="8438" actId="1076"/>
          <ac:spMkLst>
            <pc:docMk/>
            <pc:sldMk cId="0" sldId="267"/>
            <ac:spMk id="213" creationId="{00000000-0000-0000-0000-000000000000}"/>
          </ac:spMkLst>
        </pc:spChg>
        <pc:spChg chg="mod">
          <ac:chgData name="Nils Burkhard Patrik Zimmermann" userId="ff02bda6-aa1d-49f9-bc1c-920e1083daef" providerId="ADAL" clId="{763371D6-89AC-4058-B081-72DE74092EA5}" dt="2024-10-03T04:20:19.418" v="8437" actId="1076"/>
          <ac:spMkLst>
            <pc:docMk/>
            <pc:sldMk cId="0" sldId="267"/>
            <ac:spMk id="215" creationId="{00000000-0000-0000-0000-000000000000}"/>
          </ac:spMkLst>
        </pc:spChg>
        <pc:spChg chg="mod">
          <ac:chgData name="Nils Burkhard Patrik Zimmermann" userId="ff02bda6-aa1d-49f9-bc1c-920e1083daef" providerId="ADAL" clId="{763371D6-89AC-4058-B081-72DE74092EA5}" dt="2024-10-03T03:10:56.932" v="5548" actId="207"/>
          <ac:spMkLst>
            <pc:docMk/>
            <pc:sldMk cId="0" sldId="267"/>
            <ac:spMk id="216" creationId="{00000000-0000-0000-0000-000000000000}"/>
          </ac:spMkLst>
        </pc:spChg>
        <pc:spChg chg="mod">
          <ac:chgData name="Nils Burkhard Patrik Zimmermann" userId="ff02bda6-aa1d-49f9-bc1c-920e1083daef" providerId="ADAL" clId="{763371D6-89AC-4058-B081-72DE74092EA5}" dt="2024-10-03T03:11:21.007" v="5550" actId="207"/>
          <ac:spMkLst>
            <pc:docMk/>
            <pc:sldMk cId="0" sldId="267"/>
            <ac:spMk id="217" creationId="{00000000-0000-0000-0000-000000000000}"/>
          </ac:spMkLst>
        </pc:spChg>
        <pc:picChg chg="mod">
          <ac:chgData name="Nils Burkhard Patrik Zimmermann" userId="ff02bda6-aa1d-49f9-bc1c-920e1083daef" providerId="ADAL" clId="{763371D6-89AC-4058-B081-72DE74092EA5}" dt="2024-10-03T02:52:53.713" v="5396" actId="14100"/>
          <ac:picMkLst>
            <pc:docMk/>
            <pc:sldMk cId="0" sldId="267"/>
            <ac:picMk id="211" creationId="{00000000-0000-0000-0000-000000000000}"/>
          </ac:picMkLst>
        </pc:picChg>
      </pc:sldChg>
      <pc:sldChg chg="modSp mod ord setBg">
        <pc:chgData name="Nils Burkhard Patrik Zimmermann" userId="ff02bda6-aa1d-49f9-bc1c-920e1083daef" providerId="ADAL" clId="{763371D6-89AC-4058-B081-72DE74092EA5}" dt="2024-10-03T04:13:44.361" v="8430" actId="20577"/>
        <pc:sldMkLst>
          <pc:docMk/>
          <pc:sldMk cId="0" sldId="268"/>
        </pc:sldMkLst>
        <pc:spChg chg="mod">
          <ac:chgData name="Nils Burkhard Patrik Zimmermann" userId="ff02bda6-aa1d-49f9-bc1c-920e1083daef" providerId="ADAL" clId="{763371D6-89AC-4058-B081-72DE74092EA5}" dt="2024-10-03T04:13:44.361" v="8430" actId="20577"/>
          <ac:spMkLst>
            <pc:docMk/>
            <pc:sldMk cId="0" sldId="268"/>
            <ac:spMk id="4" creationId="{F1BF0C33-6DD2-57A1-EA7E-CDC31C59B973}"/>
          </ac:spMkLst>
        </pc:spChg>
      </pc:sldChg>
      <pc:sldChg chg="addSp delSp modSp mod setBg modNotesTx">
        <pc:chgData name="Nils Burkhard Patrik Zimmermann" userId="ff02bda6-aa1d-49f9-bc1c-920e1083daef" providerId="ADAL" clId="{763371D6-89AC-4058-B081-72DE74092EA5}" dt="2024-10-03T04:45:40.107" v="8712" actId="20577"/>
        <pc:sldMkLst>
          <pc:docMk/>
          <pc:sldMk cId="360777889" sldId="270"/>
        </pc:sldMkLst>
        <pc:spChg chg="add mod">
          <ac:chgData name="Nils Burkhard Patrik Zimmermann" userId="ff02bda6-aa1d-49f9-bc1c-920e1083daef" providerId="ADAL" clId="{763371D6-89AC-4058-B081-72DE74092EA5}" dt="2024-10-03T01:16:38.011" v="1206" actId="20577"/>
          <ac:spMkLst>
            <pc:docMk/>
            <pc:sldMk cId="360777889" sldId="270"/>
            <ac:spMk id="2" creationId="{85D3CAAB-EC43-152C-B65A-93995A064109}"/>
          </ac:spMkLst>
        </pc:spChg>
        <pc:spChg chg="mod">
          <ac:chgData name="Nils Burkhard Patrik Zimmermann" userId="ff02bda6-aa1d-49f9-bc1c-920e1083daef" providerId="ADAL" clId="{763371D6-89AC-4058-B081-72DE74092EA5}" dt="2024-10-03T03:15:37.342" v="5681" actId="14100"/>
          <ac:spMkLst>
            <pc:docMk/>
            <pc:sldMk cId="360777889" sldId="270"/>
            <ac:spMk id="4" creationId="{043CEE80-013E-9507-0991-F6F534C6D47E}"/>
          </ac:spMkLst>
        </pc:spChg>
        <pc:spChg chg="mod">
          <ac:chgData name="Nils Burkhard Patrik Zimmermann" userId="ff02bda6-aa1d-49f9-bc1c-920e1083daef" providerId="ADAL" clId="{763371D6-89AC-4058-B081-72DE74092EA5}" dt="2024-10-03T01:01:52.782" v="1028"/>
          <ac:spMkLst>
            <pc:docMk/>
            <pc:sldMk cId="360777889" sldId="270"/>
            <ac:spMk id="7" creationId="{6DE0AC99-4FFC-467E-49E7-2F8D0919F606}"/>
          </ac:spMkLst>
        </pc:spChg>
        <pc:spChg chg="mod">
          <ac:chgData name="Nils Burkhard Patrik Zimmermann" userId="ff02bda6-aa1d-49f9-bc1c-920e1083daef" providerId="ADAL" clId="{763371D6-89AC-4058-B081-72DE74092EA5}" dt="2024-10-03T01:01:52.782" v="1028"/>
          <ac:spMkLst>
            <pc:docMk/>
            <pc:sldMk cId="360777889" sldId="270"/>
            <ac:spMk id="8" creationId="{F24C5235-C0E2-9D3C-C3D1-0C3E683302DE}"/>
          </ac:spMkLst>
        </pc:spChg>
        <pc:spChg chg="add mod">
          <ac:chgData name="Nils Burkhard Patrik Zimmermann" userId="ff02bda6-aa1d-49f9-bc1c-920e1083daef" providerId="ADAL" clId="{763371D6-89AC-4058-B081-72DE74092EA5}" dt="2024-10-03T03:26:28.032" v="5771" actId="20577"/>
          <ac:spMkLst>
            <pc:docMk/>
            <pc:sldMk cId="360777889" sldId="270"/>
            <ac:spMk id="12" creationId="{160D60F1-71D3-C6E2-2411-B19864E001C3}"/>
          </ac:spMkLst>
        </pc:spChg>
        <pc:spChg chg="add mod">
          <ac:chgData name="Nils Burkhard Patrik Zimmermann" userId="ff02bda6-aa1d-49f9-bc1c-920e1083daef" providerId="ADAL" clId="{763371D6-89AC-4058-B081-72DE74092EA5}" dt="2024-10-03T01:17:56.223" v="1212" actId="1076"/>
          <ac:spMkLst>
            <pc:docMk/>
            <pc:sldMk cId="360777889" sldId="270"/>
            <ac:spMk id="13" creationId="{3E6CA0CD-2BCF-AFD3-7026-515BD9ED8BFF}"/>
          </ac:spMkLst>
        </pc:spChg>
        <pc:spChg chg="mod">
          <ac:chgData name="Nils Burkhard Patrik Zimmermann" userId="ff02bda6-aa1d-49f9-bc1c-920e1083daef" providerId="ADAL" clId="{763371D6-89AC-4058-B081-72DE74092EA5}" dt="2024-10-03T04:45:40.107" v="8712" actId="20577"/>
          <ac:spMkLst>
            <pc:docMk/>
            <pc:sldMk cId="360777889" sldId="270"/>
            <ac:spMk id="247" creationId="{BDA15AB4-6F1E-81D8-9C61-4CDC3094B5C3}"/>
          </ac:spMkLst>
        </pc:spChg>
        <pc:spChg chg="del mod">
          <ac:chgData name="Nils Burkhard Patrik Zimmermann" userId="ff02bda6-aa1d-49f9-bc1c-920e1083daef" providerId="ADAL" clId="{763371D6-89AC-4058-B081-72DE74092EA5}" dt="2024-10-03T00:53:26.934" v="705" actId="478"/>
          <ac:spMkLst>
            <pc:docMk/>
            <pc:sldMk cId="360777889" sldId="270"/>
            <ac:spMk id="249" creationId="{D91044F1-ECF7-7969-85A3-68B776664B5B}"/>
          </ac:spMkLst>
        </pc:spChg>
        <pc:spChg chg="del mod">
          <ac:chgData name="Nils Burkhard Patrik Zimmermann" userId="ff02bda6-aa1d-49f9-bc1c-920e1083daef" providerId="ADAL" clId="{763371D6-89AC-4058-B081-72DE74092EA5}" dt="2024-10-03T01:16:57.560" v="1208" actId="478"/>
          <ac:spMkLst>
            <pc:docMk/>
            <pc:sldMk cId="360777889" sldId="270"/>
            <ac:spMk id="250" creationId="{3B39E47E-1B11-4125-1827-9AB3984F90BF}"/>
          </ac:spMkLst>
        </pc:spChg>
        <pc:spChg chg="del">
          <ac:chgData name="Nils Burkhard Patrik Zimmermann" userId="ff02bda6-aa1d-49f9-bc1c-920e1083daef" providerId="ADAL" clId="{763371D6-89AC-4058-B081-72DE74092EA5}" dt="2024-10-03T01:17:00.673" v="1209" actId="478"/>
          <ac:spMkLst>
            <pc:docMk/>
            <pc:sldMk cId="360777889" sldId="270"/>
            <ac:spMk id="251" creationId="{4025B442-8C74-8501-5949-776B18584C5C}"/>
          </ac:spMkLst>
        </pc:spChg>
        <pc:spChg chg="del mod">
          <ac:chgData name="Nils Burkhard Patrik Zimmermann" userId="ff02bda6-aa1d-49f9-bc1c-920e1083daef" providerId="ADAL" clId="{763371D6-89AC-4058-B081-72DE74092EA5}" dt="2024-10-03T00:59:52.618" v="1022" actId="478"/>
          <ac:spMkLst>
            <pc:docMk/>
            <pc:sldMk cId="360777889" sldId="270"/>
            <ac:spMk id="252" creationId="{2699E0C9-4AB9-6C4C-37F9-00E71A56980E}"/>
          </ac:spMkLst>
        </pc:spChg>
        <pc:spChg chg="del">
          <ac:chgData name="Nils Burkhard Patrik Zimmermann" userId="ff02bda6-aa1d-49f9-bc1c-920e1083daef" providerId="ADAL" clId="{763371D6-89AC-4058-B081-72DE74092EA5}" dt="2024-10-03T00:59:56.931" v="1023" actId="478"/>
          <ac:spMkLst>
            <pc:docMk/>
            <pc:sldMk cId="360777889" sldId="270"/>
            <ac:spMk id="253" creationId="{72CD6DF1-9F6B-4A4E-0BCC-09A91EE0D856}"/>
          </ac:spMkLst>
        </pc:spChg>
        <pc:spChg chg="del mod">
          <ac:chgData name="Nils Burkhard Patrik Zimmermann" userId="ff02bda6-aa1d-49f9-bc1c-920e1083daef" providerId="ADAL" clId="{763371D6-89AC-4058-B081-72DE74092EA5}" dt="2024-10-03T00:52:39.806" v="704"/>
          <ac:spMkLst>
            <pc:docMk/>
            <pc:sldMk cId="360777889" sldId="270"/>
            <ac:spMk id="255" creationId="{72CA3842-9998-06D5-C624-760E77C3E486}"/>
          </ac:spMkLst>
        </pc:spChg>
        <pc:spChg chg="mod">
          <ac:chgData name="Nils Burkhard Patrik Zimmermann" userId="ff02bda6-aa1d-49f9-bc1c-920e1083daef" providerId="ADAL" clId="{763371D6-89AC-4058-B081-72DE74092EA5}" dt="2024-10-03T03:43:03.321" v="7488" actId="14100"/>
          <ac:spMkLst>
            <pc:docMk/>
            <pc:sldMk cId="360777889" sldId="270"/>
            <ac:spMk id="256" creationId="{6779A3D0-9C0A-0A4A-D467-FFD952AE80FB}"/>
          </ac:spMkLst>
        </pc:spChg>
        <pc:spChg chg="mod">
          <ac:chgData name="Nils Burkhard Patrik Zimmermann" userId="ff02bda6-aa1d-49f9-bc1c-920e1083daef" providerId="ADAL" clId="{763371D6-89AC-4058-B081-72DE74092EA5}" dt="2024-10-03T01:13:33.852" v="1108" actId="1076"/>
          <ac:spMkLst>
            <pc:docMk/>
            <pc:sldMk cId="360777889" sldId="270"/>
            <ac:spMk id="258" creationId="{C34814DE-F803-ADE5-8BE6-DB539D931612}"/>
          </ac:spMkLst>
        </pc:spChg>
        <pc:spChg chg="mod">
          <ac:chgData name="Nils Burkhard Patrik Zimmermann" userId="ff02bda6-aa1d-49f9-bc1c-920e1083daef" providerId="ADAL" clId="{763371D6-89AC-4058-B081-72DE74092EA5}" dt="2024-10-03T03:26:02.280" v="5769" actId="2085"/>
          <ac:spMkLst>
            <pc:docMk/>
            <pc:sldMk cId="360777889" sldId="270"/>
            <ac:spMk id="259" creationId="{6522F11D-71AE-7BA5-6888-AA326CC2559E}"/>
          </ac:spMkLst>
        </pc:spChg>
        <pc:spChg chg="mod">
          <ac:chgData name="Nils Burkhard Patrik Zimmermann" userId="ff02bda6-aa1d-49f9-bc1c-920e1083daef" providerId="ADAL" clId="{763371D6-89AC-4058-B081-72DE74092EA5}" dt="2024-10-03T01:18:31.952" v="1225" actId="1076"/>
          <ac:spMkLst>
            <pc:docMk/>
            <pc:sldMk cId="360777889" sldId="270"/>
            <ac:spMk id="262" creationId="{46784332-3030-2A91-83FF-AB28AB0C05B1}"/>
          </ac:spMkLst>
        </pc:spChg>
        <pc:spChg chg="mod">
          <ac:chgData name="Nils Burkhard Patrik Zimmermann" userId="ff02bda6-aa1d-49f9-bc1c-920e1083daef" providerId="ADAL" clId="{763371D6-89AC-4058-B081-72DE74092EA5}" dt="2024-10-03T03:25:00.037" v="5766" actId="20577"/>
          <ac:spMkLst>
            <pc:docMk/>
            <pc:sldMk cId="360777889" sldId="270"/>
            <ac:spMk id="263" creationId="{D538F370-E39E-480D-860B-966741F57112}"/>
          </ac:spMkLst>
        </pc:spChg>
        <pc:spChg chg="mod">
          <ac:chgData name="Nils Burkhard Patrik Zimmermann" userId="ff02bda6-aa1d-49f9-bc1c-920e1083daef" providerId="ADAL" clId="{763371D6-89AC-4058-B081-72DE74092EA5}" dt="2024-10-03T03:25:30.214" v="5768" actId="1076"/>
          <ac:spMkLst>
            <pc:docMk/>
            <pc:sldMk cId="360777889" sldId="270"/>
            <ac:spMk id="266" creationId="{D966B4E8-ABA0-DBAF-7BF8-BBF71294674B}"/>
          </ac:spMkLst>
        </pc:spChg>
        <pc:grpChg chg="add mod">
          <ac:chgData name="Nils Burkhard Patrik Zimmermann" userId="ff02bda6-aa1d-49f9-bc1c-920e1083daef" providerId="ADAL" clId="{763371D6-89AC-4058-B081-72DE74092EA5}" dt="2024-10-03T01:01:52.782" v="1028"/>
          <ac:grpSpMkLst>
            <pc:docMk/>
            <pc:sldMk cId="360777889" sldId="270"/>
            <ac:grpSpMk id="6" creationId="{F8F0B23A-7E15-17C4-9770-CB6958162A60}"/>
          </ac:grpSpMkLst>
        </pc:grpChg>
        <pc:grpChg chg="mod">
          <ac:chgData name="Nils Burkhard Patrik Zimmermann" userId="ff02bda6-aa1d-49f9-bc1c-920e1083daef" providerId="ADAL" clId="{763371D6-89AC-4058-B081-72DE74092EA5}" dt="2024-10-03T01:02:09.114" v="1031" actId="1076"/>
          <ac:grpSpMkLst>
            <pc:docMk/>
            <pc:sldMk cId="360777889" sldId="270"/>
            <ac:grpSpMk id="257" creationId="{DB7D8D23-D48D-DF54-A5FE-ABC14E7055DE}"/>
          </ac:grpSpMkLst>
        </pc:grpChg>
        <pc:grpChg chg="mod">
          <ac:chgData name="Nils Burkhard Patrik Zimmermann" userId="ff02bda6-aa1d-49f9-bc1c-920e1083daef" providerId="ADAL" clId="{763371D6-89AC-4058-B081-72DE74092EA5}" dt="2024-10-03T03:25:17.897" v="5767" actId="1076"/>
          <ac:grpSpMkLst>
            <pc:docMk/>
            <pc:sldMk cId="360777889" sldId="270"/>
            <ac:grpSpMk id="264" creationId="{25D97BB0-5CC9-F1BD-4E59-268BC4E6B294}"/>
          </ac:grpSpMkLst>
        </pc:grpChg>
        <pc:picChg chg="add del mod">
          <ac:chgData name="Nils Burkhard Patrik Zimmermann" userId="ff02bda6-aa1d-49f9-bc1c-920e1083daef" providerId="ADAL" clId="{763371D6-89AC-4058-B081-72DE74092EA5}" dt="2024-10-03T01:01:30.281" v="1027" actId="478"/>
          <ac:picMkLst>
            <pc:docMk/>
            <pc:sldMk cId="360777889" sldId="270"/>
            <ac:picMk id="5" creationId="{434B3832-847A-6181-173D-8CF42E2F29F1}"/>
          </ac:picMkLst>
        </pc:picChg>
        <pc:inkChg chg="add del">
          <ac:chgData name="Nils Burkhard Patrik Zimmermann" userId="ff02bda6-aa1d-49f9-bc1c-920e1083daef" providerId="ADAL" clId="{763371D6-89AC-4058-B081-72DE74092EA5}" dt="2024-10-03T01:04:27.853" v="1038" actId="9405"/>
          <ac:inkMkLst>
            <pc:docMk/>
            <pc:sldMk cId="360777889" sldId="270"/>
            <ac:inkMk id="9" creationId="{49BE4D64-5B58-798D-1BF5-0DD62914AA34}"/>
          </ac:inkMkLst>
        </pc:inkChg>
        <pc:inkChg chg="add del">
          <ac:chgData name="Nils Burkhard Patrik Zimmermann" userId="ff02bda6-aa1d-49f9-bc1c-920e1083daef" providerId="ADAL" clId="{763371D6-89AC-4058-B081-72DE74092EA5}" dt="2024-10-03T01:05:09.646" v="1040" actId="9405"/>
          <ac:inkMkLst>
            <pc:docMk/>
            <pc:sldMk cId="360777889" sldId="270"/>
            <ac:inkMk id="10" creationId="{39C17E5E-D54C-749B-870B-F597D8BFE46B}"/>
          </ac:inkMkLst>
        </pc:inkChg>
        <pc:inkChg chg="add del">
          <ac:chgData name="Nils Burkhard Patrik Zimmermann" userId="ff02bda6-aa1d-49f9-bc1c-920e1083daef" providerId="ADAL" clId="{763371D6-89AC-4058-B081-72DE74092EA5}" dt="2024-10-03T01:05:40.380" v="1042" actId="9405"/>
          <ac:inkMkLst>
            <pc:docMk/>
            <pc:sldMk cId="360777889" sldId="270"/>
            <ac:inkMk id="11" creationId="{0C0B283B-5AAF-1EDB-40CE-BA7303C67719}"/>
          </ac:inkMkLst>
        </pc:inkChg>
      </pc:sldChg>
      <pc:sldChg chg="addSp delSp modSp del mod setBg">
        <pc:chgData name="Nils Burkhard Patrik Zimmermann" userId="ff02bda6-aa1d-49f9-bc1c-920e1083daef" providerId="ADAL" clId="{763371D6-89AC-4058-B081-72DE74092EA5}" dt="2024-10-03T04:32:33.578" v="8602" actId="47"/>
        <pc:sldMkLst>
          <pc:docMk/>
          <pc:sldMk cId="2071028296" sldId="274"/>
        </pc:sldMkLst>
        <pc:spChg chg="add del mod">
          <ac:chgData name="Nils Burkhard Patrik Zimmermann" userId="ff02bda6-aa1d-49f9-bc1c-920e1083daef" providerId="ADAL" clId="{763371D6-89AC-4058-B081-72DE74092EA5}" dt="2024-10-03T02:25:41.569" v="4711" actId="478"/>
          <ac:spMkLst>
            <pc:docMk/>
            <pc:sldMk cId="2071028296" sldId="274"/>
            <ac:spMk id="3" creationId="{5A655427-5719-CDCA-155A-5F3A197EBBED}"/>
          </ac:spMkLst>
        </pc:spChg>
        <pc:spChg chg="del mod">
          <ac:chgData name="Nils Burkhard Patrik Zimmermann" userId="ff02bda6-aa1d-49f9-bc1c-920e1083daef" providerId="ADAL" clId="{763371D6-89AC-4058-B081-72DE74092EA5}" dt="2024-10-03T02:25:36.475" v="4710" actId="478"/>
          <ac:spMkLst>
            <pc:docMk/>
            <pc:sldMk cId="2071028296" sldId="274"/>
            <ac:spMk id="304" creationId="{6C320B53-8D34-FC64-C1D7-D6B1F7ADD277}"/>
          </ac:spMkLst>
        </pc:spChg>
        <pc:spChg chg="mod">
          <ac:chgData name="Nils Burkhard Patrik Zimmermann" userId="ff02bda6-aa1d-49f9-bc1c-920e1083daef" providerId="ADAL" clId="{763371D6-89AC-4058-B081-72DE74092EA5}" dt="2024-10-03T04:06:28.011" v="8283" actId="2711"/>
          <ac:spMkLst>
            <pc:docMk/>
            <pc:sldMk cId="2071028296" sldId="274"/>
            <ac:spMk id="305" creationId="{184374F4-2765-C19C-3A80-E954CB5449F1}"/>
          </ac:spMkLst>
        </pc:spChg>
      </pc:sldChg>
      <pc:sldChg chg="modSp del setBg">
        <pc:chgData name="Nils Burkhard Patrik Zimmermann" userId="ff02bda6-aa1d-49f9-bc1c-920e1083daef" providerId="ADAL" clId="{763371D6-89AC-4058-B081-72DE74092EA5}" dt="2024-10-03T04:32:36.074" v="8603" actId="47"/>
        <pc:sldMkLst>
          <pc:docMk/>
          <pc:sldMk cId="0" sldId="275"/>
        </pc:sldMkLst>
        <pc:spChg chg="mod">
          <ac:chgData name="Nils Burkhard Patrik Zimmermann" userId="ff02bda6-aa1d-49f9-bc1c-920e1083daef" providerId="ADAL" clId="{763371D6-89AC-4058-B081-72DE74092EA5}" dt="2024-10-03T02:46:27.816" v="5226"/>
          <ac:spMkLst>
            <pc:docMk/>
            <pc:sldMk cId="0" sldId="275"/>
            <ac:spMk id="3" creationId="{02309E0B-079C-FF10-461B-101D5AA08402}"/>
          </ac:spMkLst>
        </pc:spChg>
      </pc:sldChg>
      <pc:sldChg chg="modSp del mod">
        <pc:chgData name="Nils Burkhard Patrik Zimmermann" userId="ff02bda6-aa1d-49f9-bc1c-920e1083daef" providerId="ADAL" clId="{763371D6-89AC-4058-B081-72DE74092EA5}" dt="2024-10-03T04:31:16.452" v="8599" actId="47"/>
        <pc:sldMkLst>
          <pc:docMk/>
          <pc:sldMk cId="0" sldId="276"/>
        </pc:sldMkLst>
        <pc:spChg chg="mod">
          <ac:chgData name="Nils Burkhard Patrik Zimmermann" userId="ff02bda6-aa1d-49f9-bc1c-920e1083daef" providerId="ADAL" clId="{763371D6-89AC-4058-B081-72DE74092EA5}" dt="2024-10-03T02:46:27.816" v="5226"/>
          <ac:spMkLst>
            <pc:docMk/>
            <pc:sldMk cId="0" sldId="276"/>
            <ac:spMk id="3" creationId="{6778C64C-9964-0DEE-5572-7BF97CC911AA}"/>
          </ac:spMkLst>
        </pc:spChg>
      </pc:sldChg>
      <pc:sldChg chg="modSp add del mod ord setBg">
        <pc:chgData name="Nils Burkhard Patrik Zimmermann" userId="ff02bda6-aa1d-49f9-bc1c-920e1083daef" providerId="ADAL" clId="{763371D6-89AC-4058-B081-72DE74092EA5}" dt="2024-10-03T04:02:02.494" v="8164" actId="27636"/>
        <pc:sldMkLst>
          <pc:docMk/>
          <pc:sldMk cId="0" sldId="278"/>
        </pc:sldMkLst>
        <pc:spChg chg="mod">
          <ac:chgData name="Nils Burkhard Patrik Zimmermann" userId="ff02bda6-aa1d-49f9-bc1c-920e1083daef" providerId="ADAL" clId="{763371D6-89AC-4058-B081-72DE74092EA5}" dt="2024-10-03T04:02:02.494" v="8164" actId="27636"/>
          <ac:spMkLst>
            <pc:docMk/>
            <pc:sldMk cId="0" sldId="278"/>
            <ac:spMk id="3" creationId="{DA9274AD-527E-C47B-37D0-236DF508D5EF}"/>
          </ac:spMkLst>
        </pc:spChg>
      </pc:sldChg>
      <pc:sldChg chg="modSp mod ord setBg">
        <pc:chgData name="Nils Burkhard Patrik Zimmermann" userId="ff02bda6-aa1d-49f9-bc1c-920e1083daef" providerId="ADAL" clId="{763371D6-89AC-4058-B081-72DE74092EA5}" dt="2024-10-03T04:40:40.742" v="8653" actId="207"/>
        <pc:sldMkLst>
          <pc:docMk/>
          <pc:sldMk cId="2472807728" sldId="280"/>
        </pc:sldMkLst>
        <pc:spChg chg="mod">
          <ac:chgData name="Nils Burkhard Patrik Zimmermann" userId="ff02bda6-aa1d-49f9-bc1c-920e1083daef" providerId="ADAL" clId="{763371D6-89AC-4058-B081-72DE74092EA5}" dt="2024-10-03T04:40:36.257" v="8652" actId="207"/>
          <ac:spMkLst>
            <pc:docMk/>
            <pc:sldMk cId="2472807728" sldId="280"/>
            <ac:spMk id="3" creationId="{606A8B53-C3C9-40BA-DDD5-9C069A083756}"/>
          </ac:spMkLst>
        </pc:spChg>
        <pc:spChg chg="mod">
          <ac:chgData name="Nils Burkhard Patrik Zimmermann" userId="ff02bda6-aa1d-49f9-bc1c-920e1083daef" providerId="ADAL" clId="{763371D6-89AC-4058-B081-72DE74092EA5}" dt="2024-10-03T02:56:43.123" v="5413" actId="255"/>
          <ac:spMkLst>
            <pc:docMk/>
            <pc:sldMk cId="2472807728" sldId="280"/>
            <ac:spMk id="367" creationId="{CD96BF15-7BCC-0D5E-922F-29D954930892}"/>
          </ac:spMkLst>
        </pc:spChg>
        <pc:spChg chg="mod">
          <ac:chgData name="Nils Burkhard Patrik Zimmermann" userId="ff02bda6-aa1d-49f9-bc1c-920e1083daef" providerId="ADAL" clId="{763371D6-89AC-4058-B081-72DE74092EA5}" dt="2024-10-03T04:40:40.742" v="8653" actId="207"/>
          <ac:spMkLst>
            <pc:docMk/>
            <pc:sldMk cId="2472807728" sldId="280"/>
            <ac:spMk id="368" creationId="{EAA08A4B-4E5B-3DE0-8E60-076DCA028420}"/>
          </ac:spMkLst>
        </pc:spChg>
        <pc:spChg chg="mod">
          <ac:chgData name="Nils Burkhard Patrik Zimmermann" userId="ff02bda6-aa1d-49f9-bc1c-920e1083daef" providerId="ADAL" clId="{763371D6-89AC-4058-B081-72DE74092EA5}" dt="2024-10-03T02:08:22.951" v="4364" actId="20577"/>
          <ac:spMkLst>
            <pc:docMk/>
            <pc:sldMk cId="2472807728" sldId="280"/>
            <ac:spMk id="369" creationId="{4A320E9E-5AE8-51FD-7CB5-2EA1836FAF60}"/>
          </ac:spMkLst>
        </pc:spChg>
        <pc:spChg chg="mod">
          <ac:chgData name="Nils Burkhard Patrik Zimmermann" userId="ff02bda6-aa1d-49f9-bc1c-920e1083daef" providerId="ADAL" clId="{763371D6-89AC-4058-B081-72DE74092EA5}" dt="2024-10-03T04:29:51.599" v="8577" actId="20577"/>
          <ac:spMkLst>
            <pc:docMk/>
            <pc:sldMk cId="2472807728" sldId="280"/>
            <ac:spMk id="370" creationId="{1A639EBD-48DC-F895-270C-A93E82F9D120}"/>
          </ac:spMkLst>
        </pc:spChg>
      </pc:sldChg>
      <pc:sldChg chg="modSp add del mod">
        <pc:chgData name="Nils Burkhard Patrik Zimmermann" userId="ff02bda6-aa1d-49f9-bc1c-920e1083daef" providerId="ADAL" clId="{763371D6-89AC-4058-B081-72DE74092EA5}" dt="2024-10-03T04:40:05.838" v="8650" actId="47"/>
        <pc:sldMkLst>
          <pc:docMk/>
          <pc:sldMk cId="640958448" sldId="281"/>
        </pc:sldMkLst>
        <pc:spChg chg="mod">
          <ac:chgData name="Nils Burkhard Patrik Zimmermann" userId="ff02bda6-aa1d-49f9-bc1c-920e1083daef" providerId="ADAL" clId="{763371D6-89AC-4058-B081-72DE74092EA5}" dt="2024-10-03T02:58:46.981" v="5429" actId="27636"/>
          <ac:spMkLst>
            <pc:docMk/>
            <pc:sldMk cId="640958448" sldId="281"/>
            <ac:spMk id="379" creationId="{D1C96F6F-6A14-C8B7-2CFC-7AF8F11A1922}"/>
          </ac:spMkLst>
        </pc:spChg>
        <pc:spChg chg="mod">
          <ac:chgData name="Nils Burkhard Patrik Zimmermann" userId="ff02bda6-aa1d-49f9-bc1c-920e1083daef" providerId="ADAL" clId="{763371D6-89AC-4058-B081-72DE74092EA5}" dt="2024-10-03T02:58:56.234" v="5430" actId="2711"/>
          <ac:spMkLst>
            <pc:docMk/>
            <pc:sldMk cId="640958448" sldId="281"/>
            <ac:spMk id="380" creationId="{E44FADED-FE6F-4AA7-151A-12E1228BDACB}"/>
          </ac:spMkLst>
        </pc:spChg>
      </pc:sldChg>
      <pc:sldChg chg="modSp">
        <pc:chgData name="Nils Burkhard Patrik Zimmermann" userId="ff02bda6-aa1d-49f9-bc1c-920e1083daef" providerId="ADAL" clId="{763371D6-89AC-4058-B081-72DE74092EA5}" dt="2024-10-03T02:46:27.816" v="5226"/>
        <pc:sldMkLst>
          <pc:docMk/>
          <pc:sldMk cId="701908447" sldId="295"/>
        </pc:sldMkLst>
        <pc:spChg chg="mod">
          <ac:chgData name="Nils Burkhard Patrik Zimmermann" userId="ff02bda6-aa1d-49f9-bc1c-920e1083daef" providerId="ADAL" clId="{763371D6-89AC-4058-B081-72DE74092EA5}" dt="2024-10-03T02:46:27.816" v="5226"/>
          <ac:spMkLst>
            <pc:docMk/>
            <pc:sldMk cId="701908447" sldId="295"/>
            <ac:spMk id="2" creationId="{83834CDD-F0FC-C4F8-80B4-80A7B9032932}"/>
          </ac:spMkLst>
        </pc:spChg>
      </pc:sldChg>
      <pc:sldChg chg="modSp del mod ord">
        <pc:chgData name="Nils Burkhard Patrik Zimmermann" userId="ff02bda6-aa1d-49f9-bc1c-920e1083daef" providerId="ADAL" clId="{763371D6-89AC-4058-B081-72DE74092EA5}" dt="2024-10-03T04:33:46.820" v="8622" actId="47"/>
        <pc:sldMkLst>
          <pc:docMk/>
          <pc:sldMk cId="3552668643" sldId="297"/>
        </pc:sldMkLst>
        <pc:spChg chg="mod">
          <ac:chgData name="Nils Burkhard Patrik Zimmermann" userId="ff02bda6-aa1d-49f9-bc1c-920e1083daef" providerId="ADAL" clId="{763371D6-89AC-4058-B081-72DE74092EA5}" dt="2024-10-03T02:46:27.816" v="5226"/>
          <ac:spMkLst>
            <pc:docMk/>
            <pc:sldMk cId="3552668643" sldId="297"/>
            <ac:spMk id="4" creationId="{B2C0B36D-EC1D-4BEC-C15B-B614E01C2D4C}"/>
          </ac:spMkLst>
        </pc:spChg>
        <pc:spChg chg="mod">
          <ac:chgData name="Nils Burkhard Patrik Zimmermann" userId="ff02bda6-aa1d-49f9-bc1c-920e1083daef" providerId="ADAL" clId="{763371D6-89AC-4058-B081-72DE74092EA5}" dt="2024-10-03T02:46:27.816" v="5226"/>
          <ac:spMkLst>
            <pc:docMk/>
            <pc:sldMk cId="3552668643" sldId="297"/>
            <ac:spMk id="6" creationId="{B94EF978-E445-15BD-0A16-FFF11CFA7B6F}"/>
          </ac:spMkLst>
        </pc:spChg>
      </pc:sldChg>
      <pc:sldChg chg="modSp mod ord setBg">
        <pc:chgData name="Nils Burkhard Patrik Zimmermann" userId="ff02bda6-aa1d-49f9-bc1c-920e1083daef" providerId="ADAL" clId="{763371D6-89AC-4058-B081-72DE74092EA5}" dt="2024-10-03T03:37:56.986" v="6918" actId="20577"/>
        <pc:sldMkLst>
          <pc:docMk/>
          <pc:sldMk cId="3497004109" sldId="302"/>
        </pc:sldMkLst>
        <pc:spChg chg="mod">
          <ac:chgData name="Nils Burkhard Patrik Zimmermann" userId="ff02bda6-aa1d-49f9-bc1c-920e1083daef" providerId="ADAL" clId="{763371D6-89AC-4058-B081-72DE74092EA5}" dt="2024-10-03T02:46:27.816" v="5226"/>
          <ac:spMkLst>
            <pc:docMk/>
            <pc:sldMk cId="3497004109" sldId="302"/>
            <ac:spMk id="11" creationId="{A7C5783E-BE0C-DC39-55D3-4BACE04F9D80}"/>
          </ac:spMkLst>
        </pc:spChg>
        <pc:spChg chg="mod">
          <ac:chgData name="Nils Burkhard Patrik Zimmermann" userId="ff02bda6-aa1d-49f9-bc1c-920e1083daef" providerId="ADAL" clId="{763371D6-89AC-4058-B081-72DE74092EA5}" dt="2024-10-03T03:04:31.021" v="5467" actId="207"/>
          <ac:spMkLst>
            <pc:docMk/>
            <pc:sldMk cId="3497004109" sldId="302"/>
            <ac:spMk id="107" creationId="{00000000-0000-0000-0000-000000000000}"/>
          </ac:spMkLst>
        </pc:spChg>
        <pc:spChg chg="mod">
          <ac:chgData name="Nils Burkhard Patrik Zimmermann" userId="ff02bda6-aa1d-49f9-bc1c-920e1083daef" providerId="ADAL" clId="{763371D6-89AC-4058-B081-72DE74092EA5}" dt="2024-10-03T03:04:25.024" v="5465" actId="207"/>
          <ac:spMkLst>
            <pc:docMk/>
            <pc:sldMk cId="3497004109" sldId="302"/>
            <ac:spMk id="111" creationId="{00000000-0000-0000-0000-000000000000}"/>
          </ac:spMkLst>
        </pc:spChg>
        <pc:spChg chg="mod">
          <ac:chgData name="Nils Burkhard Patrik Zimmermann" userId="ff02bda6-aa1d-49f9-bc1c-920e1083daef" providerId="ADAL" clId="{763371D6-89AC-4058-B081-72DE74092EA5}" dt="2024-10-03T03:19:38.016" v="5698" actId="207"/>
          <ac:spMkLst>
            <pc:docMk/>
            <pc:sldMk cId="3497004109" sldId="302"/>
            <ac:spMk id="112" creationId="{00000000-0000-0000-0000-000000000000}"/>
          </ac:spMkLst>
        </pc:spChg>
        <pc:spChg chg="mod">
          <ac:chgData name="Nils Burkhard Patrik Zimmermann" userId="ff02bda6-aa1d-49f9-bc1c-920e1083daef" providerId="ADAL" clId="{763371D6-89AC-4058-B081-72DE74092EA5}" dt="2024-10-03T03:37:56.986" v="6918" actId="20577"/>
          <ac:spMkLst>
            <pc:docMk/>
            <pc:sldMk cId="3497004109" sldId="302"/>
            <ac:spMk id="113" creationId="{00000000-0000-0000-0000-000000000000}"/>
          </ac:spMkLst>
        </pc:spChg>
        <pc:spChg chg="mod">
          <ac:chgData name="Nils Burkhard Patrik Zimmermann" userId="ff02bda6-aa1d-49f9-bc1c-920e1083daef" providerId="ADAL" clId="{763371D6-89AC-4058-B081-72DE74092EA5}" dt="2024-10-03T03:04:47.644" v="5468" actId="207"/>
          <ac:spMkLst>
            <pc:docMk/>
            <pc:sldMk cId="3497004109" sldId="302"/>
            <ac:spMk id="116" creationId="{00000000-0000-0000-0000-000000000000}"/>
          </ac:spMkLst>
        </pc:spChg>
      </pc:sldChg>
      <pc:sldChg chg="modSp mod setBg">
        <pc:chgData name="Nils Burkhard Patrik Zimmermann" userId="ff02bda6-aa1d-49f9-bc1c-920e1083daef" providerId="ADAL" clId="{763371D6-89AC-4058-B081-72DE74092EA5}" dt="2024-10-03T04:09:31.065" v="8363" actId="20577"/>
        <pc:sldMkLst>
          <pc:docMk/>
          <pc:sldMk cId="1750513697" sldId="309"/>
        </pc:sldMkLst>
        <pc:spChg chg="mod">
          <ac:chgData name="Nils Burkhard Patrik Zimmermann" userId="ff02bda6-aa1d-49f9-bc1c-920e1083daef" providerId="ADAL" clId="{763371D6-89AC-4058-B081-72DE74092EA5}" dt="2024-10-03T02:46:27.816" v="5226"/>
          <ac:spMkLst>
            <pc:docMk/>
            <pc:sldMk cId="1750513697" sldId="309"/>
            <ac:spMk id="3" creationId="{BC38EE1B-515C-6A49-B614-83CD867EB0DD}"/>
          </ac:spMkLst>
        </pc:spChg>
        <pc:graphicFrameChg chg="modGraphic">
          <ac:chgData name="Nils Burkhard Patrik Zimmermann" userId="ff02bda6-aa1d-49f9-bc1c-920e1083daef" providerId="ADAL" clId="{763371D6-89AC-4058-B081-72DE74092EA5}" dt="2024-10-03T04:09:31.065" v="8363" actId="20577"/>
          <ac:graphicFrameMkLst>
            <pc:docMk/>
            <pc:sldMk cId="1750513697" sldId="309"/>
            <ac:graphicFrameMk id="7" creationId="{37EC8159-55F3-27C5-5844-9EB9B380591D}"/>
          </ac:graphicFrameMkLst>
        </pc:graphicFrameChg>
      </pc:sldChg>
      <pc:sldChg chg="modSp">
        <pc:chgData name="Nils Burkhard Patrik Zimmermann" userId="ff02bda6-aa1d-49f9-bc1c-920e1083daef" providerId="ADAL" clId="{763371D6-89AC-4058-B081-72DE74092EA5}" dt="2024-10-03T02:46:27.816" v="5226"/>
        <pc:sldMkLst>
          <pc:docMk/>
          <pc:sldMk cId="2917026604" sldId="312"/>
        </pc:sldMkLst>
        <pc:spChg chg="mod">
          <ac:chgData name="Nils Burkhard Patrik Zimmermann" userId="ff02bda6-aa1d-49f9-bc1c-920e1083daef" providerId="ADAL" clId="{763371D6-89AC-4058-B081-72DE74092EA5}" dt="2024-10-03T02:46:27.816" v="5226"/>
          <ac:spMkLst>
            <pc:docMk/>
            <pc:sldMk cId="2917026604" sldId="312"/>
            <ac:spMk id="177" creationId="{E7BC11EF-F3DA-014B-AA2D-AF469B56BB14}"/>
          </ac:spMkLst>
        </pc:spChg>
        <pc:spChg chg="mod">
          <ac:chgData name="Nils Burkhard Patrik Zimmermann" userId="ff02bda6-aa1d-49f9-bc1c-920e1083daef" providerId="ADAL" clId="{763371D6-89AC-4058-B081-72DE74092EA5}" dt="2024-10-03T02:17:23.047" v="4577"/>
          <ac:spMkLst>
            <pc:docMk/>
            <pc:sldMk cId="2917026604" sldId="312"/>
            <ac:spMk id="185" creationId="{F1CCD14D-0086-35BE-1E25-5B24FD4B89FF}"/>
          </ac:spMkLst>
        </pc:spChg>
      </pc:sldChg>
      <pc:sldChg chg="modSp ord">
        <pc:chgData name="Nils Burkhard Patrik Zimmermann" userId="ff02bda6-aa1d-49f9-bc1c-920e1083daef" providerId="ADAL" clId="{763371D6-89AC-4058-B081-72DE74092EA5}" dt="2024-10-03T04:03:27.069" v="8194"/>
        <pc:sldMkLst>
          <pc:docMk/>
          <pc:sldMk cId="379303731" sldId="313"/>
        </pc:sldMkLst>
        <pc:spChg chg="mod">
          <ac:chgData name="Nils Burkhard Patrik Zimmermann" userId="ff02bda6-aa1d-49f9-bc1c-920e1083daef" providerId="ADAL" clId="{763371D6-89AC-4058-B081-72DE74092EA5}" dt="2024-10-03T02:46:27.816" v="5226"/>
          <ac:spMkLst>
            <pc:docMk/>
            <pc:sldMk cId="379303731" sldId="313"/>
            <ac:spMk id="194" creationId="{835DBB40-B165-A563-4ED6-385DF04352D2}"/>
          </ac:spMkLst>
        </pc:spChg>
      </pc:sldChg>
      <pc:sldChg chg="modSp mod ord setBg">
        <pc:chgData name="Nils Burkhard Patrik Zimmermann" userId="ff02bda6-aa1d-49f9-bc1c-920e1083daef" providerId="ADAL" clId="{763371D6-89AC-4058-B081-72DE74092EA5}" dt="2024-10-03T04:01:14.639" v="8130"/>
        <pc:sldMkLst>
          <pc:docMk/>
          <pc:sldMk cId="4149906644" sldId="314"/>
        </pc:sldMkLst>
        <pc:spChg chg="mod">
          <ac:chgData name="Nils Burkhard Patrik Zimmermann" userId="ff02bda6-aa1d-49f9-bc1c-920e1083daef" providerId="ADAL" clId="{763371D6-89AC-4058-B081-72DE74092EA5}" dt="2024-10-03T04:00:45.453" v="8126" actId="20577"/>
          <ac:spMkLst>
            <pc:docMk/>
            <pc:sldMk cId="4149906644" sldId="314"/>
            <ac:spMk id="5" creationId="{607EBD93-C391-4EF8-BBE2-B9995925E2FD}"/>
          </ac:spMkLst>
        </pc:spChg>
        <pc:spChg chg="mod">
          <ac:chgData name="Nils Burkhard Patrik Zimmermann" userId="ff02bda6-aa1d-49f9-bc1c-920e1083daef" providerId="ADAL" clId="{763371D6-89AC-4058-B081-72DE74092EA5}" dt="2024-10-03T04:00:13.943" v="8119" actId="20577"/>
          <ac:spMkLst>
            <pc:docMk/>
            <pc:sldMk cId="4149906644" sldId="314"/>
            <ac:spMk id="229" creationId="{64BCDA48-FB99-B1E4-5ADA-BA7EDAACF527}"/>
          </ac:spMkLst>
        </pc:spChg>
        <pc:spChg chg="mod">
          <ac:chgData name="Nils Burkhard Patrik Zimmermann" userId="ff02bda6-aa1d-49f9-bc1c-920e1083daef" providerId="ADAL" clId="{763371D6-89AC-4058-B081-72DE74092EA5}" dt="2024-10-03T03:59:54.988" v="8113" actId="20577"/>
          <ac:spMkLst>
            <pc:docMk/>
            <pc:sldMk cId="4149906644" sldId="314"/>
            <ac:spMk id="232" creationId="{136142B9-C076-0543-CCE1-F674005A3730}"/>
          </ac:spMkLst>
        </pc:spChg>
        <pc:spChg chg="mod">
          <ac:chgData name="Nils Burkhard Patrik Zimmermann" userId="ff02bda6-aa1d-49f9-bc1c-920e1083daef" providerId="ADAL" clId="{763371D6-89AC-4058-B081-72DE74092EA5}" dt="2024-10-03T03:59:12.601" v="8082" actId="20577"/>
          <ac:spMkLst>
            <pc:docMk/>
            <pc:sldMk cId="4149906644" sldId="314"/>
            <ac:spMk id="234" creationId="{5362C647-7156-E40F-8ED7-2CDE802ABEC7}"/>
          </ac:spMkLst>
        </pc:spChg>
        <pc:grpChg chg="mod">
          <ac:chgData name="Nils Burkhard Patrik Zimmermann" userId="ff02bda6-aa1d-49f9-bc1c-920e1083daef" providerId="ADAL" clId="{763371D6-89AC-4058-B081-72DE74092EA5}" dt="2024-10-03T04:00:06.148" v="8114" actId="14100"/>
          <ac:grpSpMkLst>
            <pc:docMk/>
            <pc:sldMk cId="4149906644" sldId="314"/>
            <ac:grpSpMk id="233" creationId="{51EF34A2-97C1-7D55-80D1-E57DF1A07DC0}"/>
          </ac:grpSpMkLst>
        </pc:grpChg>
      </pc:sldChg>
      <pc:sldChg chg="modSp mod ord setBg modNotesTx">
        <pc:chgData name="Nils Burkhard Patrik Zimmermann" userId="ff02bda6-aa1d-49f9-bc1c-920e1083daef" providerId="ADAL" clId="{763371D6-89AC-4058-B081-72DE74092EA5}" dt="2024-10-03T04:47:19.643" v="8738" actId="20577"/>
        <pc:sldMkLst>
          <pc:docMk/>
          <pc:sldMk cId="1790245567" sldId="315"/>
        </pc:sldMkLst>
        <pc:spChg chg="mod">
          <ac:chgData name="Nils Burkhard Patrik Zimmermann" userId="ff02bda6-aa1d-49f9-bc1c-920e1083daef" providerId="ADAL" clId="{763371D6-89AC-4058-B081-72DE74092EA5}" dt="2024-10-03T04:47:19.643" v="8738" actId="20577"/>
          <ac:spMkLst>
            <pc:docMk/>
            <pc:sldMk cId="1790245567" sldId="315"/>
            <ac:spMk id="9" creationId="{A1304680-3F5D-CB03-186E-516B16E15090}"/>
          </ac:spMkLst>
        </pc:spChg>
        <pc:spChg chg="mod">
          <ac:chgData name="Nils Burkhard Patrik Zimmermann" userId="ff02bda6-aa1d-49f9-bc1c-920e1083daef" providerId="ADAL" clId="{763371D6-89AC-4058-B081-72DE74092EA5}" dt="2024-10-03T02:46:27.816" v="5226"/>
          <ac:spMkLst>
            <pc:docMk/>
            <pc:sldMk cId="1790245567" sldId="315"/>
            <ac:spMk id="229" creationId="{A1DE46E1-D172-1DF6-7093-F9415C6D6862}"/>
          </ac:spMkLst>
        </pc:spChg>
      </pc:sldChg>
      <pc:sldChg chg="modSp">
        <pc:chgData name="Nils Burkhard Patrik Zimmermann" userId="ff02bda6-aa1d-49f9-bc1c-920e1083daef" providerId="ADAL" clId="{763371D6-89AC-4058-B081-72DE74092EA5}" dt="2024-10-03T02:46:27.816" v="5226"/>
        <pc:sldMkLst>
          <pc:docMk/>
          <pc:sldMk cId="2563094586" sldId="316"/>
        </pc:sldMkLst>
        <pc:spChg chg="mod">
          <ac:chgData name="Nils Burkhard Patrik Zimmermann" userId="ff02bda6-aa1d-49f9-bc1c-920e1083daef" providerId="ADAL" clId="{763371D6-89AC-4058-B081-72DE74092EA5}" dt="2024-10-03T02:46:27.816" v="5226"/>
          <ac:spMkLst>
            <pc:docMk/>
            <pc:sldMk cId="2563094586" sldId="316"/>
            <ac:spMk id="2" creationId="{7BD4E397-D301-474E-4FAB-E4E4D312EAD9}"/>
          </ac:spMkLst>
        </pc:spChg>
      </pc:sldChg>
      <pc:sldChg chg="modSp del mod">
        <pc:chgData name="Nils Burkhard Patrik Zimmermann" userId="ff02bda6-aa1d-49f9-bc1c-920e1083daef" providerId="ADAL" clId="{763371D6-89AC-4058-B081-72DE74092EA5}" dt="2024-10-03T04:31:41.453" v="8600" actId="47"/>
        <pc:sldMkLst>
          <pc:docMk/>
          <pc:sldMk cId="3397061043" sldId="317"/>
        </pc:sldMkLst>
        <pc:spChg chg="mod">
          <ac:chgData name="Nils Burkhard Patrik Zimmermann" userId="ff02bda6-aa1d-49f9-bc1c-920e1083daef" providerId="ADAL" clId="{763371D6-89AC-4058-B081-72DE74092EA5}" dt="2024-10-03T02:46:27.816" v="5226"/>
          <ac:spMkLst>
            <pc:docMk/>
            <pc:sldMk cId="3397061043" sldId="317"/>
            <ac:spMk id="3" creationId="{C9CCFFA8-1FFA-B544-B19B-C119715DD60B}"/>
          </ac:spMkLst>
        </pc:spChg>
        <pc:spChg chg="mod">
          <ac:chgData name="Nils Burkhard Patrik Zimmermann" userId="ff02bda6-aa1d-49f9-bc1c-920e1083daef" providerId="ADAL" clId="{763371D6-89AC-4058-B081-72DE74092EA5}" dt="2024-10-03T02:17:23.459" v="4599" actId="27636"/>
          <ac:spMkLst>
            <pc:docMk/>
            <pc:sldMk cId="3397061043" sldId="317"/>
            <ac:spMk id="4" creationId="{F54D5858-A5D5-B73E-8F59-10343FDD2F07}"/>
          </ac:spMkLst>
        </pc:spChg>
      </pc:sldChg>
      <pc:sldChg chg="modSp mod">
        <pc:chgData name="Nils Burkhard Patrik Zimmermann" userId="ff02bda6-aa1d-49f9-bc1c-920e1083daef" providerId="ADAL" clId="{763371D6-89AC-4058-B081-72DE74092EA5}" dt="2024-10-03T02:46:27.816" v="5226"/>
        <pc:sldMkLst>
          <pc:docMk/>
          <pc:sldMk cId="3403435879" sldId="318"/>
        </pc:sldMkLst>
        <pc:spChg chg="mod">
          <ac:chgData name="Nils Burkhard Patrik Zimmermann" userId="ff02bda6-aa1d-49f9-bc1c-920e1083daef" providerId="ADAL" clId="{763371D6-89AC-4058-B081-72DE74092EA5}" dt="2024-10-03T02:26:27.629" v="4714" actId="207"/>
          <ac:spMkLst>
            <pc:docMk/>
            <pc:sldMk cId="3403435879" sldId="318"/>
            <ac:spMk id="2" creationId="{35AB4EE9-5840-B01D-3844-8CFDD1574828}"/>
          </ac:spMkLst>
        </pc:spChg>
        <pc:spChg chg="mod">
          <ac:chgData name="Nils Burkhard Patrik Zimmermann" userId="ff02bda6-aa1d-49f9-bc1c-920e1083daef" providerId="ADAL" clId="{763371D6-89AC-4058-B081-72DE74092EA5}" dt="2024-10-03T02:46:27.816" v="5226"/>
          <ac:spMkLst>
            <pc:docMk/>
            <pc:sldMk cId="3403435879" sldId="318"/>
            <ac:spMk id="6" creationId="{A8FA1F08-EC83-E586-7B5D-C8D1B4AE6A51}"/>
          </ac:spMkLst>
        </pc:spChg>
      </pc:sldChg>
      <pc:sldChg chg="modSp mod ord">
        <pc:chgData name="Nils Burkhard Patrik Zimmermann" userId="ff02bda6-aa1d-49f9-bc1c-920e1083daef" providerId="ADAL" clId="{763371D6-89AC-4058-B081-72DE74092EA5}" dt="2024-10-03T04:33:18.865" v="8621"/>
        <pc:sldMkLst>
          <pc:docMk/>
          <pc:sldMk cId="1157802730" sldId="319"/>
        </pc:sldMkLst>
        <pc:spChg chg="mod">
          <ac:chgData name="Nils Burkhard Patrik Zimmermann" userId="ff02bda6-aa1d-49f9-bc1c-920e1083daef" providerId="ADAL" clId="{763371D6-89AC-4058-B081-72DE74092EA5}" dt="2024-10-03T04:05:56.660" v="8282" actId="20577"/>
          <ac:spMkLst>
            <pc:docMk/>
            <pc:sldMk cId="1157802730" sldId="319"/>
            <ac:spMk id="3" creationId="{DE15D7C1-76F1-CE4F-1FBE-D812132649B2}"/>
          </ac:spMkLst>
        </pc:spChg>
        <pc:spChg chg="mod">
          <ac:chgData name="Nils Burkhard Patrik Zimmermann" userId="ff02bda6-aa1d-49f9-bc1c-920e1083daef" providerId="ADAL" clId="{763371D6-89AC-4058-B081-72DE74092EA5}" dt="2024-10-03T04:04:15.385" v="8195" actId="1076"/>
          <ac:spMkLst>
            <pc:docMk/>
            <pc:sldMk cId="1157802730" sldId="319"/>
            <ac:spMk id="317" creationId="{C38283E4-4DBB-613B-F662-625C3D75F975}"/>
          </ac:spMkLst>
        </pc:spChg>
      </pc:sldChg>
      <pc:sldChg chg="modSp del mod">
        <pc:chgData name="Nils Burkhard Patrik Zimmermann" userId="ff02bda6-aa1d-49f9-bc1c-920e1083daef" providerId="ADAL" clId="{763371D6-89AC-4058-B081-72DE74092EA5}" dt="2024-10-03T03:52:30.254" v="7846" actId="47"/>
        <pc:sldMkLst>
          <pc:docMk/>
          <pc:sldMk cId="1807362010" sldId="320"/>
        </pc:sldMkLst>
        <pc:spChg chg="mod">
          <ac:chgData name="Nils Burkhard Patrik Zimmermann" userId="ff02bda6-aa1d-49f9-bc1c-920e1083daef" providerId="ADAL" clId="{763371D6-89AC-4058-B081-72DE74092EA5}" dt="2024-10-03T02:37:20.842" v="4915"/>
          <ac:spMkLst>
            <pc:docMk/>
            <pc:sldMk cId="1807362010" sldId="320"/>
            <ac:spMk id="160" creationId="{ACCC6BE3-957B-8FAF-2F72-8A479262EBA0}"/>
          </ac:spMkLst>
        </pc:spChg>
        <pc:spChg chg="mod">
          <ac:chgData name="Nils Burkhard Patrik Zimmermann" userId="ff02bda6-aa1d-49f9-bc1c-920e1083daef" providerId="ADAL" clId="{763371D6-89AC-4058-B081-72DE74092EA5}" dt="2024-10-03T02:46:27.816" v="5226"/>
          <ac:spMkLst>
            <pc:docMk/>
            <pc:sldMk cId="1807362010" sldId="320"/>
            <ac:spMk id="165" creationId="{BE80F45C-4E02-E087-C08A-F4FFC682A501}"/>
          </ac:spMkLst>
        </pc:spChg>
      </pc:sldChg>
      <pc:sldChg chg="modSp mod ord">
        <pc:chgData name="Nils Burkhard Patrik Zimmermann" userId="ff02bda6-aa1d-49f9-bc1c-920e1083daef" providerId="ADAL" clId="{763371D6-89AC-4058-B081-72DE74092EA5}" dt="2024-10-03T04:34:04.720" v="8632"/>
        <pc:sldMkLst>
          <pc:docMk/>
          <pc:sldMk cId="2083642290" sldId="323"/>
        </pc:sldMkLst>
        <pc:spChg chg="mod">
          <ac:chgData name="Nils Burkhard Patrik Zimmermann" userId="ff02bda6-aa1d-49f9-bc1c-920e1083daef" providerId="ADAL" clId="{763371D6-89AC-4058-B081-72DE74092EA5}" dt="2024-10-03T02:46:27.816" v="5226"/>
          <ac:spMkLst>
            <pc:docMk/>
            <pc:sldMk cId="2083642290" sldId="323"/>
            <ac:spMk id="2" creationId="{E0271326-58B4-E0F6-C6B9-C9B0FEF61880}"/>
          </ac:spMkLst>
        </pc:spChg>
        <pc:spChg chg="mod">
          <ac:chgData name="Nils Burkhard Patrik Zimmermann" userId="ff02bda6-aa1d-49f9-bc1c-920e1083daef" providerId="ADAL" clId="{763371D6-89AC-4058-B081-72DE74092EA5}" dt="2024-10-03T02:38:44.478" v="5196" actId="27636"/>
          <ac:spMkLst>
            <pc:docMk/>
            <pc:sldMk cId="2083642290" sldId="323"/>
            <ac:spMk id="19" creationId="{4EDB45CC-E118-1480-808D-484091FD5A79}"/>
          </ac:spMkLst>
        </pc:spChg>
      </pc:sldChg>
      <pc:sldChg chg="modSp del mod">
        <pc:chgData name="Nils Burkhard Patrik Zimmermann" userId="ff02bda6-aa1d-49f9-bc1c-920e1083daef" providerId="ADAL" clId="{763371D6-89AC-4058-B081-72DE74092EA5}" dt="2024-10-03T04:35:18.842" v="8635" actId="47"/>
        <pc:sldMkLst>
          <pc:docMk/>
          <pc:sldMk cId="4020773793" sldId="324"/>
        </pc:sldMkLst>
        <pc:spChg chg="mod">
          <ac:chgData name="Nils Burkhard Patrik Zimmermann" userId="ff02bda6-aa1d-49f9-bc1c-920e1083daef" providerId="ADAL" clId="{763371D6-89AC-4058-B081-72DE74092EA5}" dt="2024-10-03T02:46:27.816" v="5226"/>
          <ac:spMkLst>
            <pc:docMk/>
            <pc:sldMk cId="4020773793" sldId="324"/>
            <ac:spMk id="3" creationId="{007FEF88-4CEC-1943-EB1E-7F0CC161CD06}"/>
          </ac:spMkLst>
        </pc:spChg>
      </pc:sldChg>
      <pc:sldChg chg="modSp mod">
        <pc:chgData name="Nils Burkhard Patrik Zimmermann" userId="ff02bda6-aa1d-49f9-bc1c-920e1083daef" providerId="ADAL" clId="{763371D6-89AC-4058-B081-72DE74092EA5}" dt="2024-10-03T02:46:27.816" v="5226"/>
        <pc:sldMkLst>
          <pc:docMk/>
          <pc:sldMk cId="177872910" sldId="325"/>
        </pc:sldMkLst>
        <pc:spChg chg="mod">
          <ac:chgData name="Nils Burkhard Patrik Zimmermann" userId="ff02bda6-aa1d-49f9-bc1c-920e1083daef" providerId="ADAL" clId="{763371D6-89AC-4058-B081-72DE74092EA5}" dt="2024-10-03T02:46:27.816" v="5226"/>
          <ac:spMkLst>
            <pc:docMk/>
            <pc:sldMk cId="177872910" sldId="325"/>
            <ac:spMk id="4" creationId="{84223B5E-A7F6-9A48-5DC5-450DAEF343BC}"/>
          </ac:spMkLst>
        </pc:spChg>
      </pc:sldChg>
      <pc:sldChg chg="modSp mod ord">
        <pc:chgData name="Nils Burkhard Patrik Zimmermann" userId="ff02bda6-aa1d-49f9-bc1c-920e1083daef" providerId="ADAL" clId="{763371D6-89AC-4058-B081-72DE74092EA5}" dt="2024-10-03T03:52:13.966" v="7845"/>
        <pc:sldMkLst>
          <pc:docMk/>
          <pc:sldMk cId="2807304930" sldId="326"/>
        </pc:sldMkLst>
        <pc:spChg chg="mod">
          <ac:chgData name="Nils Burkhard Patrik Zimmermann" userId="ff02bda6-aa1d-49f9-bc1c-920e1083daef" providerId="ADAL" clId="{763371D6-89AC-4058-B081-72DE74092EA5}" dt="2024-10-03T02:46:27.816" v="5226"/>
          <ac:spMkLst>
            <pc:docMk/>
            <pc:sldMk cId="2807304930" sldId="326"/>
            <ac:spMk id="3" creationId="{DD0CB4FE-F1AC-C087-9826-A030411E38DC}"/>
          </ac:spMkLst>
        </pc:spChg>
      </pc:sldChg>
      <pc:sldChg chg="modSp add del mod ord">
        <pc:chgData name="Nils Burkhard Patrik Zimmermann" userId="ff02bda6-aa1d-49f9-bc1c-920e1083daef" providerId="ADAL" clId="{763371D6-89AC-4058-B081-72DE74092EA5}" dt="2024-10-03T04:40:07.708" v="8651" actId="47"/>
        <pc:sldMkLst>
          <pc:docMk/>
          <pc:sldMk cId="83870014" sldId="328"/>
        </pc:sldMkLst>
        <pc:spChg chg="mod">
          <ac:chgData name="Nils Burkhard Patrik Zimmermann" userId="ff02bda6-aa1d-49f9-bc1c-920e1083daef" providerId="ADAL" clId="{763371D6-89AC-4058-B081-72DE74092EA5}" dt="2024-10-03T02:46:27.816" v="5226"/>
          <ac:spMkLst>
            <pc:docMk/>
            <pc:sldMk cId="83870014" sldId="328"/>
            <ac:spMk id="3" creationId="{934D4685-0435-B7D7-A875-DED68C183999}"/>
          </ac:spMkLst>
        </pc:spChg>
      </pc:sldChg>
      <pc:sldChg chg="modSp mod ord">
        <pc:chgData name="Nils Burkhard Patrik Zimmermann" userId="ff02bda6-aa1d-49f9-bc1c-920e1083daef" providerId="ADAL" clId="{763371D6-89AC-4058-B081-72DE74092EA5}" dt="2024-10-03T04:31:51.953" v="8601"/>
        <pc:sldMkLst>
          <pc:docMk/>
          <pc:sldMk cId="2772506166" sldId="329"/>
        </pc:sldMkLst>
        <pc:spChg chg="mod">
          <ac:chgData name="Nils Burkhard Patrik Zimmermann" userId="ff02bda6-aa1d-49f9-bc1c-920e1083daef" providerId="ADAL" clId="{763371D6-89AC-4058-B081-72DE74092EA5}" dt="2024-10-03T02:46:27.816" v="5226"/>
          <ac:spMkLst>
            <pc:docMk/>
            <pc:sldMk cId="2772506166" sldId="329"/>
            <ac:spMk id="4" creationId="{AE9BF3A1-8884-4D4A-29B3-AEDABE3795A1}"/>
          </ac:spMkLst>
        </pc:spChg>
      </pc:sldChg>
      <pc:sldChg chg="modSp del mod">
        <pc:chgData name="Nils Burkhard Patrik Zimmermann" userId="ff02bda6-aa1d-49f9-bc1c-920e1083daef" providerId="ADAL" clId="{763371D6-89AC-4058-B081-72DE74092EA5}" dt="2024-10-03T03:51:50.077" v="7828" actId="47"/>
        <pc:sldMkLst>
          <pc:docMk/>
          <pc:sldMk cId="437018475" sldId="330"/>
        </pc:sldMkLst>
        <pc:spChg chg="mod">
          <ac:chgData name="Nils Burkhard Patrik Zimmermann" userId="ff02bda6-aa1d-49f9-bc1c-920e1083daef" providerId="ADAL" clId="{763371D6-89AC-4058-B081-72DE74092EA5}" dt="2024-10-03T02:46:27.816" v="5226"/>
          <ac:spMkLst>
            <pc:docMk/>
            <pc:sldMk cId="437018475" sldId="330"/>
            <ac:spMk id="4" creationId="{AE9BF3A1-8884-4D4A-29B3-AEDABE3795A1}"/>
          </ac:spMkLst>
        </pc:spChg>
      </pc:sldChg>
      <pc:sldChg chg="del">
        <pc:chgData name="Nils Burkhard Patrik Zimmermann" userId="ff02bda6-aa1d-49f9-bc1c-920e1083daef" providerId="ADAL" clId="{763371D6-89AC-4058-B081-72DE74092EA5}" dt="2024-10-03T02:04:09.207" v="4206" actId="47"/>
        <pc:sldMkLst>
          <pc:docMk/>
          <pc:sldMk cId="1174603827" sldId="331"/>
        </pc:sldMkLst>
      </pc:sldChg>
      <pc:sldChg chg="ord modNotesTx">
        <pc:chgData name="Nils Burkhard Patrik Zimmermann" userId="ff02bda6-aa1d-49f9-bc1c-920e1083daef" providerId="ADAL" clId="{763371D6-89AC-4058-B081-72DE74092EA5}" dt="2024-10-03T05:12:13.558" v="10427" actId="20577"/>
        <pc:sldMkLst>
          <pc:docMk/>
          <pc:sldMk cId="2269282609" sldId="332"/>
        </pc:sldMkLst>
      </pc:sldChg>
      <pc:sldChg chg="del">
        <pc:chgData name="Nils Burkhard Patrik Zimmermann" userId="ff02bda6-aa1d-49f9-bc1c-920e1083daef" providerId="ADAL" clId="{763371D6-89AC-4058-B081-72DE74092EA5}" dt="2024-10-03T00:30:08.093" v="2" actId="47"/>
        <pc:sldMkLst>
          <pc:docMk/>
          <pc:sldMk cId="2922263541" sldId="334"/>
        </pc:sldMkLst>
      </pc:sldChg>
      <pc:sldChg chg="modSp mod ord setBg">
        <pc:chgData name="Nils Burkhard Patrik Zimmermann" userId="ff02bda6-aa1d-49f9-bc1c-920e1083daef" providerId="ADAL" clId="{763371D6-89AC-4058-B081-72DE74092EA5}" dt="2024-10-03T04:45:18.242" v="8682" actId="20577"/>
        <pc:sldMkLst>
          <pc:docMk/>
          <pc:sldMk cId="478583995" sldId="335"/>
        </pc:sldMkLst>
        <pc:spChg chg="mod">
          <ac:chgData name="Nils Burkhard Patrik Zimmermann" userId="ff02bda6-aa1d-49f9-bc1c-920e1083daef" providerId="ADAL" clId="{763371D6-89AC-4058-B081-72DE74092EA5}" dt="2024-10-03T02:46:27.816" v="5226"/>
          <ac:spMkLst>
            <pc:docMk/>
            <pc:sldMk cId="478583995" sldId="335"/>
            <ac:spMk id="2" creationId="{C819AA57-10FB-4179-8CEB-87BAD98FF9DD}"/>
          </ac:spMkLst>
        </pc:spChg>
        <pc:spChg chg="mod">
          <ac:chgData name="Nils Burkhard Patrik Zimmermann" userId="ff02bda6-aa1d-49f9-bc1c-920e1083daef" providerId="ADAL" clId="{763371D6-89AC-4058-B081-72DE74092EA5}" dt="2024-10-03T03:46:36.347" v="7623" actId="20577"/>
          <ac:spMkLst>
            <pc:docMk/>
            <pc:sldMk cId="478583995" sldId="335"/>
            <ac:spMk id="3" creationId="{C4E0E00C-B16D-1A48-3CCA-93B4EEC2985A}"/>
          </ac:spMkLst>
        </pc:spChg>
        <pc:spChg chg="mod">
          <ac:chgData name="Nils Burkhard Patrik Zimmermann" userId="ff02bda6-aa1d-49f9-bc1c-920e1083daef" providerId="ADAL" clId="{763371D6-89AC-4058-B081-72DE74092EA5}" dt="2024-10-03T04:45:18.242" v="8682" actId="20577"/>
          <ac:spMkLst>
            <pc:docMk/>
            <pc:sldMk cId="478583995" sldId="335"/>
            <ac:spMk id="4" creationId="{8A9DE0BD-15EA-69EB-097C-40AD18786BA8}"/>
          </ac:spMkLst>
        </pc:spChg>
      </pc:sldChg>
      <pc:sldChg chg="addSp modSp new del mod">
        <pc:chgData name="Nils Burkhard Patrik Zimmermann" userId="ff02bda6-aa1d-49f9-bc1c-920e1083daef" providerId="ADAL" clId="{763371D6-89AC-4058-B081-72DE74092EA5}" dt="2024-10-03T00:37:38.545" v="69" actId="2696"/>
        <pc:sldMkLst>
          <pc:docMk/>
          <pc:sldMk cId="1943888202" sldId="336"/>
        </pc:sldMkLst>
        <pc:spChg chg="mod">
          <ac:chgData name="Nils Burkhard Patrik Zimmermann" userId="ff02bda6-aa1d-49f9-bc1c-920e1083daef" providerId="ADAL" clId="{763371D6-89AC-4058-B081-72DE74092EA5}" dt="2024-10-03T00:37:09.690" v="67" actId="27636"/>
          <ac:spMkLst>
            <pc:docMk/>
            <pc:sldMk cId="1943888202" sldId="336"/>
            <ac:spMk id="2" creationId="{DF860CC9-4F54-5F7D-1618-7FE225B30B6E}"/>
          </ac:spMkLst>
        </pc:spChg>
        <pc:spChg chg="add mod">
          <ac:chgData name="Nils Burkhard Patrik Zimmermann" userId="ff02bda6-aa1d-49f9-bc1c-920e1083daef" providerId="ADAL" clId="{763371D6-89AC-4058-B081-72DE74092EA5}" dt="2024-10-03T00:37:09.620" v="66"/>
          <ac:spMkLst>
            <pc:docMk/>
            <pc:sldMk cId="1943888202" sldId="336"/>
            <ac:spMk id="3" creationId="{84EE27E0-7C58-C4EF-15D8-1D8517BE1AB3}"/>
          </ac:spMkLst>
        </pc:spChg>
      </pc:sldChg>
      <pc:sldChg chg="addSp delSp modSp add mod">
        <pc:chgData name="Nils Burkhard Patrik Zimmermann" userId="ff02bda6-aa1d-49f9-bc1c-920e1083daef" providerId="ADAL" clId="{763371D6-89AC-4058-B081-72DE74092EA5}" dt="2024-10-03T04:27:22.377" v="8514" actId="20577"/>
        <pc:sldMkLst>
          <pc:docMk/>
          <pc:sldMk cId="2419870261" sldId="337"/>
        </pc:sldMkLst>
        <pc:spChg chg="add del mod">
          <ac:chgData name="Nils Burkhard Patrik Zimmermann" userId="ff02bda6-aa1d-49f9-bc1c-920e1083daef" providerId="ADAL" clId="{763371D6-89AC-4058-B081-72DE74092EA5}" dt="2024-10-03T00:41:05.502" v="223" actId="21"/>
          <ac:spMkLst>
            <pc:docMk/>
            <pc:sldMk cId="2419870261" sldId="337"/>
            <ac:spMk id="2" creationId="{416AD35A-517F-3121-9927-4F36704C5185}"/>
          </ac:spMkLst>
        </pc:spChg>
        <pc:spChg chg="mod">
          <ac:chgData name="Nils Burkhard Patrik Zimmermann" userId="ff02bda6-aa1d-49f9-bc1c-920e1083daef" providerId="ADAL" clId="{763371D6-89AC-4058-B081-72DE74092EA5}" dt="2024-10-03T03:15:50.828" v="5682" actId="14100"/>
          <ac:spMkLst>
            <pc:docMk/>
            <pc:sldMk cId="2419870261" sldId="337"/>
            <ac:spMk id="4" creationId="{043CEE80-013E-9507-0991-F6F534C6D47E}"/>
          </ac:spMkLst>
        </pc:spChg>
        <pc:spChg chg="mod">
          <ac:chgData name="Nils Burkhard Patrik Zimmermann" userId="ff02bda6-aa1d-49f9-bc1c-920e1083daef" providerId="ADAL" clId="{763371D6-89AC-4058-B081-72DE74092EA5}" dt="2024-10-03T02:46:27.816" v="5226"/>
          <ac:spMkLst>
            <pc:docMk/>
            <pc:sldMk cId="2419870261" sldId="337"/>
            <ac:spMk id="247" creationId="{BDA15AB4-6F1E-81D8-9C61-4CDC3094B5C3}"/>
          </ac:spMkLst>
        </pc:spChg>
        <pc:spChg chg="del mod">
          <ac:chgData name="Nils Burkhard Patrik Zimmermann" userId="ff02bda6-aa1d-49f9-bc1c-920e1083daef" providerId="ADAL" clId="{763371D6-89AC-4058-B081-72DE74092EA5}" dt="2024-10-03T00:44:54.960" v="374" actId="478"/>
          <ac:spMkLst>
            <pc:docMk/>
            <pc:sldMk cId="2419870261" sldId="337"/>
            <ac:spMk id="249" creationId="{D91044F1-ECF7-7969-85A3-68B776664B5B}"/>
          </ac:spMkLst>
        </pc:spChg>
        <pc:spChg chg="mod">
          <ac:chgData name="Nils Burkhard Patrik Zimmermann" userId="ff02bda6-aa1d-49f9-bc1c-920e1083daef" providerId="ADAL" clId="{763371D6-89AC-4058-B081-72DE74092EA5}" dt="2024-10-03T00:46:49.735" v="459" actId="20577"/>
          <ac:spMkLst>
            <pc:docMk/>
            <pc:sldMk cId="2419870261" sldId="337"/>
            <ac:spMk id="250" creationId="{3B39E47E-1B11-4125-1827-9AB3984F90BF}"/>
          </ac:spMkLst>
        </pc:spChg>
        <pc:spChg chg="mod">
          <ac:chgData name="Nils Burkhard Patrik Zimmermann" userId="ff02bda6-aa1d-49f9-bc1c-920e1083daef" providerId="ADAL" clId="{763371D6-89AC-4058-B081-72DE74092EA5}" dt="2024-10-03T04:27:22.377" v="8514" actId="20577"/>
          <ac:spMkLst>
            <pc:docMk/>
            <pc:sldMk cId="2419870261" sldId="337"/>
            <ac:spMk id="252" creationId="{2699E0C9-4AB9-6C4C-37F9-00E71A56980E}"/>
          </ac:spMkLst>
        </pc:spChg>
        <pc:spChg chg="mod">
          <ac:chgData name="Nils Burkhard Patrik Zimmermann" userId="ff02bda6-aa1d-49f9-bc1c-920e1083daef" providerId="ADAL" clId="{763371D6-89AC-4058-B081-72DE74092EA5}" dt="2024-10-03T00:42:19.528" v="262" actId="688"/>
          <ac:spMkLst>
            <pc:docMk/>
            <pc:sldMk cId="2419870261" sldId="337"/>
            <ac:spMk id="253" creationId="{72CD6DF1-9F6B-4A4E-0BCC-09A91EE0D856}"/>
          </ac:spMkLst>
        </pc:spChg>
        <pc:spChg chg="mod">
          <ac:chgData name="Nils Burkhard Patrik Zimmermann" userId="ff02bda6-aa1d-49f9-bc1c-920e1083daef" providerId="ADAL" clId="{763371D6-89AC-4058-B081-72DE74092EA5}" dt="2024-10-03T01:19:04.077" v="1226" actId="14100"/>
          <ac:spMkLst>
            <pc:docMk/>
            <pc:sldMk cId="2419870261" sldId="337"/>
            <ac:spMk id="254" creationId="{C70D270B-86A1-11CA-8345-9C2314B6CC1A}"/>
          </ac:spMkLst>
        </pc:spChg>
        <pc:spChg chg="mod">
          <ac:chgData name="Nils Burkhard Patrik Zimmermann" userId="ff02bda6-aa1d-49f9-bc1c-920e1083daef" providerId="ADAL" clId="{763371D6-89AC-4058-B081-72DE74092EA5}" dt="2024-10-03T01:19:25.828" v="1228" actId="1076"/>
          <ac:spMkLst>
            <pc:docMk/>
            <pc:sldMk cId="2419870261" sldId="337"/>
            <ac:spMk id="255" creationId="{72CA3842-9998-06D5-C624-760E77C3E486}"/>
          </ac:spMkLst>
        </pc:spChg>
        <pc:spChg chg="del">
          <ac:chgData name="Nils Burkhard Patrik Zimmermann" userId="ff02bda6-aa1d-49f9-bc1c-920e1083daef" providerId="ADAL" clId="{763371D6-89AC-4058-B081-72DE74092EA5}" dt="2024-10-03T00:44:50.187" v="372" actId="478"/>
          <ac:spMkLst>
            <pc:docMk/>
            <pc:sldMk cId="2419870261" sldId="337"/>
            <ac:spMk id="256" creationId="{6779A3D0-9C0A-0A4A-D467-FFD952AE80FB}"/>
          </ac:spMkLst>
        </pc:spChg>
        <pc:spChg chg="mod">
          <ac:chgData name="Nils Burkhard Patrik Zimmermann" userId="ff02bda6-aa1d-49f9-bc1c-920e1083daef" providerId="ADAL" clId="{763371D6-89AC-4058-B081-72DE74092EA5}" dt="2024-10-03T00:39:26.043" v="219" actId="255"/>
          <ac:spMkLst>
            <pc:docMk/>
            <pc:sldMk cId="2419870261" sldId="337"/>
            <ac:spMk id="262" creationId="{46784332-3030-2A91-83FF-AB28AB0C05B1}"/>
          </ac:spMkLst>
        </pc:spChg>
        <pc:spChg chg="del mod">
          <ac:chgData name="Nils Burkhard Patrik Zimmermann" userId="ff02bda6-aa1d-49f9-bc1c-920e1083daef" providerId="ADAL" clId="{763371D6-89AC-4058-B081-72DE74092EA5}" dt="2024-10-03T00:38:51.499" v="200" actId="478"/>
          <ac:spMkLst>
            <pc:docMk/>
            <pc:sldMk cId="2419870261" sldId="337"/>
            <ac:spMk id="263" creationId="{D538F370-E39E-480D-860B-966741F57112}"/>
          </ac:spMkLst>
        </pc:spChg>
        <pc:spChg chg="mod">
          <ac:chgData name="Nils Burkhard Patrik Zimmermann" userId="ff02bda6-aa1d-49f9-bc1c-920e1083daef" providerId="ADAL" clId="{763371D6-89AC-4058-B081-72DE74092EA5}" dt="2024-10-03T00:47:32.394" v="465" actId="20577"/>
          <ac:spMkLst>
            <pc:docMk/>
            <pc:sldMk cId="2419870261" sldId="337"/>
            <ac:spMk id="266" creationId="{D966B4E8-ABA0-DBAF-7BF8-BBF71294674B}"/>
          </ac:spMkLst>
        </pc:spChg>
      </pc:sldChg>
      <pc:sldChg chg="modSp add mod modNotesTx">
        <pc:chgData name="Nils Burkhard Patrik Zimmermann" userId="ff02bda6-aa1d-49f9-bc1c-920e1083daef" providerId="ADAL" clId="{763371D6-89AC-4058-B081-72DE74092EA5}" dt="2024-10-03T04:46:14.568" v="8722" actId="20577"/>
        <pc:sldMkLst>
          <pc:docMk/>
          <pc:sldMk cId="159856808" sldId="338"/>
        </pc:sldMkLst>
        <pc:spChg chg="mod">
          <ac:chgData name="Nils Burkhard Patrik Zimmermann" userId="ff02bda6-aa1d-49f9-bc1c-920e1083daef" providerId="ADAL" clId="{763371D6-89AC-4058-B081-72DE74092EA5}" dt="2024-10-03T03:15:23.280" v="5680" actId="14100"/>
          <ac:spMkLst>
            <pc:docMk/>
            <pc:sldMk cId="159856808" sldId="338"/>
            <ac:spMk id="4" creationId="{043CEE80-013E-9507-0991-F6F534C6D47E}"/>
          </ac:spMkLst>
        </pc:spChg>
        <pc:spChg chg="mod">
          <ac:chgData name="Nils Burkhard Patrik Zimmermann" userId="ff02bda6-aa1d-49f9-bc1c-920e1083daef" providerId="ADAL" clId="{763371D6-89AC-4058-B081-72DE74092EA5}" dt="2024-10-03T04:46:14.568" v="8722" actId="20577"/>
          <ac:spMkLst>
            <pc:docMk/>
            <pc:sldMk cId="159856808" sldId="338"/>
            <ac:spMk id="247" creationId="{BDA15AB4-6F1E-81D8-9C61-4CDC3094B5C3}"/>
          </ac:spMkLst>
        </pc:spChg>
        <pc:spChg chg="mod">
          <ac:chgData name="Nils Burkhard Patrik Zimmermann" userId="ff02bda6-aa1d-49f9-bc1c-920e1083daef" providerId="ADAL" clId="{763371D6-89AC-4058-B081-72DE74092EA5}" dt="2024-10-03T00:51:53.480" v="678" actId="20577"/>
          <ac:spMkLst>
            <pc:docMk/>
            <pc:sldMk cId="159856808" sldId="338"/>
            <ac:spMk id="255" creationId="{72CA3842-9998-06D5-C624-760E77C3E486}"/>
          </ac:spMkLst>
        </pc:spChg>
      </pc:sldChg>
      <pc:sldChg chg="addSp modSp new mod">
        <pc:chgData name="Nils Burkhard Patrik Zimmermann" userId="ff02bda6-aa1d-49f9-bc1c-920e1083daef" providerId="ADAL" clId="{763371D6-89AC-4058-B081-72DE74092EA5}" dt="2024-10-03T04:44:21.586" v="8671" actId="207"/>
        <pc:sldMkLst>
          <pc:docMk/>
          <pc:sldMk cId="1510742775" sldId="339"/>
        </pc:sldMkLst>
        <pc:spChg chg="add mod">
          <ac:chgData name="Nils Burkhard Patrik Zimmermann" userId="ff02bda6-aa1d-49f9-bc1c-920e1083daef" providerId="ADAL" clId="{763371D6-89AC-4058-B081-72DE74092EA5}" dt="2024-10-03T04:44:21.586" v="8671" actId="207"/>
          <ac:spMkLst>
            <pc:docMk/>
            <pc:sldMk cId="1510742775" sldId="339"/>
            <ac:spMk id="2" creationId="{83F8B96F-2D63-DD58-D034-259A7A8FCA12}"/>
          </ac:spMkLst>
        </pc:spChg>
      </pc:sldChg>
      <pc:sldChg chg="new del">
        <pc:chgData name="Nils Burkhard Patrik Zimmermann" userId="ff02bda6-aa1d-49f9-bc1c-920e1083daef" providerId="ADAL" clId="{763371D6-89AC-4058-B081-72DE74092EA5}" dt="2024-10-03T04:12:44.579" v="8393" actId="47"/>
        <pc:sldMkLst>
          <pc:docMk/>
          <pc:sldMk cId="3493691299" sldId="340"/>
        </pc:sldMkLst>
      </pc:sldChg>
      <pc:sldChg chg="modSp add mod setBg">
        <pc:chgData name="Nils Burkhard Patrik Zimmermann" userId="ff02bda6-aa1d-49f9-bc1c-920e1083daef" providerId="ADAL" clId="{763371D6-89AC-4058-B081-72DE74092EA5}" dt="2024-10-03T04:12:06.945" v="8368"/>
        <pc:sldMkLst>
          <pc:docMk/>
          <pc:sldMk cId="2355107145" sldId="341"/>
        </pc:sldMkLst>
        <pc:spChg chg="mod">
          <ac:chgData name="Nils Burkhard Patrik Zimmermann" userId="ff02bda6-aa1d-49f9-bc1c-920e1083daef" providerId="ADAL" clId="{763371D6-89AC-4058-B081-72DE74092EA5}" dt="2024-10-03T04:11:55.642" v="8367" actId="20577"/>
          <ac:spMkLst>
            <pc:docMk/>
            <pc:sldMk cId="2355107145" sldId="341"/>
            <ac:spMk id="4" creationId="{B2C0B36D-EC1D-4BEC-C15B-B614E01C2D4C}"/>
          </ac:spMkLst>
        </pc:spChg>
        <pc:spChg chg="mod">
          <ac:chgData name="Nils Burkhard Patrik Zimmermann" userId="ff02bda6-aa1d-49f9-bc1c-920e1083daef" providerId="ADAL" clId="{763371D6-89AC-4058-B081-72DE74092EA5}" dt="2024-10-03T04:11:47.731" v="8366" actId="27636"/>
          <ac:spMkLst>
            <pc:docMk/>
            <pc:sldMk cId="2355107145" sldId="341"/>
            <ac:spMk id="6" creationId="{B94EF978-E445-15BD-0A16-FFF11CFA7B6F}"/>
          </ac:spMkLst>
        </pc:spChg>
      </pc:sldChg>
      <pc:sldChg chg="modSp new mod">
        <pc:chgData name="Nils Burkhard Patrik Zimmermann" userId="ff02bda6-aa1d-49f9-bc1c-920e1083daef" providerId="ADAL" clId="{763371D6-89AC-4058-B081-72DE74092EA5}" dt="2024-10-03T04:12:41.131" v="8392" actId="20577"/>
        <pc:sldMkLst>
          <pc:docMk/>
          <pc:sldMk cId="2325684736" sldId="342"/>
        </pc:sldMkLst>
        <pc:spChg chg="mod">
          <ac:chgData name="Nils Burkhard Patrik Zimmermann" userId="ff02bda6-aa1d-49f9-bc1c-920e1083daef" providerId="ADAL" clId="{763371D6-89AC-4058-B081-72DE74092EA5}" dt="2024-10-03T04:12:41.131" v="8392" actId="20577"/>
          <ac:spMkLst>
            <pc:docMk/>
            <pc:sldMk cId="2325684736" sldId="342"/>
            <ac:spMk id="2" creationId="{556E9941-2C12-D8CE-35AE-28D65F5A3F2A}"/>
          </ac:spMkLst>
        </pc:spChg>
      </pc:sldChg>
      <pc:sldChg chg="modSp add mod ord">
        <pc:chgData name="Nils Burkhard Patrik Zimmermann" userId="ff02bda6-aa1d-49f9-bc1c-920e1083daef" providerId="ADAL" clId="{763371D6-89AC-4058-B081-72DE74092EA5}" dt="2024-10-03T04:30:58.411" v="8598"/>
        <pc:sldMkLst>
          <pc:docMk/>
          <pc:sldMk cId="1274928862" sldId="343"/>
        </pc:sldMkLst>
        <pc:spChg chg="mod">
          <ac:chgData name="Nils Burkhard Patrik Zimmermann" userId="ff02bda6-aa1d-49f9-bc1c-920e1083daef" providerId="ADAL" clId="{763371D6-89AC-4058-B081-72DE74092EA5}" dt="2024-10-03T04:30:44.922" v="8597" actId="20577"/>
          <ac:spMkLst>
            <pc:docMk/>
            <pc:sldMk cId="1274928862" sldId="343"/>
            <ac:spMk id="3" creationId="{C9CCFFA8-1FFA-B544-B19B-C119715DD60B}"/>
          </ac:spMkLst>
        </pc:spChg>
        <pc:spChg chg="mod">
          <ac:chgData name="Nils Burkhard Patrik Zimmermann" userId="ff02bda6-aa1d-49f9-bc1c-920e1083daef" providerId="ADAL" clId="{763371D6-89AC-4058-B081-72DE74092EA5}" dt="2024-10-03T04:18:41.744" v="8433" actId="27636"/>
          <ac:spMkLst>
            <pc:docMk/>
            <pc:sldMk cId="1274928862" sldId="343"/>
            <ac:spMk id="4" creationId="{F54D5858-A5D5-B73E-8F59-10343FDD2F07}"/>
          </ac:spMkLst>
        </pc:spChg>
      </pc:sldChg>
      <pc:sldChg chg="add del">
        <pc:chgData name="Nils Burkhard Patrik Zimmermann" userId="ff02bda6-aa1d-49f9-bc1c-920e1083daef" providerId="ADAL" clId="{763371D6-89AC-4058-B081-72DE74092EA5}" dt="2024-10-03T04:20:07.829" v="8436"/>
        <pc:sldMkLst>
          <pc:docMk/>
          <pc:sldMk cId="0" sldId="344"/>
        </pc:sldMkLst>
      </pc:sldChg>
      <pc:sldChg chg="modSp add mod">
        <pc:chgData name="Nils Burkhard Patrik Zimmermann" userId="ff02bda6-aa1d-49f9-bc1c-920e1083daef" providerId="ADAL" clId="{763371D6-89AC-4058-B081-72DE74092EA5}" dt="2024-10-03T04:25:16.690" v="8440" actId="27636"/>
        <pc:sldMkLst>
          <pc:docMk/>
          <pc:sldMk cId="149783806" sldId="344"/>
        </pc:sldMkLst>
        <pc:spChg chg="mod">
          <ac:chgData name="Nils Burkhard Patrik Zimmermann" userId="ff02bda6-aa1d-49f9-bc1c-920e1083daef" providerId="ADAL" clId="{763371D6-89AC-4058-B081-72DE74092EA5}" dt="2024-10-03T04:25:16.690" v="8440" actId="27636"/>
          <ac:spMkLst>
            <pc:docMk/>
            <pc:sldMk cId="149783806" sldId="344"/>
            <ac:spMk id="3" creationId="{007FEF88-4CEC-1943-EB1E-7F0CC161CD06}"/>
          </ac:spMkLst>
        </pc:spChg>
      </pc:sldChg>
      <pc:sldChg chg="modSp add del mod">
        <pc:chgData name="Nils Burkhard Patrik Zimmermann" userId="ff02bda6-aa1d-49f9-bc1c-920e1083daef" providerId="ADAL" clId="{763371D6-89AC-4058-B081-72DE74092EA5}" dt="2024-10-03T04:39:04.292" v="8644" actId="47"/>
        <pc:sldMkLst>
          <pc:docMk/>
          <pc:sldMk cId="1404838266" sldId="345"/>
        </pc:sldMkLst>
        <pc:spChg chg="mod">
          <ac:chgData name="Nils Burkhard Patrik Zimmermann" userId="ff02bda6-aa1d-49f9-bc1c-920e1083daef" providerId="ADAL" clId="{763371D6-89AC-4058-B081-72DE74092EA5}" dt="2024-10-03T04:36:40.902" v="8637" actId="27636"/>
          <ac:spMkLst>
            <pc:docMk/>
            <pc:sldMk cId="1404838266" sldId="345"/>
            <ac:spMk id="3" creationId="{934D4685-0435-B7D7-A875-DED68C183999}"/>
          </ac:spMkLst>
        </pc:spChg>
      </pc:sldChg>
      <pc:sldChg chg="add del">
        <pc:chgData name="Nils Burkhard Patrik Zimmermann" userId="ff02bda6-aa1d-49f9-bc1c-920e1083daef" providerId="ADAL" clId="{763371D6-89AC-4058-B081-72DE74092EA5}" dt="2024-10-03T04:38:13.970" v="8641" actId="47"/>
        <pc:sldMkLst>
          <pc:docMk/>
          <pc:sldMk cId="11555238" sldId="346"/>
        </pc:sldMkLst>
      </pc:sldChg>
      <pc:sldChg chg="modSp add del mod">
        <pc:chgData name="Nils Burkhard Patrik Zimmermann" userId="ff02bda6-aa1d-49f9-bc1c-920e1083daef" providerId="ADAL" clId="{763371D6-89AC-4058-B081-72DE74092EA5}" dt="2024-10-03T04:38:41.731" v="8642" actId="47"/>
        <pc:sldMkLst>
          <pc:docMk/>
          <pc:sldMk cId="928185190" sldId="347"/>
        </pc:sldMkLst>
        <pc:spChg chg="mod">
          <ac:chgData name="Nils Burkhard Patrik Zimmermann" userId="ff02bda6-aa1d-49f9-bc1c-920e1083daef" providerId="ADAL" clId="{763371D6-89AC-4058-B081-72DE74092EA5}" dt="2024-10-03T04:37:53.401" v="8639" actId="27636"/>
          <ac:spMkLst>
            <pc:docMk/>
            <pc:sldMk cId="928185190" sldId="347"/>
            <ac:spMk id="3" creationId="{934D4685-0435-B7D7-A875-DED68C183999}"/>
          </ac:spMkLst>
        </pc:spChg>
      </pc:sldChg>
      <pc:sldChg chg="add">
        <pc:chgData name="Nils Burkhard Patrik Zimmermann" userId="ff02bda6-aa1d-49f9-bc1c-920e1083daef" providerId="ADAL" clId="{763371D6-89AC-4058-B081-72DE74092EA5}" dt="2024-10-03T04:38:02.188" v="8640"/>
        <pc:sldMkLst>
          <pc:docMk/>
          <pc:sldMk cId="1737429938" sldId="348"/>
        </pc:sldMkLst>
      </pc:sldChg>
      <pc:sldChg chg="add">
        <pc:chgData name="Nils Burkhard Patrik Zimmermann" userId="ff02bda6-aa1d-49f9-bc1c-920e1083daef" providerId="ADAL" clId="{763371D6-89AC-4058-B081-72DE74092EA5}" dt="2024-10-03T04:38:02.188" v="8640"/>
        <pc:sldMkLst>
          <pc:docMk/>
          <pc:sldMk cId="710725316" sldId="349"/>
        </pc:sldMkLst>
      </pc:sldChg>
      <pc:sldChg chg="add del">
        <pc:chgData name="Nils Burkhard Patrik Zimmermann" userId="ff02bda6-aa1d-49f9-bc1c-920e1083daef" providerId="ADAL" clId="{763371D6-89AC-4058-B081-72DE74092EA5}" dt="2024-10-03T04:40:00.958" v="8648" actId="47"/>
        <pc:sldMkLst>
          <pc:docMk/>
          <pc:sldMk cId="234512226" sldId="350"/>
        </pc:sldMkLst>
      </pc:sldChg>
      <pc:sldChg chg="addSp delSp modSp new mod ord modNotesTx">
        <pc:chgData name="Nils Burkhard Patrik Zimmermann" userId="ff02bda6-aa1d-49f9-bc1c-920e1083daef" providerId="ADAL" clId="{763371D6-89AC-4058-B081-72DE74092EA5}" dt="2024-10-03T05:04:47.624" v="9636" actId="20577"/>
        <pc:sldMkLst>
          <pc:docMk/>
          <pc:sldMk cId="857713211" sldId="350"/>
        </pc:sldMkLst>
        <pc:spChg chg="mod">
          <ac:chgData name="Nils Burkhard Patrik Zimmermann" userId="ff02bda6-aa1d-49f9-bc1c-920e1083daef" providerId="ADAL" clId="{763371D6-89AC-4058-B081-72DE74092EA5}" dt="2024-10-03T05:04:47.624" v="9636" actId="20577"/>
          <ac:spMkLst>
            <pc:docMk/>
            <pc:sldMk cId="857713211" sldId="350"/>
            <ac:spMk id="2" creationId="{090404DE-D587-B537-FA04-81E1B9BB3E4B}"/>
          </ac:spMkLst>
        </pc:spChg>
        <pc:spChg chg="del">
          <ac:chgData name="Nils Burkhard Patrik Zimmermann" userId="ff02bda6-aa1d-49f9-bc1c-920e1083daef" providerId="ADAL" clId="{763371D6-89AC-4058-B081-72DE74092EA5}" dt="2024-10-03T04:52:07.990" v="8740"/>
          <ac:spMkLst>
            <pc:docMk/>
            <pc:sldMk cId="857713211" sldId="350"/>
            <ac:spMk id="3" creationId="{6AD2EDDF-08D9-7642-FB70-4832AC8E120C}"/>
          </ac:spMkLst>
        </pc:spChg>
        <pc:spChg chg="del mod">
          <ac:chgData name="Nils Burkhard Patrik Zimmermann" userId="ff02bda6-aa1d-49f9-bc1c-920e1083daef" providerId="ADAL" clId="{763371D6-89AC-4058-B081-72DE74092EA5}" dt="2024-10-03T04:59:22.698" v="9227" actId="478"/>
          <ac:spMkLst>
            <pc:docMk/>
            <pc:sldMk cId="857713211" sldId="350"/>
            <ac:spMk id="4" creationId="{C2779815-9006-C90D-3D55-3CAE4ABAE3C1}"/>
          </ac:spMkLst>
        </pc:spChg>
        <pc:picChg chg="add mod">
          <ac:chgData name="Nils Burkhard Patrik Zimmermann" userId="ff02bda6-aa1d-49f9-bc1c-920e1083daef" providerId="ADAL" clId="{763371D6-89AC-4058-B081-72DE74092EA5}" dt="2024-10-03T04:58:30.272" v="9218" actId="1076"/>
          <ac:picMkLst>
            <pc:docMk/>
            <pc:sldMk cId="857713211" sldId="350"/>
            <ac:picMk id="1026" creationId="{EC15D344-1FA2-96A7-5645-6259B620FC15}"/>
          </ac:picMkLst>
        </pc:picChg>
      </pc:sldChg>
      <pc:sldChg chg="add del">
        <pc:chgData name="Nils Burkhard Patrik Zimmermann" userId="ff02bda6-aa1d-49f9-bc1c-920e1083daef" providerId="ADAL" clId="{763371D6-89AC-4058-B081-72DE74092EA5}" dt="2024-10-03T04:40:02.297" v="8649" actId="47"/>
        <pc:sldMkLst>
          <pc:docMk/>
          <pc:sldMk cId="3283173747" sldId="351"/>
        </pc:sldMkLst>
      </pc:sldChg>
      <pc:sldMasterChg chg="modTransition modSldLayout">
        <pc:chgData name="Nils Burkhard Patrik Zimmermann" userId="ff02bda6-aa1d-49f9-bc1c-920e1083daef" providerId="ADAL" clId="{763371D6-89AC-4058-B081-72DE74092EA5}" dt="2024-10-03T02:17:23.047" v="4577"/>
        <pc:sldMasterMkLst>
          <pc:docMk/>
          <pc:sldMasterMk cId="2448077302" sldId="2147483675"/>
        </pc:sldMasterMkLst>
        <pc:sldLayoutChg chg="modTransition">
          <pc:chgData name="Nils Burkhard Patrik Zimmermann" userId="ff02bda6-aa1d-49f9-bc1c-920e1083daef" providerId="ADAL" clId="{763371D6-89AC-4058-B081-72DE74092EA5}" dt="2024-10-03T02:17:23.047" v="4577"/>
          <pc:sldLayoutMkLst>
            <pc:docMk/>
            <pc:sldMasterMk cId="2448077302" sldId="2147483675"/>
            <pc:sldLayoutMk cId="1682717026" sldId="2147483682"/>
          </pc:sldLayoutMkLst>
        </pc:sldLayoutChg>
        <pc:sldLayoutChg chg="delSp">
          <pc:chgData name="Nils Burkhard Patrik Zimmermann" userId="ff02bda6-aa1d-49f9-bc1c-920e1083daef" providerId="ADAL" clId="{763371D6-89AC-4058-B081-72DE74092EA5}" dt="2024-10-03T02:17:23.047" v="4577"/>
          <pc:sldLayoutMkLst>
            <pc:docMk/>
            <pc:sldMasterMk cId="2448077302" sldId="2147483675"/>
            <pc:sldLayoutMk cId="3804197849" sldId="2147483698"/>
          </pc:sldLayoutMkLst>
          <pc:spChg chg="del">
            <ac:chgData name="Nils Burkhard Patrik Zimmermann" userId="ff02bda6-aa1d-49f9-bc1c-920e1083daef" providerId="ADAL" clId="{763371D6-89AC-4058-B081-72DE74092EA5}" dt="2024-10-03T02:17:23.047" v="4577"/>
            <ac:spMkLst>
              <pc:docMk/>
              <pc:sldMasterMk cId="2448077302" sldId="2147483675"/>
              <pc:sldLayoutMk cId="3804197849" sldId="2147483698"/>
              <ac:spMk id="45" creationId="{00000000-0000-0000-0000-000000000000}"/>
            </ac:spMkLst>
          </pc:spChg>
        </pc:sldLayoutChg>
      </pc:sldMasterChg>
      <pc:sldMasterChg chg="modTransition modSldLayout">
        <pc:chgData name="Nils Burkhard Patrik Zimmermann" userId="ff02bda6-aa1d-49f9-bc1c-920e1083daef" providerId="ADAL" clId="{763371D6-89AC-4058-B081-72DE74092EA5}" dt="2024-10-03T02:19:12.415" v="4657"/>
        <pc:sldMasterMkLst>
          <pc:docMk/>
          <pc:sldMasterMk cId="1919124791" sldId="2147483701"/>
        </pc:sldMasterMkLst>
        <pc:sldLayoutChg chg="modTransition">
          <pc:chgData name="Nils Burkhard Patrik Zimmermann" userId="ff02bda6-aa1d-49f9-bc1c-920e1083daef" providerId="ADAL" clId="{763371D6-89AC-4058-B081-72DE74092EA5}" dt="2024-10-03T02:19:12.415" v="4657"/>
          <pc:sldLayoutMkLst>
            <pc:docMk/>
            <pc:sldMasterMk cId="1919124791" sldId="2147483701"/>
            <pc:sldLayoutMk cId="1657060630" sldId="2147483708"/>
          </pc:sldLayoutMkLst>
        </pc:sldLayoutChg>
      </pc:sldMasterChg>
      <pc:sldMasterChg chg="modTransition modSldLayout">
        <pc:chgData name="Nils Burkhard Patrik Zimmermann" userId="ff02bda6-aa1d-49f9-bc1c-920e1083daef" providerId="ADAL" clId="{763371D6-89AC-4058-B081-72DE74092EA5}" dt="2024-10-03T02:19:37.001" v="4670"/>
        <pc:sldMasterMkLst>
          <pc:docMk/>
          <pc:sldMasterMk cId="3695262775" sldId="2147483721"/>
        </pc:sldMasterMkLst>
        <pc:sldLayoutChg chg="modTransition">
          <pc:chgData name="Nils Burkhard Patrik Zimmermann" userId="ff02bda6-aa1d-49f9-bc1c-920e1083daef" providerId="ADAL" clId="{763371D6-89AC-4058-B081-72DE74092EA5}" dt="2024-10-03T02:19:37.001" v="4670"/>
          <pc:sldLayoutMkLst>
            <pc:docMk/>
            <pc:sldMasterMk cId="3695262775" sldId="2147483721"/>
            <pc:sldLayoutMk cId="2307353367" sldId="2147483728"/>
          </pc:sldLayoutMkLst>
        </pc:sldLayoutChg>
      </pc:sldMasterChg>
      <pc:sldMasterChg chg="modTransition modSldLayout">
        <pc:chgData name="Nils Burkhard Patrik Zimmermann" userId="ff02bda6-aa1d-49f9-bc1c-920e1083daef" providerId="ADAL" clId="{763371D6-89AC-4058-B081-72DE74092EA5}" dt="2024-10-03T02:19:44.536" v="4686"/>
        <pc:sldMasterMkLst>
          <pc:docMk/>
          <pc:sldMasterMk cId="2427539547" sldId="2147483741"/>
        </pc:sldMasterMkLst>
        <pc:sldLayoutChg chg="modTransition">
          <pc:chgData name="Nils Burkhard Patrik Zimmermann" userId="ff02bda6-aa1d-49f9-bc1c-920e1083daef" providerId="ADAL" clId="{763371D6-89AC-4058-B081-72DE74092EA5}" dt="2024-10-03T02:19:44.536" v="4686"/>
          <pc:sldLayoutMkLst>
            <pc:docMk/>
            <pc:sldMasterMk cId="2427539547" sldId="2147483741"/>
            <pc:sldLayoutMk cId="3962748678" sldId="2147483748"/>
          </pc:sldLayoutMkLst>
        </pc:sldLayoutChg>
      </pc:sldMasterChg>
      <pc:sldMasterChg chg="modTransition modSldLayout">
        <pc:chgData name="Nils Burkhard Patrik Zimmermann" userId="ff02bda6-aa1d-49f9-bc1c-920e1083daef" providerId="ADAL" clId="{763371D6-89AC-4058-B081-72DE74092EA5}" dt="2024-10-03T02:19:47.821" v="4687"/>
        <pc:sldMasterMkLst>
          <pc:docMk/>
          <pc:sldMasterMk cId="3521756584" sldId="2147483761"/>
        </pc:sldMasterMkLst>
        <pc:sldLayoutChg chg="modTransition">
          <pc:chgData name="Nils Burkhard Patrik Zimmermann" userId="ff02bda6-aa1d-49f9-bc1c-920e1083daef" providerId="ADAL" clId="{763371D6-89AC-4058-B081-72DE74092EA5}" dt="2024-10-03T02:19:47.821" v="4687"/>
          <pc:sldLayoutMkLst>
            <pc:docMk/>
            <pc:sldMasterMk cId="3521756584" sldId="2147483761"/>
            <pc:sldLayoutMk cId="2709437703" sldId="2147483768"/>
          </pc:sldLayoutMkLst>
        </pc:sldLayoutChg>
      </pc:sldMasterChg>
      <pc:sldMasterChg chg="modTransition modSldLayout">
        <pc:chgData name="Nils Burkhard Patrik Zimmermann" userId="ff02bda6-aa1d-49f9-bc1c-920e1083daef" providerId="ADAL" clId="{763371D6-89AC-4058-B081-72DE74092EA5}" dt="2024-10-03T02:19:59.233" v="4688"/>
        <pc:sldMasterMkLst>
          <pc:docMk/>
          <pc:sldMasterMk cId="4239859696" sldId="2147483781"/>
        </pc:sldMasterMkLst>
        <pc:sldLayoutChg chg="modTransition">
          <pc:chgData name="Nils Burkhard Patrik Zimmermann" userId="ff02bda6-aa1d-49f9-bc1c-920e1083daef" providerId="ADAL" clId="{763371D6-89AC-4058-B081-72DE74092EA5}" dt="2024-10-03T02:19:59.233" v="4688"/>
          <pc:sldLayoutMkLst>
            <pc:docMk/>
            <pc:sldMasterMk cId="4239859696" sldId="2147483781"/>
            <pc:sldLayoutMk cId="283668086" sldId="2147483788"/>
          </pc:sldLayoutMkLst>
        </pc:sldLayoutChg>
      </pc:sldMasterChg>
      <pc:sldMasterChg chg="modTransition modSldLayout">
        <pc:chgData name="Nils Burkhard Patrik Zimmermann" userId="ff02bda6-aa1d-49f9-bc1c-920e1083daef" providerId="ADAL" clId="{763371D6-89AC-4058-B081-72DE74092EA5}" dt="2024-10-03T02:21:06.747" v="4703"/>
        <pc:sldMasterMkLst>
          <pc:docMk/>
          <pc:sldMasterMk cId="1785466460" sldId="2147483806"/>
        </pc:sldMasterMkLst>
        <pc:sldLayoutChg chg="modTransition">
          <pc:chgData name="Nils Burkhard Patrik Zimmermann" userId="ff02bda6-aa1d-49f9-bc1c-920e1083daef" providerId="ADAL" clId="{763371D6-89AC-4058-B081-72DE74092EA5}" dt="2024-10-03T02:21:06.747" v="4703"/>
          <pc:sldLayoutMkLst>
            <pc:docMk/>
            <pc:sldMasterMk cId="1785466460" sldId="2147483806"/>
            <pc:sldLayoutMk cId="2857843636" sldId="2147483813"/>
          </pc:sldLayoutMkLst>
        </pc:sldLayoutChg>
      </pc:sldMasterChg>
      <pc:sldMasterChg chg="modTransition modSldLayout">
        <pc:chgData name="Nils Burkhard Patrik Zimmermann" userId="ff02bda6-aa1d-49f9-bc1c-920e1083daef" providerId="ADAL" clId="{763371D6-89AC-4058-B081-72DE74092EA5}" dt="2024-10-03T02:21:21.383" v="4704"/>
        <pc:sldMasterMkLst>
          <pc:docMk/>
          <pc:sldMasterMk cId="3557665931" sldId="2147483831"/>
        </pc:sldMasterMkLst>
        <pc:sldLayoutChg chg="modTransition">
          <pc:chgData name="Nils Burkhard Patrik Zimmermann" userId="ff02bda6-aa1d-49f9-bc1c-920e1083daef" providerId="ADAL" clId="{763371D6-89AC-4058-B081-72DE74092EA5}" dt="2024-10-03T02:21:21.383" v="4704"/>
          <pc:sldLayoutMkLst>
            <pc:docMk/>
            <pc:sldMasterMk cId="3557665931" sldId="2147483831"/>
            <pc:sldLayoutMk cId="1759217765" sldId="2147483838"/>
          </pc:sldLayoutMkLst>
        </pc:sldLayoutChg>
      </pc:sldMasterChg>
      <pc:sldMasterChg chg="modTransition modSldLayout">
        <pc:chgData name="Nils Burkhard Patrik Zimmermann" userId="ff02bda6-aa1d-49f9-bc1c-920e1083daef" providerId="ADAL" clId="{763371D6-89AC-4058-B081-72DE74092EA5}" dt="2024-10-03T02:37:20.842" v="4915"/>
        <pc:sldMasterMkLst>
          <pc:docMk/>
          <pc:sldMasterMk cId="1684306491" sldId="2147483856"/>
        </pc:sldMasterMkLst>
        <pc:sldLayoutChg chg="modTransition">
          <pc:chgData name="Nils Burkhard Patrik Zimmermann" userId="ff02bda6-aa1d-49f9-bc1c-920e1083daef" providerId="ADAL" clId="{763371D6-89AC-4058-B081-72DE74092EA5}" dt="2024-10-03T02:37:20.842" v="4915"/>
          <pc:sldLayoutMkLst>
            <pc:docMk/>
            <pc:sldMasterMk cId="1684306491" sldId="2147483856"/>
            <pc:sldLayoutMk cId="683191546" sldId="2147483863"/>
          </pc:sldLayoutMkLst>
        </pc:sldLayoutChg>
      </pc:sldMasterChg>
      <pc:sldMasterChg chg="modTransition modSldLayout">
        <pc:chgData name="Nils Burkhard Patrik Zimmermann" userId="ff02bda6-aa1d-49f9-bc1c-920e1083daef" providerId="ADAL" clId="{763371D6-89AC-4058-B081-72DE74092EA5}" dt="2024-10-03T02:37:32.395" v="4930"/>
        <pc:sldMasterMkLst>
          <pc:docMk/>
          <pc:sldMasterMk cId="350217784" sldId="2147483876"/>
        </pc:sldMasterMkLst>
        <pc:sldLayoutChg chg="modTransition">
          <pc:chgData name="Nils Burkhard Patrik Zimmermann" userId="ff02bda6-aa1d-49f9-bc1c-920e1083daef" providerId="ADAL" clId="{763371D6-89AC-4058-B081-72DE74092EA5}" dt="2024-10-03T02:37:32.395" v="4930"/>
          <pc:sldLayoutMkLst>
            <pc:docMk/>
            <pc:sldMasterMk cId="350217784" sldId="2147483876"/>
            <pc:sldLayoutMk cId="2799896924" sldId="2147483883"/>
          </pc:sldLayoutMkLst>
        </pc:sldLayoutChg>
      </pc:sldMasterChg>
      <pc:sldMasterChg chg="modTransition modSldLayout">
        <pc:chgData name="Nils Burkhard Patrik Zimmermann" userId="ff02bda6-aa1d-49f9-bc1c-920e1083daef" providerId="ADAL" clId="{763371D6-89AC-4058-B081-72DE74092EA5}" dt="2024-10-03T02:37:33.498" v="4931"/>
        <pc:sldMasterMkLst>
          <pc:docMk/>
          <pc:sldMasterMk cId="2463523863" sldId="2147483896"/>
        </pc:sldMasterMkLst>
        <pc:sldLayoutChg chg="modTransition">
          <pc:chgData name="Nils Burkhard Patrik Zimmermann" userId="ff02bda6-aa1d-49f9-bc1c-920e1083daef" providerId="ADAL" clId="{763371D6-89AC-4058-B081-72DE74092EA5}" dt="2024-10-03T02:37:33.498" v="4931"/>
          <pc:sldLayoutMkLst>
            <pc:docMk/>
            <pc:sldMasterMk cId="2463523863" sldId="2147483896"/>
            <pc:sldLayoutMk cId="2638385467" sldId="2147483903"/>
          </pc:sldLayoutMkLst>
        </pc:sldLayoutChg>
      </pc:sldMasterChg>
      <pc:sldMasterChg chg="modTransition modSldLayout">
        <pc:chgData name="Nils Burkhard Patrik Zimmermann" userId="ff02bda6-aa1d-49f9-bc1c-920e1083daef" providerId="ADAL" clId="{763371D6-89AC-4058-B081-72DE74092EA5}" dt="2024-10-03T02:37:34.620" v="4945"/>
        <pc:sldMasterMkLst>
          <pc:docMk/>
          <pc:sldMasterMk cId="56547969" sldId="2147483921"/>
        </pc:sldMasterMkLst>
        <pc:sldLayoutChg chg="modTransition">
          <pc:chgData name="Nils Burkhard Patrik Zimmermann" userId="ff02bda6-aa1d-49f9-bc1c-920e1083daef" providerId="ADAL" clId="{763371D6-89AC-4058-B081-72DE74092EA5}" dt="2024-10-03T02:37:34.620" v="4945"/>
          <pc:sldLayoutMkLst>
            <pc:docMk/>
            <pc:sldMasterMk cId="56547969" sldId="2147483921"/>
            <pc:sldLayoutMk cId="1917589801" sldId="2147483928"/>
          </pc:sldLayoutMkLst>
        </pc:sldLayoutChg>
      </pc:sldMasterChg>
      <pc:sldMasterChg chg="modTransition modSldLayout">
        <pc:chgData name="Nils Burkhard Patrik Zimmermann" userId="ff02bda6-aa1d-49f9-bc1c-920e1083daef" providerId="ADAL" clId="{763371D6-89AC-4058-B081-72DE74092EA5}" dt="2024-10-03T02:37:39.755" v="4960"/>
        <pc:sldMasterMkLst>
          <pc:docMk/>
          <pc:sldMasterMk cId="3523881593" sldId="2147483941"/>
        </pc:sldMasterMkLst>
        <pc:sldLayoutChg chg="modTransition">
          <pc:chgData name="Nils Burkhard Patrik Zimmermann" userId="ff02bda6-aa1d-49f9-bc1c-920e1083daef" providerId="ADAL" clId="{763371D6-89AC-4058-B081-72DE74092EA5}" dt="2024-10-03T02:37:39.755" v="4960"/>
          <pc:sldLayoutMkLst>
            <pc:docMk/>
            <pc:sldMasterMk cId="3523881593" sldId="2147483941"/>
            <pc:sldLayoutMk cId="2395135741" sldId="2147483948"/>
          </pc:sldLayoutMkLst>
        </pc:sldLayoutChg>
      </pc:sldMasterChg>
      <pc:sldMasterChg chg="modTransition modSldLayout">
        <pc:chgData name="Nils Burkhard Patrik Zimmermann" userId="ff02bda6-aa1d-49f9-bc1c-920e1083daef" providerId="ADAL" clId="{763371D6-89AC-4058-B081-72DE74092EA5}" dt="2024-10-03T02:37:45.438" v="4961"/>
        <pc:sldMasterMkLst>
          <pc:docMk/>
          <pc:sldMasterMk cId="858339686" sldId="2147483961"/>
        </pc:sldMasterMkLst>
        <pc:sldLayoutChg chg="modTransition">
          <pc:chgData name="Nils Burkhard Patrik Zimmermann" userId="ff02bda6-aa1d-49f9-bc1c-920e1083daef" providerId="ADAL" clId="{763371D6-89AC-4058-B081-72DE74092EA5}" dt="2024-10-03T02:37:45.438" v="4961"/>
          <pc:sldLayoutMkLst>
            <pc:docMk/>
            <pc:sldMasterMk cId="858339686" sldId="2147483961"/>
            <pc:sldLayoutMk cId="1744777607" sldId="2147483968"/>
          </pc:sldLayoutMkLst>
        </pc:sldLayoutChg>
      </pc:sldMasterChg>
      <pc:sldMasterChg chg="modTransition modSldLayout">
        <pc:chgData name="Nils Burkhard Patrik Zimmermann" userId="ff02bda6-aa1d-49f9-bc1c-920e1083daef" providerId="ADAL" clId="{763371D6-89AC-4058-B081-72DE74092EA5}" dt="2024-10-03T02:37:46.431" v="4962"/>
        <pc:sldMasterMkLst>
          <pc:docMk/>
          <pc:sldMasterMk cId="40499017" sldId="2147483981"/>
        </pc:sldMasterMkLst>
        <pc:sldLayoutChg chg="modTransition">
          <pc:chgData name="Nils Burkhard Patrik Zimmermann" userId="ff02bda6-aa1d-49f9-bc1c-920e1083daef" providerId="ADAL" clId="{763371D6-89AC-4058-B081-72DE74092EA5}" dt="2024-10-03T02:37:46.431" v="4962"/>
          <pc:sldLayoutMkLst>
            <pc:docMk/>
            <pc:sldMasterMk cId="40499017" sldId="2147483981"/>
            <pc:sldLayoutMk cId="2993130815" sldId="2147483988"/>
          </pc:sldLayoutMkLst>
        </pc:sldLayoutChg>
      </pc:sldMasterChg>
      <pc:sldMasterChg chg="modTransition modSldLayout">
        <pc:chgData name="Nils Burkhard Patrik Zimmermann" userId="ff02bda6-aa1d-49f9-bc1c-920e1083daef" providerId="ADAL" clId="{763371D6-89AC-4058-B081-72DE74092EA5}" dt="2024-10-03T02:37:47.330" v="4963"/>
        <pc:sldMasterMkLst>
          <pc:docMk/>
          <pc:sldMasterMk cId="3751797507" sldId="2147484001"/>
        </pc:sldMasterMkLst>
        <pc:sldLayoutChg chg="modTransition">
          <pc:chgData name="Nils Burkhard Patrik Zimmermann" userId="ff02bda6-aa1d-49f9-bc1c-920e1083daef" providerId="ADAL" clId="{763371D6-89AC-4058-B081-72DE74092EA5}" dt="2024-10-03T02:37:47.330" v="4963"/>
          <pc:sldLayoutMkLst>
            <pc:docMk/>
            <pc:sldMasterMk cId="3751797507" sldId="2147484001"/>
            <pc:sldLayoutMk cId="451576492" sldId="2147484008"/>
          </pc:sldLayoutMkLst>
        </pc:sldLayoutChg>
      </pc:sldMasterChg>
      <pc:sldMasterChg chg="modTransition modSldLayout">
        <pc:chgData name="Nils Burkhard Patrik Zimmermann" userId="ff02bda6-aa1d-49f9-bc1c-920e1083daef" providerId="ADAL" clId="{763371D6-89AC-4058-B081-72DE74092EA5}" dt="2024-10-03T02:37:52.589" v="4964"/>
        <pc:sldMasterMkLst>
          <pc:docMk/>
          <pc:sldMasterMk cId="2735845674" sldId="2147484021"/>
        </pc:sldMasterMkLst>
        <pc:sldLayoutChg chg="modTransition">
          <pc:chgData name="Nils Burkhard Patrik Zimmermann" userId="ff02bda6-aa1d-49f9-bc1c-920e1083daef" providerId="ADAL" clId="{763371D6-89AC-4058-B081-72DE74092EA5}" dt="2024-10-03T02:37:52.589" v="4964"/>
          <pc:sldLayoutMkLst>
            <pc:docMk/>
            <pc:sldMasterMk cId="2735845674" sldId="2147484021"/>
            <pc:sldLayoutMk cId="2182292037" sldId="2147484028"/>
          </pc:sldLayoutMkLst>
        </pc:sldLayoutChg>
      </pc:sldMasterChg>
      <pc:sldMasterChg chg="modTransition modSldLayout">
        <pc:chgData name="Nils Burkhard Patrik Zimmermann" userId="ff02bda6-aa1d-49f9-bc1c-920e1083daef" providerId="ADAL" clId="{763371D6-89AC-4058-B081-72DE74092EA5}" dt="2024-10-03T02:37:53.534" v="4980"/>
        <pc:sldMasterMkLst>
          <pc:docMk/>
          <pc:sldMasterMk cId="1351696470" sldId="2147484047"/>
        </pc:sldMasterMkLst>
        <pc:sldLayoutChg chg="modTransition">
          <pc:chgData name="Nils Burkhard Patrik Zimmermann" userId="ff02bda6-aa1d-49f9-bc1c-920e1083daef" providerId="ADAL" clId="{763371D6-89AC-4058-B081-72DE74092EA5}" dt="2024-10-03T02:37:53.534" v="4980"/>
          <pc:sldLayoutMkLst>
            <pc:docMk/>
            <pc:sldMasterMk cId="1351696470" sldId="2147484047"/>
            <pc:sldLayoutMk cId="302964564" sldId="2147484054"/>
          </pc:sldLayoutMkLst>
        </pc:sldLayoutChg>
      </pc:sldMasterChg>
      <pc:sldMasterChg chg="modTransition modSldLayout">
        <pc:chgData name="Nils Burkhard Patrik Zimmermann" userId="ff02bda6-aa1d-49f9-bc1c-920e1083daef" providerId="ADAL" clId="{763371D6-89AC-4058-B081-72DE74092EA5}" dt="2024-10-03T02:37:55.605" v="4981"/>
        <pc:sldMasterMkLst>
          <pc:docMk/>
          <pc:sldMasterMk cId="2581103998" sldId="2147484073"/>
        </pc:sldMasterMkLst>
        <pc:sldLayoutChg chg="modTransition">
          <pc:chgData name="Nils Burkhard Patrik Zimmermann" userId="ff02bda6-aa1d-49f9-bc1c-920e1083daef" providerId="ADAL" clId="{763371D6-89AC-4058-B081-72DE74092EA5}" dt="2024-10-03T02:37:55.605" v="4981"/>
          <pc:sldLayoutMkLst>
            <pc:docMk/>
            <pc:sldMasterMk cId="2581103998" sldId="2147484073"/>
            <pc:sldLayoutMk cId="3211059060" sldId="2147484080"/>
          </pc:sldLayoutMkLst>
        </pc:sldLayoutChg>
      </pc:sldMasterChg>
      <pc:sldMasterChg chg="modTransition modSldLayout">
        <pc:chgData name="Nils Burkhard Patrik Zimmermann" userId="ff02bda6-aa1d-49f9-bc1c-920e1083daef" providerId="ADAL" clId="{763371D6-89AC-4058-B081-72DE74092EA5}" dt="2024-10-03T02:37:56.865" v="4991"/>
        <pc:sldMasterMkLst>
          <pc:docMk/>
          <pc:sldMasterMk cId="194616946" sldId="2147484093"/>
        </pc:sldMasterMkLst>
        <pc:sldLayoutChg chg="modTransition">
          <pc:chgData name="Nils Burkhard Patrik Zimmermann" userId="ff02bda6-aa1d-49f9-bc1c-920e1083daef" providerId="ADAL" clId="{763371D6-89AC-4058-B081-72DE74092EA5}" dt="2024-10-03T02:37:56.865" v="4991"/>
          <pc:sldLayoutMkLst>
            <pc:docMk/>
            <pc:sldMasterMk cId="194616946" sldId="2147484093"/>
            <pc:sldLayoutMk cId="864956737" sldId="2147484100"/>
          </pc:sldLayoutMkLst>
        </pc:sldLayoutChg>
      </pc:sldMasterChg>
      <pc:sldMasterChg chg="modTransition modSldLayout">
        <pc:chgData name="Nils Burkhard Patrik Zimmermann" userId="ff02bda6-aa1d-49f9-bc1c-920e1083daef" providerId="ADAL" clId="{763371D6-89AC-4058-B081-72DE74092EA5}" dt="2024-10-03T02:37:59.897" v="5001"/>
        <pc:sldMasterMkLst>
          <pc:docMk/>
          <pc:sldMasterMk cId="3407364901" sldId="2147484119"/>
        </pc:sldMasterMkLst>
        <pc:sldLayoutChg chg="modTransition">
          <pc:chgData name="Nils Burkhard Patrik Zimmermann" userId="ff02bda6-aa1d-49f9-bc1c-920e1083daef" providerId="ADAL" clId="{763371D6-89AC-4058-B081-72DE74092EA5}" dt="2024-10-03T02:37:59.897" v="5001"/>
          <pc:sldLayoutMkLst>
            <pc:docMk/>
            <pc:sldMasterMk cId="3407364901" sldId="2147484119"/>
            <pc:sldLayoutMk cId="2639596476" sldId="2147484126"/>
          </pc:sldLayoutMkLst>
        </pc:sldLayoutChg>
      </pc:sldMasterChg>
      <pc:sldMasterChg chg="modTransition modSldLayout">
        <pc:chgData name="Nils Burkhard Patrik Zimmermann" userId="ff02bda6-aa1d-49f9-bc1c-920e1083daef" providerId="ADAL" clId="{763371D6-89AC-4058-B081-72DE74092EA5}" dt="2024-10-03T02:38:02.995" v="5011"/>
        <pc:sldMasterMkLst>
          <pc:docMk/>
          <pc:sldMasterMk cId="3850662201" sldId="2147484145"/>
        </pc:sldMasterMkLst>
        <pc:sldLayoutChg chg="modTransition">
          <pc:chgData name="Nils Burkhard Patrik Zimmermann" userId="ff02bda6-aa1d-49f9-bc1c-920e1083daef" providerId="ADAL" clId="{763371D6-89AC-4058-B081-72DE74092EA5}" dt="2024-10-03T02:38:02.995" v="5011"/>
          <pc:sldLayoutMkLst>
            <pc:docMk/>
            <pc:sldMasterMk cId="3850662201" sldId="2147484145"/>
            <pc:sldLayoutMk cId="3887556080" sldId="2147484152"/>
          </pc:sldLayoutMkLst>
        </pc:sldLayoutChg>
      </pc:sldMasterChg>
      <pc:sldMasterChg chg="modTransition modSldLayout">
        <pc:chgData name="Nils Burkhard Patrik Zimmermann" userId="ff02bda6-aa1d-49f9-bc1c-920e1083daef" providerId="ADAL" clId="{763371D6-89AC-4058-B081-72DE74092EA5}" dt="2024-10-03T02:38:04.606" v="5021"/>
        <pc:sldMasterMkLst>
          <pc:docMk/>
          <pc:sldMasterMk cId="3286353551" sldId="2147484165"/>
        </pc:sldMasterMkLst>
        <pc:sldLayoutChg chg="modTransition">
          <pc:chgData name="Nils Burkhard Patrik Zimmermann" userId="ff02bda6-aa1d-49f9-bc1c-920e1083daef" providerId="ADAL" clId="{763371D6-89AC-4058-B081-72DE74092EA5}" dt="2024-10-03T02:38:04.606" v="5021"/>
          <pc:sldLayoutMkLst>
            <pc:docMk/>
            <pc:sldMasterMk cId="3286353551" sldId="2147484165"/>
            <pc:sldLayoutMk cId="1312186882" sldId="2147484172"/>
          </pc:sldLayoutMkLst>
        </pc:sldLayoutChg>
      </pc:sldMasterChg>
      <pc:sldMasterChg chg="modTransition modSldLayout">
        <pc:chgData name="Nils Burkhard Patrik Zimmermann" userId="ff02bda6-aa1d-49f9-bc1c-920e1083daef" providerId="ADAL" clId="{763371D6-89AC-4058-B081-72DE74092EA5}" dt="2024-10-03T02:38:06.248" v="5030"/>
        <pc:sldMasterMkLst>
          <pc:docMk/>
          <pc:sldMasterMk cId="3302109173" sldId="2147484191"/>
        </pc:sldMasterMkLst>
        <pc:sldLayoutChg chg="modTransition">
          <pc:chgData name="Nils Burkhard Patrik Zimmermann" userId="ff02bda6-aa1d-49f9-bc1c-920e1083daef" providerId="ADAL" clId="{763371D6-89AC-4058-B081-72DE74092EA5}" dt="2024-10-03T02:38:06.248" v="5030"/>
          <pc:sldLayoutMkLst>
            <pc:docMk/>
            <pc:sldMasterMk cId="3302109173" sldId="2147484191"/>
            <pc:sldLayoutMk cId="4054215681" sldId="2147484198"/>
          </pc:sldLayoutMkLst>
        </pc:sldLayoutChg>
      </pc:sldMasterChg>
      <pc:sldMasterChg chg="modTransition modSldLayout">
        <pc:chgData name="Nils Burkhard Patrik Zimmermann" userId="ff02bda6-aa1d-49f9-bc1c-920e1083daef" providerId="ADAL" clId="{763371D6-89AC-4058-B081-72DE74092EA5}" dt="2024-10-03T02:38:08.186" v="5040"/>
        <pc:sldMasterMkLst>
          <pc:docMk/>
          <pc:sldMasterMk cId="1173184689" sldId="2147484217"/>
        </pc:sldMasterMkLst>
        <pc:sldLayoutChg chg="modTransition">
          <pc:chgData name="Nils Burkhard Patrik Zimmermann" userId="ff02bda6-aa1d-49f9-bc1c-920e1083daef" providerId="ADAL" clId="{763371D6-89AC-4058-B081-72DE74092EA5}" dt="2024-10-03T02:38:08.186" v="5040"/>
          <pc:sldLayoutMkLst>
            <pc:docMk/>
            <pc:sldMasterMk cId="1173184689" sldId="2147484217"/>
            <pc:sldLayoutMk cId="3587561926" sldId="2147484224"/>
          </pc:sldLayoutMkLst>
        </pc:sldLayoutChg>
      </pc:sldMasterChg>
      <pc:sldMasterChg chg="modTransition modSldLayout">
        <pc:chgData name="Nils Burkhard Patrik Zimmermann" userId="ff02bda6-aa1d-49f9-bc1c-920e1083daef" providerId="ADAL" clId="{763371D6-89AC-4058-B081-72DE74092EA5}" dt="2024-10-03T02:38:11.842" v="5050"/>
        <pc:sldMasterMkLst>
          <pc:docMk/>
          <pc:sldMasterMk cId="150653279" sldId="2147484237"/>
        </pc:sldMasterMkLst>
        <pc:sldLayoutChg chg="modTransition">
          <pc:chgData name="Nils Burkhard Patrik Zimmermann" userId="ff02bda6-aa1d-49f9-bc1c-920e1083daef" providerId="ADAL" clId="{763371D6-89AC-4058-B081-72DE74092EA5}" dt="2024-10-03T02:38:11.842" v="5050"/>
          <pc:sldLayoutMkLst>
            <pc:docMk/>
            <pc:sldMasterMk cId="150653279" sldId="2147484237"/>
            <pc:sldLayoutMk cId="2033646819" sldId="2147484244"/>
          </pc:sldLayoutMkLst>
        </pc:sldLayoutChg>
      </pc:sldMasterChg>
      <pc:sldMasterChg chg="modTransition modSldLayout">
        <pc:chgData name="Nils Burkhard Patrik Zimmermann" userId="ff02bda6-aa1d-49f9-bc1c-920e1083daef" providerId="ADAL" clId="{763371D6-89AC-4058-B081-72DE74092EA5}" dt="2024-10-03T02:38:15.148" v="5073"/>
        <pc:sldMasterMkLst>
          <pc:docMk/>
          <pc:sldMasterMk cId="44447586" sldId="2147484263"/>
        </pc:sldMasterMkLst>
        <pc:sldLayoutChg chg="modTransition">
          <pc:chgData name="Nils Burkhard Patrik Zimmermann" userId="ff02bda6-aa1d-49f9-bc1c-920e1083daef" providerId="ADAL" clId="{763371D6-89AC-4058-B081-72DE74092EA5}" dt="2024-10-03T02:38:15.148" v="5073"/>
          <pc:sldLayoutMkLst>
            <pc:docMk/>
            <pc:sldMasterMk cId="44447586" sldId="2147484263"/>
            <pc:sldLayoutMk cId="1297099260" sldId="2147484270"/>
          </pc:sldLayoutMkLst>
        </pc:sldLayoutChg>
      </pc:sldMasterChg>
      <pc:sldMasterChg chg="modTransition modSldLayout">
        <pc:chgData name="Nils Burkhard Patrik Zimmermann" userId="ff02bda6-aa1d-49f9-bc1c-920e1083daef" providerId="ADAL" clId="{763371D6-89AC-4058-B081-72DE74092EA5}" dt="2024-10-03T02:38:16.775" v="5096"/>
        <pc:sldMasterMkLst>
          <pc:docMk/>
          <pc:sldMasterMk cId="596679077" sldId="2147484283"/>
        </pc:sldMasterMkLst>
        <pc:sldLayoutChg chg="modTransition">
          <pc:chgData name="Nils Burkhard Patrik Zimmermann" userId="ff02bda6-aa1d-49f9-bc1c-920e1083daef" providerId="ADAL" clId="{763371D6-89AC-4058-B081-72DE74092EA5}" dt="2024-10-03T02:38:16.775" v="5096"/>
          <pc:sldLayoutMkLst>
            <pc:docMk/>
            <pc:sldMasterMk cId="596679077" sldId="2147484283"/>
            <pc:sldLayoutMk cId="355911565" sldId="2147484290"/>
          </pc:sldLayoutMkLst>
        </pc:sldLayoutChg>
      </pc:sldMasterChg>
      <pc:sldMasterChg chg="modTransition modSldLayout">
        <pc:chgData name="Nils Burkhard Patrik Zimmermann" userId="ff02bda6-aa1d-49f9-bc1c-920e1083daef" providerId="ADAL" clId="{763371D6-89AC-4058-B081-72DE74092EA5}" dt="2024-10-03T02:38:18.188" v="5111"/>
        <pc:sldMasterMkLst>
          <pc:docMk/>
          <pc:sldMasterMk cId="3005286697" sldId="2147484309"/>
        </pc:sldMasterMkLst>
        <pc:sldLayoutChg chg="modTransition">
          <pc:chgData name="Nils Burkhard Patrik Zimmermann" userId="ff02bda6-aa1d-49f9-bc1c-920e1083daef" providerId="ADAL" clId="{763371D6-89AC-4058-B081-72DE74092EA5}" dt="2024-10-03T02:38:18.188" v="5111"/>
          <pc:sldLayoutMkLst>
            <pc:docMk/>
            <pc:sldMasterMk cId="3005286697" sldId="2147484309"/>
            <pc:sldLayoutMk cId="2441821818" sldId="2147484316"/>
          </pc:sldLayoutMkLst>
        </pc:sldLayoutChg>
      </pc:sldMasterChg>
      <pc:sldMasterChg chg="modTransition modSldLayout">
        <pc:chgData name="Nils Burkhard Patrik Zimmermann" userId="ff02bda6-aa1d-49f9-bc1c-920e1083daef" providerId="ADAL" clId="{763371D6-89AC-4058-B081-72DE74092EA5}" dt="2024-10-03T02:38:22.865" v="5116"/>
        <pc:sldMasterMkLst>
          <pc:docMk/>
          <pc:sldMasterMk cId="3617067228" sldId="2147484335"/>
        </pc:sldMasterMkLst>
        <pc:sldLayoutChg chg="modTransition">
          <pc:chgData name="Nils Burkhard Patrik Zimmermann" userId="ff02bda6-aa1d-49f9-bc1c-920e1083daef" providerId="ADAL" clId="{763371D6-89AC-4058-B081-72DE74092EA5}" dt="2024-10-03T02:38:22.865" v="5116"/>
          <pc:sldLayoutMkLst>
            <pc:docMk/>
            <pc:sldMasterMk cId="3617067228" sldId="2147484335"/>
            <pc:sldLayoutMk cId="1532037732" sldId="2147484342"/>
          </pc:sldLayoutMkLst>
        </pc:sldLayoutChg>
      </pc:sldMasterChg>
      <pc:sldMasterChg chg="modTransition modSldLayout">
        <pc:chgData name="Nils Burkhard Patrik Zimmermann" userId="ff02bda6-aa1d-49f9-bc1c-920e1083daef" providerId="ADAL" clId="{763371D6-89AC-4058-B081-72DE74092EA5}" dt="2024-10-03T02:38:27.803" v="5132"/>
        <pc:sldMasterMkLst>
          <pc:docMk/>
          <pc:sldMasterMk cId="863562978" sldId="2147484355"/>
        </pc:sldMasterMkLst>
        <pc:sldLayoutChg chg="modTransition">
          <pc:chgData name="Nils Burkhard Patrik Zimmermann" userId="ff02bda6-aa1d-49f9-bc1c-920e1083daef" providerId="ADAL" clId="{763371D6-89AC-4058-B081-72DE74092EA5}" dt="2024-10-03T02:38:27.803" v="5132"/>
          <pc:sldLayoutMkLst>
            <pc:docMk/>
            <pc:sldMasterMk cId="863562978" sldId="2147484355"/>
            <pc:sldLayoutMk cId="3484458861" sldId="2147484362"/>
          </pc:sldLayoutMkLst>
        </pc:sldLayoutChg>
      </pc:sldMasterChg>
      <pc:sldMasterChg chg="modTransition modSldLayout">
        <pc:chgData name="Nils Burkhard Patrik Zimmermann" userId="ff02bda6-aa1d-49f9-bc1c-920e1083daef" providerId="ADAL" clId="{763371D6-89AC-4058-B081-72DE74092EA5}" dt="2024-10-03T02:38:29.452" v="5142"/>
        <pc:sldMasterMkLst>
          <pc:docMk/>
          <pc:sldMasterMk cId="241767413" sldId="2147484381"/>
        </pc:sldMasterMkLst>
        <pc:sldLayoutChg chg="modTransition">
          <pc:chgData name="Nils Burkhard Patrik Zimmermann" userId="ff02bda6-aa1d-49f9-bc1c-920e1083daef" providerId="ADAL" clId="{763371D6-89AC-4058-B081-72DE74092EA5}" dt="2024-10-03T02:38:29.452" v="5142"/>
          <pc:sldLayoutMkLst>
            <pc:docMk/>
            <pc:sldMasterMk cId="241767413" sldId="2147484381"/>
            <pc:sldLayoutMk cId="2491991981" sldId="2147484388"/>
          </pc:sldLayoutMkLst>
        </pc:sldLayoutChg>
      </pc:sldMasterChg>
      <pc:sldMasterChg chg="modTransition modSldLayout">
        <pc:chgData name="Nils Burkhard Patrik Zimmermann" userId="ff02bda6-aa1d-49f9-bc1c-920e1083daef" providerId="ADAL" clId="{763371D6-89AC-4058-B081-72DE74092EA5}" dt="2024-10-03T02:38:31.986" v="5155"/>
        <pc:sldMasterMkLst>
          <pc:docMk/>
          <pc:sldMasterMk cId="2223417744" sldId="2147484401"/>
        </pc:sldMasterMkLst>
        <pc:sldLayoutChg chg="modTransition">
          <pc:chgData name="Nils Burkhard Patrik Zimmermann" userId="ff02bda6-aa1d-49f9-bc1c-920e1083daef" providerId="ADAL" clId="{763371D6-89AC-4058-B081-72DE74092EA5}" dt="2024-10-03T02:38:31.986" v="5155"/>
          <pc:sldLayoutMkLst>
            <pc:docMk/>
            <pc:sldMasterMk cId="2223417744" sldId="2147484401"/>
            <pc:sldLayoutMk cId="3731828145" sldId="2147484408"/>
          </pc:sldLayoutMkLst>
        </pc:sldLayoutChg>
      </pc:sldMasterChg>
      <pc:sldMasterChg chg="modTransition modSldLayout">
        <pc:chgData name="Nils Burkhard Patrik Zimmermann" userId="ff02bda6-aa1d-49f9-bc1c-920e1083daef" providerId="ADAL" clId="{763371D6-89AC-4058-B081-72DE74092EA5}" dt="2024-10-03T02:38:34.453" v="5170"/>
        <pc:sldMasterMkLst>
          <pc:docMk/>
          <pc:sldMasterMk cId="278680997" sldId="2147484427"/>
        </pc:sldMasterMkLst>
        <pc:sldLayoutChg chg="modTransition">
          <pc:chgData name="Nils Burkhard Patrik Zimmermann" userId="ff02bda6-aa1d-49f9-bc1c-920e1083daef" providerId="ADAL" clId="{763371D6-89AC-4058-B081-72DE74092EA5}" dt="2024-10-03T02:38:34.453" v="5170"/>
          <pc:sldLayoutMkLst>
            <pc:docMk/>
            <pc:sldMasterMk cId="278680997" sldId="2147484427"/>
            <pc:sldLayoutMk cId="410341697" sldId="2147484434"/>
          </pc:sldLayoutMkLst>
        </pc:sldLayoutChg>
      </pc:sldMasterChg>
      <pc:sldMasterChg chg="modTransition modSldLayout">
        <pc:chgData name="Nils Burkhard Patrik Zimmermann" userId="ff02bda6-aa1d-49f9-bc1c-920e1083daef" providerId="ADAL" clId="{763371D6-89AC-4058-B081-72DE74092EA5}" dt="2024-10-03T02:38:39.710" v="5171"/>
        <pc:sldMasterMkLst>
          <pc:docMk/>
          <pc:sldMasterMk cId="1822249419" sldId="2147484453"/>
        </pc:sldMasterMkLst>
        <pc:sldLayoutChg chg="modTransition">
          <pc:chgData name="Nils Burkhard Patrik Zimmermann" userId="ff02bda6-aa1d-49f9-bc1c-920e1083daef" providerId="ADAL" clId="{763371D6-89AC-4058-B081-72DE74092EA5}" dt="2024-10-03T02:38:39.710" v="5171"/>
          <pc:sldLayoutMkLst>
            <pc:docMk/>
            <pc:sldMasterMk cId="1822249419" sldId="2147484453"/>
            <pc:sldLayoutMk cId="3926334660" sldId="2147484460"/>
          </pc:sldLayoutMkLst>
        </pc:sldLayoutChg>
      </pc:sldMasterChg>
      <pc:sldMasterChg chg="modTransition modSldLayout">
        <pc:chgData name="Nils Burkhard Patrik Zimmermann" userId="ff02bda6-aa1d-49f9-bc1c-920e1083daef" providerId="ADAL" clId="{763371D6-89AC-4058-B081-72DE74092EA5}" dt="2024-10-03T02:38:44.337" v="5194"/>
        <pc:sldMasterMkLst>
          <pc:docMk/>
          <pc:sldMasterMk cId="2569932057" sldId="2147484479"/>
        </pc:sldMasterMkLst>
        <pc:sldLayoutChg chg="modTransition">
          <pc:chgData name="Nils Burkhard Patrik Zimmermann" userId="ff02bda6-aa1d-49f9-bc1c-920e1083daef" providerId="ADAL" clId="{763371D6-89AC-4058-B081-72DE74092EA5}" dt="2024-10-03T02:38:44.337" v="5194"/>
          <pc:sldLayoutMkLst>
            <pc:docMk/>
            <pc:sldMasterMk cId="2569932057" sldId="2147484479"/>
            <pc:sldLayoutMk cId="1802213949" sldId="2147484486"/>
          </pc:sldLayoutMkLst>
        </pc:sldLayoutChg>
      </pc:sldMasterChg>
      <pc:sldMasterChg chg="modTransition modSldLayout">
        <pc:chgData name="Nils Burkhard Patrik Zimmermann" userId="ff02bda6-aa1d-49f9-bc1c-920e1083daef" providerId="ADAL" clId="{763371D6-89AC-4058-B081-72DE74092EA5}" dt="2024-10-03T02:38:47.567" v="5206"/>
        <pc:sldMasterMkLst>
          <pc:docMk/>
          <pc:sldMasterMk cId="4205593896" sldId="2147484499"/>
        </pc:sldMasterMkLst>
        <pc:sldLayoutChg chg="modTransition">
          <pc:chgData name="Nils Burkhard Patrik Zimmermann" userId="ff02bda6-aa1d-49f9-bc1c-920e1083daef" providerId="ADAL" clId="{763371D6-89AC-4058-B081-72DE74092EA5}" dt="2024-10-03T02:38:47.567" v="5206"/>
          <pc:sldLayoutMkLst>
            <pc:docMk/>
            <pc:sldMasterMk cId="4205593896" sldId="2147484499"/>
            <pc:sldLayoutMk cId="3536369137" sldId="2147484506"/>
          </pc:sldLayoutMkLst>
        </pc:sldLayoutChg>
      </pc:sldMasterChg>
      <pc:sldMasterChg chg="modTransition setBg modSldLayout">
        <pc:chgData name="Nils Burkhard Patrik Zimmermann" userId="ff02bda6-aa1d-49f9-bc1c-920e1083daef" providerId="ADAL" clId="{763371D6-89AC-4058-B081-72DE74092EA5}" dt="2024-10-03T02:49:52.777" v="5332"/>
        <pc:sldMasterMkLst>
          <pc:docMk/>
          <pc:sldMasterMk cId="3995924622" sldId="2147484519"/>
        </pc:sldMasterMkLst>
        <pc:sldLayoutChg chg="setBg">
          <pc:chgData name="Nils Burkhard Patrik Zimmermann" userId="ff02bda6-aa1d-49f9-bc1c-920e1083daef" providerId="ADAL" clId="{763371D6-89AC-4058-B081-72DE74092EA5}" dt="2024-10-03T02:49:52.777" v="5332"/>
          <pc:sldLayoutMkLst>
            <pc:docMk/>
            <pc:sldMasterMk cId="3995924622" sldId="2147484519"/>
            <pc:sldLayoutMk cId="3429377194" sldId="2147483665"/>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2394363634" sldId="2147483669"/>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539441930" sldId="2147483670"/>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1266322412" sldId="2147483671"/>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1460437377" sldId="2147483673"/>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1927035265" sldId="2147484520"/>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312521731" sldId="2147484521"/>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3943775026" sldId="2147484522"/>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589003005" sldId="2147484523"/>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4093463864" sldId="2147484524"/>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956124288" sldId="2147484525"/>
          </pc:sldLayoutMkLst>
        </pc:sldLayoutChg>
        <pc:sldLayoutChg chg="modTransition setBg">
          <pc:chgData name="Nils Burkhard Patrik Zimmermann" userId="ff02bda6-aa1d-49f9-bc1c-920e1083daef" providerId="ADAL" clId="{763371D6-89AC-4058-B081-72DE74092EA5}" dt="2024-10-03T02:49:52.777" v="5332"/>
          <pc:sldLayoutMkLst>
            <pc:docMk/>
            <pc:sldMasterMk cId="3995924622" sldId="2147484519"/>
            <pc:sldLayoutMk cId="3563204008" sldId="2147484526"/>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267965809" sldId="2147484527"/>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2243944990" sldId="2147484528"/>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2841815975" sldId="2147484529"/>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4124739650" sldId="2147484530"/>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2959504903" sldId="2147484531"/>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4123007856" sldId="2147484532"/>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196874247" sldId="2147484533"/>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1200087440" sldId="2147484534"/>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634186127" sldId="2147484535"/>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1373387638" sldId="2147484536"/>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3920195875" sldId="2147484537"/>
          </pc:sldLayoutMkLst>
        </pc:sldLayoutChg>
        <pc:sldLayoutChg chg="setBg">
          <pc:chgData name="Nils Burkhard Patrik Zimmermann" userId="ff02bda6-aa1d-49f9-bc1c-920e1083daef" providerId="ADAL" clId="{763371D6-89AC-4058-B081-72DE74092EA5}" dt="2024-10-03T02:49:52.777" v="5332"/>
          <pc:sldLayoutMkLst>
            <pc:docMk/>
            <pc:sldMasterMk cId="3995924622" sldId="2147484519"/>
            <pc:sldLayoutMk cId="3782347445" sldId="2147484538"/>
          </pc:sldLayoutMkLst>
        </pc:sldLayoutChg>
      </pc:sldMasterChg>
      <pc:sldMasterChg chg="setBg modSldLayout">
        <pc:chgData name="Nils Burkhard Patrik Zimmermann" userId="ff02bda6-aa1d-49f9-bc1c-920e1083daef" providerId="ADAL" clId="{763371D6-89AC-4058-B081-72DE74092EA5}" dt="2024-10-03T02:49:52.777" v="5332"/>
        <pc:sldMasterMkLst>
          <pc:docMk/>
          <pc:sldMasterMk cId="997867829" sldId="2147484539"/>
        </pc:sldMasterMkLst>
        <pc:sldLayoutChg chg="setBg">
          <pc:chgData name="Nils Burkhard Patrik Zimmermann" userId="ff02bda6-aa1d-49f9-bc1c-920e1083daef" providerId="ADAL" clId="{763371D6-89AC-4058-B081-72DE74092EA5}" dt="2024-10-03T02:49:52.777" v="5332"/>
          <pc:sldLayoutMkLst>
            <pc:docMk/>
            <pc:sldMasterMk cId="997867829" sldId="2147484539"/>
            <pc:sldLayoutMk cId="1496248777" sldId="2147484540"/>
          </pc:sldLayoutMkLst>
        </pc:sldLayoutChg>
        <pc:sldLayoutChg chg="setBg">
          <pc:chgData name="Nils Burkhard Patrik Zimmermann" userId="ff02bda6-aa1d-49f9-bc1c-920e1083daef" providerId="ADAL" clId="{763371D6-89AC-4058-B081-72DE74092EA5}" dt="2024-10-03T02:49:52.777" v="5332"/>
          <pc:sldLayoutMkLst>
            <pc:docMk/>
            <pc:sldMasterMk cId="997867829" sldId="2147484539"/>
            <pc:sldLayoutMk cId="2545673101" sldId="2147484541"/>
          </pc:sldLayoutMkLst>
        </pc:sldLayoutChg>
        <pc:sldLayoutChg chg="setBg">
          <pc:chgData name="Nils Burkhard Patrik Zimmermann" userId="ff02bda6-aa1d-49f9-bc1c-920e1083daef" providerId="ADAL" clId="{763371D6-89AC-4058-B081-72DE74092EA5}" dt="2024-10-03T02:49:52.777" v="5332"/>
          <pc:sldLayoutMkLst>
            <pc:docMk/>
            <pc:sldMasterMk cId="997867829" sldId="2147484539"/>
            <pc:sldLayoutMk cId="1894455550" sldId="2147484542"/>
          </pc:sldLayoutMkLst>
        </pc:sldLayoutChg>
        <pc:sldLayoutChg chg="setBg">
          <pc:chgData name="Nils Burkhard Patrik Zimmermann" userId="ff02bda6-aa1d-49f9-bc1c-920e1083daef" providerId="ADAL" clId="{763371D6-89AC-4058-B081-72DE74092EA5}" dt="2024-10-03T02:49:52.777" v="5332"/>
          <pc:sldLayoutMkLst>
            <pc:docMk/>
            <pc:sldMasterMk cId="997867829" sldId="2147484539"/>
            <pc:sldLayoutMk cId="1959178492" sldId="2147484543"/>
          </pc:sldLayoutMkLst>
        </pc:sldLayoutChg>
        <pc:sldLayoutChg chg="setBg">
          <pc:chgData name="Nils Burkhard Patrik Zimmermann" userId="ff02bda6-aa1d-49f9-bc1c-920e1083daef" providerId="ADAL" clId="{763371D6-89AC-4058-B081-72DE74092EA5}" dt="2024-10-03T02:49:52.777" v="5332"/>
          <pc:sldLayoutMkLst>
            <pc:docMk/>
            <pc:sldMasterMk cId="997867829" sldId="2147484539"/>
            <pc:sldLayoutMk cId="2138812682" sldId="2147484544"/>
          </pc:sldLayoutMkLst>
        </pc:sldLayoutChg>
        <pc:sldLayoutChg chg="setBg">
          <pc:chgData name="Nils Burkhard Patrik Zimmermann" userId="ff02bda6-aa1d-49f9-bc1c-920e1083daef" providerId="ADAL" clId="{763371D6-89AC-4058-B081-72DE74092EA5}" dt="2024-10-03T02:49:52.777" v="5332"/>
          <pc:sldLayoutMkLst>
            <pc:docMk/>
            <pc:sldMasterMk cId="997867829" sldId="2147484539"/>
            <pc:sldLayoutMk cId="3608068655" sldId="2147484545"/>
          </pc:sldLayoutMkLst>
        </pc:sldLayoutChg>
        <pc:sldLayoutChg chg="setBg">
          <pc:chgData name="Nils Burkhard Patrik Zimmermann" userId="ff02bda6-aa1d-49f9-bc1c-920e1083daef" providerId="ADAL" clId="{763371D6-89AC-4058-B081-72DE74092EA5}" dt="2024-10-03T02:49:52.777" v="5332"/>
          <pc:sldLayoutMkLst>
            <pc:docMk/>
            <pc:sldMasterMk cId="997867829" sldId="2147484539"/>
            <pc:sldLayoutMk cId="2509219853" sldId="2147484546"/>
          </pc:sldLayoutMkLst>
        </pc:sldLayoutChg>
        <pc:sldLayoutChg chg="setBg">
          <pc:chgData name="Nils Burkhard Patrik Zimmermann" userId="ff02bda6-aa1d-49f9-bc1c-920e1083daef" providerId="ADAL" clId="{763371D6-89AC-4058-B081-72DE74092EA5}" dt="2024-10-03T02:49:52.777" v="5332"/>
          <pc:sldLayoutMkLst>
            <pc:docMk/>
            <pc:sldMasterMk cId="997867829" sldId="2147484539"/>
            <pc:sldLayoutMk cId="2479571679" sldId="2147484547"/>
          </pc:sldLayoutMkLst>
        </pc:sldLayoutChg>
        <pc:sldLayoutChg chg="setBg">
          <pc:chgData name="Nils Burkhard Patrik Zimmermann" userId="ff02bda6-aa1d-49f9-bc1c-920e1083daef" providerId="ADAL" clId="{763371D6-89AC-4058-B081-72DE74092EA5}" dt="2024-10-03T02:49:52.777" v="5332"/>
          <pc:sldLayoutMkLst>
            <pc:docMk/>
            <pc:sldMasterMk cId="997867829" sldId="2147484539"/>
            <pc:sldLayoutMk cId="1685317141" sldId="2147484548"/>
          </pc:sldLayoutMkLst>
        </pc:sldLayoutChg>
        <pc:sldLayoutChg chg="setBg">
          <pc:chgData name="Nils Burkhard Patrik Zimmermann" userId="ff02bda6-aa1d-49f9-bc1c-920e1083daef" providerId="ADAL" clId="{763371D6-89AC-4058-B081-72DE74092EA5}" dt="2024-10-03T02:49:52.777" v="5332"/>
          <pc:sldLayoutMkLst>
            <pc:docMk/>
            <pc:sldMasterMk cId="997867829" sldId="2147484539"/>
            <pc:sldLayoutMk cId="546859907" sldId="2147484549"/>
          </pc:sldLayoutMkLst>
        </pc:sldLayoutChg>
        <pc:sldLayoutChg chg="setBg">
          <pc:chgData name="Nils Burkhard Patrik Zimmermann" userId="ff02bda6-aa1d-49f9-bc1c-920e1083daef" providerId="ADAL" clId="{763371D6-89AC-4058-B081-72DE74092EA5}" dt="2024-10-03T02:49:52.777" v="5332"/>
          <pc:sldLayoutMkLst>
            <pc:docMk/>
            <pc:sldMasterMk cId="997867829" sldId="2147484539"/>
            <pc:sldLayoutMk cId="3559884315" sldId="2147484550"/>
          </pc:sldLayoutMkLst>
        </pc:sldLayoutChg>
        <pc:sldLayoutChg chg="setBg">
          <pc:chgData name="Nils Burkhard Patrik Zimmermann" userId="ff02bda6-aa1d-49f9-bc1c-920e1083daef" providerId="ADAL" clId="{763371D6-89AC-4058-B081-72DE74092EA5}" dt="2024-10-03T02:49:52.777" v="5332"/>
          <pc:sldLayoutMkLst>
            <pc:docMk/>
            <pc:sldMasterMk cId="997867829" sldId="2147484539"/>
            <pc:sldLayoutMk cId="3591104362" sldId="2147484551"/>
          </pc:sldLayoutMkLst>
        </pc:sldLayoutChg>
        <pc:sldLayoutChg chg="setBg">
          <pc:chgData name="Nils Burkhard Patrik Zimmermann" userId="ff02bda6-aa1d-49f9-bc1c-920e1083daef" providerId="ADAL" clId="{763371D6-89AC-4058-B081-72DE74092EA5}" dt="2024-10-03T02:49:52.777" v="5332"/>
          <pc:sldLayoutMkLst>
            <pc:docMk/>
            <pc:sldMasterMk cId="997867829" sldId="2147484539"/>
            <pc:sldLayoutMk cId="983032326" sldId="214748455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 me venture a paraphrase of what President Kennedy said in 1962, when he announced the US would go to the moon, updated for today. He might now say:</a:t>
            </a:r>
          </a:p>
          <a:p>
            <a:r>
              <a:rPr lang="en-US" dirty="0"/>
              <a:t>We choose to go to net zero emissions in every country on Earth, in the coming quarter century, by 2050 or sooner, and do the other things that have to be done to protect the stability of our climate and biosphere even as we deliver clean energy in abundance to everyone on Earth, leaving no-one behind, not because these things are easy, but because they are necessary, and because we know that we can.</a:t>
            </a:r>
            <a:br>
              <a:rPr lang="en-US" dirty="0"/>
            </a:br>
            <a:r>
              <a:rPr lang="en-US" dirty="0"/>
              <a:t>Let’s look at how this might be financed. We already have the technologies we need in hand. What about the financial engineering?</a:t>
            </a:r>
          </a:p>
        </p:txBody>
      </p:sp>
    </p:spTree>
    <p:extLst>
      <p:ext uri="{BB962C8B-B14F-4D97-AF65-F5344CB8AC3E}">
        <p14:creationId xmlns:p14="http://schemas.microsoft.com/office/powerpoint/2010/main" val="3980829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core question of our time is how we can increase private investment flows to developing countries to fully finance sustainable development, leaving no-one behind, and making sure as we do so that we return within the global envelope of safety, within the crucial planetary boundaries that define sustainability. We have to redirect vast flows of financial savings in the direction of sustainability. How can we do that? Here’s a hypothesis: We can do it by de-risking sustainability-linked bonds and loans in ways that allow us to scale them up to trillions of dollars a year. Let’s look at how that </a:t>
            </a:r>
            <a:r>
              <a:rPr lang="en-US"/>
              <a:t>could perhaps </a:t>
            </a:r>
            <a:r>
              <a:rPr lang="en-US" dirty="0"/>
              <a:t>be done. </a:t>
            </a:r>
          </a:p>
        </p:txBody>
      </p:sp>
    </p:spTree>
    <p:extLst>
      <p:ext uri="{BB962C8B-B14F-4D97-AF65-F5344CB8AC3E}">
        <p14:creationId xmlns:p14="http://schemas.microsoft.com/office/powerpoint/2010/main" val="3103097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a07d1cf7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a07d1cf7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23badba93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9767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23badba9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23badba9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presentation looks at how developing country sovereigns could best borrow large volumes of money cheaply from private sources to finance their transitions to clean energy abundance within a global transition to net zero greenhouse gas emissions. As populations and prosperity rise, most future emissions will come from developing economies. A big challenge is that developing countries generally have to pay high interest rates, due to foreign exchange and other country risks. One answer that has been offered to incentivize policy shifts toward lower emissions are “sustainability-linked bonds,” or SLBs, in which a sovereign pays a lower interest rate on bonds to the bond buyers if the country meets some key performance indicators, such as a target level of emissions per unit of GDP, and a higher rate if it fails to meet the target specified in the bond covenants, the bond’s terms and conditions. To date, sustainability-linked bonds have mostly been issued by corporations, not sovereigns. SLBs are a good idea and a step in the right direction, but we think this idea can be improved upon, and applied to sovereign borrowing. In our paper, we present two different possible ways SLBs could be adapted and improved to help developing-country sovereigns access lower-cost financing in exchange for sustainability-enhancing policy changes and infrastructure investments. For reasons that will become clear, we refer to these instruments as SLIDIs, or sustainability-linked intermediated debt instruments. SLIDIs are designed to de-risk lending to developing country sovereigns and at the same time, reward developing country sovereigns for achieving measurable improvements in agreed sustainability indicators. </a:t>
            </a:r>
          </a:p>
        </p:txBody>
      </p:sp>
    </p:spTree>
    <p:extLst>
      <p:ext uri="{BB962C8B-B14F-4D97-AF65-F5344CB8AC3E}">
        <p14:creationId xmlns:p14="http://schemas.microsoft.com/office/powerpoint/2010/main" val="2290028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a0ac66233e_1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a0ac66233e_1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dirty="0">
                <a:solidFill>
                  <a:srgbClr val="002F4A"/>
                </a:solidFill>
              </a:rPr>
              <a:t>1. To achieve global net zero by 2050, annual investments from</a:t>
            </a:r>
            <a:r>
              <a:rPr lang="en-GB" sz="1100" dirty="0">
                <a:solidFill>
                  <a:srgbClr val="B85741"/>
                </a:solidFill>
              </a:rPr>
              <a:t> </a:t>
            </a:r>
            <a:r>
              <a:rPr lang="en-GB" sz="1100" b="1" dirty="0">
                <a:solidFill>
                  <a:srgbClr val="B85741"/>
                </a:solidFill>
              </a:rPr>
              <a:t>US$3.4 trillion to $8.1 trillion </a:t>
            </a:r>
            <a:r>
              <a:rPr lang="en-GB" sz="1100" dirty="0">
                <a:solidFill>
                  <a:srgbClr val="002F4A"/>
                </a:solidFill>
              </a:rPr>
              <a:t>are needed globally (Yilmaz et al. 2022)</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23badba9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23badba9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dirty="0">
                <a:solidFill>
                  <a:srgbClr val="002F4A"/>
                </a:solidFill>
                <a:latin typeface="Roboto"/>
                <a:ea typeface="Roboto"/>
                <a:cs typeface="Roboto"/>
                <a:sym typeface="Roboto"/>
              </a:rPr>
              <a:t>1. Countries with low financial development and less developed financial institutions are less able to attract private capital. 2. High cost of capital makes the initial investment requirements for many projects, like renewable energy, infeasible. 3. In many developing countries, dramatic reductions in the cost of capital and access to low-cost financing will be necessary to enable a boom in clean infrastructure projects</a:t>
            </a:r>
            <a:r>
              <a:rPr lang="en-GB" sz="1600" dirty="0">
                <a:solidFill>
                  <a:srgbClr val="002F4A"/>
                </a:solidFill>
                <a:latin typeface="Roboto"/>
                <a:ea typeface="Roboto"/>
                <a:cs typeface="Roboto"/>
                <a:sym typeface="Roboto"/>
              </a:rPr>
              <a:t>.</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23badba93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a07d1cf71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a07d1cf71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It’s worth noting that the overwhelming majority of SLBs that have been issued to date, since SLBs first were introduced in 2019, have been corporate SLBs, not sovereign SLBs; there have only been a couple of sovereign SLBs. And the volume of corporate SLBs has been declining since a peak two or three years ago. We think that might have to do with some design flaws in the current generation of SLBs. </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a08979779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a08979779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60185898-FDCB-90C1-32A7-42D82CEC58ED}"/>
            </a:ext>
          </a:extLst>
        </p:cNvPr>
        <p:cNvGrpSpPr/>
        <p:nvPr/>
      </p:nvGrpSpPr>
      <p:grpSpPr>
        <a:xfrm>
          <a:off x="0" y="0"/>
          <a:ext cx="0" cy="0"/>
          <a:chOff x="0" y="0"/>
          <a:chExt cx="0" cy="0"/>
        </a:xfrm>
      </p:grpSpPr>
      <p:sp>
        <p:nvSpPr>
          <p:cNvPr id="242" name="Google Shape;242;g2a0ac66233e_1_3533:notes">
            <a:extLst>
              <a:ext uri="{FF2B5EF4-FFF2-40B4-BE49-F238E27FC236}">
                <a16:creationId xmlns:a16="http://schemas.microsoft.com/office/drawing/2014/main" id="{836516CF-9E7A-6FB2-4502-3BE56A4B6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a:extLst>
              <a:ext uri="{FF2B5EF4-FFF2-40B4-BE49-F238E27FC236}">
                <a16:creationId xmlns:a16="http://schemas.microsoft.com/office/drawing/2014/main" id="{E748E527-D8F1-E2B1-4A9A-5F0E6E15F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donor might be a coalition including several oil-rich nations and the European Union, for example </a:t>
            </a:r>
            <a:endParaRPr dirty="0"/>
          </a:p>
        </p:txBody>
      </p:sp>
    </p:spTree>
    <p:extLst>
      <p:ext uri="{BB962C8B-B14F-4D97-AF65-F5344CB8AC3E}">
        <p14:creationId xmlns:p14="http://schemas.microsoft.com/office/powerpoint/2010/main" val="3959228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60185898-FDCB-90C1-32A7-42D82CEC58ED}"/>
            </a:ext>
          </a:extLst>
        </p:cNvPr>
        <p:cNvGrpSpPr/>
        <p:nvPr/>
      </p:nvGrpSpPr>
      <p:grpSpPr>
        <a:xfrm>
          <a:off x="0" y="0"/>
          <a:ext cx="0" cy="0"/>
          <a:chOff x="0" y="0"/>
          <a:chExt cx="0" cy="0"/>
        </a:xfrm>
      </p:grpSpPr>
      <p:sp>
        <p:nvSpPr>
          <p:cNvPr id="242" name="Google Shape;242;g2a0ac66233e_1_3533:notes">
            <a:extLst>
              <a:ext uri="{FF2B5EF4-FFF2-40B4-BE49-F238E27FC236}">
                <a16:creationId xmlns:a16="http://schemas.microsoft.com/office/drawing/2014/main" id="{836516CF-9E7A-6FB2-4502-3BE56A4B6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a:extLst>
              <a:ext uri="{FF2B5EF4-FFF2-40B4-BE49-F238E27FC236}">
                <a16:creationId xmlns:a16="http://schemas.microsoft.com/office/drawing/2014/main" id="{E748E527-D8F1-E2B1-4A9A-5F0E6E15F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Some key points here are that we know development banks are a proven model, and that the reason we might need a separate vehicle with its own balance sheet for this purpose is that it’s unlikely that all shareholders of the World Bank or other existing development banks will agree to increase the size of the existing banks’ balance sheets to the extent required, so instead, it might be possible to create a separate balance sheet backed by a coalition of willing wealthy sovereigns, yet managed by an existing development bank. I’ll emphasize again that my co-authors and I are floating ideas here in a purely personal capacity, this is not a policy under development in the World Bank or any other development bank, and we’re not speaking for any existing institution!</a:t>
            </a:r>
            <a:endParaRPr dirty="0"/>
          </a:p>
        </p:txBody>
      </p:sp>
    </p:spTree>
    <p:extLst>
      <p:ext uri="{BB962C8B-B14F-4D97-AF65-F5344CB8AC3E}">
        <p14:creationId xmlns:p14="http://schemas.microsoft.com/office/powerpoint/2010/main" val="535424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a:extLst>
            <a:ext uri="{FF2B5EF4-FFF2-40B4-BE49-F238E27FC236}">
              <a16:creationId xmlns:a16="http://schemas.microsoft.com/office/drawing/2014/main" id="{25F62519-CE46-1685-1273-682E9116A7A4}"/>
            </a:ext>
          </a:extLst>
        </p:cNvPr>
        <p:cNvGrpSpPr/>
        <p:nvPr/>
      </p:nvGrpSpPr>
      <p:grpSpPr>
        <a:xfrm>
          <a:off x="0" y="0"/>
          <a:ext cx="0" cy="0"/>
          <a:chOff x="0" y="0"/>
          <a:chExt cx="0" cy="0"/>
        </a:xfrm>
      </p:grpSpPr>
      <p:sp>
        <p:nvSpPr>
          <p:cNvPr id="307" name="Google Shape;307;g2a23badba93_1_85:notes">
            <a:extLst>
              <a:ext uri="{FF2B5EF4-FFF2-40B4-BE49-F238E27FC236}">
                <a16:creationId xmlns:a16="http://schemas.microsoft.com/office/drawing/2014/main" id="{5D60D3F8-BFF2-5F4E-E162-69A51A7DB6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a:extLst>
              <a:ext uri="{FF2B5EF4-FFF2-40B4-BE49-F238E27FC236}">
                <a16:creationId xmlns:a16="http://schemas.microsoft.com/office/drawing/2014/main" id="{D00B91D6-7DDA-3998-65CB-F281DF7587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1069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60185898-FDCB-90C1-32A7-42D82CEC58ED}"/>
            </a:ext>
          </a:extLst>
        </p:cNvPr>
        <p:cNvGrpSpPr/>
        <p:nvPr/>
      </p:nvGrpSpPr>
      <p:grpSpPr>
        <a:xfrm>
          <a:off x="0" y="0"/>
          <a:ext cx="0" cy="0"/>
          <a:chOff x="0" y="0"/>
          <a:chExt cx="0" cy="0"/>
        </a:xfrm>
      </p:grpSpPr>
      <p:sp>
        <p:nvSpPr>
          <p:cNvPr id="242" name="Google Shape;242;g2a0ac66233e_1_3533:notes">
            <a:extLst>
              <a:ext uri="{FF2B5EF4-FFF2-40B4-BE49-F238E27FC236}">
                <a16:creationId xmlns:a16="http://schemas.microsoft.com/office/drawing/2014/main" id="{836516CF-9E7A-6FB2-4502-3BE56A4B6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a:extLst>
              <a:ext uri="{FF2B5EF4-FFF2-40B4-BE49-F238E27FC236}">
                <a16:creationId xmlns:a16="http://schemas.microsoft.com/office/drawing/2014/main" id="{E748E527-D8F1-E2B1-4A9A-5F0E6E15F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82943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2378D60B-DB74-57E6-C79C-87318AA0CDB5}"/>
            </a:ext>
          </a:extLst>
        </p:cNvPr>
        <p:cNvGrpSpPr/>
        <p:nvPr/>
      </p:nvGrpSpPr>
      <p:grpSpPr>
        <a:xfrm>
          <a:off x="0" y="0"/>
          <a:ext cx="0" cy="0"/>
          <a:chOff x="0" y="0"/>
          <a:chExt cx="0" cy="0"/>
        </a:xfrm>
      </p:grpSpPr>
      <p:sp>
        <p:nvSpPr>
          <p:cNvPr id="225" name="Google Shape;225;g2a0ac66233e_1_335:notes">
            <a:extLst>
              <a:ext uri="{FF2B5EF4-FFF2-40B4-BE49-F238E27FC236}">
                <a16:creationId xmlns:a16="http://schemas.microsoft.com/office/drawing/2014/main" id="{06203255-B3A4-3B39-90F3-5025716A56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a0ac66233e_1_335:notes">
            <a:extLst>
              <a:ext uri="{FF2B5EF4-FFF2-40B4-BE49-F238E27FC236}">
                <a16:creationId xmlns:a16="http://schemas.microsoft.com/office/drawing/2014/main" id="{B79F1C4D-398F-6B31-F02D-C8CFB28368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dirty="0">
                <a:solidFill>
                  <a:srgbClr val="B85741"/>
                </a:solidFill>
                <a:latin typeface="Roboto" panose="02000000000000000000" pitchFamily="2" charset="0"/>
                <a:ea typeface="Roboto" panose="02000000000000000000" pitchFamily="2" charset="0"/>
                <a:cs typeface="Roboto" panose="02000000000000000000" pitchFamily="2" charset="0"/>
              </a:rPr>
              <a:t>Subsidy model</a:t>
            </a:r>
            <a:r>
              <a:rPr lang="en" sz="1100" dirty="0">
                <a:solidFill>
                  <a:srgbClr val="002F4A"/>
                </a:solidFill>
                <a:latin typeface="Roboto" panose="02000000000000000000" pitchFamily="2" charset="0"/>
                <a:ea typeface="Roboto" panose="02000000000000000000" pitchFamily="2" charset="0"/>
                <a:cs typeface="Roboto" panose="02000000000000000000" pitchFamily="2" charset="0"/>
              </a:rPr>
              <a:t> requires a source of donor funding, e.g., carbon taxes raised by donor countries, channeled through an intermediary institution -- a donor-supported trust fund managed by e.g. the World Bank or another IFI, which makes results-based payments to EMDEs that fulfill agreed sustainability performance targets specified in fixed-interest bonds issued by those EMDEs directly to financial markets. </a:t>
            </a:r>
            <a:r>
              <a:rPr lang="en" sz="1100" b="1" dirty="0">
                <a:solidFill>
                  <a:srgbClr val="B85741"/>
                </a:solidFill>
                <a:latin typeface="Roboto" panose="02000000000000000000" pitchFamily="2" charset="0"/>
                <a:ea typeface="Roboto" panose="02000000000000000000" pitchFamily="2" charset="0"/>
                <a:cs typeface="Roboto" panose="02000000000000000000" pitchFamily="2" charset="0"/>
              </a:rPr>
              <a:t>Credit Intermediary model</a:t>
            </a:r>
            <a:r>
              <a:rPr lang="en" sz="1100" b="1" dirty="0">
                <a:solidFill>
                  <a:srgbClr val="002F4A"/>
                </a:solidFill>
                <a:latin typeface="Roboto" panose="02000000000000000000" pitchFamily="2" charset="0"/>
                <a:ea typeface="Roboto" panose="02000000000000000000" pitchFamily="2" charset="0"/>
                <a:cs typeface="Roboto" panose="02000000000000000000" pitchFamily="2" charset="0"/>
              </a:rPr>
              <a:t> </a:t>
            </a:r>
            <a:r>
              <a:rPr lang="en" sz="1100" dirty="0">
                <a:solidFill>
                  <a:srgbClr val="002F4A"/>
                </a:solidFill>
                <a:latin typeface="Roboto" panose="02000000000000000000" pitchFamily="2" charset="0"/>
                <a:ea typeface="Roboto" panose="02000000000000000000" pitchFamily="2" charset="0"/>
                <a:cs typeface="Roboto" panose="02000000000000000000" pitchFamily="2" charset="0"/>
              </a:rPr>
              <a:t>relies on low credit risk of an intermediary institution that has been de-risked by credit guarantees from wealthy sovereigns. This intermediary raises money by issuing SLBs at a low interest rate to global financial markets, and then on-lends that money via sustainability-linked loans, SLLs, at a higher interest rate to developing-country sovereigns or entities; in essence, this intermediary is a specialized development bank backed by a coalition of wealthy developed countries. </a:t>
            </a:r>
            <a:r>
              <a:rPr lang="en" sz="1100" dirty="0">
                <a:solidFill>
                  <a:srgbClr val="002F4A"/>
                </a:solidFill>
              </a:rPr>
              <a:t>SLL borrowers that meet agreed sustainability performance targets (KPI performance is evaluated during subsequent ‘milestone years’) are refunded a significant portion of the interest they have paid to the intermediary. This model should be more effective at reducing credit risk to bond investors and hence lowering the cost of capital to developing country borrowers</a:t>
            </a:r>
            <a:endParaRPr dirty="0"/>
          </a:p>
        </p:txBody>
      </p:sp>
    </p:spTree>
    <p:extLst>
      <p:ext uri="{BB962C8B-B14F-4D97-AF65-F5344CB8AC3E}">
        <p14:creationId xmlns:p14="http://schemas.microsoft.com/office/powerpoint/2010/main" val="41109350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6DB9FEDD-326A-3A68-B87B-008EE462278F}"/>
            </a:ext>
          </a:extLst>
        </p:cNvPr>
        <p:cNvGrpSpPr/>
        <p:nvPr/>
      </p:nvGrpSpPr>
      <p:grpSpPr>
        <a:xfrm>
          <a:off x="0" y="0"/>
          <a:ext cx="0" cy="0"/>
          <a:chOff x="0" y="0"/>
          <a:chExt cx="0" cy="0"/>
        </a:xfrm>
      </p:grpSpPr>
      <p:sp>
        <p:nvSpPr>
          <p:cNvPr id="225" name="Google Shape;225;g2a0ac66233e_1_335:notes">
            <a:extLst>
              <a:ext uri="{FF2B5EF4-FFF2-40B4-BE49-F238E27FC236}">
                <a16:creationId xmlns:a16="http://schemas.microsoft.com/office/drawing/2014/main" id="{90050527-D4CA-6BF7-4895-C575C24E5F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a0ac66233e_1_335:notes">
            <a:extLst>
              <a:ext uri="{FF2B5EF4-FFF2-40B4-BE49-F238E27FC236}">
                <a16:creationId xmlns:a16="http://schemas.microsoft.com/office/drawing/2014/main" id="{C9C7E27B-8788-7994-B3E0-DB4846A8CA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solidFill>
                  <a:schemeClr val="accent6">
                    <a:lumMod val="10000"/>
                  </a:schemeClr>
                </a:solidFill>
                <a:latin typeface="Roboto"/>
              </a:rPr>
              <a:t>Instead of an interest rate subsidy, SLIDI terms could use an MLDB managed fund to refinance the bond, adding duration to the repayment period ==&gt; effective coupon payments are lower from the sovereign point of view</a:t>
            </a:r>
            <a:endParaRPr dirty="0"/>
          </a:p>
        </p:txBody>
      </p:sp>
    </p:spTree>
    <p:extLst>
      <p:ext uri="{BB962C8B-B14F-4D97-AF65-F5344CB8AC3E}">
        <p14:creationId xmlns:p14="http://schemas.microsoft.com/office/powerpoint/2010/main" val="21696979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3875D3C9-DAB3-BD49-6F81-A39238B9DA79}"/>
            </a:ext>
          </a:extLst>
        </p:cNvPr>
        <p:cNvGrpSpPr/>
        <p:nvPr/>
      </p:nvGrpSpPr>
      <p:grpSpPr>
        <a:xfrm>
          <a:off x="0" y="0"/>
          <a:ext cx="0" cy="0"/>
          <a:chOff x="0" y="0"/>
          <a:chExt cx="0" cy="0"/>
        </a:xfrm>
      </p:grpSpPr>
      <p:sp>
        <p:nvSpPr>
          <p:cNvPr id="313" name="Google Shape;313;g2a23badba93_1_90:notes">
            <a:extLst>
              <a:ext uri="{FF2B5EF4-FFF2-40B4-BE49-F238E27FC236}">
                <a16:creationId xmlns:a16="http://schemas.microsoft.com/office/drawing/2014/main" id="{1DA32A00-E202-8C6E-49DA-2B35D4F837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a23badba93_1_90:notes">
            <a:extLst>
              <a:ext uri="{FF2B5EF4-FFF2-40B4-BE49-F238E27FC236}">
                <a16:creationId xmlns:a16="http://schemas.microsoft.com/office/drawing/2014/main" id="{629E94F8-6437-7B9C-D095-B685422A54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1022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a:extLst>
            <a:ext uri="{FF2B5EF4-FFF2-40B4-BE49-F238E27FC236}">
              <a16:creationId xmlns:a16="http://schemas.microsoft.com/office/drawing/2014/main" id="{83884ABB-810E-C931-7AEF-17D6F6B0553D}"/>
            </a:ext>
          </a:extLst>
        </p:cNvPr>
        <p:cNvGrpSpPr/>
        <p:nvPr/>
      </p:nvGrpSpPr>
      <p:grpSpPr>
        <a:xfrm>
          <a:off x="0" y="0"/>
          <a:ext cx="0" cy="0"/>
          <a:chOff x="0" y="0"/>
          <a:chExt cx="0" cy="0"/>
        </a:xfrm>
      </p:grpSpPr>
      <p:sp>
        <p:nvSpPr>
          <p:cNvPr id="307" name="Google Shape;307;g2a23badba93_1_85:notes">
            <a:extLst>
              <a:ext uri="{FF2B5EF4-FFF2-40B4-BE49-F238E27FC236}">
                <a16:creationId xmlns:a16="http://schemas.microsoft.com/office/drawing/2014/main" id="{E743A473-E9C3-6A0D-682E-A1E873DA6D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a:extLst>
              <a:ext uri="{FF2B5EF4-FFF2-40B4-BE49-F238E27FC236}">
                <a16:creationId xmlns:a16="http://schemas.microsoft.com/office/drawing/2014/main" id="{6D02233D-0F7F-3A8A-73FD-CBFE5A8F6B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05952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a23badba93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a23badba93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C9D618D1-108A-8758-490D-F574A24777B7}"/>
            </a:ext>
          </a:extLst>
        </p:cNvPr>
        <p:cNvGrpSpPr/>
        <p:nvPr/>
      </p:nvGrpSpPr>
      <p:grpSpPr>
        <a:xfrm>
          <a:off x="0" y="0"/>
          <a:ext cx="0" cy="0"/>
          <a:chOff x="0" y="0"/>
          <a:chExt cx="0" cy="0"/>
        </a:xfrm>
      </p:grpSpPr>
      <p:sp>
        <p:nvSpPr>
          <p:cNvPr id="190" name="Google Shape;190;g2a182c65f66_0_7:notes">
            <a:extLst>
              <a:ext uri="{FF2B5EF4-FFF2-40B4-BE49-F238E27FC236}">
                <a16:creationId xmlns:a16="http://schemas.microsoft.com/office/drawing/2014/main" id="{7CB4F76A-38D3-E7F2-EDA2-69FC07FF88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a182c65f66_0_7:notes">
            <a:extLst>
              <a:ext uri="{FF2B5EF4-FFF2-40B4-BE49-F238E27FC236}">
                <a16:creationId xmlns:a16="http://schemas.microsoft.com/office/drawing/2014/main" id="{6A21197C-D011-A011-6D2D-2DF98BC595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10494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953822A4-5644-8365-D1A9-2D50C60AE9FC}"/>
            </a:ext>
          </a:extLst>
        </p:cNvPr>
        <p:cNvGrpSpPr/>
        <p:nvPr/>
      </p:nvGrpSpPr>
      <p:grpSpPr>
        <a:xfrm>
          <a:off x="0" y="0"/>
          <a:ext cx="0" cy="0"/>
          <a:chOff x="0" y="0"/>
          <a:chExt cx="0" cy="0"/>
        </a:xfrm>
      </p:grpSpPr>
      <p:sp>
        <p:nvSpPr>
          <p:cNvPr id="173" name="Google Shape;173;g2a0ac66233e_1_3551:notes">
            <a:extLst>
              <a:ext uri="{FF2B5EF4-FFF2-40B4-BE49-F238E27FC236}">
                <a16:creationId xmlns:a16="http://schemas.microsoft.com/office/drawing/2014/main" id="{F2FD7067-69C7-5C69-9CBC-F464C27AF6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a0ac66233e_1_3551:notes">
            <a:extLst>
              <a:ext uri="{FF2B5EF4-FFF2-40B4-BE49-F238E27FC236}">
                <a16:creationId xmlns:a16="http://schemas.microsoft.com/office/drawing/2014/main" id="{DD2E1335-2CF5-1AD9-BB32-06A130F78B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94683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58D2E-F8B4-66A5-AE2C-20AF076AB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4D429-8584-8F62-3AF4-FB0F4B03634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FE28EFE-13CB-8DCA-53A7-F099EC3ABEB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902575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a23badba93_1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a23badba93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B1B71328-1C0A-1D79-7FF8-C427661E6004}"/>
            </a:ext>
          </a:extLst>
        </p:cNvPr>
        <p:cNvGrpSpPr/>
        <p:nvPr/>
      </p:nvGrpSpPr>
      <p:grpSpPr>
        <a:xfrm>
          <a:off x="0" y="0"/>
          <a:ext cx="0" cy="0"/>
          <a:chOff x="0" y="0"/>
          <a:chExt cx="0" cy="0"/>
        </a:xfrm>
      </p:grpSpPr>
      <p:sp>
        <p:nvSpPr>
          <p:cNvPr id="219" name="Google Shape;219;g2a23badba93_1_69:notes">
            <a:extLst>
              <a:ext uri="{FF2B5EF4-FFF2-40B4-BE49-F238E27FC236}">
                <a16:creationId xmlns:a16="http://schemas.microsoft.com/office/drawing/2014/main" id="{5C1C8799-1FCA-DAD5-0E65-BC378C66CC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a23badba93_1_69:notes">
            <a:extLst>
              <a:ext uri="{FF2B5EF4-FFF2-40B4-BE49-F238E27FC236}">
                <a16:creationId xmlns:a16="http://schemas.microsoft.com/office/drawing/2014/main" id="{93232149-D764-16C8-B01D-FB73CFA556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90507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a:extLst>
            <a:ext uri="{FF2B5EF4-FFF2-40B4-BE49-F238E27FC236}">
              <a16:creationId xmlns:a16="http://schemas.microsoft.com/office/drawing/2014/main" id="{7EB321FD-3410-8E77-AD94-062804E6C1BE}"/>
            </a:ext>
          </a:extLst>
        </p:cNvPr>
        <p:cNvGrpSpPr/>
        <p:nvPr/>
      </p:nvGrpSpPr>
      <p:grpSpPr>
        <a:xfrm>
          <a:off x="0" y="0"/>
          <a:ext cx="0" cy="0"/>
          <a:chOff x="0" y="0"/>
          <a:chExt cx="0" cy="0"/>
        </a:xfrm>
      </p:grpSpPr>
      <p:sp>
        <p:nvSpPr>
          <p:cNvPr id="364" name="Google Shape;364;g2a573917329_0_11:notes">
            <a:extLst>
              <a:ext uri="{FF2B5EF4-FFF2-40B4-BE49-F238E27FC236}">
                <a16:creationId xmlns:a16="http://schemas.microsoft.com/office/drawing/2014/main" id="{C7942AC4-EF33-7027-BB94-2C0F97967F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2a573917329_0_11:notes">
            <a:extLst>
              <a:ext uri="{FF2B5EF4-FFF2-40B4-BE49-F238E27FC236}">
                <a16:creationId xmlns:a16="http://schemas.microsoft.com/office/drawing/2014/main" id="{E6F743D2-CBD2-6340-2DB8-673840324D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02349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6E01D8CB-4F95-EFE4-54A2-E74B98B896E8}"/>
            </a:ext>
          </a:extLst>
        </p:cNvPr>
        <p:cNvGrpSpPr/>
        <p:nvPr/>
      </p:nvGrpSpPr>
      <p:grpSpPr>
        <a:xfrm>
          <a:off x="0" y="0"/>
          <a:ext cx="0" cy="0"/>
          <a:chOff x="0" y="0"/>
          <a:chExt cx="0" cy="0"/>
        </a:xfrm>
      </p:grpSpPr>
      <p:sp>
        <p:nvSpPr>
          <p:cNvPr id="219" name="Google Shape;219;g2a23badba93_1_69:notes">
            <a:extLst>
              <a:ext uri="{FF2B5EF4-FFF2-40B4-BE49-F238E27FC236}">
                <a16:creationId xmlns:a16="http://schemas.microsoft.com/office/drawing/2014/main" id="{9922BE0A-C543-4095-2A18-F66B0C55B8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a23badba93_1_69:notes">
            <a:extLst>
              <a:ext uri="{FF2B5EF4-FFF2-40B4-BE49-F238E27FC236}">
                <a16:creationId xmlns:a16="http://schemas.microsoft.com/office/drawing/2014/main" id="{655C50DE-360C-C05C-9B6A-A7EF7F3CA9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81774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C41EBAA6-B394-57D1-3643-A67B943FABB0}"/>
            </a:ext>
          </a:extLst>
        </p:cNvPr>
        <p:cNvGrpSpPr/>
        <p:nvPr/>
      </p:nvGrpSpPr>
      <p:grpSpPr>
        <a:xfrm>
          <a:off x="0" y="0"/>
          <a:ext cx="0" cy="0"/>
          <a:chOff x="0" y="0"/>
          <a:chExt cx="0" cy="0"/>
        </a:xfrm>
      </p:grpSpPr>
      <p:sp>
        <p:nvSpPr>
          <p:cNvPr id="376" name="Google Shape;376;g2a08979779a_0_5:notes">
            <a:extLst>
              <a:ext uri="{FF2B5EF4-FFF2-40B4-BE49-F238E27FC236}">
                <a16:creationId xmlns:a16="http://schemas.microsoft.com/office/drawing/2014/main" id="{AD82A3A1-8329-C2D3-1BC3-CD73B87340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a08979779a_0_5:notes">
            <a:extLst>
              <a:ext uri="{FF2B5EF4-FFF2-40B4-BE49-F238E27FC236}">
                <a16:creationId xmlns:a16="http://schemas.microsoft.com/office/drawing/2014/main" id="{BBDADA87-35FA-2A64-27CC-AADA9691E7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indent="7620">
              <a:lnSpc>
                <a:spcPct val="150000"/>
              </a:lnSpc>
              <a:spcBef>
                <a:spcPts val="1200"/>
              </a:spcBef>
              <a:buSzPts val="1018"/>
            </a:pPr>
            <a:r>
              <a:rPr lang="en-US" sz="1100" dirty="0">
                <a:solidFill>
                  <a:schemeClr val="bg1"/>
                </a:solidFill>
              </a:rPr>
              <a:t>Here we use a trusted intermediary to borrow from financial markets at a lower rate than the developing-country sovereign. The </a:t>
            </a:r>
            <a:r>
              <a:rPr lang="en-US" sz="1100" b="1" dirty="0">
                <a:solidFill>
                  <a:schemeClr val="bg1"/>
                </a:solidFill>
              </a:rPr>
              <a:t>intermediary</a:t>
            </a:r>
            <a:r>
              <a:rPr lang="en-US" sz="1100" dirty="0">
                <a:solidFill>
                  <a:schemeClr val="bg1"/>
                </a:solidFill>
              </a:rPr>
              <a:t> then </a:t>
            </a:r>
            <a:r>
              <a:rPr lang="en-US" sz="1100" b="1" dirty="0">
                <a:solidFill>
                  <a:schemeClr val="bg1"/>
                </a:solidFill>
              </a:rPr>
              <a:t>on-lends</a:t>
            </a:r>
            <a:r>
              <a:rPr lang="en-US" sz="1100" dirty="0">
                <a:solidFill>
                  <a:schemeClr val="bg1"/>
                </a:solidFill>
              </a:rPr>
              <a:t> to the sovereign. The intermediary could be the WB itself or some other institution or special purpose vehicle</a:t>
            </a:r>
            <a:endParaRPr lang="en-US" dirty="0">
              <a:solidFill>
                <a:schemeClr val="bg1"/>
              </a:solidFill>
            </a:endParaRPr>
          </a:p>
          <a:p>
            <a:pPr indent="7620">
              <a:lnSpc>
                <a:spcPct val="150000"/>
              </a:lnSpc>
              <a:spcBef>
                <a:spcPts val="1200"/>
              </a:spcBef>
              <a:buSzPts val="1018"/>
            </a:pPr>
            <a:r>
              <a:rPr lang="en-US" sz="1100" dirty="0">
                <a:solidFill>
                  <a:schemeClr val="bg1"/>
                </a:solidFill>
              </a:rPr>
              <a:t>The </a:t>
            </a:r>
            <a:r>
              <a:rPr lang="en-US" sz="1100" b="1" dirty="0">
                <a:solidFill>
                  <a:schemeClr val="bg1"/>
                </a:solidFill>
              </a:rPr>
              <a:t>lower interest costs </a:t>
            </a:r>
            <a:r>
              <a:rPr lang="en-US" sz="1100" dirty="0">
                <a:solidFill>
                  <a:schemeClr val="bg1"/>
                </a:solidFill>
              </a:rPr>
              <a:t>of the intermediary/WB are (partially) </a:t>
            </a:r>
            <a:r>
              <a:rPr lang="en-US" sz="1100" b="1" dirty="0">
                <a:solidFill>
                  <a:schemeClr val="bg1"/>
                </a:solidFill>
              </a:rPr>
              <a:t>passed along </a:t>
            </a:r>
            <a:r>
              <a:rPr lang="en-US" sz="1100" dirty="0">
                <a:solidFill>
                  <a:schemeClr val="bg1"/>
                </a:solidFill>
              </a:rPr>
              <a:t>in reduced interest costs to the sovereign </a:t>
            </a:r>
            <a:r>
              <a:rPr lang="en-US" sz="1100" b="1" dirty="0">
                <a:solidFill>
                  <a:schemeClr val="bg1"/>
                </a:solidFill>
              </a:rPr>
              <a:t>only if sustainability performance targets are met</a:t>
            </a:r>
            <a:endParaRPr dirty="0"/>
          </a:p>
        </p:txBody>
      </p:sp>
    </p:spTree>
    <p:extLst>
      <p:ext uri="{BB962C8B-B14F-4D97-AF65-F5344CB8AC3E}">
        <p14:creationId xmlns:p14="http://schemas.microsoft.com/office/powerpoint/2010/main" val="26061629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C568FB48-0316-4879-EF92-62730FF41C31}"/>
            </a:ext>
          </a:extLst>
        </p:cNvPr>
        <p:cNvGrpSpPr/>
        <p:nvPr/>
      </p:nvGrpSpPr>
      <p:grpSpPr>
        <a:xfrm>
          <a:off x="0" y="0"/>
          <a:ext cx="0" cy="0"/>
          <a:chOff x="0" y="0"/>
          <a:chExt cx="0" cy="0"/>
        </a:xfrm>
      </p:grpSpPr>
      <p:sp>
        <p:nvSpPr>
          <p:cNvPr id="313" name="Google Shape;313;g2a23badba93_1_90:notes">
            <a:extLst>
              <a:ext uri="{FF2B5EF4-FFF2-40B4-BE49-F238E27FC236}">
                <a16:creationId xmlns:a16="http://schemas.microsoft.com/office/drawing/2014/main" id="{B629B9BF-4DC0-1B03-D03D-C57205CB67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a23badba93_1_90:notes">
            <a:extLst>
              <a:ext uri="{FF2B5EF4-FFF2-40B4-BE49-F238E27FC236}">
                <a16:creationId xmlns:a16="http://schemas.microsoft.com/office/drawing/2014/main" id="{CDD27D09-23B9-81F9-91BA-15A227712A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25976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AB74FB60-1BF6-2BEB-17F6-1488CA8A15AB}"/>
            </a:ext>
          </a:extLst>
        </p:cNvPr>
        <p:cNvGrpSpPr/>
        <p:nvPr/>
      </p:nvGrpSpPr>
      <p:grpSpPr>
        <a:xfrm>
          <a:off x="0" y="0"/>
          <a:ext cx="0" cy="0"/>
          <a:chOff x="0" y="0"/>
          <a:chExt cx="0" cy="0"/>
        </a:xfrm>
      </p:grpSpPr>
      <p:sp>
        <p:nvSpPr>
          <p:cNvPr id="394" name="Google Shape;394;g2a23badba93_1_96:notes">
            <a:extLst>
              <a:ext uri="{FF2B5EF4-FFF2-40B4-BE49-F238E27FC236}">
                <a16:creationId xmlns:a16="http://schemas.microsoft.com/office/drawing/2014/main" id="{40807575-47C4-4F5F-1AA3-1445265EFD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a23badba93_1_96:notes">
            <a:extLst>
              <a:ext uri="{FF2B5EF4-FFF2-40B4-BE49-F238E27FC236}">
                <a16:creationId xmlns:a16="http://schemas.microsoft.com/office/drawing/2014/main" id="{F6B3E86F-935A-0785-089D-3BB90B65B8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96146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BD53A8BE-0C2B-51C4-400E-39D5C2D40766}"/>
            </a:ext>
          </a:extLst>
        </p:cNvPr>
        <p:cNvGrpSpPr/>
        <p:nvPr/>
      </p:nvGrpSpPr>
      <p:grpSpPr>
        <a:xfrm>
          <a:off x="0" y="0"/>
          <a:ext cx="0" cy="0"/>
          <a:chOff x="0" y="0"/>
          <a:chExt cx="0" cy="0"/>
        </a:xfrm>
      </p:grpSpPr>
      <p:sp>
        <p:nvSpPr>
          <p:cNvPr id="394" name="Google Shape;394;g2a23badba93_1_96:notes">
            <a:extLst>
              <a:ext uri="{FF2B5EF4-FFF2-40B4-BE49-F238E27FC236}">
                <a16:creationId xmlns:a16="http://schemas.microsoft.com/office/drawing/2014/main" id="{BC96791B-C140-C999-7215-09AEA709A9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a23badba93_1_96:notes">
            <a:extLst>
              <a:ext uri="{FF2B5EF4-FFF2-40B4-BE49-F238E27FC236}">
                <a16:creationId xmlns:a16="http://schemas.microsoft.com/office/drawing/2014/main" id="{3EA04E1F-1429-B6F0-1602-DCEEF8D602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798974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690626" y="1010210"/>
            <a:ext cx="7667244" cy="60512"/>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90626" y="3224773"/>
            <a:ext cx="7667244" cy="60512"/>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90626" y="1113584"/>
            <a:ext cx="7667244" cy="20574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7236911" y="3051692"/>
            <a:ext cx="810678" cy="810677"/>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074167"/>
            <a:ext cx="7475220" cy="2276856"/>
          </a:xfrm>
        </p:spPr>
        <p:txBody>
          <a:bodyPr anchor="ctr">
            <a:noAutofit/>
          </a:bodyPr>
          <a:lstStyle>
            <a:lvl1pPr algn="l">
              <a:lnSpc>
                <a:spcPct val="80000"/>
              </a:lnSpc>
              <a:defRPr sz="72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3291840"/>
            <a:ext cx="5918454" cy="802386"/>
          </a:xfrm>
        </p:spPr>
        <p:txBody>
          <a:bodyPr>
            <a:normAutofit/>
          </a:bodyPr>
          <a:lstStyle>
            <a:lvl1pPr marL="0" indent="0" algn="l">
              <a:buNone/>
              <a:defRPr sz="1650">
                <a:solidFill>
                  <a:schemeClr val="tx1"/>
                </a:solidFill>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10/2/2024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194550" y="3217001"/>
            <a:ext cx="895401" cy="480060"/>
          </a:xfrm>
        </p:spPr>
        <p:txBody>
          <a:bodyPr/>
          <a:lstStyle>
            <a:lvl1pPr>
              <a:defRPr sz="2100"/>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27035265"/>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10/2/2024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1252173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688492"/>
            <a:ext cx="9144000" cy="1455008"/>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918972"/>
            <a:ext cx="6960870" cy="2640330"/>
          </a:xfrm>
        </p:spPr>
        <p:txBody>
          <a:bodyPr anchor="ctr">
            <a:normAutofit/>
          </a:bodyPr>
          <a:lstStyle>
            <a:lvl1pPr>
              <a:lnSpc>
                <a:spcPct val="80000"/>
              </a:lnSpc>
              <a:defRPr sz="6000" b="0"/>
            </a:lvl1pPr>
          </a:lstStyle>
          <a:p>
            <a:r>
              <a:rPr lang="en-US"/>
              <a:t>Click to edit Master title style</a:t>
            </a:r>
            <a:endParaRPr lang="en-US" dirty="0"/>
          </a:p>
        </p:txBody>
      </p:sp>
      <p:sp>
        <p:nvSpPr>
          <p:cNvPr id="3" name="Text Placeholder 2"/>
          <p:cNvSpPr>
            <a:spLocks noGrp="1"/>
          </p:cNvSpPr>
          <p:nvPr>
            <p:ph type="body" idx="1"/>
          </p:nvPr>
        </p:nvSpPr>
        <p:spPr>
          <a:xfrm>
            <a:off x="1624331" y="3765042"/>
            <a:ext cx="6789420" cy="800100"/>
          </a:xfrm>
        </p:spPr>
        <p:txBody>
          <a:bodyPr anchor="t">
            <a:normAutofit/>
          </a:bodyPr>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4704588"/>
            <a:ext cx="1983232" cy="273844"/>
          </a:xfrm>
        </p:spPr>
        <p:txBody>
          <a:bodyPr/>
          <a:lstStyle/>
          <a:p>
            <a:fld id="{9796027F-7875-4030-9381-8BD8C4F21935}" type="datetimeFigureOut">
              <a:rPr lang="en-US" smtClean="0"/>
              <a:t>10/2/2024</a:t>
            </a:fld>
            <a:endParaRPr lang="en-US" dirty="0"/>
          </a:p>
        </p:txBody>
      </p:sp>
      <p:sp>
        <p:nvSpPr>
          <p:cNvPr id="5" name="Footer Placeholder 4"/>
          <p:cNvSpPr>
            <a:spLocks noGrp="1"/>
          </p:cNvSpPr>
          <p:nvPr>
            <p:ph type="ftr" sz="quarter" idx="11"/>
          </p:nvPr>
        </p:nvSpPr>
        <p:spPr>
          <a:xfrm>
            <a:off x="1637031" y="4704588"/>
            <a:ext cx="4745736" cy="273844"/>
          </a:xfrm>
        </p:spPr>
        <p:txBody>
          <a:bodyPr/>
          <a:lstStyle/>
          <a:p>
            <a:endParaRPr lang="en-US" dirty="0"/>
          </a:p>
        </p:txBody>
      </p:sp>
      <p:grpSp>
        <p:nvGrpSpPr>
          <p:cNvPr id="8" name="Group 7"/>
          <p:cNvGrpSpPr/>
          <p:nvPr/>
        </p:nvGrpSpPr>
        <p:grpSpPr>
          <a:xfrm>
            <a:off x="673049" y="1744386"/>
            <a:ext cx="810678" cy="810677"/>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32776" y="1879600"/>
            <a:ext cx="891224" cy="540249"/>
          </a:xfrm>
        </p:spPr>
        <p:txBody>
          <a:bodyPr/>
          <a:lstStyle>
            <a:lvl1pPr>
              <a:defRPr sz="2100"/>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4377502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02386" y="1645920"/>
            <a:ext cx="3566160" cy="298323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73168" y="1645920"/>
            <a:ext cx="3566160" cy="298323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AD347D-5ACD-4C99-B74B-A9C85AD731AF}" type="datetimeFigureOut">
              <a:rPr lang="en-US" smtClean="0"/>
              <a:t>10/2/2024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58900300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00100" y="1536192"/>
            <a:ext cx="3566160" cy="48006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02386" y="2057400"/>
            <a:ext cx="3566160" cy="246888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73168" y="1536192"/>
            <a:ext cx="3566160" cy="48006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73168" y="2057400"/>
            <a:ext cx="3566160" cy="246888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AD347D-5ACD-4C99-B74B-A9C85AD731AF}" type="datetimeFigureOut">
              <a:rPr lang="en-US" smtClean="0"/>
              <a:t>10/2/2024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9346386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10/2/2024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95612428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10/2/2024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63204008"/>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51434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514350"/>
            <a:ext cx="2400300" cy="1303020"/>
          </a:xfrm>
        </p:spPr>
        <p:txBody>
          <a:bodyPr anchor="b">
            <a:normAutofit/>
          </a:bodyPr>
          <a:lstStyle>
            <a:lvl1pPr>
              <a:defRPr sz="2400" b="1"/>
            </a:lvl1pPr>
          </a:lstStyle>
          <a:p>
            <a:r>
              <a:rPr lang="en-US"/>
              <a:t>Click to edit Master title style</a:t>
            </a:r>
            <a:endParaRPr lang="en-US" dirty="0"/>
          </a:p>
        </p:txBody>
      </p:sp>
      <p:sp>
        <p:nvSpPr>
          <p:cNvPr id="3" name="Content Placeholder 2"/>
          <p:cNvSpPr>
            <a:spLocks noGrp="1"/>
          </p:cNvSpPr>
          <p:nvPr>
            <p:ph idx="1"/>
          </p:nvPr>
        </p:nvSpPr>
        <p:spPr>
          <a:xfrm>
            <a:off x="628650" y="514350"/>
            <a:ext cx="5033772" cy="3765042"/>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1817370"/>
            <a:ext cx="2400300" cy="246888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10/2/2024</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8551294" y="4672261"/>
            <a:ext cx="342900" cy="3429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796580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51434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514350"/>
            <a:ext cx="2400300" cy="1303020"/>
          </a:xfrm>
        </p:spPr>
        <p:txBody>
          <a:bodyPr anchor="b">
            <a:normAutofit/>
          </a:bodyPr>
          <a:lstStyle>
            <a:lvl1pPr>
              <a:defRPr sz="24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5143500"/>
          </a:xfrm>
          <a:solidFill>
            <a:schemeClr val="tx2">
              <a:lumMod val="20000"/>
              <a:lumOff val="80000"/>
            </a:schemeClr>
          </a:solidFill>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12230" y="1817370"/>
            <a:ext cx="2400300" cy="246888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10/2/2024</a:t>
            </a:fld>
            <a:endParaRPr lang="en-US" dirty="0"/>
          </a:p>
        </p:txBody>
      </p:sp>
      <p:grpSp>
        <p:nvGrpSpPr>
          <p:cNvPr id="8" name="Group 7"/>
          <p:cNvGrpSpPr>
            <a:grpSpLocks noChangeAspect="1"/>
          </p:cNvGrpSpPr>
          <p:nvPr/>
        </p:nvGrpSpPr>
        <p:grpSpPr>
          <a:xfrm>
            <a:off x="8551294" y="4672261"/>
            <a:ext cx="342900" cy="3429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24394499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10/2/2024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84181597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400050"/>
            <a:ext cx="1914525" cy="42291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00100" y="400050"/>
            <a:ext cx="5629275" cy="4229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10/2/2024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2473965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descr="Looking up at the sky through the trees&#10;&#10;Description automatically generated">
            <a:extLst>
              <a:ext uri="{FF2B5EF4-FFF2-40B4-BE49-F238E27FC236}">
                <a16:creationId xmlns:a16="http://schemas.microsoft.com/office/drawing/2014/main" id="{93E89D5A-95FC-C9B6-1B0C-99FF0E10BC1A}"/>
              </a:ext>
            </a:extLst>
          </p:cNvPr>
          <p:cNvPicPr>
            <a:picLocks noChangeAspect="1"/>
          </p:cNvPicPr>
          <p:nvPr userDrawn="1"/>
        </p:nvPicPr>
        <p:blipFill>
          <a:blip r:embed="rId2"/>
          <a:stretch>
            <a:fillRect/>
          </a:stretch>
        </p:blipFill>
        <p:spPr>
          <a:xfrm>
            <a:off x="0" y="200440"/>
            <a:ext cx="9144000" cy="4943060"/>
          </a:xfrm>
          <a:prstGeom prst="rect">
            <a:avLst/>
          </a:prstGeom>
        </p:spPr>
      </p:pic>
      <p:sp>
        <p:nvSpPr>
          <p:cNvPr id="28" name="Google Shape;10;p2">
            <a:extLst>
              <a:ext uri="{FF2B5EF4-FFF2-40B4-BE49-F238E27FC236}">
                <a16:creationId xmlns:a16="http://schemas.microsoft.com/office/drawing/2014/main" id="{5228A903-53C0-8F47-64A3-A47C5B74A222}"/>
              </a:ext>
            </a:extLst>
          </p:cNvPr>
          <p:cNvSpPr/>
          <p:nvPr userDrawn="1"/>
        </p:nvSpPr>
        <p:spPr>
          <a:xfrm>
            <a:off x="0" y="0"/>
            <a:ext cx="9144000" cy="4857750"/>
          </a:xfrm>
          <a:custGeom>
            <a:avLst/>
            <a:gdLst/>
            <a:ahLst/>
            <a:cxnLst/>
            <a:rect l="l" t="t" r="r" b="b"/>
            <a:pathLst>
              <a:path w="365770" h="175924" extrusionOk="0">
                <a:moveTo>
                  <a:pt x="0" y="0"/>
                </a:moveTo>
                <a:lnTo>
                  <a:pt x="365770" y="0"/>
                </a:lnTo>
                <a:lnTo>
                  <a:pt x="365760" y="70914"/>
                </a:lnTo>
                <a:lnTo>
                  <a:pt x="0" y="175924"/>
                </a:lnTo>
                <a:close/>
              </a:path>
            </a:pathLst>
          </a:custGeom>
          <a:solidFill>
            <a:schemeClr val="bg1"/>
          </a:solidFill>
          <a:ln>
            <a:noFill/>
          </a:ln>
        </p:spPr>
      </p:sp>
      <p:sp>
        <p:nvSpPr>
          <p:cNvPr id="2" name="Title 1">
            <a:extLst>
              <a:ext uri="{FF2B5EF4-FFF2-40B4-BE49-F238E27FC236}">
                <a16:creationId xmlns:a16="http://schemas.microsoft.com/office/drawing/2014/main" id="{568529B4-9A66-3967-93D1-B1E1D764EED2}"/>
              </a:ext>
            </a:extLst>
          </p:cNvPr>
          <p:cNvSpPr>
            <a:spLocks noGrp="1"/>
          </p:cNvSpPr>
          <p:nvPr>
            <p:ph type="ctrTitle"/>
          </p:nvPr>
        </p:nvSpPr>
        <p:spPr>
          <a:xfrm>
            <a:off x="420053" y="481076"/>
            <a:ext cx="7823835" cy="1790700"/>
          </a:xfrm>
          <a:prstGeom prst="rect">
            <a:avLst/>
          </a:prstGeom>
        </p:spPr>
        <p:txBody>
          <a:bodyPr anchor="b"/>
          <a:lstStyle>
            <a:lvl1pPr algn="l">
              <a:defRPr sz="3600" b="1" i="0">
                <a:solidFill>
                  <a:srgbClr val="042245"/>
                </a:solidFill>
                <a:latin typeface="Merriweather" pitchFamily="2" charset="77"/>
                <a:cs typeface="Arial Hebrew" pitchFamily="2" charset="-79"/>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p:nvPr>
        </p:nvSpPr>
        <p:spPr>
          <a:xfrm>
            <a:off x="420053" y="2428875"/>
            <a:ext cx="4629150" cy="481076"/>
          </a:xfrm>
          <a:prstGeom prst="rect">
            <a:avLst/>
          </a:prstGeom>
        </p:spPr>
        <p:txBody>
          <a:bodyPr/>
          <a:lstStyle>
            <a:lvl1pPr marL="0" indent="0" algn="l">
              <a:buNone/>
              <a:defRPr sz="1800" b="0" i="0">
                <a:solidFill>
                  <a:srgbClr val="B8564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C305172B-6733-BD95-91C3-40B44DC1B93D}"/>
              </a:ext>
            </a:extLst>
          </p:cNvPr>
          <p:cNvSpPr>
            <a:spLocks noGrp="1"/>
          </p:cNvSpPr>
          <p:nvPr>
            <p:ph type="body" sz="quarter" idx="10"/>
          </p:nvPr>
        </p:nvSpPr>
        <p:spPr>
          <a:xfrm>
            <a:off x="6827745" y="3761815"/>
            <a:ext cx="2047175" cy="1181660"/>
          </a:xfrm>
          <a:prstGeom prst="rect">
            <a:avLst/>
          </a:prstGeom>
        </p:spPr>
        <p:txBody>
          <a:bodyPr/>
          <a:lstStyle>
            <a:lvl1pPr marL="0" indent="0" algn="r">
              <a:lnSpc>
                <a:spcPct val="150000"/>
              </a:lnSpc>
              <a:spcBef>
                <a:spcPts val="0"/>
              </a:spcBef>
              <a:buNone/>
              <a:defRPr sz="12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Tree>
    <p:extLst>
      <p:ext uri="{BB962C8B-B14F-4D97-AF65-F5344CB8AC3E}">
        <p14:creationId xmlns:p14="http://schemas.microsoft.com/office/powerpoint/2010/main" val="2959504903"/>
      </p:ext>
    </p:extLst>
  </p:cSld>
  <p:clrMapOvr>
    <a:masterClrMapping/>
  </p:clrMapOvr>
  <mc:AlternateContent xmlns:mc="http://schemas.openxmlformats.org/markup-compatibility/2006">
    <mc:Choice xmlns:p14="http://schemas.microsoft.com/office/powerpoint/2010/main" Requires="p14">
      <p:transition spd="slow" p14:dur="1700">
        <p:push/>
      </p:transition>
    </mc:Choice>
    <mc:Fallback>
      <p:transition spd="slow">
        <p:push/>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Picture">
    <p:spTree>
      <p:nvGrpSpPr>
        <p:cNvPr id="1" name=""/>
        <p:cNvGrpSpPr/>
        <p:nvPr/>
      </p:nvGrpSpPr>
      <p:grpSpPr>
        <a:xfrm>
          <a:off x="0" y="0"/>
          <a:ext cx="0" cy="0"/>
          <a:chOff x="0" y="0"/>
          <a:chExt cx="0" cy="0"/>
        </a:xfrm>
      </p:grpSpPr>
      <p:pic>
        <p:nvPicPr>
          <p:cNvPr id="2" name="Picture 1" descr="Wind turbines on a green hill&#10;&#10;Description automatically generated">
            <a:extLst>
              <a:ext uri="{FF2B5EF4-FFF2-40B4-BE49-F238E27FC236}">
                <a16:creationId xmlns:a16="http://schemas.microsoft.com/office/drawing/2014/main" id="{85C7152A-6F5F-551F-1C8C-B28EDA48E25F}"/>
              </a:ext>
            </a:extLst>
          </p:cNvPr>
          <p:cNvPicPr>
            <a:picLocks noChangeAspect="1"/>
          </p:cNvPicPr>
          <p:nvPr userDrawn="1"/>
        </p:nvPicPr>
        <p:blipFill rotWithShape="1">
          <a:blip r:embed="rId2"/>
          <a:srcRect t="13167"/>
          <a:stretch/>
        </p:blipFill>
        <p:spPr>
          <a:xfrm>
            <a:off x="0" y="0"/>
            <a:ext cx="9144000" cy="5143500"/>
          </a:xfrm>
          <a:prstGeom prst="rect">
            <a:avLst/>
          </a:prstGeom>
        </p:spPr>
      </p:pic>
    </p:spTree>
    <p:extLst>
      <p:ext uri="{BB962C8B-B14F-4D97-AF65-F5344CB8AC3E}">
        <p14:creationId xmlns:p14="http://schemas.microsoft.com/office/powerpoint/2010/main" val="412300785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9" name="Google Shape;51;p10">
            <a:extLst>
              <a:ext uri="{FF2B5EF4-FFF2-40B4-BE49-F238E27FC236}">
                <a16:creationId xmlns:a16="http://schemas.microsoft.com/office/drawing/2014/main" id="{948C60A9-87A5-CE5C-9845-FDB9E5ADEB71}"/>
              </a:ext>
            </a:extLst>
          </p:cNvPr>
          <p:cNvSpPr/>
          <p:nvPr userDrawn="1"/>
        </p:nvSpPr>
        <p:spPr>
          <a:xfrm>
            <a:off x="4901454" y="1"/>
            <a:ext cx="4255486" cy="907676"/>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hasCustomPrompt="1"/>
          </p:nvPr>
        </p:nvSpPr>
        <p:spPr>
          <a:xfrm>
            <a:off x="5012393" y="396345"/>
            <a:ext cx="368466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Contents</a:t>
            </a:r>
            <a:endParaRPr lang="en-US"/>
          </a:p>
        </p:txBody>
      </p:sp>
      <p:sp>
        <p:nvSpPr>
          <p:cNvPr id="8" name="Text Placeholder 10">
            <a:extLst>
              <a:ext uri="{FF2B5EF4-FFF2-40B4-BE49-F238E27FC236}">
                <a16:creationId xmlns:a16="http://schemas.microsoft.com/office/drawing/2014/main" id="{C162F2BA-E0FC-F567-87AA-D8D8A4C92F20}"/>
              </a:ext>
            </a:extLst>
          </p:cNvPr>
          <p:cNvSpPr>
            <a:spLocks noGrp="1"/>
          </p:cNvSpPr>
          <p:nvPr>
            <p:ph type="body" sz="quarter" idx="11"/>
          </p:nvPr>
        </p:nvSpPr>
        <p:spPr>
          <a:xfrm>
            <a:off x="5012393" y="1007877"/>
            <a:ext cx="3953434" cy="3984344"/>
          </a:xfrm>
          <a:prstGeom prst="rect">
            <a:avLst/>
          </a:prstGeom>
        </p:spPr>
        <p:txBody>
          <a:bodyPr>
            <a:normAutofit/>
          </a:bodyPr>
          <a:lstStyle>
            <a:lvl1pPr marL="214313" indent="-385763">
              <a:lnSpc>
                <a:spcPct val="150000"/>
              </a:lnSpc>
              <a:spcBef>
                <a:spcPts val="0"/>
              </a:spcBef>
              <a:buFont typeface="+mj-lt"/>
              <a:buAutoNum type="romanUcPeriod"/>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pic>
        <p:nvPicPr>
          <p:cNvPr id="11" name="Picture 10" descr="Looking up view of trees in the forest&#10;&#10;Description automatically generated">
            <a:extLst>
              <a:ext uri="{FF2B5EF4-FFF2-40B4-BE49-F238E27FC236}">
                <a16:creationId xmlns:a16="http://schemas.microsoft.com/office/drawing/2014/main" id="{7180AF91-3BD3-C1B3-02C5-FD0B8796D1C9}"/>
              </a:ext>
            </a:extLst>
          </p:cNvPr>
          <p:cNvPicPr>
            <a:picLocks noChangeAspect="1"/>
          </p:cNvPicPr>
          <p:nvPr userDrawn="1"/>
        </p:nvPicPr>
        <p:blipFill rotWithShape="1">
          <a:blip r:embed="rId2"/>
          <a:srcRect l="18347" r="19585"/>
          <a:stretch/>
        </p:blipFill>
        <p:spPr>
          <a:xfrm>
            <a:off x="0" y="1"/>
            <a:ext cx="4901454" cy="5159582"/>
          </a:xfrm>
          <a:prstGeom prst="rect">
            <a:avLst/>
          </a:prstGeom>
        </p:spPr>
      </p:pic>
    </p:spTree>
    <p:extLst>
      <p:ext uri="{BB962C8B-B14F-4D97-AF65-F5344CB8AC3E}">
        <p14:creationId xmlns:p14="http://schemas.microsoft.com/office/powerpoint/2010/main" val="196874247"/>
      </p:ext>
    </p:extLst>
  </p:cSld>
  <p:clrMapOvr>
    <a:masterClrMapping/>
  </p:clrMapOvr>
  <mc:AlternateContent xmlns:mc="http://schemas.openxmlformats.org/markup-compatibility/2006">
    <mc:Choice xmlns:p14="http://schemas.microsoft.com/office/powerpoint/2010/main" Requires="p14">
      <p:transition spd="slow" p14:dur="1700">
        <p:push/>
      </p:transition>
    </mc:Choice>
    <mc:Fallback>
      <p:transition spd="slow">
        <p:push/>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ubheading Slide">
    <p:spTree>
      <p:nvGrpSpPr>
        <p:cNvPr id="1" name=""/>
        <p:cNvGrpSpPr/>
        <p:nvPr/>
      </p:nvGrpSpPr>
      <p:grpSpPr>
        <a:xfrm>
          <a:off x="0" y="0"/>
          <a:ext cx="0" cy="0"/>
          <a:chOff x="0" y="0"/>
          <a:chExt cx="0" cy="0"/>
        </a:xfrm>
      </p:grpSpPr>
      <p:pic>
        <p:nvPicPr>
          <p:cNvPr id="9" name="Picture 8" descr="Looking up at a bamboo forest&#10;&#10;Description automatically generated">
            <a:extLst>
              <a:ext uri="{FF2B5EF4-FFF2-40B4-BE49-F238E27FC236}">
                <a16:creationId xmlns:a16="http://schemas.microsoft.com/office/drawing/2014/main" id="{B8E34BA2-ED21-1C61-8CD5-90EE59955F83}"/>
              </a:ext>
            </a:extLst>
          </p:cNvPr>
          <p:cNvPicPr>
            <a:picLocks noChangeAspect="1"/>
          </p:cNvPicPr>
          <p:nvPr userDrawn="1"/>
        </p:nvPicPr>
        <p:blipFill rotWithShape="1">
          <a:blip r:embed="rId2"/>
          <a:srcRect t="7335" b="7335"/>
          <a:stretch/>
        </p:blipFill>
        <p:spPr>
          <a:xfrm>
            <a:off x="0" y="-74882"/>
            <a:ext cx="9144000" cy="5132318"/>
          </a:xfrm>
          <a:prstGeom prst="rect">
            <a:avLst/>
          </a:prstGeom>
        </p:spPr>
      </p:pic>
      <p:sp>
        <p:nvSpPr>
          <p:cNvPr id="12" name="Manual Input 11">
            <a:extLst>
              <a:ext uri="{FF2B5EF4-FFF2-40B4-BE49-F238E27FC236}">
                <a16:creationId xmlns:a16="http://schemas.microsoft.com/office/drawing/2014/main" id="{DEC40C85-5EF0-4AA0-7953-DB75EB19E6FF}"/>
              </a:ext>
            </a:extLst>
          </p:cNvPr>
          <p:cNvSpPr/>
          <p:nvPr userDrawn="1"/>
        </p:nvSpPr>
        <p:spPr>
          <a:xfrm>
            <a:off x="-2745" y="2167666"/>
            <a:ext cx="9146744" cy="297689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13 w 10000"/>
              <a:gd name="connsiteY0" fmla="*/ 6790 h 10000"/>
              <a:gd name="connsiteX1" fmla="*/ 10000 w 10000"/>
              <a:gd name="connsiteY1" fmla="*/ 0 h 10000"/>
              <a:gd name="connsiteX2" fmla="*/ 10000 w 10000"/>
              <a:gd name="connsiteY2" fmla="*/ 10000 h 10000"/>
              <a:gd name="connsiteX3" fmla="*/ 0 w 10000"/>
              <a:gd name="connsiteY3" fmla="*/ 10000 h 10000"/>
              <a:gd name="connsiteX4" fmla="*/ 13 w 10000"/>
              <a:gd name="connsiteY4" fmla="*/ 6790 h 10000"/>
              <a:gd name="connsiteX0" fmla="*/ 13 w 10000"/>
              <a:gd name="connsiteY0" fmla="*/ 7456 h 10666"/>
              <a:gd name="connsiteX1" fmla="*/ 10000 w 10000"/>
              <a:gd name="connsiteY1" fmla="*/ 0 h 10666"/>
              <a:gd name="connsiteX2" fmla="*/ 10000 w 10000"/>
              <a:gd name="connsiteY2" fmla="*/ 10666 h 10666"/>
              <a:gd name="connsiteX3" fmla="*/ 0 w 10000"/>
              <a:gd name="connsiteY3" fmla="*/ 10666 h 10666"/>
              <a:gd name="connsiteX4" fmla="*/ 13 w 10000"/>
              <a:gd name="connsiteY4" fmla="*/ 7456 h 10666"/>
              <a:gd name="connsiteX0" fmla="*/ 0 w 10014"/>
              <a:gd name="connsiteY0" fmla="*/ 8900 h 10666"/>
              <a:gd name="connsiteX1" fmla="*/ 10014 w 10014"/>
              <a:gd name="connsiteY1" fmla="*/ 0 h 10666"/>
              <a:gd name="connsiteX2" fmla="*/ 10014 w 10014"/>
              <a:gd name="connsiteY2" fmla="*/ 10666 h 10666"/>
              <a:gd name="connsiteX3" fmla="*/ 14 w 10014"/>
              <a:gd name="connsiteY3" fmla="*/ 10666 h 10666"/>
              <a:gd name="connsiteX4" fmla="*/ 0 w 10014"/>
              <a:gd name="connsiteY4" fmla="*/ 8900 h 10666"/>
              <a:gd name="connsiteX0" fmla="*/ 0 w 10068"/>
              <a:gd name="connsiteY0" fmla="*/ 9282 h 10666"/>
              <a:gd name="connsiteX1" fmla="*/ 10068 w 10068"/>
              <a:gd name="connsiteY1" fmla="*/ 0 h 10666"/>
              <a:gd name="connsiteX2" fmla="*/ 10068 w 10068"/>
              <a:gd name="connsiteY2" fmla="*/ 10666 h 10666"/>
              <a:gd name="connsiteX3" fmla="*/ 68 w 10068"/>
              <a:gd name="connsiteY3" fmla="*/ 10666 h 10666"/>
              <a:gd name="connsiteX4" fmla="*/ 0 w 10068"/>
              <a:gd name="connsiteY4" fmla="*/ 9282 h 10666"/>
              <a:gd name="connsiteX0" fmla="*/ 0 w 10068"/>
              <a:gd name="connsiteY0" fmla="*/ 9537 h 10666"/>
              <a:gd name="connsiteX1" fmla="*/ 10068 w 10068"/>
              <a:gd name="connsiteY1" fmla="*/ 0 h 10666"/>
              <a:gd name="connsiteX2" fmla="*/ 10068 w 10068"/>
              <a:gd name="connsiteY2" fmla="*/ 10666 h 10666"/>
              <a:gd name="connsiteX3" fmla="*/ 68 w 10068"/>
              <a:gd name="connsiteY3" fmla="*/ 10666 h 10666"/>
              <a:gd name="connsiteX4" fmla="*/ 0 w 10068"/>
              <a:gd name="connsiteY4" fmla="*/ 9537 h 10666"/>
              <a:gd name="connsiteX0" fmla="*/ 2 w 10003"/>
              <a:gd name="connsiteY0" fmla="*/ 9410 h 10666"/>
              <a:gd name="connsiteX1" fmla="*/ 10003 w 10003"/>
              <a:gd name="connsiteY1" fmla="*/ 0 h 10666"/>
              <a:gd name="connsiteX2" fmla="*/ 10003 w 10003"/>
              <a:gd name="connsiteY2" fmla="*/ 10666 h 10666"/>
              <a:gd name="connsiteX3" fmla="*/ 3 w 10003"/>
              <a:gd name="connsiteY3" fmla="*/ 10666 h 10666"/>
              <a:gd name="connsiteX4" fmla="*/ 2 w 10003"/>
              <a:gd name="connsiteY4" fmla="*/ 9410 h 10666"/>
              <a:gd name="connsiteX0" fmla="*/ 2 w 10003"/>
              <a:gd name="connsiteY0" fmla="*/ 10599 h 11855"/>
              <a:gd name="connsiteX1" fmla="*/ 10003 w 10003"/>
              <a:gd name="connsiteY1" fmla="*/ 0 h 11855"/>
              <a:gd name="connsiteX2" fmla="*/ 10003 w 10003"/>
              <a:gd name="connsiteY2" fmla="*/ 11855 h 11855"/>
              <a:gd name="connsiteX3" fmla="*/ 3 w 10003"/>
              <a:gd name="connsiteY3" fmla="*/ 11855 h 11855"/>
              <a:gd name="connsiteX4" fmla="*/ 2 w 10003"/>
              <a:gd name="connsiteY4" fmla="*/ 10599 h 11855"/>
              <a:gd name="connsiteX0" fmla="*/ 2 w 10003"/>
              <a:gd name="connsiteY0" fmla="*/ 9070 h 10326"/>
              <a:gd name="connsiteX1" fmla="*/ 9990 w 10003"/>
              <a:gd name="connsiteY1" fmla="*/ 0 h 10326"/>
              <a:gd name="connsiteX2" fmla="*/ 10003 w 10003"/>
              <a:gd name="connsiteY2" fmla="*/ 10326 h 10326"/>
              <a:gd name="connsiteX3" fmla="*/ 3 w 10003"/>
              <a:gd name="connsiteY3" fmla="*/ 10326 h 10326"/>
              <a:gd name="connsiteX4" fmla="*/ 2 w 10003"/>
              <a:gd name="connsiteY4" fmla="*/ 9070 h 10326"/>
              <a:gd name="connsiteX0" fmla="*/ 2 w 10003"/>
              <a:gd name="connsiteY0" fmla="*/ 9537 h 10326"/>
              <a:gd name="connsiteX1" fmla="*/ 9990 w 10003"/>
              <a:gd name="connsiteY1" fmla="*/ 0 h 10326"/>
              <a:gd name="connsiteX2" fmla="*/ 10003 w 10003"/>
              <a:gd name="connsiteY2" fmla="*/ 10326 h 10326"/>
              <a:gd name="connsiteX3" fmla="*/ 3 w 10003"/>
              <a:gd name="connsiteY3" fmla="*/ 10326 h 10326"/>
              <a:gd name="connsiteX4" fmla="*/ 2 w 10003"/>
              <a:gd name="connsiteY4" fmla="*/ 9537 h 10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3" h="10326">
                <a:moveTo>
                  <a:pt x="2" y="9537"/>
                </a:moveTo>
                <a:lnTo>
                  <a:pt x="9990" y="0"/>
                </a:lnTo>
                <a:cubicBezTo>
                  <a:pt x="9994" y="3442"/>
                  <a:pt x="9999" y="6884"/>
                  <a:pt x="10003" y="10326"/>
                </a:cubicBezTo>
                <a:lnTo>
                  <a:pt x="3" y="10326"/>
                </a:lnTo>
                <a:cubicBezTo>
                  <a:pt x="7" y="9256"/>
                  <a:pt x="-2" y="10607"/>
                  <a:pt x="2" y="9537"/>
                </a:cubicBezTo>
                <a:close/>
              </a:path>
            </a:pathLst>
          </a:custGeom>
          <a:solidFill>
            <a:srgbClr val="042245"/>
          </a:solidFill>
          <a:ln>
            <a:solidFill>
              <a:srgbClr val="0422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Subtitle 2">
            <a:extLst>
              <a:ext uri="{FF2B5EF4-FFF2-40B4-BE49-F238E27FC236}">
                <a16:creationId xmlns:a16="http://schemas.microsoft.com/office/drawing/2014/main" id="{E53A72F4-2836-DB33-734C-BBC784C2AEFB}"/>
              </a:ext>
            </a:extLst>
          </p:cNvPr>
          <p:cNvSpPr>
            <a:spLocks noGrp="1"/>
          </p:cNvSpPr>
          <p:nvPr>
            <p:ph type="subTitle" idx="1"/>
          </p:nvPr>
        </p:nvSpPr>
        <p:spPr>
          <a:xfrm>
            <a:off x="3318782" y="3951791"/>
            <a:ext cx="5825218" cy="794828"/>
          </a:xfrm>
          <a:prstGeom prst="rect">
            <a:avLst/>
          </a:prstGeom>
        </p:spPr>
        <p:txBody>
          <a:bodyPr/>
          <a:lstStyle>
            <a:lvl1pPr marL="0" indent="0" algn="ctr">
              <a:buNone/>
              <a:defRPr sz="27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Tree>
    <p:extLst>
      <p:ext uri="{BB962C8B-B14F-4D97-AF65-F5344CB8AC3E}">
        <p14:creationId xmlns:p14="http://schemas.microsoft.com/office/powerpoint/2010/main" val="1200087440"/>
      </p:ext>
    </p:extLst>
  </p:cSld>
  <p:clrMapOvr>
    <a:masterClrMapping/>
  </p:clrMapOvr>
  <mc:AlternateContent xmlns:mc="http://schemas.openxmlformats.org/markup-compatibility/2006">
    <mc:Choice xmlns:p14="http://schemas.microsoft.com/office/powerpoint/2010/main" Requires="p14">
      <p:transition spd="slow" p14:dur="1700">
        <p:push/>
      </p:transition>
    </mc:Choice>
    <mc:Fallback>
      <p:transition spd="slow">
        <p:push/>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wo Column Text Slide">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8E1BF2F3-06A5-4050-31FC-FE51036B6ABC}"/>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BB3B0D6B-886D-9A9D-79B9-5E1327DDC699}"/>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
        <p:nvSpPr>
          <p:cNvPr id="5" name="Text Placeholder 3">
            <a:extLst>
              <a:ext uri="{FF2B5EF4-FFF2-40B4-BE49-F238E27FC236}">
                <a16:creationId xmlns:a16="http://schemas.microsoft.com/office/drawing/2014/main" id="{8607CD20-8558-BEBC-3934-70E89D829B82}"/>
              </a:ext>
            </a:extLst>
          </p:cNvPr>
          <p:cNvSpPr>
            <a:spLocks noGrp="1"/>
          </p:cNvSpPr>
          <p:nvPr>
            <p:ph type="body" sz="quarter" idx="10"/>
          </p:nvPr>
        </p:nvSpPr>
        <p:spPr>
          <a:xfrm>
            <a:off x="293300" y="1298122"/>
            <a:ext cx="4008680" cy="3465738"/>
          </a:xfrm>
          <a:prstGeom prst="rect">
            <a:avLst/>
          </a:prstGeom>
        </p:spPr>
        <p:txBody>
          <a:bodyPr/>
          <a:lstStyle>
            <a:lvl1pPr>
              <a:lnSpc>
                <a:spcPct val="150000"/>
              </a:lnSpc>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ext Placeholder 3">
            <a:extLst>
              <a:ext uri="{FF2B5EF4-FFF2-40B4-BE49-F238E27FC236}">
                <a16:creationId xmlns:a16="http://schemas.microsoft.com/office/drawing/2014/main" id="{B4A3D92E-6B42-22AE-27F2-4AFA182C9474}"/>
              </a:ext>
            </a:extLst>
          </p:cNvPr>
          <p:cNvSpPr>
            <a:spLocks noGrp="1"/>
          </p:cNvSpPr>
          <p:nvPr>
            <p:ph type="body" sz="quarter" idx="11"/>
          </p:nvPr>
        </p:nvSpPr>
        <p:spPr>
          <a:xfrm>
            <a:off x="4572000" y="1298122"/>
            <a:ext cx="4278701" cy="3465738"/>
          </a:xfrm>
          <a:prstGeom prst="rect">
            <a:avLst/>
          </a:prstGeom>
        </p:spPr>
        <p:txBody>
          <a:bodyPr/>
          <a:lstStyle>
            <a:lvl1pPr marL="0">
              <a:lnSpc>
                <a:spcPct val="150000"/>
              </a:lnSpc>
              <a:spcBef>
                <a:spcPts val="0"/>
              </a:spcBef>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3418612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Open Graphics Slide">
    <p:spTree>
      <p:nvGrpSpPr>
        <p:cNvPr id="1" name=""/>
        <p:cNvGrpSpPr/>
        <p:nvPr/>
      </p:nvGrpSpPr>
      <p:grpSpPr>
        <a:xfrm>
          <a:off x="0" y="0"/>
          <a:ext cx="0" cy="0"/>
          <a:chOff x="0" y="0"/>
          <a:chExt cx="0" cy="0"/>
        </a:xfrm>
      </p:grpSpPr>
      <p:sp>
        <p:nvSpPr>
          <p:cNvPr id="7" name="Google Shape;51;p10">
            <a:extLst>
              <a:ext uri="{FF2B5EF4-FFF2-40B4-BE49-F238E27FC236}">
                <a16:creationId xmlns:a16="http://schemas.microsoft.com/office/drawing/2014/main" id="{B3002143-DCE6-53A9-16FF-F111AAE27700}"/>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Subtitle 2">
            <a:extLst>
              <a:ext uri="{FF2B5EF4-FFF2-40B4-BE49-F238E27FC236}">
                <a16:creationId xmlns:a16="http://schemas.microsoft.com/office/drawing/2014/main" id="{AC99EF0C-07B5-DCEF-C6E0-59F8EEAC98C3}"/>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1373387638"/>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4"/>
        <p:cNvGrpSpPr/>
        <p:nvPr/>
      </p:nvGrpSpPr>
      <p:grpSpPr>
        <a:xfrm>
          <a:off x="0" y="0"/>
          <a:ext cx="0" cy="0"/>
          <a:chOff x="0" y="0"/>
          <a:chExt cx="0" cy="0"/>
        </a:xfrm>
      </p:grpSpPr>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9201958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ingle Column Text 2">
    <p:spTree>
      <p:nvGrpSpPr>
        <p:cNvPr id="1" name=""/>
        <p:cNvGrpSpPr/>
        <p:nvPr/>
      </p:nvGrpSpPr>
      <p:grpSpPr>
        <a:xfrm>
          <a:off x="0" y="0"/>
          <a:ext cx="0" cy="0"/>
          <a:chOff x="0" y="0"/>
          <a:chExt cx="0" cy="0"/>
        </a:xfrm>
      </p:grpSpPr>
      <p:sp>
        <p:nvSpPr>
          <p:cNvPr id="6" name="Google Shape;51;p10">
            <a:extLst>
              <a:ext uri="{FF2B5EF4-FFF2-40B4-BE49-F238E27FC236}">
                <a16:creationId xmlns:a16="http://schemas.microsoft.com/office/drawing/2014/main" id="{225E250B-4C8B-406B-CF64-6E0549C0FFAB}"/>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 name="Text Placeholder 10">
            <a:extLst>
              <a:ext uri="{FF2B5EF4-FFF2-40B4-BE49-F238E27FC236}">
                <a16:creationId xmlns:a16="http://schemas.microsoft.com/office/drawing/2014/main" id="{6E9B70A4-430C-DC78-7F41-725E8EED92F7}"/>
              </a:ext>
            </a:extLst>
          </p:cNvPr>
          <p:cNvSpPr>
            <a:spLocks noGrp="1"/>
          </p:cNvSpPr>
          <p:nvPr>
            <p:ph type="body" sz="quarter" idx="11"/>
          </p:nvPr>
        </p:nvSpPr>
        <p:spPr>
          <a:xfrm>
            <a:off x="293300" y="1273628"/>
            <a:ext cx="8534811" cy="3698045"/>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marL="1371600" indent="-298450">
              <a:lnSpc>
                <a:spcPct val="150000"/>
              </a:lnSpc>
              <a:spcBef>
                <a:spcPts val="0"/>
              </a:spcBef>
              <a:buClr>
                <a:schemeClr val="tx1"/>
              </a:buClr>
              <a:buFont typeface="Courier New" panose="02070309020205020404" pitchFamily="49" charset="0"/>
              <a:buChar char="o"/>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
        <p:nvSpPr>
          <p:cNvPr id="7" name="Subtitle 2">
            <a:extLst>
              <a:ext uri="{FF2B5EF4-FFF2-40B4-BE49-F238E27FC236}">
                <a16:creationId xmlns:a16="http://schemas.microsoft.com/office/drawing/2014/main" id="{2EE527EC-1F3E-4121-D1F7-3658ED913FBE}"/>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378234744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Column Text">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644A956F-8D9E-730A-8ED4-70AE9CAF9BF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1065AF75-8151-A814-B641-45A094F28D43}"/>
              </a:ext>
            </a:extLst>
          </p:cNvPr>
          <p:cNvSpPr>
            <a:spLocks noGrp="1"/>
          </p:cNvSpPr>
          <p:nvPr>
            <p:ph type="subTitle" idx="1"/>
          </p:nvPr>
        </p:nvSpPr>
        <p:spPr>
          <a:xfrm>
            <a:off x="251837" y="4662424"/>
            <a:ext cx="8560046"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a:t>
            </a:r>
            <a:endParaRPr lang="en-US"/>
          </a:p>
        </p:txBody>
      </p:sp>
      <p:sp>
        <p:nvSpPr>
          <p:cNvPr id="5" name="Text Placeholder 10">
            <a:extLst>
              <a:ext uri="{FF2B5EF4-FFF2-40B4-BE49-F238E27FC236}">
                <a16:creationId xmlns:a16="http://schemas.microsoft.com/office/drawing/2014/main" id="{A8B43B10-DBFB-A02C-5C8F-67E30474F3B2}"/>
              </a:ext>
            </a:extLst>
          </p:cNvPr>
          <p:cNvSpPr>
            <a:spLocks noGrp="1"/>
          </p:cNvSpPr>
          <p:nvPr>
            <p:ph type="body" sz="quarter" idx="11"/>
          </p:nvPr>
        </p:nvSpPr>
        <p:spPr>
          <a:xfrm>
            <a:off x="299661" y="386775"/>
            <a:ext cx="8512222" cy="3792723"/>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Tree>
    <p:extLst>
      <p:ext uri="{BB962C8B-B14F-4D97-AF65-F5344CB8AC3E}">
        <p14:creationId xmlns:p14="http://schemas.microsoft.com/office/powerpoint/2010/main" val="3429377194"/>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043737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verview Graphics Slide">
    <p:spTree>
      <p:nvGrpSpPr>
        <p:cNvPr id="1" name=""/>
        <p:cNvGrpSpPr/>
        <p:nvPr/>
      </p:nvGrpSpPr>
      <p:grpSpPr>
        <a:xfrm>
          <a:off x="0" y="0"/>
          <a:ext cx="0" cy="0"/>
          <a:chOff x="0" y="0"/>
          <a:chExt cx="0" cy="0"/>
        </a:xfrm>
      </p:grpSpPr>
      <p:pic>
        <p:nvPicPr>
          <p:cNvPr id="17" name="Picture 16" descr="A road through a forest&#10;&#10;Description automatically generated">
            <a:extLst>
              <a:ext uri="{FF2B5EF4-FFF2-40B4-BE49-F238E27FC236}">
                <a16:creationId xmlns:a16="http://schemas.microsoft.com/office/drawing/2014/main" id="{CE1F6373-7F0A-A7C6-B928-1B3AAEF95F0E}"/>
              </a:ext>
            </a:extLst>
          </p:cNvPr>
          <p:cNvPicPr>
            <a:picLocks noChangeAspect="1"/>
          </p:cNvPicPr>
          <p:nvPr userDrawn="1"/>
        </p:nvPicPr>
        <p:blipFill rotWithShape="1">
          <a:blip r:embed="rId2"/>
          <a:srcRect t="14977"/>
          <a:stretch/>
        </p:blipFill>
        <p:spPr>
          <a:xfrm>
            <a:off x="0" y="0"/>
            <a:ext cx="9144000" cy="5113898"/>
          </a:xfrm>
          <a:prstGeom prst="rect">
            <a:avLst/>
          </a:prstGeom>
        </p:spPr>
      </p:pic>
      <p:sp>
        <p:nvSpPr>
          <p:cNvPr id="3" name="Text Placeholder 10">
            <a:extLst>
              <a:ext uri="{FF2B5EF4-FFF2-40B4-BE49-F238E27FC236}">
                <a16:creationId xmlns:a16="http://schemas.microsoft.com/office/drawing/2014/main" id="{03C0B19E-F837-676A-6CB4-58C990C911FD}"/>
              </a:ext>
            </a:extLst>
          </p:cNvPr>
          <p:cNvSpPr>
            <a:spLocks noGrp="1"/>
          </p:cNvSpPr>
          <p:nvPr>
            <p:ph type="body" sz="quarter" idx="10"/>
          </p:nvPr>
        </p:nvSpPr>
        <p:spPr>
          <a:xfrm>
            <a:off x="906235" y="1182548"/>
            <a:ext cx="2316491" cy="458880"/>
          </a:xfrm>
          <a:prstGeom prst="rect">
            <a:avLst/>
          </a:prstGeom>
          <a:solidFill>
            <a:srgbClr val="042245"/>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4" name="Text Placeholder 10">
            <a:extLst>
              <a:ext uri="{FF2B5EF4-FFF2-40B4-BE49-F238E27FC236}">
                <a16:creationId xmlns:a16="http://schemas.microsoft.com/office/drawing/2014/main" id="{A109A92A-AC3B-E974-C248-E4B16C9F8A7B}"/>
              </a:ext>
            </a:extLst>
          </p:cNvPr>
          <p:cNvSpPr>
            <a:spLocks noGrp="1"/>
          </p:cNvSpPr>
          <p:nvPr>
            <p:ph type="body" sz="quarter" idx="11"/>
          </p:nvPr>
        </p:nvSpPr>
        <p:spPr>
          <a:xfrm>
            <a:off x="906235" y="2069027"/>
            <a:ext cx="2316491" cy="458881"/>
          </a:xfrm>
          <a:prstGeom prst="rect">
            <a:avLst/>
          </a:prstGeom>
          <a:solidFill>
            <a:srgbClr val="039384"/>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5" name="Text Placeholder 10">
            <a:extLst>
              <a:ext uri="{FF2B5EF4-FFF2-40B4-BE49-F238E27FC236}">
                <a16:creationId xmlns:a16="http://schemas.microsoft.com/office/drawing/2014/main" id="{FFEF4454-697D-C5DA-CE32-FBD3E33B0C0E}"/>
              </a:ext>
            </a:extLst>
          </p:cNvPr>
          <p:cNvSpPr>
            <a:spLocks noGrp="1"/>
          </p:cNvSpPr>
          <p:nvPr>
            <p:ph type="body" sz="quarter" idx="12"/>
          </p:nvPr>
        </p:nvSpPr>
        <p:spPr>
          <a:xfrm>
            <a:off x="906235" y="2975097"/>
            <a:ext cx="2316491" cy="458881"/>
          </a:xfrm>
          <a:prstGeom prst="rect">
            <a:avLst/>
          </a:prstGeom>
          <a:solidFill>
            <a:srgbClr val="B85641"/>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6" name="Google Shape;80;p15">
            <a:extLst>
              <a:ext uri="{FF2B5EF4-FFF2-40B4-BE49-F238E27FC236}">
                <a16:creationId xmlns:a16="http://schemas.microsoft.com/office/drawing/2014/main" id="{8E00970D-6EFC-E822-CF8D-ADF868EC3CBA}"/>
              </a:ext>
            </a:extLst>
          </p:cNvPr>
          <p:cNvSpPr/>
          <p:nvPr userDrawn="1"/>
        </p:nvSpPr>
        <p:spPr>
          <a:xfrm>
            <a:off x="3425740" y="1029616"/>
            <a:ext cx="5237528" cy="703854"/>
          </a:xfrm>
          <a:prstGeom prst="rect">
            <a:avLst/>
          </a:prstGeom>
          <a:solidFill>
            <a:srgbClr val="042245"/>
          </a:solidFill>
          <a:ln>
            <a:solidFill>
              <a:srgbClr val="042245"/>
            </a:solidFill>
          </a:ln>
        </p:spPr>
        <p:txBody>
          <a:bodyPr spcFirstLastPara="1" wrap="square" lIns="68569" tIns="34275" rIns="68569" bIns="34275" anchor="ctr" anchorCtr="0">
            <a:noAutofit/>
          </a:bodyPr>
          <a:lstStyle/>
          <a:p>
            <a:pPr marL="0" lvl="0" indent="0" algn="l" rtl="0">
              <a:spcBef>
                <a:spcPts val="0"/>
              </a:spcBef>
              <a:spcAft>
                <a:spcPts val="0"/>
              </a:spcAft>
              <a:buNone/>
            </a:pPr>
            <a:endParaRPr sz="1050">
              <a:solidFill>
                <a:srgbClr val="042245"/>
              </a:solidFill>
            </a:endParaRPr>
          </a:p>
        </p:txBody>
      </p:sp>
      <p:sp>
        <p:nvSpPr>
          <p:cNvPr id="7" name="Google Shape;80;p15">
            <a:extLst>
              <a:ext uri="{FF2B5EF4-FFF2-40B4-BE49-F238E27FC236}">
                <a16:creationId xmlns:a16="http://schemas.microsoft.com/office/drawing/2014/main" id="{87E9B779-45A0-202D-7207-228FFC03B079}"/>
              </a:ext>
            </a:extLst>
          </p:cNvPr>
          <p:cNvSpPr/>
          <p:nvPr userDrawn="1"/>
        </p:nvSpPr>
        <p:spPr>
          <a:xfrm>
            <a:off x="3425741" y="1931318"/>
            <a:ext cx="4963862" cy="703853"/>
          </a:xfrm>
          <a:prstGeom prst="rect">
            <a:avLst/>
          </a:prstGeom>
          <a:solidFill>
            <a:srgbClr val="039384"/>
          </a:solidFill>
          <a:ln>
            <a:solidFill>
              <a:srgbClr val="039384"/>
            </a:solidFill>
          </a:ln>
        </p:spPr>
        <p:txBody>
          <a:bodyPr spcFirstLastPara="1" wrap="square" lIns="68569" tIns="34275" rIns="68569" bIns="34275" anchor="ctr" anchorCtr="0">
            <a:noAutofit/>
          </a:bodyPr>
          <a:lstStyle/>
          <a:p>
            <a:pPr marL="0" lvl="0" indent="0" algn="l" rtl="0">
              <a:spcBef>
                <a:spcPts val="0"/>
              </a:spcBef>
              <a:spcAft>
                <a:spcPts val="0"/>
              </a:spcAft>
              <a:buNone/>
            </a:pPr>
            <a:endParaRPr sz="1050">
              <a:solidFill>
                <a:srgbClr val="042245"/>
              </a:solidFill>
            </a:endParaRPr>
          </a:p>
        </p:txBody>
      </p:sp>
      <p:sp>
        <p:nvSpPr>
          <p:cNvPr id="8" name="Google Shape;80;p15">
            <a:extLst>
              <a:ext uri="{FF2B5EF4-FFF2-40B4-BE49-F238E27FC236}">
                <a16:creationId xmlns:a16="http://schemas.microsoft.com/office/drawing/2014/main" id="{9E10C2D6-B777-B6B1-B17D-D96869EBA49A}"/>
              </a:ext>
            </a:extLst>
          </p:cNvPr>
          <p:cNvSpPr/>
          <p:nvPr userDrawn="1"/>
        </p:nvSpPr>
        <p:spPr>
          <a:xfrm>
            <a:off x="3425740" y="2833020"/>
            <a:ext cx="4594460" cy="703853"/>
          </a:xfrm>
          <a:prstGeom prst="rect">
            <a:avLst/>
          </a:prstGeom>
          <a:solidFill>
            <a:srgbClr val="B85641"/>
          </a:solidFill>
          <a:ln>
            <a:solidFill>
              <a:srgbClr val="B85641"/>
            </a:solidFill>
          </a:ln>
        </p:spPr>
        <p:txBody>
          <a:bodyPr spcFirstLastPara="1" wrap="square" lIns="68569" tIns="34275" rIns="68569" bIns="34275" anchor="ctr" anchorCtr="0">
            <a:noAutofit/>
          </a:bodyPr>
          <a:lstStyle/>
          <a:p>
            <a:pPr marL="0" lvl="0" indent="0" algn="l" rtl="0">
              <a:spcBef>
                <a:spcPts val="0"/>
              </a:spcBef>
              <a:spcAft>
                <a:spcPts val="0"/>
              </a:spcAft>
              <a:buNone/>
            </a:pPr>
            <a:endParaRPr sz="1050">
              <a:solidFill>
                <a:srgbClr val="042245"/>
              </a:solidFill>
            </a:endParaRPr>
          </a:p>
        </p:txBody>
      </p:sp>
      <p:sp>
        <p:nvSpPr>
          <p:cNvPr id="9" name="Text Placeholder 22">
            <a:extLst>
              <a:ext uri="{FF2B5EF4-FFF2-40B4-BE49-F238E27FC236}">
                <a16:creationId xmlns:a16="http://schemas.microsoft.com/office/drawing/2014/main" id="{36021CDE-0D58-10A2-CF59-18E36D858B25}"/>
              </a:ext>
            </a:extLst>
          </p:cNvPr>
          <p:cNvSpPr>
            <a:spLocks noGrp="1"/>
          </p:cNvSpPr>
          <p:nvPr>
            <p:ph type="body" sz="quarter" idx="14"/>
          </p:nvPr>
        </p:nvSpPr>
        <p:spPr>
          <a:xfrm>
            <a:off x="3529309" y="1090507"/>
            <a:ext cx="4957106" cy="642963"/>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0" name="Text Placeholder 22">
            <a:extLst>
              <a:ext uri="{FF2B5EF4-FFF2-40B4-BE49-F238E27FC236}">
                <a16:creationId xmlns:a16="http://schemas.microsoft.com/office/drawing/2014/main" id="{B91E61A1-147C-2650-D723-8AA20C13872A}"/>
              </a:ext>
            </a:extLst>
          </p:cNvPr>
          <p:cNvSpPr>
            <a:spLocks noGrp="1"/>
          </p:cNvSpPr>
          <p:nvPr>
            <p:ph type="body" sz="quarter" idx="15"/>
          </p:nvPr>
        </p:nvSpPr>
        <p:spPr>
          <a:xfrm>
            <a:off x="3529581" y="1976363"/>
            <a:ext cx="4698224" cy="646542"/>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1" name="Text Placeholder 22">
            <a:extLst>
              <a:ext uri="{FF2B5EF4-FFF2-40B4-BE49-F238E27FC236}">
                <a16:creationId xmlns:a16="http://schemas.microsoft.com/office/drawing/2014/main" id="{395EE974-9A45-84E9-EB44-6AB3A513394F}"/>
              </a:ext>
            </a:extLst>
          </p:cNvPr>
          <p:cNvSpPr>
            <a:spLocks noGrp="1"/>
          </p:cNvSpPr>
          <p:nvPr>
            <p:ph type="body" sz="quarter" idx="16"/>
          </p:nvPr>
        </p:nvSpPr>
        <p:spPr>
          <a:xfrm>
            <a:off x="3529309" y="2881266"/>
            <a:ext cx="4390659" cy="646544"/>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2" name="Google Shape;51;p10">
            <a:extLst>
              <a:ext uri="{FF2B5EF4-FFF2-40B4-BE49-F238E27FC236}">
                <a16:creationId xmlns:a16="http://schemas.microsoft.com/office/drawing/2014/main" id="{06B9471A-7F37-57BD-6368-76E00F759D8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 name="Subtitle 2">
            <a:extLst>
              <a:ext uri="{FF2B5EF4-FFF2-40B4-BE49-F238E27FC236}">
                <a16:creationId xmlns:a16="http://schemas.microsoft.com/office/drawing/2014/main" id="{888858D8-EF37-1198-F97A-FE57CDE56CBF}"/>
              </a:ext>
            </a:extLst>
          </p:cNvPr>
          <p:cNvSpPr>
            <a:spLocks noGrp="1"/>
          </p:cNvSpPr>
          <p:nvPr>
            <p:ph type="subTitle" idx="1"/>
          </p:nvPr>
        </p:nvSpPr>
        <p:spPr>
          <a:xfrm>
            <a:off x="293300" y="4644735"/>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2394363634"/>
      </p:ext>
    </p:extLst>
  </p:cSld>
  <p:clrMapOvr>
    <a:masterClrMapping/>
  </p:clrMapOvr>
  <mc:AlternateContent xmlns:mc="http://schemas.openxmlformats.org/markup-compatibility/2006">
    <mc:Choice xmlns:p14="http://schemas.microsoft.com/office/powerpoint/2010/main" Requires="p14">
      <p:transition spd="slow" p14:dur="1700">
        <p:push/>
      </p:transition>
    </mc:Choice>
    <mc:Fallback>
      <p:transition spd="slow">
        <p:push/>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Relationship Graphic Slide">
    <p:spTree>
      <p:nvGrpSpPr>
        <p:cNvPr id="1" name=""/>
        <p:cNvGrpSpPr/>
        <p:nvPr/>
      </p:nvGrpSpPr>
      <p:grpSpPr>
        <a:xfrm>
          <a:off x="0" y="0"/>
          <a:ext cx="0" cy="0"/>
          <a:chOff x="0" y="0"/>
          <a:chExt cx="0" cy="0"/>
        </a:xfrm>
      </p:grpSpPr>
      <p:pic>
        <p:nvPicPr>
          <p:cNvPr id="26" name="Picture 25" descr="A wooden walkway in a forest&#10;&#10;Description automatically generated">
            <a:extLst>
              <a:ext uri="{FF2B5EF4-FFF2-40B4-BE49-F238E27FC236}">
                <a16:creationId xmlns:a16="http://schemas.microsoft.com/office/drawing/2014/main" id="{A6A0CCE7-9BB8-A7F1-1AA3-CD5F3E80D886}"/>
              </a:ext>
            </a:extLst>
          </p:cNvPr>
          <p:cNvPicPr>
            <a:picLocks noChangeAspect="1"/>
          </p:cNvPicPr>
          <p:nvPr userDrawn="1"/>
        </p:nvPicPr>
        <p:blipFill rotWithShape="1">
          <a:blip r:embed="rId2"/>
          <a:srcRect b="8348"/>
          <a:stretch/>
        </p:blipFill>
        <p:spPr>
          <a:xfrm>
            <a:off x="0" y="207264"/>
            <a:ext cx="9156940" cy="4936237"/>
          </a:xfrm>
          <a:prstGeom prst="rect">
            <a:avLst/>
          </a:prstGeom>
        </p:spPr>
      </p:pic>
      <p:sp>
        <p:nvSpPr>
          <p:cNvPr id="3" name="Google Shape;107;p17">
            <a:extLst>
              <a:ext uri="{FF2B5EF4-FFF2-40B4-BE49-F238E27FC236}">
                <a16:creationId xmlns:a16="http://schemas.microsoft.com/office/drawing/2014/main" id="{FA46C4F8-4911-BF44-8805-B6ED7ECBBEC5}"/>
              </a:ext>
            </a:extLst>
          </p:cNvPr>
          <p:cNvSpPr/>
          <p:nvPr userDrawn="1"/>
        </p:nvSpPr>
        <p:spPr>
          <a:xfrm rot="10800000" flipH="1">
            <a:off x="3000930" y="1733891"/>
            <a:ext cx="2737971" cy="2536184"/>
          </a:xfrm>
          <a:prstGeom prst="round2DiagRect">
            <a:avLst>
              <a:gd name="adj1" fmla="val 0"/>
              <a:gd name="adj2" fmla="val 17764"/>
            </a:avLst>
          </a:prstGeom>
          <a:solidFill>
            <a:srgbClr val="039384"/>
          </a:solidFill>
          <a:ln w="9525" cap="flat" cmpd="sng">
            <a:solidFill>
              <a:srgbClr val="039384"/>
            </a:solidFill>
            <a:prstDash val="solid"/>
            <a:round/>
            <a:headEnd type="none" w="sm" len="sm"/>
            <a:tailEnd type="none" w="sm" len="sm"/>
          </a:ln>
        </p:spPr>
        <p:txBody>
          <a:bodyPr spcFirstLastPara="1" wrap="square" lIns="68569" tIns="68569" rIns="68569" bIns="68569" anchor="ctr" anchorCtr="0">
            <a:noAutofit/>
          </a:bodyPr>
          <a:lstStyle/>
          <a:p>
            <a:pPr marL="0" lvl="0" indent="0" algn="l" rtl="0">
              <a:lnSpc>
                <a:spcPct val="150000"/>
              </a:lnSpc>
              <a:spcBef>
                <a:spcPts val="0"/>
              </a:spcBef>
              <a:spcAft>
                <a:spcPts val="0"/>
              </a:spcAft>
              <a:buNone/>
            </a:pPr>
            <a:endParaRPr sz="1050"/>
          </a:p>
        </p:txBody>
      </p:sp>
      <p:sp>
        <p:nvSpPr>
          <p:cNvPr id="4" name="Google Shape;111;p17">
            <a:extLst>
              <a:ext uri="{FF2B5EF4-FFF2-40B4-BE49-F238E27FC236}">
                <a16:creationId xmlns:a16="http://schemas.microsoft.com/office/drawing/2014/main" id="{2CCDE042-AE20-0F5F-46FE-A11A8C7C13E9}"/>
              </a:ext>
            </a:extLst>
          </p:cNvPr>
          <p:cNvSpPr/>
          <p:nvPr userDrawn="1"/>
        </p:nvSpPr>
        <p:spPr>
          <a:xfrm>
            <a:off x="450588" y="1733891"/>
            <a:ext cx="2579676" cy="2536184"/>
          </a:xfrm>
          <a:prstGeom prst="round2DiagRect">
            <a:avLst>
              <a:gd name="adj1" fmla="val 0"/>
              <a:gd name="adj2" fmla="val 17764"/>
            </a:avLst>
          </a:prstGeom>
          <a:solidFill>
            <a:srgbClr val="B85641"/>
          </a:solidFill>
          <a:ln w="9525" cap="flat" cmpd="sng">
            <a:solidFill>
              <a:srgbClr val="B85641"/>
            </a:solidFill>
            <a:prstDash val="solid"/>
            <a:round/>
            <a:headEnd type="none" w="sm" len="sm"/>
            <a:tailEnd type="none" w="sm" len="sm"/>
          </a:ln>
        </p:spPr>
        <p:txBody>
          <a:bodyPr spcFirstLastPara="1" wrap="square" lIns="68569" tIns="68569" rIns="68569" bIns="68569" anchor="ctr" anchorCtr="0">
            <a:noAutofit/>
          </a:bodyPr>
          <a:lstStyle/>
          <a:p>
            <a:pPr marL="0" lvl="0" indent="0" algn="l" rtl="0">
              <a:lnSpc>
                <a:spcPct val="150000"/>
              </a:lnSpc>
              <a:spcBef>
                <a:spcPts val="0"/>
              </a:spcBef>
              <a:spcAft>
                <a:spcPts val="0"/>
              </a:spcAft>
              <a:buNone/>
            </a:pPr>
            <a:endParaRPr sz="1050"/>
          </a:p>
        </p:txBody>
      </p:sp>
      <p:sp>
        <p:nvSpPr>
          <p:cNvPr id="5" name="Google Shape;115;p17">
            <a:extLst>
              <a:ext uri="{FF2B5EF4-FFF2-40B4-BE49-F238E27FC236}">
                <a16:creationId xmlns:a16="http://schemas.microsoft.com/office/drawing/2014/main" id="{FB31FDF0-A2C9-8024-ACBC-D4FE78A1527F}"/>
              </a:ext>
            </a:extLst>
          </p:cNvPr>
          <p:cNvSpPr/>
          <p:nvPr userDrawn="1"/>
        </p:nvSpPr>
        <p:spPr>
          <a:xfrm>
            <a:off x="5411945" y="1733891"/>
            <a:ext cx="3251586" cy="2536184"/>
          </a:xfrm>
          <a:prstGeom prst="round2DiagRect">
            <a:avLst>
              <a:gd name="adj1" fmla="val 0"/>
              <a:gd name="adj2" fmla="val 17764"/>
            </a:avLst>
          </a:prstGeom>
          <a:solidFill>
            <a:srgbClr val="042245"/>
          </a:solidFill>
          <a:ln w="9525" cap="flat" cmpd="sng">
            <a:solidFill>
              <a:srgbClr val="042245"/>
            </a:solidFill>
            <a:prstDash val="solid"/>
            <a:round/>
            <a:headEnd type="none" w="sm" len="sm"/>
            <a:tailEnd type="none" w="sm" len="sm"/>
          </a:ln>
        </p:spPr>
        <p:txBody>
          <a:bodyPr spcFirstLastPara="1" wrap="square" lIns="68569" tIns="68569" rIns="68569" bIns="68569" anchor="ctr" anchorCtr="0">
            <a:noAutofit/>
          </a:bodyPr>
          <a:lstStyle/>
          <a:p>
            <a:pPr marL="0" lvl="0" indent="0" algn="l" rtl="0">
              <a:lnSpc>
                <a:spcPct val="150000"/>
              </a:lnSpc>
              <a:spcBef>
                <a:spcPts val="0"/>
              </a:spcBef>
              <a:spcAft>
                <a:spcPts val="0"/>
              </a:spcAft>
              <a:buNone/>
            </a:pPr>
            <a:endParaRPr sz="1050"/>
          </a:p>
          <a:p>
            <a:pPr marL="0" lvl="0" indent="0" algn="l" rtl="0">
              <a:lnSpc>
                <a:spcPct val="150000"/>
              </a:lnSpc>
              <a:spcBef>
                <a:spcPts val="0"/>
              </a:spcBef>
              <a:spcAft>
                <a:spcPts val="0"/>
              </a:spcAft>
              <a:buNone/>
            </a:pPr>
            <a:endParaRPr sz="1050"/>
          </a:p>
          <a:p>
            <a:pPr marL="0" lvl="0" indent="0" algn="l" rtl="0">
              <a:lnSpc>
                <a:spcPct val="150000"/>
              </a:lnSpc>
              <a:spcBef>
                <a:spcPts val="0"/>
              </a:spcBef>
              <a:spcAft>
                <a:spcPts val="0"/>
              </a:spcAft>
              <a:buNone/>
            </a:pPr>
            <a:endParaRPr sz="1050"/>
          </a:p>
          <a:p>
            <a:pPr marL="0" lvl="0" indent="0" algn="l" rtl="0">
              <a:lnSpc>
                <a:spcPct val="150000"/>
              </a:lnSpc>
              <a:spcBef>
                <a:spcPts val="0"/>
              </a:spcBef>
              <a:spcAft>
                <a:spcPts val="0"/>
              </a:spcAft>
              <a:buNone/>
            </a:pPr>
            <a:endParaRPr sz="1050"/>
          </a:p>
        </p:txBody>
      </p:sp>
      <p:grpSp>
        <p:nvGrpSpPr>
          <p:cNvPr id="6" name="Google Shape;121;p17">
            <a:extLst>
              <a:ext uri="{FF2B5EF4-FFF2-40B4-BE49-F238E27FC236}">
                <a16:creationId xmlns:a16="http://schemas.microsoft.com/office/drawing/2014/main" id="{52CD9916-4CBE-0CC8-4C11-82CEE352802B}"/>
              </a:ext>
            </a:extLst>
          </p:cNvPr>
          <p:cNvGrpSpPr/>
          <p:nvPr userDrawn="1"/>
        </p:nvGrpSpPr>
        <p:grpSpPr>
          <a:xfrm>
            <a:off x="2852545" y="2351329"/>
            <a:ext cx="285074" cy="283091"/>
            <a:chOff x="4858109" y="2631368"/>
            <a:chExt cx="316442" cy="315000"/>
          </a:xfrm>
        </p:grpSpPr>
        <p:sp>
          <p:nvSpPr>
            <p:cNvPr id="7" name="Google Shape;122;p17">
              <a:extLst>
                <a:ext uri="{FF2B5EF4-FFF2-40B4-BE49-F238E27FC236}">
                  <a16:creationId xmlns:a16="http://schemas.microsoft.com/office/drawing/2014/main" id="{CDAA877C-35E2-8BF8-5BDA-1A511BAD183E}"/>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1050"/>
            </a:p>
          </p:txBody>
        </p:sp>
        <p:sp>
          <p:nvSpPr>
            <p:cNvPr id="8" name="Google Shape;123;p17">
              <a:extLst>
                <a:ext uri="{FF2B5EF4-FFF2-40B4-BE49-F238E27FC236}">
                  <a16:creationId xmlns:a16="http://schemas.microsoft.com/office/drawing/2014/main" id="{E29E2E3D-032A-5B99-6F77-C88C49A2DFFA}"/>
                </a:ext>
              </a:extLst>
            </p:cNvPr>
            <p:cNvSpPr/>
            <p:nvPr/>
          </p:nvSpPr>
          <p:spPr>
            <a:xfrm>
              <a:off x="4858109" y="2739300"/>
              <a:ext cx="239100" cy="99000"/>
            </a:xfrm>
            <a:prstGeom prst="rightArrow">
              <a:avLst>
                <a:gd name="adj1" fmla="val 32020"/>
                <a:gd name="adj2" fmla="val 66970"/>
              </a:avLst>
            </a:prstGeom>
            <a:solidFill>
              <a:srgbClr val="31394C"/>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br>
                <a:rPr lang="en" sz="1050"/>
              </a:br>
              <a:endParaRPr sz="1050"/>
            </a:p>
          </p:txBody>
        </p:sp>
      </p:grpSp>
      <p:sp>
        <p:nvSpPr>
          <p:cNvPr id="9" name="Text Placeholder 22">
            <a:extLst>
              <a:ext uri="{FF2B5EF4-FFF2-40B4-BE49-F238E27FC236}">
                <a16:creationId xmlns:a16="http://schemas.microsoft.com/office/drawing/2014/main" id="{9D2C1FFD-944D-C199-7072-61BF41086E38}"/>
              </a:ext>
            </a:extLst>
          </p:cNvPr>
          <p:cNvSpPr>
            <a:spLocks noGrp="1"/>
          </p:cNvSpPr>
          <p:nvPr>
            <p:ph type="body" sz="quarter" idx="10"/>
          </p:nvPr>
        </p:nvSpPr>
        <p:spPr>
          <a:xfrm>
            <a:off x="574423" y="1940719"/>
            <a:ext cx="2235758"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0" name="Text Placeholder 22">
            <a:extLst>
              <a:ext uri="{FF2B5EF4-FFF2-40B4-BE49-F238E27FC236}">
                <a16:creationId xmlns:a16="http://schemas.microsoft.com/office/drawing/2014/main" id="{6072F383-773F-93E3-F6C0-96D3B38752A5}"/>
              </a:ext>
            </a:extLst>
          </p:cNvPr>
          <p:cNvSpPr>
            <a:spLocks noGrp="1"/>
          </p:cNvSpPr>
          <p:nvPr>
            <p:ph type="body" sz="quarter" idx="11"/>
          </p:nvPr>
        </p:nvSpPr>
        <p:spPr>
          <a:xfrm>
            <a:off x="3171502" y="1940719"/>
            <a:ext cx="2133089"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1" name="Text Placeholder 22">
            <a:extLst>
              <a:ext uri="{FF2B5EF4-FFF2-40B4-BE49-F238E27FC236}">
                <a16:creationId xmlns:a16="http://schemas.microsoft.com/office/drawing/2014/main" id="{8A634037-1AFA-B4BC-E51E-CEA312A2B24F}"/>
              </a:ext>
            </a:extLst>
          </p:cNvPr>
          <p:cNvSpPr>
            <a:spLocks noGrp="1"/>
          </p:cNvSpPr>
          <p:nvPr>
            <p:ph type="body" sz="quarter" idx="12"/>
          </p:nvPr>
        </p:nvSpPr>
        <p:spPr>
          <a:xfrm>
            <a:off x="5634527" y="1940719"/>
            <a:ext cx="2935049"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2" name="Text Placeholder 22">
            <a:extLst>
              <a:ext uri="{FF2B5EF4-FFF2-40B4-BE49-F238E27FC236}">
                <a16:creationId xmlns:a16="http://schemas.microsoft.com/office/drawing/2014/main" id="{3CB12DFD-FC12-E008-8D0B-CB9A8180FD9A}"/>
              </a:ext>
            </a:extLst>
          </p:cNvPr>
          <p:cNvSpPr>
            <a:spLocks noGrp="1"/>
          </p:cNvSpPr>
          <p:nvPr>
            <p:ph type="body" sz="quarter" idx="13"/>
          </p:nvPr>
        </p:nvSpPr>
        <p:spPr>
          <a:xfrm>
            <a:off x="574423" y="2669736"/>
            <a:ext cx="2250896" cy="1406246"/>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371600" indent="0">
              <a:buNone/>
              <a:defRPr/>
            </a:lvl5pPr>
          </a:lstStyle>
          <a:p>
            <a:pPr lvl="0"/>
            <a:r>
              <a:rPr lang="en-GB"/>
              <a:t>Click to edit Master text styles</a:t>
            </a:r>
          </a:p>
          <a:p>
            <a:pPr lvl="1"/>
            <a:r>
              <a:rPr lang="en-GB"/>
              <a:t>F</a:t>
            </a:r>
          </a:p>
          <a:p>
            <a:pPr lvl="2"/>
            <a:r>
              <a:rPr lang="en-GB"/>
              <a:t>F</a:t>
            </a:r>
          </a:p>
          <a:p>
            <a:pPr lvl="3"/>
            <a:r>
              <a:rPr lang="en-GB"/>
              <a:t>F</a:t>
            </a:r>
          </a:p>
          <a:p>
            <a:pPr lvl="4"/>
            <a:endParaRPr lang="en-GB"/>
          </a:p>
          <a:p>
            <a:pPr lvl="1"/>
            <a:endParaRPr lang="en-GB"/>
          </a:p>
          <a:p>
            <a:pPr lvl="1"/>
            <a:endParaRPr lang="en-GB"/>
          </a:p>
          <a:p>
            <a:pPr lvl="8"/>
            <a:endParaRPr lang="en-GB"/>
          </a:p>
        </p:txBody>
      </p:sp>
      <p:sp>
        <p:nvSpPr>
          <p:cNvPr id="13" name="Text Placeholder 22">
            <a:extLst>
              <a:ext uri="{FF2B5EF4-FFF2-40B4-BE49-F238E27FC236}">
                <a16:creationId xmlns:a16="http://schemas.microsoft.com/office/drawing/2014/main" id="{9BDCB9F9-7B46-0612-EFD8-D3B0996EFEA4}"/>
              </a:ext>
            </a:extLst>
          </p:cNvPr>
          <p:cNvSpPr>
            <a:spLocks noGrp="1"/>
          </p:cNvSpPr>
          <p:nvPr>
            <p:ph type="body" sz="quarter" idx="14"/>
          </p:nvPr>
        </p:nvSpPr>
        <p:spPr>
          <a:xfrm>
            <a:off x="3171503" y="2669736"/>
            <a:ext cx="2133088" cy="1406246"/>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stStyle>
          <a:p>
            <a:pPr lvl="0"/>
            <a:r>
              <a:rPr lang="en-GB"/>
              <a:t>Click to edit Master text styles</a:t>
            </a:r>
          </a:p>
          <a:p>
            <a:pPr lvl="1"/>
            <a:r>
              <a:rPr lang="en-GB"/>
              <a:t>S</a:t>
            </a:r>
          </a:p>
          <a:p>
            <a:pPr lvl="2"/>
            <a:r>
              <a:rPr lang="en-GB"/>
              <a:t>S</a:t>
            </a:r>
          </a:p>
          <a:p>
            <a:pPr lvl="3"/>
            <a:r>
              <a:rPr lang="en-GB"/>
              <a:t>S</a:t>
            </a:r>
          </a:p>
          <a:p>
            <a:pPr lvl="1"/>
            <a:endParaRPr lang="en-GB"/>
          </a:p>
        </p:txBody>
      </p:sp>
      <p:grpSp>
        <p:nvGrpSpPr>
          <p:cNvPr id="14" name="Google Shape;121;p17">
            <a:extLst>
              <a:ext uri="{FF2B5EF4-FFF2-40B4-BE49-F238E27FC236}">
                <a16:creationId xmlns:a16="http://schemas.microsoft.com/office/drawing/2014/main" id="{1C459823-5EA1-51BE-1272-55DCC417EE97}"/>
              </a:ext>
            </a:extLst>
          </p:cNvPr>
          <p:cNvGrpSpPr/>
          <p:nvPr userDrawn="1"/>
        </p:nvGrpSpPr>
        <p:grpSpPr>
          <a:xfrm>
            <a:off x="5307088" y="2351268"/>
            <a:ext cx="285074" cy="283091"/>
            <a:chOff x="4858109" y="2631368"/>
            <a:chExt cx="316442" cy="315000"/>
          </a:xfrm>
        </p:grpSpPr>
        <p:sp>
          <p:nvSpPr>
            <p:cNvPr id="15" name="Google Shape;122;p17">
              <a:extLst>
                <a:ext uri="{FF2B5EF4-FFF2-40B4-BE49-F238E27FC236}">
                  <a16:creationId xmlns:a16="http://schemas.microsoft.com/office/drawing/2014/main" id="{62CBE027-9459-EBBE-2B10-D35302965124}"/>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1050"/>
            </a:p>
          </p:txBody>
        </p:sp>
        <p:sp>
          <p:nvSpPr>
            <p:cNvPr id="16" name="Google Shape;123;p17">
              <a:extLst>
                <a:ext uri="{FF2B5EF4-FFF2-40B4-BE49-F238E27FC236}">
                  <a16:creationId xmlns:a16="http://schemas.microsoft.com/office/drawing/2014/main" id="{B41D7853-8DA7-F9F2-44AE-2DA5E445F193}"/>
                </a:ext>
              </a:extLst>
            </p:cNvPr>
            <p:cNvSpPr/>
            <p:nvPr/>
          </p:nvSpPr>
          <p:spPr>
            <a:xfrm>
              <a:off x="4858109" y="2739300"/>
              <a:ext cx="239100" cy="99000"/>
            </a:xfrm>
            <a:prstGeom prst="rightArrow">
              <a:avLst>
                <a:gd name="adj1" fmla="val 32020"/>
                <a:gd name="adj2" fmla="val 66970"/>
              </a:avLst>
            </a:prstGeom>
            <a:solidFill>
              <a:srgbClr val="31394C"/>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br>
                <a:rPr lang="en" sz="1050"/>
              </a:br>
              <a:endParaRPr sz="1050"/>
            </a:p>
          </p:txBody>
        </p:sp>
      </p:grpSp>
      <p:sp>
        <p:nvSpPr>
          <p:cNvPr id="17" name="Text Placeholder 22">
            <a:extLst>
              <a:ext uri="{FF2B5EF4-FFF2-40B4-BE49-F238E27FC236}">
                <a16:creationId xmlns:a16="http://schemas.microsoft.com/office/drawing/2014/main" id="{8737CE3B-4AC9-C5F6-530D-15F5C07B2199}"/>
              </a:ext>
            </a:extLst>
          </p:cNvPr>
          <p:cNvSpPr>
            <a:spLocks noGrp="1"/>
          </p:cNvSpPr>
          <p:nvPr>
            <p:ph type="body" sz="quarter" idx="15"/>
          </p:nvPr>
        </p:nvSpPr>
        <p:spPr>
          <a:xfrm>
            <a:off x="5634527" y="2717789"/>
            <a:ext cx="2935050" cy="1358193"/>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stStyle>
          <a:p>
            <a:pPr lvl="0"/>
            <a:r>
              <a:rPr lang="en-GB"/>
              <a:t>Click to edit Master text styles</a:t>
            </a:r>
          </a:p>
          <a:p>
            <a:pPr lvl="1"/>
            <a:r>
              <a:rPr lang="en-GB"/>
              <a:t>D</a:t>
            </a:r>
          </a:p>
          <a:p>
            <a:pPr lvl="2"/>
            <a:r>
              <a:rPr lang="en-GB"/>
              <a:t>D</a:t>
            </a:r>
          </a:p>
          <a:p>
            <a:pPr lvl="3"/>
            <a:r>
              <a:rPr lang="en-GB"/>
              <a:t>D</a:t>
            </a:r>
          </a:p>
          <a:p>
            <a:pPr lvl="0"/>
            <a:endParaRPr lang="en-GB"/>
          </a:p>
        </p:txBody>
      </p:sp>
      <p:sp>
        <p:nvSpPr>
          <p:cNvPr id="18" name="Google Shape;51;p10">
            <a:extLst>
              <a:ext uri="{FF2B5EF4-FFF2-40B4-BE49-F238E27FC236}">
                <a16:creationId xmlns:a16="http://schemas.microsoft.com/office/drawing/2014/main" id="{F293C96B-3E37-5291-2DA6-404031F56228}"/>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 name="Subtitle 2">
            <a:extLst>
              <a:ext uri="{FF2B5EF4-FFF2-40B4-BE49-F238E27FC236}">
                <a16:creationId xmlns:a16="http://schemas.microsoft.com/office/drawing/2014/main" id="{CF06B36E-CD52-C4E6-313F-9E502C53051D}"/>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539441930"/>
      </p:ext>
    </p:extLst>
  </p:cSld>
  <p:clrMapOvr>
    <a:masterClrMapping/>
  </p:clrMapOvr>
  <mc:AlternateContent xmlns:mc="http://schemas.openxmlformats.org/markup-compatibility/2006">
    <mc:Choice xmlns:p14="http://schemas.microsoft.com/office/powerpoint/2010/main" Requires="p14">
      <p:transition spd="slow" p14:dur="1700">
        <p:push/>
      </p:transition>
    </mc:Choice>
    <mc:Fallback>
      <p:transition spd="slow">
        <p:push/>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Options Slide">
    <p:spTree>
      <p:nvGrpSpPr>
        <p:cNvPr id="1" name=""/>
        <p:cNvGrpSpPr/>
        <p:nvPr/>
      </p:nvGrpSpPr>
      <p:grpSpPr>
        <a:xfrm>
          <a:off x="0" y="0"/>
          <a:ext cx="0" cy="0"/>
          <a:chOff x="0" y="0"/>
          <a:chExt cx="0" cy="0"/>
        </a:xfrm>
      </p:grpSpPr>
      <p:pic>
        <p:nvPicPr>
          <p:cNvPr id="28" name="Picture 27" descr="A road through a forest&#10;&#10;Description automatically generated">
            <a:extLst>
              <a:ext uri="{FF2B5EF4-FFF2-40B4-BE49-F238E27FC236}">
                <a16:creationId xmlns:a16="http://schemas.microsoft.com/office/drawing/2014/main" id="{DDDCA30F-C73B-7792-5A30-082600B0103A}"/>
              </a:ext>
            </a:extLst>
          </p:cNvPr>
          <p:cNvPicPr>
            <a:picLocks noChangeAspect="1"/>
          </p:cNvPicPr>
          <p:nvPr userDrawn="1"/>
        </p:nvPicPr>
        <p:blipFill rotWithShape="1">
          <a:blip r:embed="rId2"/>
          <a:srcRect t="4542" b="9757"/>
          <a:stretch/>
        </p:blipFill>
        <p:spPr>
          <a:xfrm>
            <a:off x="0" y="-1"/>
            <a:ext cx="9144000" cy="5143501"/>
          </a:xfrm>
          <a:prstGeom prst="rect">
            <a:avLst/>
          </a:prstGeom>
        </p:spPr>
      </p:pic>
      <p:sp>
        <p:nvSpPr>
          <p:cNvPr id="3" name="Google Shape;51;p10">
            <a:extLst>
              <a:ext uri="{FF2B5EF4-FFF2-40B4-BE49-F238E27FC236}">
                <a16:creationId xmlns:a16="http://schemas.microsoft.com/office/drawing/2014/main" id="{199843A6-062D-2226-E952-6C57D99A91B9}"/>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6" name="Google Shape;339;p36">
            <a:extLst>
              <a:ext uri="{FF2B5EF4-FFF2-40B4-BE49-F238E27FC236}">
                <a16:creationId xmlns:a16="http://schemas.microsoft.com/office/drawing/2014/main" id="{10D23BDC-026D-9138-9BEA-C86C67FE5280}"/>
              </a:ext>
            </a:extLst>
          </p:cNvPr>
          <p:cNvGrpSpPr/>
          <p:nvPr userDrawn="1"/>
        </p:nvGrpSpPr>
        <p:grpSpPr>
          <a:xfrm>
            <a:off x="1769322" y="1591346"/>
            <a:ext cx="5614185" cy="754878"/>
            <a:chOff x="1492524" y="2322568"/>
            <a:chExt cx="6214597" cy="643500"/>
          </a:xfrm>
        </p:grpSpPr>
        <p:sp>
          <p:nvSpPr>
            <p:cNvPr id="7" name="Google Shape;340;p36">
              <a:extLst>
                <a:ext uri="{FF2B5EF4-FFF2-40B4-BE49-F238E27FC236}">
                  <a16:creationId xmlns:a16="http://schemas.microsoft.com/office/drawing/2014/main" id="{3FD785EB-CA04-6EE1-73AA-B3F8E38737A2}"/>
                </a:ext>
              </a:extLst>
            </p:cNvPr>
            <p:cNvSpPr/>
            <p:nvPr/>
          </p:nvSpPr>
          <p:spPr>
            <a:xfrm>
              <a:off x="3728375" y="2322568"/>
              <a:ext cx="3978746" cy="6435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8" name="Google Shape;341;p36">
              <a:extLst>
                <a:ext uri="{FF2B5EF4-FFF2-40B4-BE49-F238E27FC236}">
                  <a16:creationId xmlns:a16="http://schemas.microsoft.com/office/drawing/2014/main" id="{1F029C64-2B41-C891-BC81-2B458418B65A}"/>
                </a:ext>
              </a:extLst>
            </p:cNvPr>
            <p:cNvSpPr/>
            <p:nvPr/>
          </p:nvSpPr>
          <p:spPr>
            <a:xfrm flipH="1">
              <a:off x="2139073" y="2322575"/>
              <a:ext cx="1988352" cy="642600"/>
            </a:xfrm>
            <a:prstGeom prst="rect">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9" name="Google Shape;342;p36">
              <a:extLst>
                <a:ext uri="{FF2B5EF4-FFF2-40B4-BE49-F238E27FC236}">
                  <a16:creationId xmlns:a16="http://schemas.microsoft.com/office/drawing/2014/main" id="{30CCFF64-A5C4-34A9-8847-C939D0C163EA}"/>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0" name="Google Shape;345;p36">
              <a:extLst>
                <a:ext uri="{FF2B5EF4-FFF2-40B4-BE49-F238E27FC236}">
                  <a16:creationId xmlns:a16="http://schemas.microsoft.com/office/drawing/2014/main" id="{9540466A-1027-4721-CC2E-6F96DFE7C346}"/>
                </a:ext>
              </a:extLst>
            </p:cNvPr>
            <p:cNvSpPr/>
            <p:nvPr/>
          </p:nvSpPr>
          <p:spPr>
            <a:xfrm>
              <a:off x="1492524" y="2322575"/>
              <a:ext cx="690000" cy="642600"/>
            </a:xfrm>
            <a:prstGeom prst="rect">
              <a:avLst/>
            </a:prstGeom>
            <a:solidFill>
              <a:srgbClr val="B85641"/>
            </a:solidFill>
            <a:ln>
              <a:solidFill>
                <a:srgbClr val="B85641"/>
              </a:solid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50" b="1">
                  <a:solidFill>
                    <a:srgbClr val="FFFFFF"/>
                  </a:solidFill>
                  <a:latin typeface="Merriweather" pitchFamily="2" charset="77"/>
                  <a:ea typeface="Roboto Thin"/>
                  <a:cs typeface="Roboto Thin"/>
                  <a:sym typeface="Roboto Thin"/>
                </a:rPr>
                <a:t>01</a:t>
              </a:r>
              <a:endParaRPr sz="1950" b="1">
                <a:solidFill>
                  <a:srgbClr val="FFFFFF"/>
                </a:solidFill>
                <a:latin typeface="Merriweather" pitchFamily="2" charset="77"/>
                <a:ea typeface="Roboto Thin"/>
                <a:cs typeface="Roboto Thin"/>
                <a:sym typeface="Roboto Thin"/>
              </a:endParaRPr>
            </a:p>
          </p:txBody>
        </p:sp>
      </p:grpSp>
      <p:grpSp>
        <p:nvGrpSpPr>
          <p:cNvPr id="11" name="Google Shape;347;p36">
            <a:extLst>
              <a:ext uri="{FF2B5EF4-FFF2-40B4-BE49-F238E27FC236}">
                <a16:creationId xmlns:a16="http://schemas.microsoft.com/office/drawing/2014/main" id="{6F1D57E8-8B56-A6B3-5FCD-C322F8DDFF8B}"/>
              </a:ext>
            </a:extLst>
          </p:cNvPr>
          <p:cNvGrpSpPr/>
          <p:nvPr userDrawn="1"/>
        </p:nvGrpSpPr>
        <p:grpSpPr>
          <a:xfrm>
            <a:off x="1769323" y="2656467"/>
            <a:ext cx="5614184" cy="754712"/>
            <a:chOff x="1492526" y="2322567"/>
            <a:chExt cx="6214593" cy="643501"/>
          </a:xfrm>
        </p:grpSpPr>
        <p:sp>
          <p:nvSpPr>
            <p:cNvPr id="12" name="Google Shape;348;p36">
              <a:extLst>
                <a:ext uri="{FF2B5EF4-FFF2-40B4-BE49-F238E27FC236}">
                  <a16:creationId xmlns:a16="http://schemas.microsoft.com/office/drawing/2014/main" id="{5EA7BF30-5BB4-8141-BFDD-9A83056DF1F5}"/>
                </a:ext>
              </a:extLst>
            </p:cNvPr>
            <p:cNvSpPr/>
            <p:nvPr/>
          </p:nvSpPr>
          <p:spPr>
            <a:xfrm>
              <a:off x="3728375" y="2322568"/>
              <a:ext cx="3978744" cy="6435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3" name="Google Shape;349;p36">
              <a:extLst>
                <a:ext uri="{FF2B5EF4-FFF2-40B4-BE49-F238E27FC236}">
                  <a16:creationId xmlns:a16="http://schemas.microsoft.com/office/drawing/2014/main" id="{90A238B9-C92D-D780-7073-DC9737C01217}"/>
                </a:ext>
              </a:extLst>
            </p:cNvPr>
            <p:cNvSpPr/>
            <p:nvPr/>
          </p:nvSpPr>
          <p:spPr>
            <a:xfrm flipH="1">
              <a:off x="2182525" y="2322575"/>
              <a:ext cx="1944900" cy="642600"/>
            </a:xfrm>
            <a:prstGeom prst="rect">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4" name="Google Shape;350;p36">
              <a:extLst>
                <a:ext uri="{FF2B5EF4-FFF2-40B4-BE49-F238E27FC236}">
                  <a16:creationId xmlns:a16="http://schemas.microsoft.com/office/drawing/2014/main" id="{AD7CE73A-B86F-A9E9-8B5C-87200AE44C06}"/>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5" name="Google Shape;353;p36">
              <a:extLst>
                <a:ext uri="{FF2B5EF4-FFF2-40B4-BE49-F238E27FC236}">
                  <a16:creationId xmlns:a16="http://schemas.microsoft.com/office/drawing/2014/main" id="{3137DD22-61A7-0540-76B9-E0B5F90BB204}"/>
                </a:ext>
              </a:extLst>
            </p:cNvPr>
            <p:cNvSpPr/>
            <p:nvPr userDrawn="1"/>
          </p:nvSpPr>
          <p:spPr>
            <a:xfrm>
              <a:off x="1492526" y="2322567"/>
              <a:ext cx="690000" cy="642600"/>
            </a:xfrm>
            <a:prstGeom prst="rect">
              <a:avLst/>
            </a:prstGeom>
            <a:solidFill>
              <a:srgbClr val="B856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50" b="1">
                  <a:solidFill>
                    <a:srgbClr val="FFFFFF"/>
                  </a:solidFill>
                  <a:latin typeface="Merriweather" pitchFamily="2" charset="77"/>
                  <a:ea typeface="Roboto Thin"/>
                  <a:cs typeface="Roboto Thin"/>
                  <a:sym typeface="Roboto Thin"/>
                </a:rPr>
                <a:t>02</a:t>
              </a:r>
              <a:endParaRPr sz="1950" b="1">
                <a:solidFill>
                  <a:srgbClr val="FFFFFF"/>
                </a:solidFill>
                <a:latin typeface="Merriweather" pitchFamily="2" charset="77"/>
                <a:ea typeface="Roboto Thin"/>
                <a:cs typeface="Roboto Thin"/>
                <a:sym typeface="Roboto Thin"/>
              </a:endParaRPr>
            </a:p>
          </p:txBody>
        </p:sp>
      </p:grpSp>
      <p:grpSp>
        <p:nvGrpSpPr>
          <p:cNvPr id="16" name="Google Shape;355;p36">
            <a:extLst>
              <a:ext uri="{FF2B5EF4-FFF2-40B4-BE49-F238E27FC236}">
                <a16:creationId xmlns:a16="http://schemas.microsoft.com/office/drawing/2014/main" id="{AE1C90D6-52DD-94D8-935C-E53D03951799}"/>
              </a:ext>
            </a:extLst>
          </p:cNvPr>
          <p:cNvGrpSpPr/>
          <p:nvPr userDrawn="1"/>
        </p:nvGrpSpPr>
        <p:grpSpPr>
          <a:xfrm>
            <a:off x="1774867" y="3723011"/>
            <a:ext cx="5608640" cy="753480"/>
            <a:chOff x="1477881" y="2322417"/>
            <a:chExt cx="6264182" cy="643651"/>
          </a:xfrm>
        </p:grpSpPr>
        <p:sp>
          <p:nvSpPr>
            <p:cNvPr id="17" name="Google Shape;356;p36">
              <a:extLst>
                <a:ext uri="{FF2B5EF4-FFF2-40B4-BE49-F238E27FC236}">
                  <a16:creationId xmlns:a16="http://schemas.microsoft.com/office/drawing/2014/main" id="{63AF99DD-6AC7-9C01-1356-AA3A10E73F80}"/>
                </a:ext>
              </a:extLst>
            </p:cNvPr>
            <p:cNvSpPr/>
            <p:nvPr/>
          </p:nvSpPr>
          <p:spPr>
            <a:xfrm>
              <a:off x="3728375" y="2322568"/>
              <a:ext cx="4013688" cy="6435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8" name="Google Shape;357;p36">
              <a:extLst>
                <a:ext uri="{FF2B5EF4-FFF2-40B4-BE49-F238E27FC236}">
                  <a16:creationId xmlns:a16="http://schemas.microsoft.com/office/drawing/2014/main" id="{C7A132C8-E5C4-90A8-BB59-E26D80CDF326}"/>
                </a:ext>
              </a:extLst>
            </p:cNvPr>
            <p:cNvSpPr/>
            <p:nvPr/>
          </p:nvSpPr>
          <p:spPr>
            <a:xfrm flipH="1">
              <a:off x="2165068" y="2322575"/>
              <a:ext cx="1962357" cy="642600"/>
            </a:xfrm>
            <a:prstGeom prst="rect">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 name="Google Shape;358;p36">
              <a:extLst>
                <a:ext uri="{FF2B5EF4-FFF2-40B4-BE49-F238E27FC236}">
                  <a16:creationId xmlns:a16="http://schemas.microsoft.com/office/drawing/2014/main" id="{6EA2F57C-7C58-1652-03D9-5998EE423497}"/>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 name="Google Shape;361;p36">
              <a:extLst>
                <a:ext uri="{FF2B5EF4-FFF2-40B4-BE49-F238E27FC236}">
                  <a16:creationId xmlns:a16="http://schemas.microsoft.com/office/drawing/2014/main" id="{1FF3B7BE-60E4-E708-ED2E-CFBE2FF6B042}"/>
                </a:ext>
              </a:extLst>
            </p:cNvPr>
            <p:cNvSpPr/>
            <p:nvPr/>
          </p:nvSpPr>
          <p:spPr>
            <a:xfrm>
              <a:off x="1477881" y="2322417"/>
              <a:ext cx="690000" cy="642600"/>
            </a:xfrm>
            <a:prstGeom prst="rect">
              <a:avLst/>
            </a:prstGeom>
            <a:solidFill>
              <a:srgbClr val="B856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50" b="1">
                  <a:solidFill>
                    <a:srgbClr val="FFFFFF"/>
                  </a:solidFill>
                  <a:latin typeface="Merriweather" pitchFamily="2" charset="77"/>
                  <a:ea typeface="Roboto Thin"/>
                  <a:cs typeface="Roboto Thin"/>
                  <a:sym typeface="Roboto Thin"/>
                </a:rPr>
                <a:t>03</a:t>
              </a:r>
              <a:endParaRPr sz="1950" b="1">
                <a:solidFill>
                  <a:srgbClr val="FFFFFF"/>
                </a:solidFill>
                <a:latin typeface="Merriweather" pitchFamily="2" charset="77"/>
                <a:ea typeface="Roboto Thin"/>
                <a:cs typeface="Roboto Thin"/>
                <a:sym typeface="Roboto Thin"/>
              </a:endParaRPr>
            </a:p>
          </p:txBody>
        </p:sp>
      </p:grpSp>
      <p:sp>
        <p:nvSpPr>
          <p:cNvPr id="21" name="Text Placeholder 22">
            <a:extLst>
              <a:ext uri="{FF2B5EF4-FFF2-40B4-BE49-F238E27FC236}">
                <a16:creationId xmlns:a16="http://schemas.microsoft.com/office/drawing/2014/main" id="{354A4B30-33BC-24B4-89C5-0AEF29D5590A}"/>
              </a:ext>
            </a:extLst>
          </p:cNvPr>
          <p:cNvSpPr>
            <a:spLocks noGrp="1"/>
          </p:cNvSpPr>
          <p:nvPr>
            <p:ph type="body" sz="quarter" idx="10"/>
          </p:nvPr>
        </p:nvSpPr>
        <p:spPr>
          <a:xfrm>
            <a:off x="2495731" y="1691334"/>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2" name="Text Placeholder 22">
            <a:extLst>
              <a:ext uri="{FF2B5EF4-FFF2-40B4-BE49-F238E27FC236}">
                <a16:creationId xmlns:a16="http://schemas.microsoft.com/office/drawing/2014/main" id="{4CB2964B-0F75-AACD-34EF-C73A238AED60}"/>
              </a:ext>
            </a:extLst>
          </p:cNvPr>
          <p:cNvSpPr>
            <a:spLocks noGrp="1"/>
          </p:cNvSpPr>
          <p:nvPr>
            <p:ph type="body" sz="quarter" idx="11"/>
          </p:nvPr>
        </p:nvSpPr>
        <p:spPr>
          <a:xfrm>
            <a:off x="2504775" y="2728294"/>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3" name="Text Placeholder 22">
            <a:extLst>
              <a:ext uri="{FF2B5EF4-FFF2-40B4-BE49-F238E27FC236}">
                <a16:creationId xmlns:a16="http://schemas.microsoft.com/office/drawing/2014/main" id="{4FC46BC9-6AAA-4942-489F-5B39FF3C684D}"/>
              </a:ext>
            </a:extLst>
          </p:cNvPr>
          <p:cNvSpPr>
            <a:spLocks noGrp="1"/>
          </p:cNvSpPr>
          <p:nvPr>
            <p:ph type="body" sz="quarter" idx="12"/>
          </p:nvPr>
        </p:nvSpPr>
        <p:spPr>
          <a:xfrm>
            <a:off x="2532374" y="3822606"/>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4" name="Text Placeholder 22">
            <a:extLst>
              <a:ext uri="{FF2B5EF4-FFF2-40B4-BE49-F238E27FC236}">
                <a16:creationId xmlns:a16="http://schemas.microsoft.com/office/drawing/2014/main" id="{F0EF6396-B41D-A320-0DCF-0D9967280208}"/>
              </a:ext>
            </a:extLst>
          </p:cNvPr>
          <p:cNvSpPr>
            <a:spLocks noGrp="1"/>
          </p:cNvSpPr>
          <p:nvPr>
            <p:ph type="body" sz="quarter" idx="13"/>
          </p:nvPr>
        </p:nvSpPr>
        <p:spPr>
          <a:xfrm>
            <a:off x="4628111" y="1627265"/>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5" name="Text Placeholder 22">
            <a:extLst>
              <a:ext uri="{FF2B5EF4-FFF2-40B4-BE49-F238E27FC236}">
                <a16:creationId xmlns:a16="http://schemas.microsoft.com/office/drawing/2014/main" id="{B95D3D73-7F59-20F8-D53C-5FF51D31A104}"/>
              </a:ext>
            </a:extLst>
          </p:cNvPr>
          <p:cNvSpPr>
            <a:spLocks noGrp="1"/>
          </p:cNvSpPr>
          <p:nvPr>
            <p:ph type="body" sz="quarter" idx="14"/>
          </p:nvPr>
        </p:nvSpPr>
        <p:spPr>
          <a:xfrm>
            <a:off x="4628006" y="2692478"/>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6" name="Text Placeholder 22">
            <a:extLst>
              <a:ext uri="{FF2B5EF4-FFF2-40B4-BE49-F238E27FC236}">
                <a16:creationId xmlns:a16="http://schemas.microsoft.com/office/drawing/2014/main" id="{4AE2E838-E0DB-35ED-E9C6-91876CBA776A}"/>
              </a:ext>
            </a:extLst>
          </p:cNvPr>
          <p:cNvSpPr>
            <a:spLocks noGrp="1"/>
          </p:cNvSpPr>
          <p:nvPr>
            <p:ph type="body" sz="quarter" idx="15"/>
          </p:nvPr>
        </p:nvSpPr>
        <p:spPr>
          <a:xfrm>
            <a:off x="4625118" y="3758320"/>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9" name="Subtitle 2">
            <a:extLst>
              <a:ext uri="{FF2B5EF4-FFF2-40B4-BE49-F238E27FC236}">
                <a16:creationId xmlns:a16="http://schemas.microsoft.com/office/drawing/2014/main" id="{D1DEBF63-1364-A7A9-80BB-0D563116DEC5}"/>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1266322412"/>
      </p:ext>
    </p:extLst>
  </p:cSld>
  <p:clrMapOvr>
    <a:masterClrMapping/>
  </p:clrMapOvr>
  <mc:AlternateContent xmlns:mc="http://schemas.openxmlformats.org/markup-compatibility/2006">
    <mc:Choice xmlns:p14="http://schemas.microsoft.com/office/powerpoint/2010/main" Requires="p14">
      <p:transition spd="slow" p14:dur="1700">
        <p:push/>
      </p:transition>
    </mc:Choice>
    <mc:Fallback>
      <p:transition spd="slow">
        <p:push/>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Looking up at the sky through the trees&#10;&#10;Description automatically generated">
            <a:extLst>
              <a:ext uri="{FF2B5EF4-FFF2-40B4-BE49-F238E27FC236}">
                <a16:creationId xmlns:a16="http://schemas.microsoft.com/office/drawing/2014/main" id="{93E89D5A-95FC-C9B6-1B0C-99FF0E10BC1A}"/>
              </a:ext>
            </a:extLst>
          </p:cNvPr>
          <p:cNvPicPr>
            <a:picLocks noChangeAspect="1"/>
          </p:cNvPicPr>
          <p:nvPr userDrawn="1"/>
        </p:nvPicPr>
        <p:blipFill>
          <a:blip r:embed="rId2"/>
          <a:stretch>
            <a:fillRect/>
          </a:stretch>
        </p:blipFill>
        <p:spPr>
          <a:xfrm>
            <a:off x="0" y="200440"/>
            <a:ext cx="9144000" cy="4943060"/>
          </a:xfrm>
          <a:prstGeom prst="rect">
            <a:avLst/>
          </a:prstGeom>
        </p:spPr>
      </p:pic>
      <p:sp>
        <p:nvSpPr>
          <p:cNvPr id="28" name="Google Shape;10;p2">
            <a:extLst>
              <a:ext uri="{FF2B5EF4-FFF2-40B4-BE49-F238E27FC236}">
                <a16:creationId xmlns:a16="http://schemas.microsoft.com/office/drawing/2014/main" id="{5228A903-53C0-8F47-64A3-A47C5B74A222}"/>
              </a:ext>
            </a:extLst>
          </p:cNvPr>
          <p:cNvSpPr/>
          <p:nvPr userDrawn="1"/>
        </p:nvSpPr>
        <p:spPr>
          <a:xfrm>
            <a:off x="0" y="0"/>
            <a:ext cx="9144000" cy="4857750"/>
          </a:xfrm>
          <a:custGeom>
            <a:avLst/>
            <a:gdLst/>
            <a:ahLst/>
            <a:cxnLst/>
            <a:rect l="l" t="t" r="r" b="b"/>
            <a:pathLst>
              <a:path w="365770" h="175924" extrusionOk="0">
                <a:moveTo>
                  <a:pt x="0" y="0"/>
                </a:moveTo>
                <a:lnTo>
                  <a:pt x="365770" y="0"/>
                </a:lnTo>
                <a:lnTo>
                  <a:pt x="365760" y="70914"/>
                </a:lnTo>
                <a:lnTo>
                  <a:pt x="0" y="175924"/>
                </a:lnTo>
                <a:close/>
              </a:path>
            </a:pathLst>
          </a:custGeom>
          <a:solidFill>
            <a:schemeClr val="bg1"/>
          </a:solidFill>
          <a:ln>
            <a:noFill/>
          </a:ln>
        </p:spPr>
      </p:sp>
      <p:sp>
        <p:nvSpPr>
          <p:cNvPr id="2" name="Title 1">
            <a:extLst>
              <a:ext uri="{FF2B5EF4-FFF2-40B4-BE49-F238E27FC236}">
                <a16:creationId xmlns:a16="http://schemas.microsoft.com/office/drawing/2014/main" id="{568529B4-9A66-3967-93D1-B1E1D764EED2}"/>
              </a:ext>
            </a:extLst>
          </p:cNvPr>
          <p:cNvSpPr>
            <a:spLocks noGrp="1"/>
          </p:cNvSpPr>
          <p:nvPr>
            <p:ph type="ctrTitle"/>
          </p:nvPr>
        </p:nvSpPr>
        <p:spPr>
          <a:xfrm>
            <a:off x="420053" y="481076"/>
            <a:ext cx="7823835" cy="1790700"/>
          </a:xfrm>
          <a:prstGeom prst="rect">
            <a:avLst/>
          </a:prstGeom>
        </p:spPr>
        <p:txBody>
          <a:bodyPr anchor="b"/>
          <a:lstStyle>
            <a:lvl1pPr algn="l">
              <a:defRPr sz="3600" b="1" i="0">
                <a:solidFill>
                  <a:srgbClr val="042245"/>
                </a:solidFill>
                <a:latin typeface="Merriweather" pitchFamily="2" charset="77"/>
                <a:cs typeface="Arial Hebrew" pitchFamily="2" charset="-79"/>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p:nvPr>
        </p:nvSpPr>
        <p:spPr>
          <a:xfrm>
            <a:off x="420053" y="2428875"/>
            <a:ext cx="4629150" cy="481076"/>
          </a:xfrm>
          <a:prstGeom prst="rect">
            <a:avLst/>
          </a:prstGeom>
        </p:spPr>
        <p:txBody>
          <a:bodyPr/>
          <a:lstStyle>
            <a:lvl1pPr marL="0" indent="0" algn="l">
              <a:buNone/>
              <a:defRPr sz="1800" b="0" i="0">
                <a:solidFill>
                  <a:srgbClr val="B8564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C305172B-6733-BD95-91C3-40B44DC1B93D}"/>
              </a:ext>
            </a:extLst>
          </p:cNvPr>
          <p:cNvSpPr>
            <a:spLocks noGrp="1"/>
          </p:cNvSpPr>
          <p:nvPr>
            <p:ph type="body" sz="quarter" idx="10"/>
          </p:nvPr>
        </p:nvSpPr>
        <p:spPr>
          <a:xfrm>
            <a:off x="6827745" y="3761815"/>
            <a:ext cx="2047175" cy="1181660"/>
          </a:xfrm>
          <a:prstGeom prst="rect">
            <a:avLst/>
          </a:prstGeom>
        </p:spPr>
        <p:txBody>
          <a:bodyPr/>
          <a:lstStyle>
            <a:lvl1pPr marL="0" indent="0" algn="r">
              <a:lnSpc>
                <a:spcPct val="150000"/>
              </a:lnSpc>
              <a:spcBef>
                <a:spcPts val="0"/>
              </a:spcBef>
              <a:buNone/>
              <a:defRPr sz="12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Tree>
    <p:extLst>
      <p:ext uri="{BB962C8B-B14F-4D97-AF65-F5344CB8AC3E}">
        <p14:creationId xmlns:p14="http://schemas.microsoft.com/office/powerpoint/2010/main" val="149624877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ubheading Slide">
    <p:spTree>
      <p:nvGrpSpPr>
        <p:cNvPr id="1" name=""/>
        <p:cNvGrpSpPr/>
        <p:nvPr/>
      </p:nvGrpSpPr>
      <p:grpSpPr>
        <a:xfrm>
          <a:off x="0" y="0"/>
          <a:ext cx="0" cy="0"/>
          <a:chOff x="0" y="0"/>
          <a:chExt cx="0" cy="0"/>
        </a:xfrm>
      </p:grpSpPr>
      <p:pic>
        <p:nvPicPr>
          <p:cNvPr id="9" name="Picture 8" descr="Looking up at a bamboo forest&#10;&#10;Description automatically generated">
            <a:extLst>
              <a:ext uri="{FF2B5EF4-FFF2-40B4-BE49-F238E27FC236}">
                <a16:creationId xmlns:a16="http://schemas.microsoft.com/office/drawing/2014/main" id="{B8E34BA2-ED21-1C61-8CD5-90EE59955F83}"/>
              </a:ext>
            </a:extLst>
          </p:cNvPr>
          <p:cNvPicPr>
            <a:picLocks noChangeAspect="1"/>
          </p:cNvPicPr>
          <p:nvPr userDrawn="1"/>
        </p:nvPicPr>
        <p:blipFill rotWithShape="1">
          <a:blip r:embed="rId2"/>
          <a:srcRect t="7335" b="7335"/>
          <a:stretch/>
        </p:blipFill>
        <p:spPr>
          <a:xfrm>
            <a:off x="0" y="-74882"/>
            <a:ext cx="9144000" cy="5132318"/>
          </a:xfrm>
          <a:prstGeom prst="rect">
            <a:avLst/>
          </a:prstGeom>
        </p:spPr>
      </p:pic>
      <p:sp>
        <p:nvSpPr>
          <p:cNvPr id="12" name="Manual Input 11">
            <a:extLst>
              <a:ext uri="{FF2B5EF4-FFF2-40B4-BE49-F238E27FC236}">
                <a16:creationId xmlns:a16="http://schemas.microsoft.com/office/drawing/2014/main" id="{DEC40C85-5EF0-4AA0-7953-DB75EB19E6FF}"/>
              </a:ext>
            </a:extLst>
          </p:cNvPr>
          <p:cNvSpPr/>
          <p:nvPr userDrawn="1"/>
        </p:nvSpPr>
        <p:spPr>
          <a:xfrm>
            <a:off x="-2745" y="2167666"/>
            <a:ext cx="9146744" cy="297689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13 w 10000"/>
              <a:gd name="connsiteY0" fmla="*/ 6790 h 10000"/>
              <a:gd name="connsiteX1" fmla="*/ 10000 w 10000"/>
              <a:gd name="connsiteY1" fmla="*/ 0 h 10000"/>
              <a:gd name="connsiteX2" fmla="*/ 10000 w 10000"/>
              <a:gd name="connsiteY2" fmla="*/ 10000 h 10000"/>
              <a:gd name="connsiteX3" fmla="*/ 0 w 10000"/>
              <a:gd name="connsiteY3" fmla="*/ 10000 h 10000"/>
              <a:gd name="connsiteX4" fmla="*/ 13 w 10000"/>
              <a:gd name="connsiteY4" fmla="*/ 6790 h 10000"/>
              <a:gd name="connsiteX0" fmla="*/ 13 w 10000"/>
              <a:gd name="connsiteY0" fmla="*/ 7456 h 10666"/>
              <a:gd name="connsiteX1" fmla="*/ 10000 w 10000"/>
              <a:gd name="connsiteY1" fmla="*/ 0 h 10666"/>
              <a:gd name="connsiteX2" fmla="*/ 10000 w 10000"/>
              <a:gd name="connsiteY2" fmla="*/ 10666 h 10666"/>
              <a:gd name="connsiteX3" fmla="*/ 0 w 10000"/>
              <a:gd name="connsiteY3" fmla="*/ 10666 h 10666"/>
              <a:gd name="connsiteX4" fmla="*/ 13 w 10000"/>
              <a:gd name="connsiteY4" fmla="*/ 7456 h 10666"/>
              <a:gd name="connsiteX0" fmla="*/ 0 w 10014"/>
              <a:gd name="connsiteY0" fmla="*/ 8900 h 10666"/>
              <a:gd name="connsiteX1" fmla="*/ 10014 w 10014"/>
              <a:gd name="connsiteY1" fmla="*/ 0 h 10666"/>
              <a:gd name="connsiteX2" fmla="*/ 10014 w 10014"/>
              <a:gd name="connsiteY2" fmla="*/ 10666 h 10666"/>
              <a:gd name="connsiteX3" fmla="*/ 14 w 10014"/>
              <a:gd name="connsiteY3" fmla="*/ 10666 h 10666"/>
              <a:gd name="connsiteX4" fmla="*/ 0 w 10014"/>
              <a:gd name="connsiteY4" fmla="*/ 8900 h 10666"/>
              <a:gd name="connsiteX0" fmla="*/ 0 w 10068"/>
              <a:gd name="connsiteY0" fmla="*/ 9282 h 10666"/>
              <a:gd name="connsiteX1" fmla="*/ 10068 w 10068"/>
              <a:gd name="connsiteY1" fmla="*/ 0 h 10666"/>
              <a:gd name="connsiteX2" fmla="*/ 10068 w 10068"/>
              <a:gd name="connsiteY2" fmla="*/ 10666 h 10666"/>
              <a:gd name="connsiteX3" fmla="*/ 68 w 10068"/>
              <a:gd name="connsiteY3" fmla="*/ 10666 h 10666"/>
              <a:gd name="connsiteX4" fmla="*/ 0 w 10068"/>
              <a:gd name="connsiteY4" fmla="*/ 9282 h 10666"/>
              <a:gd name="connsiteX0" fmla="*/ 0 w 10068"/>
              <a:gd name="connsiteY0" fmla="*/ 9537 h 10666"/>
              <a:gd name="connsiteX1" fmla="*/ 10068 w 10068"/>
              <a:gd name="connsiteY1" fmla="*/ 0 h 10666"/>
              <a:gd name="connsiteX2" fmla="*/ 10068 w 10068"/>
              <a:gd name="connsiteY2" fmla="*/ 10666 h 10666"/>
              <a:gd name="connsiteX3" fmla="*/ 68 w 10068"/>
              <a:gd name="connsiteY3" fmla="*/ 10666 h 10666"/>
              <a:gd name="connsiteX4" fmla="*/ 0 w 10068"/>
              <a:gd name="connsiteY4" fmla="*/ 9537 h 10666"/>
              <a:gd name="connsiteX0" fmla="*/ 2 w 10003"/>
              <a:gd name="connsiteY0" fmla="*/ 9410 h 10666"/>
              <a:gd name="connsiteX1" fmla="*/ 10003 w 10003"/>
              <a:gd name="connsiteY1" fmla="*/ 0 h 10666"/>
              <a:gd name="connsiteX2" fmla="*/ 10003 w 10003"/>
              <a:gd name="connsiteY2" fmla="*/ 10666 h 10666"/>
              <a:gd name="connsiteX3" fmla="*/ 3 w 10003"/>
              <a:gd name="connsiteY3" fmla="*/ 10666 h 10666"/>
              <a:gd name="connsiteX4" fmla="*/ 2 w 10003"/>
              <a:gd name="connsiteY4" fmla="*/ 9410 h 10666"/>
              <a:gd name="connsiteX0" fmla="*/ 2 w 10003"/>
              <a:gd name="connsiteY0" fmla="*/ 10599 h 11855"/>
              <a:gd name="connsiteX1" fmla="*/ 10003 w 10003"/>
              <a:gd name="connsiteY1" fmla="*/ 0 h 11855"/>
              <a:gd name="connsiteX2" fmla="*/ 10003 w 10003"/>
              <a:gd name="connsiteY2" fmla="*/ 11855 h 11855"/>
              <a:gd name="connsiteX3" fmla="*/ 3 w 10003"/>
              <a:gd name="connsiteY3" fmla="*/ 11855 h 11855"/>
              <a:gd name="connsiteX4" fmla="*/ 2 w 10003"/>
              <a:gd name="connsiteY4" fmla="*/ 10599 h 11855"/>
              <a:gd name="connsiteX0" fmla="*/ 2 w 10003"/>
              <a:gd name="connsiteY0" fmla="*/ 9070 h 10326"/>
              <a:gd name="connsiteX1" fmla="*/ 9990 w 10003"/>
              <a:gd name="connsiteY1" fmla="*/ 0 h 10326"/>
              <a:gd name="connsiteX2" fmla="*/ 10003 w 10003"/>
              <a:gd name="connsiteY2" fmla="*/ 10326 h 10326"/>
              <a:gd name="connsiteX3" fmla="*/ 3 w 10003"/>
              <a:gd name="connsiteY3" fmla="*/ 10326 h 10326"/>
              <a:gd name="connsiteX4" fmla="*/ 2 w 10003"/>
              <a:gd name="connsiteY4" fmla="*/ 9070 h 10326"/>
              <a:gd name="connsiteX0" fmla="*/ 2 w 10003"/>
              <a:gd name="connsiteY0" fmla="*/ 9537 h 10326"/>
              <a:gd name="connsiteX1" fmla="*/ 9990 w 10003"/>
              <a:gd name="connsiteY1" fmla="*/ 0 h 10326"/>
              <a:gd name="connsiteX2" fmla="*/ 10003 w 10003"/>
              <a:gd name="connsiteY2" fmla="*/ 10326 h 10326"/>
              <a:gd name="connsiteX3" fmla="*/ 3 w 10003"/>
              <a:gd name="connsiteY3" fmla="*/ 10326 h 10326"/>
              <a:gd name="connsiteX4" fmla="*/ 2 w 10003"/>
              <a:gd name="connsiteY4" fmla="*/ 9537 h 10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3" h="10326">
                <a:moveTo>
                  <a:pt x="2" y="9537"/>
                </a:moveTo>
                <a:lnTo>
                  <a:pt x="9990" y="0"/>
                </a:lnTo>
                <a:cubicBezTo>
                  <a:pt x="9994" y="3442"/>
                  <a:pt x="9999" y="6884"/>
                  <a:pt x="10003" y="10326"/>
                </a:cubicBezTo>
                <a:lnTo>
                  <a:pt x="3" y="10326"/>
                </a:lnTo>
                <a:cubicBezTo>
                  <a:pt x="7" y="9256"/>
                  <a:pt x="-2" y="10607"/>
                  <a:pt x="2" y="9537"/>
                </a:cubicBezTo>
                <a:close/>
              </a:path>
            </a:pathLst>
          </a:custGeom>
          <a:solidFill>
            <a:srgbClr val="042245"/>
          </a:solidFill>
          <a:ln>
            <a:solidFill>
              <a:srgbClr val="0422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ubtitle 2">
            <a:extLst>
              <a:ext uri="{FF2B5EF4-FFF2-40B4-BE49-F238E27FC236}">
                <a16:creationId xmlns:a16="http://schemas.microsoft.com/office/drawing/2014/main" id="{E53A72F4-2836-DB33-734C-BBC784C2AEFB}"/>
              </a:ext>
            </a:extLst>
          </p:cNvPr>
          <p:cNvSpPr>
            <a:spLocks noGrp="1"/>
          </p:cNvSpPr>
          <p:nvPr>
            <p:ph type="subTitle" idx="1"/>
          </p:nvPr>
        </p:nvSpPr>
        <p:spPr>
          <a:xfrm>
            <a:off x="3318782" y="3951791"/>
            <a:ext cx="5825218" cy="794828"/>
          </a:xfrm>
          <a:prstGeom prst="rect">
            <a:avLst/>
          </a:prstGeom>
        </p:spPr>
        <p:txBody>
          <a:bodyPr/>
          <a:lstStyle>
            <a:lvl1pPr marL="0" indent="0" algn="ctr">
              <a:buNone/>
              <a:defRPr sz="27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Tree>
    <p:extLst>
      <p:ext uri="{BB962C8B-B14F-4D97-AF65-F5344CB8AC3E}">
        <p14:creationId xmlns:p14="http://schemas.microsoft.com/office/powerpoint/2010/main" val="254567310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9" name="Google Shape;51;p10">
            <a:extLst>
              <a:ext uri="{FF2B5EF4-FFF2-40B4-BE49-F238E27FC236}">
                <a16:creationId xmlns:a16="http://schemas.microsoft.com/office/drawing/2014/main" id="{948C60A9-87A5-CE5C-9845-FDB9E5ADEB71}"/>
              </a:ext>
            </a:extLst>
          </p:cNvPr>
          <p:cNvSpPr/>
          <p:nvPr userDrawn="1"/>
        </p:nvSpPr>
        <p:spPr>
          <a:xfrm>
            <a:off x="4901454" y="1"/>
            <a:ext cx="4255486" cy="907676"/>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hasCustomPrompt="1"/>
          </p:nvPr>
        </p:nvSpPr>
        <p:spPr>
          <a:xfrm>
            <a:off x="5012393" y="396345"/>
            <a:ext cx="368466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Contents</a:t>
            </a:r>
            <a:endParaRPr lang="en-US"/>
          </a:p>
        </p:txBody>
      </p:sp>
      <p:sp>
        <p:nvSpPr>
          <p:cNvPr id="8" name="Text Placeholder 10">
            <a:extLst>
              <a:ext uri="{FF2B5EF4-FFF2-40B4-BE49-F238E27FC236}">
                <a16:creationId xmlns:a16="http://schemas.microsoft.com/office/drawing/2014/main" id="{C162F2BA-E0FC-F567-87AA-D8D8A4C92F20}"/>
              </a:ext>
            </a:extLst>
          </p:cNvPr>
          <p:cNvSpPr>
            <a:spLocks noGrp="1"/>
          </p:cNvSpPr>
          <p:nvPr>
            <p:ph type="body" sz="quarter" idx="11"/>
          </p:nvPr>
        </p:nvSpPr>
        <p:spPr>
          <a:xfrm>
            <a:off x="5012393" y="1007877"/>
            <a:ext cx="3953434" cy="3984344"/>
          </a:xfrm>
          <a:prstGeom prst="rect">
            <a:avLst/>
          </a:prstGeom>
        </p:spPr>
        <p:txBody>
          <a:bodyPr>
            <a:normAutofit/>
          </a:bodyPr>
          <a:lstStyle>
            <a:lvl1pPr marL="214313" indent="-385763">
              <a:lnSpc>
                <a:spcPct val="150000"/>
              </a:lnSpc>
              <a:spcBef>
                <a:spcPts val="0"/>
              </a:spcBef>
              <a:buFont typeface="+mj-lt"/>
              <a:buAutoNum type="romanUcPeriod"/>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pic>
        <p:nvPicPr>
          <p:cNvPr id="11" name="Picture 10" descr="Looking up view of trees in the forest&#10;&#10;Description automatically generated">
            <a:extLst>
              <a:ext uri="{FF2B5EF4-FFF2-40B4-BE49-F238E27FC236}">
                <a16:creationId xmlns:a16="http://schemas.microsoft.com/office/drawing/2014/main" id="{7180AF91-3BD3-C1B3-02C5-FD0B8796D1C9}"/>
              </a:ext>
            </a:extLst>
          </p:cNvPr>
          <p:cNvPicPr>
            <a:picLocks noChangeAspect="1"/>
          </p:cNvPicPr>
          <p:nvPr userDrawn="1"/>
        </p:nvPicPr>
        <p:blipFill rotWithShape="1">
          <a:blip r:embed="rId2"/>
          <a:srcRect l="18347" r="19585"/>
          <a:stretch/>
        </p:blipFill>
        <p:spPr>
          <a:xfrm>
            <a:off x="0" y="1"/>
            <a:ext cx="4901454" cy="5159582"/>
          </a:xfrm>
          <a:prstGeom prst="rect">
            <a:avLst/>
          </a:prstGeom>
        </p:spPr>
      </p:pic>
    </p:spTree>
    <p:extLst>
      <p:ext uri="{BB962C8B-B14F-4D97-AF65-F5344CB8AC3E}">
        <p14:creationId xmlns:p14="http://schemas.microsoft.com/office/powerpoint/2010/main" val="189445555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ingle Column Text">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644A956F-8D9E-730A-8ED4-70AE9CAF9BF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4" name="Subtitle 2">
            <a:extLst>
              <a:ext uri="{FF2B5EF4-FFF2-40B4-BE49-F238E27FC236}">
                <a16:creationId xmlns:a16="http://schemas.microsoft.com/office/drawing/2014/main" id="{1065AF75-8151-A814-B641-45A094F28D43}"/>
              </a:ext>
            </a:extLst>
          </p:cNvPr>
          <p:cNvSpPr>
            <a:spLocks noGrp="1"/>
          </p:cNvSpPr>
          <p:nvPr>
            <p:ph type="subTitle" idx="1"/>
          </p:nvPr>
        </p:nvSpPr>
        <p:spPr>
          <a:xfrm>
            <a:off x="251837" y="4662424"/>
            <a:ext cx="8560046"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a:t>
            </a:r>
            <a:endParaRPr lang="en-US"/>
          </a:p>
        </p:txBody>
      </p:sp>
      <p:sp>
        <p:nvSpPr>
          <p:cNvPr id="5" name="Text Placeholder 10">
            <a:extLst>
              <a:ext uri="{FF2B5EF4-FFF2-40B4-BE49-F238E27FC236}">
                <a16:creationId xmlns:a16="http://schemas.microsoft.com/office/drawing/2014/main" id="{A8B43B10-DBFB-A02C-5C8F-67E30474F3B2}"/>
              </a:ext>
            </a:extLst>
          </p:cNvPr>
          <p:cNvSpPr>
            <a:spLocks noGrp="1"/>
          </p:cNvSpPr>
          <p:nvPr>
            <p:ph type="body" sz="quarter" idx="11"/>
          </p:nvPr>
        </p:nvSpPr>
        <p:spPr>
          <a:xfrm>
            <a:off x="299661" y="386775"/>
            <a:ext cx="8512222" cy="3792723"/>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Tree>
    <p:extLst>
      <p:ext uri="{BB962C8B-B14F-4D97-AF65-F5344CB8AC3E}">
        <p14:creationId xmlns:p14="http://schemas.microsoft.com/office/powerpoint/2010/main" val="195917849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ngle Column Text 2">
    <p:spTree>
      <p:nvGrpSpPr>
        <p:cNvPr id="1" name=""/>
        <p:cNvGrpSpPr/>
        <p:nvPr/>
      </p:nvGrpSpPr>
      <p:grpSpPr>
        <a:xfrm>
          <a:off x="0" y="0"/>
          <a:ext cx="0" cy="0"/>
          <a:chOff x="0" y="0"/>
          <a:chExt cx="0" cy="0"/>
        </a:xfrm>
      </p:grpSpPr>
      <p:sp>
        <p:nvSpPr>
          <p:cNvPr id="6" name="Google Shape;51;p10">
            <a:extLst>
              <a:ext uri="{FF2B5EF4-FFF2-40B4-BE49-F238E27FC236}">
                <a16:creationId xmlns:a16="http://schemas.microsoft.com/office/drawing/2014/main" id="{225E250B-4C8B-406B-CF64-6E0549C0FFAB}"/>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5" name="Text Placeholder 10">
            <a:extLst>
              <a:ext uri="{FF2B5EF4-FFF2-40B4-BE49-F238E27FC236}">
                <a16:creationId xmlns:a16="http://schemas.microsoft.com/office/drawing/2014/main" id="{6E9B70A4-430C-DC78-7F41-725E8EED92F7}"/>
              </a:ext>
            </a:extLst>
          </p:cNvPr>
          <p:cNvSpPr>
            <a:spLocks noGrp="1"/>
          </p:cNvSpPr>
          <p:nvPr>
            <p:ph type="body" sz="quarter" idx="11"/>
          </p:nvPr>
        </p:nvSpPr>
        <p:spPr>
          <a:xfrm>
            <a:off x="293300" y="1273628"/>
            <a:ext cx="8534811" cy="3698045"/>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marL="1371600" indent="-298450">
              <a:lnSpc>
                <a:spcPct val="150000"/>
              </a:lnSpc>
              <a:spcBef>
                <a:spcPts val="0"/>
              </a:spcBef>
              <a:buClr>
                <a:schemeClr val="tx1"/>
              </a:buClr>
              <a:buFont typeface="Courier New" panose="02070309020205020404" pitchFamily="49" charset="0"/>
              <a:buChar char="o"/>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
        <p:nvSpPr>
          <p:cNvPr id="7" name="Subtitle 2">
            <a:extLst>
              <a:ext uri="{FF2B5EF4-FFF2-40B4-BE49-F238E27FC236}">
                <a16:creationId xmlns:a16="http://schemas.microsoft.com/office/drawing/2014/main" id="{2EE527EC-1F3E-4121-D1F7-3658ED913FBE}"/>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213881268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lumn Text Slide">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8E1BF2F3-06A5-4050-31FC-FE51036B6ABC}"/>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4" name="Subtitle 2">
            <a:extLst>
              <a:ext uri="{FF2B5EF4-FFF2-40B4-BE49-F238E27FC236}">
                <a16:creationId xmlns:a16="http://schemas.microsoft.com/office/drawing/2014/main" id="{BB3B0D6B-886D-9A9D-79B9-5E1327DDC699}"/>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
        <p:nvSpPr>
          <p:cNvPr id="5" name="Text Placeholder 3">
            <a:extLst>
              <a:ext uri="{FF2B5EF4-FFF2-40B4-BE49-F238E27FC236}">
                <a16:creationId xmlns:a16="http://schemas.microsoft.com/office/drawing/2014/main" id="{8607CD20-8558-BEBC-3934-70E89D829B82}"/>
              </a:ext>
            </a:extLst>
          </p:cNvPr>
          <p:cNvSpPr>
            <a:spLocks noGrp="1"/>
          </p:cNvSpPr>
          <p:nvPr>
            <p:ph type="body" sz="quarter" idx="10"/>
          </p:nvPr>
        </p:nvSpPr>
        <p:spPr>
          <a:xfrm>
            <a:off x="293300" y="1298122"/>
            <a:ext cx="4008680" cy="3465738"/>
          </a:xfrm>
          <a:prstGeom prst="rect">
            <a:avLst/>
          </a:prstGeom>
        </p:spPr>
        <p:txBody>
          <a:bodyPr/>
          <a:lstStyle>
            <a:lvl1pPr>
              <a:lnSpc>
                <a:spcPct val="150000"/>
              </a:lnSpc>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ext Placeholder 3">
            <a:extLst>
              <a:ext uri="{FF2B5EF4-FFF2-40B4-BE49-F238E27FC236}">
                <a16:creationId xmlns:a16="http://schemas.microsoft.com/office/drawing/2014/main" id="{B4A3D92E-6B42-22AE-27F2-4AFA182C9474}"/>
              </a:ext>
            </a:extLst>
          </p:cNvPr>
          <p:cNvSpPr>
            <a:spLocks noGrp="1"/>
          </p:cNvSpPr>
          <p:nvPr>
            <p:ph type="body" sz="quarter" idx="11"/>
          </p:nvPr>
        </p:nvSpPr>
        <p:spPr>
          <a:xfrm>
            <a:off x="4572000" y="1298122"/>
            <a:ext cx="4278701" cy="3465738"/>
          </a:xfrm>
          <a:prstGeom prst="rect">
            <a:avLst/>
          </a:prstGeom>
        </p:spPr>
        <p:txBody>
          <a:bodyPr/>
          <a:lstStyle>
            <a:lvl1pPr marL="0">
              <a:lnSpc>
                <a:spcPct val="150000"/>
              </a:lnSpc>
              <a:spcBef>
                <a:spcPts val="0"/>
              </a:spcBef>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0806865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pen Graphics Slide">
    <p:spTree>
      <p:nvGrpSpPr>
        <p:cNvPr id="1" name=""/>
        <p:cNvGrpSpPr/>
        <p:nvPr/>
      </p:nvGrpSpPr>
      <p:grpSpPr>
        <a:xfrm>
          <a:off x="0" y="0"/>
          <a:ext cx="0" cy="0"/>
          <a:chOff x="0" y="0"/>
          <a:chExt cx="0" cy="0"/>
        </a:xfrm>
      </p:grpSpPr>
      <p:sp>
        <p:nvSpPr>
          <p:cNvPr id="7" name="Google Shape;51;p10">
            <a:extLst>
              <a:ext uri="{FF2B5EF4-FFF2-40B4-BE49-F238E27FC236}">
                <a16:creationId xmlns:a16="http://schemas.microsoft.com/office/drawing/2014/main" id="{B3002143-DCE6-53A9-16FF-F111AAE27700}"/>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15" name="Subtitle 2">
            <a:extLst>
              <a:ext uri="{FF2B5EF4-FFF2-40B4-BE49-F238E27FC236}">
                <a16:creationId xmlns:a16="http://schemas.microsoft.com/office/drawing/2014/main" id="{AC99EF0C-07B5-DCEF-C6E0-59F8EEAC98C3}"/>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2509219853"/>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957167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pic>
        <p:nvPicPr>
          <p:cNvPr id="2" name="Picture 1" descr="Wind turbines on a green hill&#10;&#10;Description automatically generated">
            <a:extLst>
              <a:ext uri="{FF2B5EF4-FFF2-40B4-BE49-F238E27FC236}">
                <a16:creationId xmlns:a16="http://schemas.microsoft.com/office/drawing/2014/main" id="{85C7152A-6F5F-551F-1C8C-B28EDA48E25F}"/>
              </a:ext>
            </a:extLst>
          </p:cNvPr>
          <p:cNvPicPr>
            <a:picLocks noChangeAspect="1"/>
          </p:cNvPicPr>
          <p:nvPr userDrawn="1"/>
        </p:nvPicPr>
        <p:blipFill rotWithShape="1">
          <a:blip r:embed="rId2"/>
          <a:srcRect t="13167"/>
          <a:stretch/>
        </p:blipFill>
        <p:spPr>
          <a:xfrm>
            <a:off x="0" y="0"/>
            <a:ext cx="9144000" cy="5143500"/>
          </a:xfrm>
          <a:prstGeom prst="rect">
            <a:avLst/>
          </a:prstGeom>
        </p:spPr>
      </p:pic>
    </p:spTree>
    <p:extLst>
      <p:ext uri="{BB962C8B-B14F-4D97-AF65-F5344CB8AC3E}">
        <p14:creationId xmlns:p14="http://schemas.microsoft.com/office/powerpoint/2010/main" val="168531714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verview Graphics Slide">
    <p:spTree>
      <p:nvGrpSpPr>
        <p:cNvPr id="1" name=""/>
        <p:cNvGrpSpPr/>
        <p:nvPr/>
      </p:nvGrpSpPr>
      <p:grpSpPr>
        <a:xfrm>
          <a:off x="0" y="0"/>
          <a:ext cx="0" cy="0"/>
          <a:chOff x="0" y="0"/>
          <a:chExt cx="0" cy="0"/>
        </a:xfrm>
      </p:grpSpPr>
      <p:pic>
        <p:nvPicPr>
          <p:cNvPr id="17" name="Picture 16" descr="A road through a forest&#10;&#10;Description automatically generated">
            <a:extLst>
              <a:ext uri="{FF2B5EF4-FFF2-40B4-BE49-F238E27FC236}">
                <a16:creationId xmlns:a16="http://schemas.microsoft.com/office/drawing/2014/main" id="{CE1F6373-7F0A-A7C6-B928-1B3AAEF95F0E}"/>
              </a:ext>
            </a:extLst>
          </p:cNvPr>
          <p:cNvPicPr>
            <a:picLocks noChangeAspect="1"/>
          </p:cNvPicPr>
          <p:nvPr userDrawn="1"/>
        </p:nvPicPr>
        <p:blipFill rotWithShape="1">
          <a:blip r:embed="rId2"/>
          <a:srcRect t="14977"/>
          <a:stretch/>
        </p:blipFill>
        <p:spPr>
          <a:xfrm>
            <a:off x="0" y="0"/>
            <a:ext cx="9144000" cy="5113898"/>
          </a:xfrm>
          <a:prstGeom prst="rect">
            <a:avLst/>
          </a:prstGeom>
        </p:spPr>
      </p:pic>
      <p:sp>
        <p:nvSpPr>
          <p:cNvPr id="3" name="Text Placeholder 10">
            <a:extLst>
              <a:ext uri="{FF2B5EF4-FFF2-40B4-BE49-F238E27FC236}">
                <a16:creationId xmlns:a16="http://schemas.microsoft.com/office/drawing/2014/main" id="{03C0B19E-F837-676A-6CB4-58C990C911FD}"/>
              </a:ext>
            </a:extLst>
          </p:cNvPr>
          <p:cNvSpPr>
            <a:spLocks noGrp="1"/>
          </p:cNvSpPr>
          <p:nvPr>
            <p:ph type="body" sz="quarter" idx="10"/>
          </p:nvPr>
        </p:nvSpPr>
        <p:spPr>
          <a:xfrm>
            <a:off x="906235" y="1182548"/>
            <a:ext cx="2316491" cy="458880"/>
          </a:xfrm>
          <a:prstGeom prst="rect">
            <a:avLst/>
          </a:prstGeom>
          <a:solidFill>
            <a:srgbClr val="042245"/>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4" name="Text Placeholder 10">
            <a:extLst>
              <a:ext uri="{FF2B5EF4-FFF2-40B4-BE49-F238E27FC236}">
                <a16:creationId xmlns:a16="http://schemas.microsoft.com/office/drawing/2014/main" id="{A109A92A-AC3B-E974-C248-E4B16C9F8A7B}"/>
              </a:ext>
            </a:extLst>
          </p:cNvPr>
          <p:cNvSpPr>
            <a:spLocks noGrp="1"/>
          </p:cNvSpPr>
          <p:nvPr>
            <p:ph type="body" sz="quarter" idx="11"/>
          </p:nvPr>
        </p:nvSpPr>
        <p:spPr>
          <a:xfrm>
            <a:off x="906235" y="2069027"/>
            <a:ext cx="2316491" cy="458881"/>
          </a:xfrm>
          <a:prstGeom prst="rect">
            <a:avLst/>
          </a:prstGeom>
          <a:solidFill>
            <a:srgbClr val="039384"/>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5" name="Text Placeholder 10">
            <a:extLst>
              <a:ext uri="{FF2B5EF4-FFF2-40B4-BE49-F238E27FC236}">
                <a16:creationId xmlns:a16="http://schemas.microsoft.com/office/drawing/2014/main" id="{FFEF4454-697D-C5DA-CE32-FBD3E33B0C0E}"/>
              </a:ext>
            </a:extLst>
          </p:cNvPr>
          <p:cNvSpPr>
            <a:spLocks noGrp="1"/>
          </p:cNvSpPr>
          <p:nvPr>
            <p:ph type="body" sz="quarter" idx="12"/>
          </p:nvPr>
        </p:nvSpPr>
        <p:spPr>
          <a:xfrm>
            <a:off x="906235" y="2975097"/>
            <a:ext cx="2316491" cy="458881"/>
          </a:xfrm>
          <a:prstGeom prst="rect">
            <a:avLst/>
          </a:prstGeom>
          <a:solidFill>
            <a:srgbClr val="B85641"/>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6" name="Google Shape;80;p15">
            <a:extLst>
              <a:ext uri="{FF2B5EF4-FFF2-40B4-BE49-F238E27FC236}">
                <a16:creationId xmlns:a16="http://schemas.microsoft.com/office/drawing/2014/main" id="{8E00970D-6EFC-E822-CF8D-ADF868EC3CBA}"/>
              </a:ext>
            </a:extLst>
          </p:cNvPr>
          <p:cNvSpPr/>
          <p:nvPr userDrawn="1"/>
        </p:nvSpPr>
        <p:spPr>
          <a:xfrm>
            <a:off x="3425740" y="1029616"/>
            <a:ext cx="5237528" cy="703854"/>
          </a:xfrm>
          <a:prstGeom prst="rect">
            <a:avLst/>
          </a:prstGeom>
          <a:solidFill>
            <a:srgbClr val="042245"/>
          </a:solidFill>
          <a:ln>
            <a:solidFill>
              <a:srgbClr val="042245"/>
            </a:solidFill>
          </a:ln>
        </p:spPr>
        <p:txBody>
          <a:bodyPr spcFirstLastPara="1" wrap="square" lIns="68569" tIns="34275" rIns="68569" bIns="342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42245"/>
              </a:solidFill>
              <a:effectLst/>
              <a:uLnTx/>
              <a:uFillTx/>
              <a:latin typeface="Arial"/>
              <a:cs typeface="Arial"/>
              <a:sym typeface="Arial"/>
            </a:endParaRPr>
          </a:p>
        </p:txBody>
      </p:sp>
      <p:sp>
        <p:nvSpPr>
          <p:cNvPr id="7" name="Google Shape;80;p15">
            <a:extLst>
              <a:ext uri="{FF2B5EF4-FFF2-40B4-BE49-F238E27FC236}">
                <a16:creationId xmlns:a16="http://schemas.microsoft.com/office/drawing/2014/main" id="{87E9B779-45A0-202D-7207-228FFC03B079}"/>
              </a:ext>
            </a:extLst>
          </p:cNvPr>
          <p:cNvSpPr/>
          <p:nvPr userDrawn="1"/>
        </p:nvSpPr>
        <p:spPr>
          <a:xfrm>
            <a:off x="3425741" y="1931318"/>
            <a:ext cx="4963862" cy="703853"/>
          </a:xfrm>
          <a:prstGeom prst="rect">
            <a:avLst/>
          </a:prstGeom>
          <a:solidFill>
            <a:srgbClr val="039384"/>
          </a:solidFill>
          <a:ln>
            <a:solidFill>
              <a:srgbClr val="039384"/>
            </a:solidFill>
          </a:ln>
        </p:spPr>
        <p:txBody>
          <a:bodyPr spcFirstLastPara="1" wrap="square" lIns="68569" tIns="34275" rIns="68569" bIns="342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42245"/>
              </a:solidFill>
              <a:effectLst/>
              <a:uLnTx/>
              <a:uFillTx/>
              <a:latin typeface="Arial"/>
              <a:cs typeface="Arial"/>
              <a:sym typeface="Arial"/>
            </a:endParaRPr>
          </a:p>
        </p:txBody>
      </p:sp>
      <p:sp>
        <p:nvSpPr>
          <p:cNvPr id="8" name="Google Shape;80;p15">
            <a:extLst>
              <a:ext uri="{FF2B5EF4-FFF2-40B4-BE49-F238E27FC236}">
                <a16:creationId xmlns:a16="http://schemas.microsoft.com/office/drawing/2014/main" id="{9E10C2D6-B777-B6B1-B17D-D96869EBA49A}"/>
              </a:ext>
            </a:extLst>
          </p:cNvPr>
          <p:cNvSpPr/>
          <p:nvPr userDrawn="1"/>
        </p:nvSpPr>
        <p:spPr>
          <a:xfrm>
            <a:off x="3425740" y="2833020"/>
            <a:ext cx="4594460" cy="703853"/>
          </a:xfrm>
          <a:prstGeom prst="rect">
            <a:avLst/>
          </a:prstGeom>
          <a:solidFill>
            <a:srgbClr val="B85641"/>
          </a:solidFill>
          <a:ln>
            <a:solidFill>
              <a:srgbClr val="B85641"/>
            </a:solidFill>
          </a:ln>
        </p:spPr>
        <p:txBody>
          <a:bodyPr spcFirstLastPara="1" wrap="square" lIns="68569" tIns="34275" rIns="68569" bIns="342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42245"/>
              </a:solidFill>
              <a:effectLst/>
              <a:uLnTx/>
              <a:uFillTx/>
              <a:latin typeface="Arial"/>
              <a:cs typeface="Arial"/>
              <a:sym typeface="Arial"/>
            </a:endParaRPr>
          </a:p>
        </p:txBody>
      </p:sp>
      <p:sp>
        <p:nvSpPr>
          <p:cNvPr id="9" name="Text Placeholder 22">
            <a:extLst>
              <a:ext uri="{FF2B5EF4-FFF2-40B4-BE49-F238E27FC236}">
                <a16:creationId xmlns:a16="http://schemas.microsoft.com/office/drawing/2014/main" id="{36021CDE-0D58-10A2-CF59-18E36D858B25}"/>
              </a:ext>
            </a:extLst>
          </p:cNvPr>
          <p:cNvSpPr>
            <a:spLocks noGrp="1"/>
          </p:cNvSpPr>
          <p:nvPr>
            <p:ph type="body" sz="quarter" idx="14"/>
          </p:nvPr>
        </p:nvSpPr>
        <p:spPr>
          <a:xfrm>
            <a:off x="3529309" y="1090507"/>
            <a:ext cx="4957106" cy="642963"/>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0" name="Text Placeholder 22">
            <a:extLst>
              <a:ext uri="{FF2B5EF4-FFF2-40B4-BE49-F238E27FC236}">
                <a16:creationId xmlns:a16="http://schemas.microsoft.com/office/drawing/2014/main" id="{B91E61A1-147C-2650-D723-8AA20C13872A}"/>
              </a:ext>
            </a:extLst>
          </p:cNvPr>
          <p:cNvSpPr>
            <a:spLocks noGrp="1"/>
          </p:cNvSpPr>
          <p:nvPr>
            <p:ph type="body" sz="quarter" idx="15"/>
          </p:nvPr>
        </p:nvSpPr>
        <p:spPr>
          <a:xfrm>
            <a:off x="3529581" y="1976363"/>
            <a:ext cx="4698224" cy="646542"/>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1" name="Text Placeholder 22">
            <a:extLst>
              <a:ext uri="{FF2B5EF4-FFF2-40B4-BE49-F238E27FC236}">
                <a16:creationId xmlns:a16="http://schemas.microsoft.com/office/drawing/2014/main" id="{395EE974-9A45-84E9-EB44-6AB3A513394F}"/>
              </a:ext>
            </a:extLst>
          </p:cNvPr>
          <p:cNvSpPr>
            <a:spLocks noGrp="1"/>
          </p:cNvSpPr>
          <p:nvPr>
            <p:ph type="body" sz="quarter" idx="16"/>
          </p:nvPr>
        </p:nvSpPr>
        <p:spPr>
          <a:xfrm>
            <a:off x="3529309" y="2881266"/>
            <a:ext cx="4390659" cy="646544"/>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2" name="Google Shape;51;p10">
            <a:extLst>
              <a:ext uri="{FF2B5EF4-FFF2-40B4-BE49-F238E27FC236}">
                <a16:creationId xmlns:a16="http://schemas.microsoft.com/office/drawing/2014/main" id="{06B9471A-7F37-57BD-6368-76E00F759D8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18" name="Subtitle 2">
            <a:extLst>
              <a:ext uri="{FF2B5EF4-FFF2-40B4-BE49-F238E27FC236}">
                <a16:creationId xmlns:a16="http://schemas.microsoft.com/office/drawing/2014/main" id="{888858D8-EF37-1198-F97A-FE57CDE56CBF}"/>
              </a:ext>
            </a:extLst>
          </p:cNvPr>
          <p:cNvSpPr>
            <a:spLocks noGrp="1"/>
          </p:cNvSpPr>
          <p:nvPr>
            <p:ph type="subTitle" idx="1"/>
          </p:nvPr>
        </p:nvSpPr>
        <p:spPr>
          <a:xfrm>
            <a:off x="293300" y="4644735"/>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54685990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Relationship Graphic Slide">
    <p:spTree>
      <p:nvGrpSpPr>
        <p:cNvPr id="1" name=""/>
        <p:cNvGrpSpPr/>
        <p:nvPr/>
      </p:nvGrpSpPr>
      <p:grpSpPr>
        <a:xfrm>
          <a:off x="0" y="0"/>
          <a:ext cx="0" cy="0"/>
          <a:chOff x="0" y="0"/>
          <a:chExt cx="0" cy="0"/>
        </a:xfrm>
      </p:grpSpPr>
      <p:pic>
        <p:nvPicPr>
          <p:cNvPr id="26" name="Picture 25" descr="A wooden walkway in a forest&#10;&#10;Description automatically generated">
            <a:extLst>
              <a:ext uri="{FF2B5EF4-FFF2-40B4-BE49-F238E27FC236}">
                <a16:creationId xmlns:a16="http://schemas.microsoft.com/office/drawing/2014/main" id="{A6A0CCE7-9BB8-A7F1-1AA3-CD5F3E80D886}"/>
              </a:ext>
            </a:extLst>
          </p:cNvPr>
          <p:cNvPicPr>
            <a:picLocks noChangeAspect="1"/>
          </p:cNvPicPr>
          <p:nvPr userDrawn="1"/>
        </p:nvPicPr>
        <p:blipFill rotWithShape="1">
          <a:blip r:embed="rId2"/>
          <a:srcRect b="8348"/>
          <a:stretch/>
        </p:blipFill>
        <p:spPr>
          <a:xfrm>
            <a:off x="0" y="207264"/>
            <a:ext cx="9156940" cy="4936237"/>
          </a:xfrm>
          <a:prstGeom prst="rect">
            <a:avLst/>
          </a:prstGeom>
        </p:spPr>
      </p:pic>
      <p:sp>
        <p:nvSpPr>
          <p:cNvPr id="3" name="Google Shape;107;p17">
            <a:extLst>
              <a:ext uri="{FF2B5EF4-FFF2-40B4-BE49-F238E27FC236}">
                <a16:creationId xmlns:a16="http://schemas.microsoft.com/office/drawing/2014/main" id="{FA46C4F8-4911-BF44-8805-B6ED7ECBBEC5}"/>
              </a:ext>
            </a:extLst>
          </p:cNvPr>
          <p:cNvSpPr/>
          <p:nvPr userDrawn="1"/>
        </p:nvSpPr>
        <p:spPr>
          <a:xfrm rot="10800000" flipH="1">
            <a:off x="3000930" y="1733891"/>
            <a:ext cx="2737971" cy="2536184"/>
          </a:xfrm>
          <a:prstGeom prst="round2DiagRect">
            <a:avLst>
              <a:gd name="adj1" fmla="val 0"/>
              <a:gd name="adj2" fmla="val 17764"/>
            </a:avLst>
          </a:prstGeom>
          <a:solidFill>
            <a:srgbClr val="039384"/>
          </a:solidFill>
          <a:ln w="9525" cap="flat" cmpd="sng">
            <a:solidFill>
              <a:srgbClr val="039384"/>
            </a:solidFill>
            <a:prstDash val="solid"/>
            <a:round/>
            <a:headEnd type="none" w="sm" len="sm"/>
            <a:tailEnd type="none" w="sm" len="sm"/>
          </a:ln>
        </p:spPr>
        <p:txBody>
          <a:bodyPr spcFirstLastPara="1" wrap="square" lIns="68569" tIns="68569" rIns="68569" bIns="68569" anchor="ctr"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4" name="Google Shape;111;p17">
            <a:extLst>
              <a:ext uri="{FF2B5EF4-FFF2-40B4-BE49-F238E27FC236}">
                <a16:creationId xmlns:a16="http://schemas.microsoft.com/office/drawing/2014/main" id="{2CCDE042-AE20-0F5F-46FE-A11A8C7C13E9}"/>
              </a:ext>
            </a:extLst>
          </p:cNvPr>
          <p:cNvSpPr/>
          <p:nvPr userDrawn="1"/>
        </p:nvSpPr>
        <p:spPr>
          <a:xfrm>
            <a:off x="450588" y="1733891"/>
            <a:ext cx="2579676" cy="2536184"/>
          </a:xfrm>
          <a:prstGeom prst="round2DiagRect">
            <a:avLst>
              <a:gd name="adj1" fmla="val 0"/>
              <a:gd name="adj2" fmla="val 17764"/>
            </a:avLst>
          </a:prstGeom>
          <a:solidFill>
            <a:srgbClr val="B85641"/>
          </a:solidFill>
          <a:ln w="9525" cap="flat" cmpd="sng">
            <a:solidFill>
              <a:srgbClr val="B85641"/>
            </a:solidFill>
            <a:prstDash val="solid"/>
            <a:round/>
            <a:headEnd type="none" w="sm" len="sm"/>
            <a:tailEnd type="none" w="sm" len="sm"/>
          </a:ln>
        </p:spPr>
        <p:txBody>
          <a:bodyPr spcFirstLastPara="1" wrap="square" lIns="68569" tIns="68569" rIns="68569" bIns="68569" anchor="ctr"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5" name="Google Shape;115;p17">
            <a:extLst>
              <a:ext uri="{FF2B5EF4-FFF2-40B4-BE49-F238E27FC236}">
                <a16:creationId xmlns:a16="http://schemas.microsoft.com/office/drawing/2014/main" id="{FB31FDF0-A2C9-8024-ACBC-D4FE78A1527F}"/>
              </a:ext>
            </a:extLst>
          </p:cNvPr>
          <p:cNvSpPr/>
          <p:nvPr userDrawn="1"/>
        </p:nvSpPr>
        <p:spPr>
          <a:xfrm>
            <a:off x="5411945" y="1733891"/>
            <a:ext cx="3251586" cy="2536184"/>
          </a:xfrm>
          <a:prstGeom prst="round2DiagRect">
            <a:avLst>
              <a:gd name="adj1" fmla="val 0"/>
              <a:gd name="adj2" fmla="val 17764"/>
            </a:avLst>
          </a:prstGeom>
          <a:solidFill>
            <a:srgbClr val="042245"/>
          </a:solidFill>
          <a:ln w="9525" cap="flat" cmpd="sng">
            <a:solidFill>
              <a:srgbClr val="042245"/>
            </a:solidFill>
            <a:prstDash val="solid"/>
            <a:round/>
            <a:headEnd type="none" w="sm" len="sm"/>
            <a:tailEnd type="none" w="sm" len="sm"/>
          </a:ln>
        </p:spPr>
        <p:txBody>
          <a:bodyPr spcFirstLastPara="1" wrap="square" lIns="68569" tIns="68569" rIns="68569" bIns="68569" anchor="ctr"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grpSp>
        <p:nvGrpSpPr>
          <p:cNvPr id="6" name="Google Shape;121;p17">
            <a:extLst>
              <a:ext uri="{FF2B5EF4-FFF2-40B4-BE49-F238E27FC236}">
                <a16:creationId xmlns:a16="http://schemas.microsoft.com/office/drawing/2014/main" id="{52CD9916-4CBE-0CC8-4C11-82CEE352802B}"/>
              </a:ext>
            </a:extLst>
          </p:cNvPr>
          <p:cNvGrpSpPr/>
          <p:nvPr userDrawn="1"/>
        </p:nvGrpSpPr>
        <p:grpSpPr>
          <a:xfrm>
            <a:off x="2852545" y="2351329"/>
            <a:ext cx="285074" cy="283091"/>
            <a:chOff x="4858109" y="2631368"/>
            <a:chExt cx="316442" cy="315000"/>
          </a:xfrm>
        </p:grpSpPr>
        <p:sp>
          <p:nvSpPr>
            <p:cNvPr id="7" name="Google Shape;122;p17">
              <a:extLst>
                <a:ext uri="{FF2B5EF4-FFF2-40B4-BE49-F238E27FC236}">
                  <a16:creationId xmlns:a16="http://schemas.microsoft.com/office/drawing/2014/main" id="{CDAA877C-35E2-8BF8-5BDA-1A511BAD183E}"/>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8" name="Google Shape;123;p17">
              <a:extLst>
                <a:ext uri="{FF2B5EF4-FFF2-40B4-BE49-F238E27FC236}">
                  <a16:creationId xmlns:a16="http://schemas.microsoft.com/office/drawing/2014/main" id="{E29E2E3D-032A-5B99-6F77-C88C49A2DFFA}"/>
                </a:ext>
              </a:extLst>
            </p:cNvPr>
            <p:cNvSpPr/>
            <p:nvPr/>
          </p:nvSpPr>
          <p:spPr>
            <a:xfrm>
              <a:off x="4858109" y="2739300"/>
              <a:ext cx="239100" cy="99000"/>
            </a:xfrm>
            <a:prstGeom prst="rightArrow">
              <a:avLst>
                <a:gd name="adj1" fmla="val 32020"/>
                <a:gd name="adj2" fmla="val 66970"/>
              </a:avLst>
            </a:prstGeom>
            <a:solidFill>
              <a:srgbClr val="3139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br>
                <a:rPr kumimoji="0" lang="en" sz="1050" b="0" i="0" u="none" strike="noStrike" kern="0" cap="none" spc="0" normalizeH="0" baseline="0" noProof="0">
                  <a:ln>
                    <a:noFill/>
                  </a:ln>
                  <a:solidFill>
                    <a:srgbClr val="000000"/>
                  </a:solidFill>
                  <a:effectLst/>
                  <a:uLnTx/>
                  <a:uFillTx/>
                  <a:latin typeface="Arial"/>
                  <a:cs typeface="Arial"/>
                  <a:sym typeface="Arial"/>
                </a:rPr>
              </a:br>
              <a:endParaRPr kumimoji="0" sz="1050" b="0" i="0" u="none" strike="noStrike" kern="0" cap="none" spc="0" normalizeH="0" baseline="0" noProof="0">
                <a:ln>
                  <a:noFill/>
                </a:ln>
                <a:solidFill>
                  <a:srgbClr val="000000"/>
                </a:solidFill>
                <a:effectLst/>
                <a:uLnTx/>
                <a:uFillTx/>
                <a:latin typeface="Arial"/>
                <a:cs typeface="Arial"/>
                <a:sym typeface="Arial"/>
              </a:endParaRPr>
            </a:p>
          </p:txBody>
        </p:sp>
      </p:grpSp>
      <p:sp>
        <p:nvSpPr>
          <p:cNvPr id="9" name="Text Placeholder 22">
            <a:extLst>
              <a:ext uri="{FF2B5EF4-FFF2-40B4-BE49-F238E27FC236}">
                <a16:creationId xmlns:a16="http://schemas.microsoft.com/office/drawing/2014/main" id="{9D2C1FFD-944D-C199-7072-61BF41086E38}"/>
              </a:ext>
            </a:extLst>
          </p:cNvPr>
          <p:cNvSpPr>
            <a:spLocks noGrp="1"/>
          </p:cNvSpPr>
          <p:nvPr>
            <p:ph type="body" sz="quarter" idx="10"/>
          </p:nvPr>
        </p:nvSpPr>
        <p:spPr>
          <a:xfrm>
            <a:off x="574423" y="1940719"/>
            <a:ext cx="2235758"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0" name="Text Placeholder 22">
            <a:extLst>
              <a:ext uri="{FF2B5EF4-FFF2-40B4-BE49-F238E27FC236}">
                <a16:creationId xmlns:a16="http://schemas.microsoft.com/office/drawing/2014/main" id="{6072F383-773F-93E3-F6C0-96D3B38752A5}"/>
              </a:ext>
            </a:extLst>
          </p:cNvPr>
          <p:cNvSpPr>
            <a:spLocks noGrp="1"/>
          </p:cNvSpPr>
          <p:nvPr>
            <p:ph type="body" sz="quarter" idx="11"/>
          </p:nvPr>
        </p:nvSpPr>
        <p:spPr>
          <a:xfrm>
            <a:off x="3171502" y="1940719"/>
            <a:ext cx="2133089"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1" name="Text Placeholder 22">
            <a:extLst>
              <a:ext uri="{FF2B5EF4-FFF2-40B4-BE49-F238E27FC236}">
                <a16:creationId xmlns:a16="http://schemas.microsoft.com/office/drawing/2014/main" id="{8A634037-1AFA-B4BC-E51E-CEA312A2B24F}"/>
              </a:ext>
            </a:extLst>
          </p:cNvPr>
          <p:cNvSpPr>
            <a:spLocks noGrp="1"/>
          </p:cNvSpPr>
          <p:nvPr>
            <p:ph type="body" sz="quarter" idx="12"/>
          </p:nvPr>
        </p:nvSpPr>
        <p:spPr>
          <a:xfrm>
            <a:off x="5634527" y="1940719"/>
            <a:ext cx="2935049"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2" name="Text Placeholder 22">
            <a:extLst>
              <a:ext uri="{FF2B5EF4-FFF2-40B4-BE49-F238E27FC236}">
                <a16:creationId xmlns:a16="http://schemas.microsoft.com/office/drawing/2014/main" id="{3CB12DFD-FC12-E008-8D0B-CB9A8180FD9A}"/>
              </a:ext>
            </a:extLst>
          </p:cNvPr>
          <p:cNvSpPr>
            <a:spLocks noGrp="1"/>
          </p:cNvSpPr>
          <p:nvPr>
            <p:ph type="body" sz="quarter" idx="13"/>
          </p:nvPr>
        </p:nvSpPr>
        <p:spPr>
          <a:xfrm>
            <a:off x="574423" y="2669736"/>
            <a:ext cx="2250896" cy="1406246"/>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371600" indent="0">
              <a:buNone/>
              <a:defRPr/>
            </a:lvl5pPr>
          </a:lstStyle>
          <a:p>
            <a:pPr lvl="0"/>
            <a:r>
              <a:rPr lang="en-GB"/>
              <a:t>Click to edit Master text styles</a:t>
            </a:r>
          </a:p>
          <a:p>
            <a:pPr lvl="1"/>
            <a:r>
              <a:rPr lang="en-GB"/>
              <a:t>F</a:t>
            </a:r>
          </a:p>
          <a:p>
            <a:pPr lvl="2"/>
            <a:r>
              <a:rPr lang="en-GB"/>
              <a:t>F</a:t>
            </a:r>
          </a:p>
          <a:p>
            <a:pPr lvl="3"/>
            <a:r>
              <a:rPr lang="en-GB"/>
              <a:t>F</a:t>
            </a:r>
          </a:p>
          <a:p>
            <a:pPr lvl="4"/>
            <a:endParaRPr lang="en-GB"/>
          </a:p>
          <a:p>
            <a:pPr lvl="1"/>
            <a:endParaRPr lang="en-GB"/>
          </a:p>
          <a:p>
            <a:pPr lvl="1"/>
            <a:endParaRPr lang="en-GB"/>
          </a:p>
          <a:p>
            <a:pPr lvl="8"/>
            <a:endParaRPr lang="en-GB"/>
          </a:p>
        </p:txBody>
      </p:sp>
      <p:sp>
        <p:nvSpPr>
          <p:cNvPr id="13" name="Text Placeholder 22">
            <a:extLst>
              <a:ext uri="{FF2B5EF4-FFF2-40B4-BE49-F238E27FC236}">
                <a16:creationId xmlns:a16="http://schemas.microsoft.com/office/drawing/2014/main" id="{9BDCB9F9-7B46-0612-EFD8-D3B0996EFEA4}"/>
              </a:ext>
            </a:extLst>
          </p:cNvPr>
          <p:cNvSpPr>
            <a:spLocks noGrp="1"/>
          </p:cNvSpPr>
          <p:nvPr>
            <p:ph type="body" sz="quarter" idx="14"/>
          </p:nvPr>
        </p:nvSpPr>
        <p:spPr>
          <a:xfrm>
            <a:off x="3171503" y="2669736"/>
            <a:ext cx="2133088" cy="1406246"/>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stStyle>
          <a:p>
            <a:pPr lvl="0"/>
            <a:r>
              <a:rPr lang="en-GB"/>
              <a:t>Click to edit Master text styles</a:t>
            </a:r>
          </a:p>
          <a:p>
            <a:pPr lvl="1"/>
            <a:r>
              <a:rPr lang="en-GB"/>
              <a:t>S</a:t>
            </a:r>
          </a:p>
          <a:p>
            <a:pPr lvl="2"/>
            <a:r>
              <a:rPr lang="en-GB"/>
              <a:t>S</a:t>
            </a:r>
          </a:p>
          <a:p>
            <a:pPr lvl="3"/>
            <a:r>
              <a:rPr lang="en-GB"/>
              <a:t>S</a:t>
            </a:r>
          </a:p>
          <a:p>
            <a:pPr lvl="1"/>
            <a:endParaRPr lang="en-GB"/>
          </a:p>
        </p:txBody>
      </p:sp>
      <p:grpSp>
        <p:nvGrpSpPr>
          <p:cNvPr id="14" name="Google Shape;121;p17">
            <a:extLst>
              <a:ext uri="{FF2B5EF4-FFF2-40B4-BE49-F238E27FC236}">
                <a16:creationId xmlns:a16="http://schemas.microsoft.com/office/drawing/2014/main" id="{1C459823-5EA1-51BE-1272-55DCC417EE97}"/>
              </a:ext>
            </a:extLst>
          </p:cNvPr>
          <p:cNvGrpSpPr/>
          <p:nvPr userDrawn="1"/>
        </p:nvGrpSpPr>
        <p:grpSpPr>
          <a:xfrm>
            <a:off x="5307088" y="2351268"/>
            <a:ext cx="285074" cy="283091"/>
            <a:chOff x="4858109" y="2631368"/>
            <a:chExt cx="316442" cy="315000"/>
          </a:xfrm>
        </p:grpSpPr>
        <p:sp>
          <p:nvSpPr>
            <p:cNvPr id="15" name="Google Shape;122;p17">
              <a:extLst>
                <a:ext uri="{FF2B5EF4-FFF2-40B4-BE49-F238E27FC236}">
                  <a16:creationId xmlns:a16="http://schemas.microsoft.com/office/drawing/2014/main" id="{62CBE027-9459-EBBE-2B10-D35302965124}"/>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123;p17">
              <a:extLst>
                <a:ext uri="{FF2B5EF4-FFF2-40B4-BE49-F238E27FC236}">
                  <a16:creationId xmlns:a16="http://schemas.microsoft.com/office/drawing/2014/main" id="{B41D7853-8DA7-F9F2-44AE-2DA5E445F193}"/>
                </a:ext>
              </a:extLst>
            </p:cNvPr>
            <p:cNvSpPr/>
            <p:nvPr/>
          </p:nvSpPr>
          <p:spPr>
            <a:xfrm>
              <a:off x="4858109" y="2739300"/>
              <a:ext cx="239100" cy="99000"/>
            </a:xfrm>
            <a:prstGeom prst="rightArrow">
              <a:avLst>
                <a:gd name="adj1" fmla="val 32020"/>
                <a:gd name="adj2" fmla="val 66970"/>
              </a:avLst>
            </a:prstGeom>
            <a:solidFill>
              <a:srgbClr val="3139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br>
                <a:rPr kumimoji="0" lang="en" sz="1050" b="0" i="0" u="none" strike="noStrike" kern="0" cap="none" spc="0" normalizeH="0" baseline="0" noProof="0">
                  <a:ln>
                    <a:noFill/>
                  </a:ln>
                  <a:solidFill>
                    <a:srgbClr val="000000"/>
                  </a:solidFill>
                  <a:effectLst/>
                  <a:uLnTx/>
                  <a:uFillTx/>
                  <a:latin typeface="Arial"/>
                  <a:cs typeface="Arial"/>
                  <a:sym typeface="Arial"/>
                </a:rPr>
              </a:br>
              <a:endParaRPr kumimoji="0" sz="1050" b="0" i="0" u="none" strike="noStrike" kern="0" cap="none" spc="0" normalizeH="0" baseline="0" noProof="0">
                <a:ln>
                  <a:noFill/>
                </a:ln>
                <a:solidFill>
                  <a:srgbClr val="000000"/>
                </a:solidFill>
                <a:effectLst/>
                <a:uLnTx/>
                <a:uFillTx/>
                <a:latin typeface="Arial"/>
                <a:cs typeface="Arial"/>
                <a:sym typeface="Arial"/>
              </a:endParaRPr>
            </a:p>
          </p:txBody>
        </p:sp>
      </p:grpSp>
      <p:sp>
        <p:nvSpPr>
          <p:cNvPr id="17" name="Text Placeholder 22">
            <a:extLst>
              <a:ext uri="{FF2B5EF4-FFF2-40B4-BE49-F238E27FC236}">
                <a16:creationId xmlns:a16="http://schemas.microsoft.com/office/drawing/2014/main" id="{8737CE3B-4AC9-C5F6-530D-15F5C07B2199}"/>
              </a:ext>
            </a:extLst>
          </p:cNvPr>
          <p:cNvSpPr>
            <a:spLocks noGrp="1"/>
          </p:cNvSpPr>
          <p:nvPr>
            <p:ph type="body" sz="quarter" idx="15"/>
          </p:nvPr>
        </p:nvSpPr>
        <p:spPr>
          <a:xfrm>
            <a:off x="5634527" y="2717789"/>
            <a:ext cx="2935050" cy="1358193"/>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stStyle>
          <a:p>
            <a:pPr lvl="0"/>
            <a:r>
              <a:rPr lang="en-GB"/>
              <a:t>Click to edit Master text styles</a:t>
            </a:r>
          </a:p>
          <a:p>
            <a:pPr lvl="1"/>
            <a:r>
              <a:rPr lang="en-GB"/>
              <a:t>D</a:t>
            </a:r>
          </a:p>
          <a:p>
            <a:pPr lvl="2"/>
            <a:r>
              <a:rPr lang="en-GB"/>
              <a:t>D</a:t>
            </a:r>
          </a:p>
          <a:p>
            <a:pPr lvl="3"/>
            <a:r>
              <a:rPr lang="en-GB"/>
              <a:t>D</a:t>
            </a:r>
          </a:p>
          <a:p>
            <a:pPr lvl="0"/>
            <a:endParaRPr lang="en-GB"/>
          </a:p>
        </p:txBody>
      </p:sp>
      <p:sp>
        <p:nvSpPr>
          <p:cNvPr id="18" name="Google Shape;51;p10">
            <a:extLst>
              <a:ext uri="{FF2B5EF4-FFF2-40B4-BE49-F238E27FC236}">
                <a16:creationId xmlns:a16="http://schemas.microsoft.com/office/drawing/2014/main" id="{F293C96B-3E37-5291-2DA6-404031F56228}"/>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27" name="Subtitle 2">
            <a:extLst>
              <a:ext uri="{FF2B5EF4-FFF2-40B4-BE49-F238E27FC236}">
                <a16:creationId xmlns:a16="http://schemas.microsoft.com/office/drawing/2014/main" id="{CF06B36E-CD52-C4E6-313F-9E502C53051D}"/>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355988431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Options Slide">
    <p:spTree>
      <p:nvGrpSpPr>
        <p:cNvPr id="1" name=""/>
        <p:cNvGrpSpPr/>
        <p:nvPr/>
      </p:nvGrpSpPr>
      <p:grpSpPr>
        <a:xfrm>
          <a:off x="0" y="0"/>
          <a:ext cx="0" cy="0"/>
          <a:chOff x="0" y="0"/>
          <a:chExt cx="0" cy="0"/>
        </a:xfrm>
      </p:grpSpPr>
      <p:pic>
        <p:nvPicPr>
          <p:cNvPr id="28" name="Picture 27" descr="A road through a forest&#10;&#10;Description automatically generated">
            <a:extLst>
              <a:ext uri="{FF2B5EF4-FFF2-40B4-BE49-F238E27FC236}">
                <a16:creationId xmlns:a16="http://schemas.microsoft.com/office/drawing/2014/main" id="{DDDCA30F-C73B-7792-5A30-082600B0103A}"/>
              </a:ext>
            </a:extLst>
          </p:cNvPr>
          <p:cNvPicPr>
            <a:picLocks noChangeAspect="1"/>
          </p:cNvPicPr>
          <p:nvPr userDrawn="1"/>
        </p:nvPicPr>
        <p:blipFill rotWithShape="1">
          <a:blip r:embed="rId2"/>
          <a:srcRect t="4542" b="9757"/>
          <a:stretch/>
        </p:blipFill>
        <p:spPr>
          <a:xfrm>
            <a:off x="0" y="-1"/>
            <a:ext cx="9144000" cy="5143501"/>
          </a:xfrm>
          <a:prstGeom prst="rect">
            <a:avLst/>
          </a:prstGeom>
        </p:spPr>
      </p:pic>
      <p:sp>
        <p:nvSpPr>
          <p:cNvPr id="3" name="Google Shape;51;p10">
            <a:extLst>
              <a:ext uri="{FF2B5EF4-FFF2-40B4-BE49-F238E27FC236}">
                <a16:creationId xmlns:a16="http://schemas.microsoft.com/office/drawing/2014/main" id="{199843A6-062D-2226-E952-6C57D99A91B9}"/>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grpSp>
        <p:nvGrpSpPr>
          <p:cNvPr id="6" name="Google Shape;339;p36">
            <a:extLst>
              <a:ext uri="{FF2B5EF4-FFF2-40B4-BE49-F238E27FC236}">
                <a16:creationId xmlns:a16="http://schemas.microsoft.com/office/drawing/2014/main" id="{10D23BDC-026D-9138-9BEA-C86C67FE5280}"/>
              </a:ext>
            </a:extLst>
          </p:cNvPr>
          <p:cNvGrpSpPr/>
          <p:nvPr userDrawn="1"/>
        </p:nvGrpSpPr>
        <p:grpSpPr>
          <a:xfrm>
            <a:off x="1769322" y="1591346"/>
            <a:ext cx="5614185" cy="754878"/>
            <a:chOff x="1492524" y="2322568"/>
            <a:chExt cx="6214597" cy="643500"/>
          </a:xfrm>
        </p:grpSpPr>
        <p:sp>
          <p:nvSpPr>
            <p:cNvPr id="7" name="Google Shape;340;p36">
              <a:extLst>
                <a:ext uri="{FF2B5EF4-FFF2-40B4-BE49-F238E27FC236}">
                  <a16:creationId xmlns:a16="http://schemas.microsoft.com/office/drawing/2014/main" id="{3FD785EB-CA04-6EE1-73AA-B3F8E38737A2}"/>
                </a:ext>
              </a:extLst>
            </p:cNvPr>
            <p:cNvSpPr/>
            <p:nvPr/>
          </p:nvSpPr>
          <p:spPr>
            <a:xfrm>
              <a:off x="3728375" y="2322568"/>
              <a:ext cx="3978746" cy="643500"/>
            </a:xfrm>
            <a:prstGeom prst="rect">
              <a:avLst/>
            </a:prstGeom>
            <a:solidFill>
              <a:schemeClr val="bg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8" name="Google Shape;341;p36">
              <a:extLst>
                <a:ext uri="{FF2B5EF4-FFF2-40B4-BE49-F238E27FC236}">
                  <a16:creationId xmlns:a16="http://schemas.microsoft.com/office/drawing/2014/main" id="{1F029C64-2B41-C891-BC81-2B458418B65A}"/>
                </a:ext>
              </a:extLst>
            </p:cNvPr>
            <p:cNvSpPr/>
            <p:nvPr/>
          </p:nvSpPr>
          <p:spPr>
            <a:xfrm flipH="1">
              <a:off x="2139073" y="2322575"/>
              <a:ext cx="1988352" cy="642600"/>
            </a:xfrm>
            <a:prstGeom prst="rect">
              <a:avLst/>
            </a:prstGeom>
            <a:solidFill>
              <a:srgbClr val="03938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9" name="Google Shape;342;p36">
              <a:extLst>
                <a:ext uri="{FF2B5EF4-FFF2-40B4-BE49-F238E27FC236}">
                  <a16:creationId xmlns:a16="http://schemas.microsoft.com/office/drawing/2014/main" id="{30CCFF64-A5C4-34A9-8847-C939D0C163EA}"/>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10" name="Google Shape;345;p36">
              <a:extLst>
                <a:ext uri="{FF2B5EF4-FFF2-40B4-BE49-F238E27FC236}">
                  <a16:creationId xmlns:a16="http://schemas.microsoft.com/office/drawing/2014/main" id="{9540466A-1027-4721-CC2E-6F96DFE7C346}"/>
                </a:ext>
              </a:extLst>
            </p:cNvPr>
            <p:cNvSpPr/>
            <p:nvPr/>
          </p:nvSpPr>
          <p:spPr>
            <a:xfrm>
              <a:off x="1492524" y="2322575"/>
              <a:ext cx="690000" cy="642600"/>
            </a:xfrm>
            <a:prstGeom prst="rect">
              <a:avLst/>
            </a:prstGeom>
            <a:solidFill>
              <a:srgbClr val="B85641"/>
            </a:solidFill>
            <a:ln>
              <a:solidFill>
                <a:srgbClr val="B85641"/>
              </a:solid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950" b="1" i="0" u="none" strike="noStrike" kern="0" cap="none" spc="0" normalizeH="0" baseline="0" noProof="0">
                  <a:ln>
                    <a:noFill/>
                  </a:ln>
                  <a:solidFill>
                    <a:srgbClr val="FFFFFF"/>
                  </a:solidFill>
                  <a:effectLst/>
                  <a:uLnTx/>
                  <a:uFillTx/>
                  <a:latin typeface="Merriweather" pitchFamily="2" charset="77"/>
                  <a:ea typeface="Roboto Thin"/>
                  <a:cs typeface="Roboto Thin"/>
                  <a:sym typeface="Roboto Thin"/>
                </a:rPr>
                <a:t>01</a:t>
              </a:r>
              <a:endParaRPr kumimoji="0" sz="1950" b="1" i="0" u="none" strike="noStrike" kern="0" cap="none" spc="0" normalizeH="0" baseline="0" noProof="0">
                <a:ln>
                  <a:noFill/>
                </a:ln>
                <a:solidFill>
                  <a:srgbClr val="FFFFFF"/>
                </a:solidFill>
                <a:effectLst/>
                <a:uLnTx/>
                <a:uFillTx/>
                <a:latin typeface="Merriweather" pitchFamily="2" charset="77"/>
                <a:ea typeface="Roboto Thin"/>
                <a:cs typeface="Roboto Thin"/>
                <a:sym typeface="Roboto Thin"/>
              </a:endParaRPr>
            </a:p>
          </p:txBody>
        </p:sp>
      </p:grpSp>
      <p:grpSp>
        <p:nvGrpSpPr>
          <p:cNvPr id="11" name="Google Shape;347;p36">
            <a:extLst>
              <a:ext uri="{FF2B5EF4-FFF2-40B4-BE49-F238E27FC236}">
                <a16:creationId xmlns:a16="http://schemas.microsoft.com/office/drawing/2014/main" id="{6F1D57E8-8B56-A6B3-5FCD-C322F8DDFF8B}"/>
              </a:ext>
            </a:extLst>
          </p:cNvPr>
          <p:cNvGrpSpPr/>
          <p:nvPr userDrawn="1"/>
        </p:nvGrpSpPr>
        <p:grpSpPr>
          <a:xfrm>
            <a:off x="1769323" y="2656467"/>
            <a:ext cx="5614184" cy="754712"/>
            <a:chOff x="1492526" y="2322567"/>
            <a:chExt cx="6214593" cy="643501"/>
          </a:xfrm>
        </p:grpSpPr>
        <p:sp>
          <p:nvSpPr>
            <p:cNvPr id="12" name="Google Shape;348;p36">
              <a:extLst>
                <a:ext uri="{FF2B5EF4-FFF2-40B4-BE49-F238E27FC236}">
                  <a16:creationId xmlns:a16="http://schemas.microsoft.com/office/drawing/2014/main" id="{5EA7BF30-5BB4-8141-BFDD-9A83056DF1F5}"/>
                </a:ext>
              </a:extLst>
            </p:cNvPr>
            <p:cNvSpPr/>
            <p:nvPr/>
          </p:nvSpPr>
          <p:spPr>
            <a:xfrm>
              <a:off x="3728375" y="2322568"/>
              <a:ext cx="3978744" cy="643500"/>
            </a:xfrm>
            <a:prstGeom prst="rect">
              <a:avLst/>
            </a:prstGeom>
            <a:solidFill>
              <a:schemeClr val="bg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349;p36">
              <a:extLst>
                <a:ext uri="{FF2B5EF4-FFF2-40B4-BE49-F238E27FC236}">
                  <a16:creationId xmlns:a16="http://schemas.microsoft.com/office/drawing/2014/main" id="{90A238B9-C92D-D780-7073-DC9737C01217}"/>
                </a:ext>
              </a:extLst>
            </p:cNvPr>
            <p:cNvSpPr/>
            <p:nvPr/>
          </p:nvSpPr>
          <p:spPr>
            <a:xfrm flipH="1">
              <a:off x="2182525" y="2322575"/>
              <a:ext cx="1944900" cy="642600"/>
            </a:xfrm>
            <a:prstGeom prst="rect">
              <a:avLst/>
            </a:prstGeom>
            <a:solidFill>
              <a:srgbClr val="03938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350;p36">
              <a:extLst>
                <a:ext uri="{FF2B5EF4-FFF2-40B4-BE49-F238E27FC236}">
                  <a16:creationId xmlns:a16="http://schemas.microsoft.com/office/drawing/2014/main" id="{AD7CE73A-B86F-A9E9-8B5C-87200AE44C06}"/>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353;p36">
              <a:extLst>
                <a:ext uri="{FF2B5EF4-FFF2-40B4-BE49-F238E27FC236}">
                  <a16:creationId xmlns:a16="http://schemas.microsoft.com/office/drawing/2014/main" id="{3137DD22-61A7-0540-76B9-E0B5F90BB204}"/>
                </a:ext>
              </a:extLst>
            </p:cNvPr>
            <p:cNvSpPr/>
            <p:nvPr userDrawn="1"/>
          </p:nvSpPr>
          <p:spPr>
            <a:xfrm>
              <a:off x="1492526" y="2322567"/>
              <a:ext cx="690000" cy="642600"/>
            </a:xfrm>
            <a:prstGeom prst="rect">
              <a:avLst/>
            </a:prstGeom>
            <a:solidFill>
              <a:srgbClr val="B8564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950" b="1" i="0" u="none" strike="noStrike" kern="0" cap="none" spc="0" normalizeH="0" baseline="0" noProof="0">
                  <a:ln>
                    <a:noFill/>
                  </a:ln>
                  <a:solidFill>
                    <a:srgbClr val="FFFFFF"/>
                  </a:solidFill>
                  <a:effectLst/>
                  <a:uLnTx/>
                  <a:uFillTx/>
                  <a:latin typeface="Merriweather" pitchFamily="2" charset="77"/>
                  <a:ea typeface="Roboto Thin"/>
                  <a:cs typeface="Roboto Thin"/>
                  <a:sym typeface="Roboto Thin"/>
                </a:rPr>
                <a:t>02</a:t>
              </a:r>
              <a:endParaRPr kumimoji="0" sz="1950" b="1" i="0" u="none" strike="noStrike" kern="0" cap="none" spc="0" normalizeH="0" baseline="0" noProof="0">
                <a:ln>
                  <a:noFill/>
                </a:ln>
                <a:solidFill>
                  <a:srgbClr val="FFFFFF"/>
                </a:solidFill>
                <a:effectLst/>
                <a:uLnTx/>
                <a:uFillTx/>
                <a:latin typeface="Merriweather" pitchFamily="2" charset="77"/>
                <a:ea typeface="Roboto Thin"/>
                <a:cs typeface="Roboto Thin"/>
                <a:sym typeface="Roboto Thin"/>
              </a:endParaRPr>
            </a:p>
          </p:txBody>
        </p:sp>
      </p:grpSp>
      <p:grpSp>
        <p:nvGrpSpPr>
          <p:cNvPr id="16" name="Google Shape;355;p36">
            <a:extLst>
              <a:ext uri="{FF2B5EF4-FFF2-40B4-BE49-F238E27FC236}">
                <a16:creationId xmlns:a16="http://schemas.microsoft.com/office/drawing/2014/main" id="{AE1C90D6-52DD-94D8-935C-E53D03951799}"/>
              </a:ext>
            </a:extLst>
          </p:cNvPr>
          <p:cNvGrpSpPr/>
          <p:nvPr userDrawn="1"/>
        </p:nvGrpSpPr>
        <p:grpSpPr>
          <a:xfrm>
            <a:off x="1774867" y="3723011"/>
            <a:ext cx="5608640" cy="753480"/>
            <a:chOff x="1477881" y="2322417"/>
            <a:chExt cx="6264182" cy="643651"/>
          </a:xfrm>
        </p:grpSpPr>
        <p:sp>
          <p:nvSpPr>
            <p:cNvPr id="17" name="Google Shape;356;p36">
              <a:extLst>
                <a:ext uri="{FF2B5EF4-FFF2-40B4-BE49-F238E27FC236}">
                  <a16:creationId xmlns:a16="http://schemas.microsoft.com/office/drawing/2014/main" id="{63AF99DD-6AC7-9C01-1356-AA3A10E73F80}"/>
                </a:ext>
              </a:extLst>
            </p:cNvPr>
            <p:cNvSpPr/>
            <p:nvPr/>
          </p:nvSpPr>
          <p:spPr>
            <a:xfrm>
              <a:off x="3728375" y="2322568"/>
              <a:ext cx="4013688" cy="643500"/>
            </a:xfrm>
            <a:prstGeom prst="rect">
              <a:avLst/>
            </a:prstGeom>
            <a:solidFill>
              <a:schemeClr val="bg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357;p36">
              <a:extLst>
                <a:ext uri="{FF2B5EF4-FFF2-40B4-BE49-F238E27FC236}">
                  <a16:creationId xmlns:a16="http://schemas.microsoft.com/office/drawing/2014/main" id="{C7A132C8-E5C4-90A8-BB59-E26D80CDF326}"/>
                </a:ext>
              </a:extLst>
            </p:cNvPr>
            <p:cNvSpPr/>
            <p:nvPr/>
          </p:nvSpPr>
          <p:spPr>
            <a:xfrm flipH="1">
              <a:off x="2165068" y="2322575"/>
              <a:ext cx="1962357" cy="642600"/>
            </a:xfrm>
            <a:prstGeom prst="rect">
              <a:avLst/>
            </a:prstGeom>
            <a:solidFill>
              <a:srgbClr val="03938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358;p36">
              <a:extLst>
                <a:ext uri="{FF2B5EF4-FFF2-40B4-BE49-F238E27FC236}">
                  <a16:creationId xmlns:a16="http://schemas.microsoft.com/office/drawing/2014/main" id="{6EA2F57C-7C58-1652-03D9-5998EE423497}"/>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361;p36">
              <a:extLst>
                <a:ext uri="{FF2B5EF4-FFF2-40B4-BE49-F238E27FC236}">
                  <a16:creationId xmlns:a16="http://schemas.microsoft.com/office/drawing/2014/main" id="{1FF3B7BE-60E4-E708-ED2E-CFBE2FF6B042}"/>
                </a:ext>
              </a:extLst>
            </p:cNvPr>
            <p:cNvSpPr/>
            <p:nvPr/>
          </p:nvSpPr>
          <p:spPr>
            <a:xfrm>
              <a:off x="1477881" y="2322417"/>
              <a:ext cx="690000" cy="642600"/>
            </a:xfrm>
            <a:prstGeom prst="rect">
              <a:avLst/>
            </a:prstGeom>
            <a:solidFill>
              <a:srgbClr val="B8564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950" b="1" i="0" u="none" strike="noStrike" kern="0" cap="none" spc="0" normalizeH="0" baseline="0" noProof="0">
                  <a:ln>
                    <a:noFill/>
                  </a:ln>
                  <a:solidFill>
                    <a:srgbClr val="FFFFFF"/>
                  </a:solidFill>
                  <a:effectLst/>
                  <a:uLnTx/>
                  <a:uFillTx/>
                  <a:latin typeface="Merriweather" pitchFamily="2" charset="77"/>
                  <a:ea typeface="Roboto Thin"/>
                  <a:cs typeface="Roboto Thin"/>
                  <a:sym typeface="Roboto Thin"/>
                </a:rPr>
                <a:t>03</a:t>
              </a:r>
              <a:endParaRPr kumimoji="0" sz="1950" b="1" i="0" u="none" strike="noStrike" kern="0" cap="none" spc="0" normalizeH="0" baseline="0" noProof="0">
                <a:ln>
                  <a:noFill/>
                </a:ln>
                <a:solidFill>
                  <a:srgbClr val="FFFFFF"/>
                </a:solidFill>
                <a:effectLst/>
                <a:uLnTx/>
                <a:uFillTx/>
                <a:latin typeface="Merriweather" pitchFamily="2" charset="77"/>
                <a:ea typeface="Roboto Thin"/>
                <a:cs typeface="Roboto Thin"/>
                <a:sym typeface="Roboto Thin"/>
              </a:endParaRPr>
            </a:p>
          </p:txBody>
        </p:sp>
      </p:grpSp>
      <p:sp>
        <p:nvSpPr>
          <p:cNvPr id="21" name="Text Placeholder 22">
            <a:extLst>
              <a:ext uri="{FF2B5EF4-FFF2-40B4-BE49-F238E27FC236}">
                <a16:creationId xmlns:a16="http://schemas.microsoft.com/office/drawing/2014/main" id="{354A4B30-33BC-24B4-89C5-0AEF29D5590A}"/>
              </a:ext>
            </a:extLst>
          </p:cNvPr>
          <p:cNvSpPr>
            <a:spLocks noGrp="1"/>
          </p:cNvSpPr>
          <p:nvPr>
            <p:ph type="body" sz="quarter" idx="10"/>
          </p:nvPr>
        </p:nvSpPr>
        <p:spPr>
          <a:xfrm>
            <a:off x="2495731" y="1691334"/>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2" name="Text Placeholder 22">
            <a:extLst>
              <a:ext uri="{FF2B5EF4-FFF2-40B4-BE49-F238E27FC236}">
                <a16:creationId xmlns:a16="http://schemas.microsoft.com/office/drawing/2014/main" id="{4CB2964B-0F75-AACD-34EF-C73A238AED60}"/>
              </a:ext>
            </a:extLst>
          </p:cNvPr>
          <p:cNvSpPr>
            <a:spLocks noGrp="1"/>
          </p:cNvSpPr>
          <p:nvPr>
            <p:ph type="body" sz="quarter" idx="11"/>
          </p:nvPr>
        </p:nvSpPr>
        <p:spPr>
          <a:xfrm>
            <a:off x="2504775" y="2728294"/>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3" name="Text Placeholder 22">
            <a:extLst>
              <a:ext uri="{FF2B5EF4-FFF2-40B4-BE49-F238E27FC236}">
                <a16:creationId xmlns:a16="http://schemas.microsoft.com/office/drawing/2014/main" id="{4FC46BC9-6AAA-4942-489F-5B39FF3C684D}"/>
              </a:ext>
            </a:extLst>
          </p:cNvPr>
          <p:cNvSpPr>
            <a:spLocks noGrp="1"/>
          </p:cNvSpPr>
          <p:nvPr>
            <p:ph type="body" sz="quarter" idx="12"/>
          </p:nvPr>
        </p:nvSpPr>
        <p:spPr>
          <a:xfrm>
            <a:off x="2532374" y="3822606"/>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4" name="Text Placeholder 22">
            <a:extLst>
              <a:ext uri="{FF2B5EF4-FFF2-40B4-BE49-F238E27FC236}">
                <a16:creationId xmlns:a16="http://schemas.microsoft.com/office/drawing/2014/main" id="{F0EF6396-B41D-A320-0DCF-0D9967280208}"/>
              </a:ext>
            </a:extLst>
          </p:cNvPr>
          <p:cNvSpPr>
            <a:spLocks noGrp="1"/>
          </p:cNvSpPr>
          <p:nvPr>
            <p:ph type="body" sz="quarter" idx="13"/>
          </p:nvPr>
        </p:nvSpPr>
        <p:spPr>
          <a:xfrm>
            <a:off x="4628111" y="1627265"/>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5" name="Text Placeholder 22">
            <a:extLst>
              <a:ext uri="{FF2B5EF4-FFF2-40B4-BE49-F238E27FC236}">
                <a16:creationId xmlns:a16="http://schemas.microsoft.com/office/drawing/2014/main" id="{B95D3D73-7F59-20F8-D53C-5FF51D31A104}"/>
              </a:ext>
            </a:extLst>
          </p:cNvPr>
          <p:cNvSpPr>
            <a:spLocks noGrp="1"/>
          </p:cNvSpPr>
          <p:nvPr>
            <p:ph type="body" sz="quarter" idx="14"/>
          </p:nvPr>
        </p:nvSpPr>
        <p:spPr>
          <a:xfrm>
            <a:off x="4628006" y="2692478"/>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6" name="Text Placeholder 22">
            <a:extLst>
              <a:ext uri="{FF2B5EF4-FFF2-40B4-BE49-F238E27FC236}">
                <a16:creationId xmlns:a16="http://schemas.microsoft.com/office/drawing/2014/main" id="{4AE2E838-E0DB-35ED-E9C6-91876CBA776A}"/>
              </a:ext>
            </a:extLst>
          </p:cNvPr>
          <p:cNvSpPr>
            <a:spLocks noGrp="1"/>
          </p:cNvSpPr>
          <p:nvPr>
            <p:ph type="body" sz="quarter" idx="15"/>
          </p:nvPr>
        </p:nvSpPr>
        <p:spPr>
          <a:xfrm>
            <a:off x="4625118" y="3758320"/>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9" name="Subtitle 2">
            <a:extLst>
              <a:ext uri="{FF2B5EF4-FFF2-40B4-BE49-F238E27FC236}">
                <a16:creationId xmlns:a16="http://schemas.microsoft.com/office/drawing/2014/main" id="{D1DEBF63-1364-A7A9-80BB-0D563116DEC5}"/>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359110436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title and description" preserve="1">
  <p:cSld name="Section title and 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rgbClr val="002F4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2F4A"/>
              </a:solidFill>
              <a:effectLst/>
              <a:uLnTx/>
              <a:uFillTx/>
              <a:latin typeface="Arial"/>
              <a:cs typeface="Arial"/>
              <a:sym typeface="Arial"/>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666666"/>
                </a:solidFill>
                <a:effectLst/>
                <a:uLnTx/>
                <a:uFillTx/>
                <a:latin typeface="Roboto"/>
                <a:ea typeface="Roboto"/>
                <a:sym typeface="Robo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000" b="0" i="0" u="none" strike="noStrike" kern="0" cap="none" spc="0" normalizeH="0" baseline="0" noProof="0">
              <a:ln>
                <a:noFill/>
              </a:ln>
              <a:solidFill>
                <a:srgbClr val="666666"/>
              </a:solidFill>
              <a:effectLst/>
              <a:uLnTx/>
              <a:uFillTx/>
              <a:latin typeface="Roboto"/>
              <a:ea typeface="Roboto"/>
              <a:sym typeface="Roboto"/>
            </a:endParaRPr>
          </a:p>
        </p:txBody>
      </p:sp>
    </p:spTree>
    <p:extLst>
      <p:ext uri="{BB962C8B-B14F-4D97-AF65-F5344CB8AC3E}">
        <p14:creationId xmlns:p14="http://schemas.microsoft.com/office/powerpoint/2010/main" val="9830323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Looking up at the sky through the trees&#10;&#10;Description automatically generated">
            <a:extLst>
              <a:ext uri="{FF2B5EF4-FFF2-40B4-BE49-F238E27FC236}">
                <a16:creationId xmlns:a16="http://schemas.microsoft.com/office/drawing/2014/main" id="{93E89D5A-95FC-C9B6-1B0C-99FF0E10BC1A}"/>
              </a:ext>
            </a:extLst>
          </p:cNvPr>
          <p:cNvPicPr>
            <a:picLocks noChangeAspect="1"/>
          </p:cNvPicPr>
          <p:nvPr userDrawn="1"/>
        </p:nvPicPr>
        <p:blipFill>
          <a:blip r:embed="rId2"/>
          <a:stretch>
            <a:fillRect/>
          </a:stretch>
        </p:blipFill>
        <p:spPr>
          <a:xfrm>
            <a:off x="0" y="200440"/>
            <a:ext cx="9144000" cy="4943060"/>
          </a:xfrm>
          <a:prstGeom prst="rect">
            <a:avLst/>
          </a:prstGeom>
        </p:spPr>
      </p:pic>
      <p:sp>
        <p:nvSpPr>
          <p:cNvPr id="28" name="Google Shape;10;p2">
            <a:extLst>
              <a:ext uri="{FF2B5EF4-FFF2-40B4-BE49-F238E27FC236}">
                <a16:creationId xmlns:a16="http://schemas.microsoft.com/office/drawing/2014/main" id="{5228A903-53C0-8F47-64A3-A47C5B74A222}"/>
              </a:ext>
            </a:extLst>
          </p:cNvPr>
          <p:cNvSpPr/>
          <p:nvPr userDrawn="1"/>
        </p:nvSpPr>
        <p:spPr>
          <a:xfrm>
            <a:off x="0" y="0"/>
            <a:ext cx="9144000" cy="4857750"/>
          </a:xfrm>
          <a:custGeom>
            <a:avLst/>
            <a:gdLst/>
            <a:ahLst/>
            <a:cxnLst/>
            <a:rect l="l" t="t" r="r" b="b"/>
            <a:pathLst>
              <a:path w="365770" h="175924" extrusionOk="0">
                <a:moveTo>
                  <a:pt x="0" y="0"/>
                </a:moveTo>
                <a:lnTo>
                  <a:pt x="365770" y="0"/>
                </a:lnTo>
                <a:lnTo>
                  <a:pt x="365760" y="70914"/>
                </a:lnTo>
                <a:lnTo>
                  <a:pt x="0" y="175924"/>
                </a:lnTo>
                <a:close/>
              </a:path>
            </a:pathLst>
          </a:custGeom>
          <a:solidFill>
            <a:schemeClr val="bg1"/>
          </a:solidFill>
          <a:ln>
            <a:noFill/>
          </a:ln>
        </p:spPr>
      </p:sp>
      <p:sp>
        <p:nvSpPr>
          <p:cNvPr id="2" name="Title 1">
            <a:extLst>
              <a:ext uri="{FF2B5EF4-FFF2-40B4-BE49-F238E27FC236}">
                <a16:creationId xmlns:a16="http://schemas.microsoft.com/office/drawing/2014/main" id="{568529B4-9A66-3967-93D1-B1E1D764EED2}"/>
              </a:ext>
            </a:extLst>
          </p:cNvPr>
          <p:cNvSpPr>
            <a:spLocks noGrp="1"/>
          </p:cNvSpPr>
          <p:nvPr>
            <p:ph type="ctrTitle"/>
          </p:nvPr>
        </p:nvSpPr>
        <p:spPr>
          <a:xfrm>
            <a:off x="420053" y="481076"/>
            <a:ext cx="7823835" cy="1790700"/>
          </a:xfrm>
          <a:prstGeom prst="rect">
            <a:avLst/>
          </a:prstGeom>
        </p:spPr>
        <p:txBody>
          <a:bodyPr anchor="b"/>
          <a:lstStyle>
            <a:lvl1pPr algn="l">
              <a:defRPr sz="3600" b="1" i="0">
                <a:solidFill>
                  <a:srgbClr val="042245"/>
                </a:solidFill>
                <a:latin typeface="Merriweather" pitchFamily="2" charset="77"/>
                <a:cs typeface="Arial Hebrew" pitchFamily="2" charset="-79"/>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p:nvPr>
        </p:nvSpPr>
        <p:spPr>
          <a:xfrm>
            <a:off x="420053" y="2428875"/>
            <a:ext cx="4629150" cy="481076"/>
          </a:xfrm>
          <a:prstGeom prst="rect">
            <a:avLst/>
          </a:prstGeom>
        </p:spPr>
        <p:txBody>
          <a:bodyPr/>
          <a:lstStyle>
            <a:lvl1pPr marL="0" indent="0" algn="l">
              <a:buNone/>
              <a:defRPr sz="1800" b="0" i="0">
                <a:solidFill>
                  <a:srgbClr val="B8564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C305172B-6733-BD95-91C3-40B44DC1B93D}"/>
              </a:ext>
            </a:extLst>
          </p:cNvPr>
          <p:cNvSpPr>
            <a:spLocks noGrp="1"/>
          </p:cNvSpPr>
          <p:nvPr>
            <p:ph type="body" sz="quarter" idx="10"/>
          </p:nvPr>
        </p:nvSpPr>
        <p:spPr>
          <a:xfrm>
            <a:off x="6827745" y="3761815"/>
            <a:ext cx="2047175" cy="1181660"/>
          </a:xfrm>
          <a:prstGeom prst="rect">
            <a:avLst/>
          </a:prstGeom>
        </p:spPr>
        <p:txBody>
          <a:bodyPr/>
          <a:lstStyle>
            <a:lvl1pPr marL="0" indent="0" algn="r">
              <a:lnSpc>
                <a:spcPct val="150000"/>
              </a:lnSpc>
              <a:spcBef>
                <a:spcPts val="0"/>
              </a:spcBef>
              <a:buNone/>
              <a:defRPr sz="12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Tree>
    <p:extLst>
      <p:ext uri="{BB962C8B-B14F-4D97-AF65-F5344CB8AC3E}">
        <p14:creationId xmlns:p14="http://schemas.microsoft.com/office/powerpoint/2010/main" val="124596304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ubheading Slide">
    <p:spTree>
      <p:nvGrpSpPr>
        <p:cNvPr id="1" name=""/>
        <p:cNvGrpSpPr/>
        <p:nvPr/>
      </p:nvGrpSpPr>
      <p:grpSpPr>
        <a:xfrm>
          <a:off x="0" y="0"/>
          <a:ext cx="0" cy="0"/>
          <a:chOff x="0" y="0"/>
          <a:chExt cx="0" cy="0"/>
        </a:xfrm>
      </p:grpSpPr>
      <p:pic>
        <p:nvPicPr>
          <p:cNvPr id="9" name="Picture 8" descr="Looking up at a bamboo forest&#10;&#10;Description automatically generated">
            <a:extLst>
              <a:ext uri="{FF2B5EF4-FFF2-40B4-BE49-F238E27FC236}">
                <a16:creationId xmlns:a16="http://schemas.microsoft.com/office/drawing/2014/main" id="{B8E34BA2-ED21-1C61-8CD5-90EE59955F83}"/>
              </a:ext>
            </a:extLst>
          </p:cNvPr>
          <p:cNvPicPr>
            <a:picLocks noChangeAspect="1"/>
          </p:cNvPicPr>
          <p:nvPr userDrawn="1"/>
        </p:nvPicPr>
        <p:blipFill rotWithShape="1">
          <a:blip r:embed="rId2"/>
          <a:srcRect t="7335" b="7335"/>
          <a:stretch/>
        </p:blipFill>
        <p:spPr>
          <a:xfrm>
            <a:off x="0" y="-74882"/>
            <a:ext cx="9144000" cy="5132318"/>
          </a:xfrm>
          <a:prstGeom prst="rect">
            <a:avLst/>
          </a:prstGeom>
        </p:spPr>
      </p:pic>
      <p:sp>
        <p:nvSpPr>
          <p:cNvPr id="12" name="Manual Input 11">
            <a:extLst>
              <a:ext uri="{FF2B5EF4-FFF2-40B4-BE49-F238E27FC236}">
                <a16:creationId xmlns:a16="http://schemas.microsoft.com/office/drawing/2014/main" id="{DEC40C85-5EF0-4AA0-7953-DB75EB19E6FF}"/>
              </a:ext>
            </a:extLst>
          </p:cNvPr>
          <p:cNvSpPr/>
          <p:nvPr userDrawn="1"/>
        </p:nvSpPr>
        <p:spPr>
          <a:xfrm>
            <a:off x="-2745" y="2167666"/>
            <a:ext cx="9146744" cy="297689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13 w 10000"/>
              <a:gd name="connsiteY0" fmla="*/ 6790 h 10000"/>
              <a:gd name="connsiteX1" fmla="*/ 10000 w 10000"/>
              <a:gd name="connsiteY1" fmla="*/ 0 h 10000"/>
              <a:gd name="connsiteX2" fmla="*/ 10000 w 10000"/>
              <a:gd name="connsiteY2" fmla="*/ 10000 h 10000"/>
              <a:gd name="connsiteX3" fmla="*/ 0 w 10000"/>
              <a:gd name="connsiteY3" fmla="*/ 10000 h 10000"/>
              <a:gd name="connsiteX4" fmla="*/ 13 w 10000"/>
              <a:gd name="connsiteY4" fmla="*/ 6790 h 10000"/>
              <a:gd name="connsiteX0" fmla="*/ 13 w 10000"/>
              <a:gd name="connsiteY0" fmla="*/ 7456 h 10666"/>
              <a:gd name="connsiteX1" fmla="*/ 10000 w 10000"/>
              <a:gd name="connsiteY1" fmla="*/ 0 h 10666"/>
              <a:gd name="connsiteX2" fmla="*/ 10000 w 10000"/>
              <a:gd name="connsiteY2" fmla="*/ 10666 h 10666"/>
              <a:gd name="connsiteX3" fmla="*/ 0 w 10000"/>
              <a:gd name="connsiteY3" fmla="*/ 10666 h 10666"/>
              <a:gd name="connsiteX4" fmla="*/ 13 w 10000"/>
              <a:gd name="connsiteY4" fmla="*/ 7456 h 10666"/>
              <a:gd name="connsiteX0" fmla="*/ 0 w 10014"/>
              <a:gd name="connsiteY0" fmla="*/ 8900 h 10666"/>
              <a:gd name="connsiteX1" fmla="*/ 10014 w 10014"/>
              <a:gd name="connsiteY1" fmla="*/ 0 h 10666"/>
              <a:gd name="connsiteX2" fmla="*/ 10014 w 10014"/>
              <a:gd name="connsiteY2" fmla="*/ 10666 h 10666"/>
              <a:gd name="connsiteX3" fmla="*/ 14 w 10014"/>
              <a:gd name="connsiteY3" fmla="*/ 10666 h 10666"/>
              <a:gd name="connsiteX4" fmla="*/ 0 w 10014"/>
              <a:gd name="connsiteY4" fmla="*/ 8900 h 10666"/>
              <a:gd name="connsiteX0" fmla="*/ 0 w 10068"/>
              <a:gd name="connsiteY0" fmla="*/ 9282 h 10666"/>
              <a:gd name="connsiteX1" fmla="*/ 10068 w 10068"/>
              <a:gd name="connsiteY1" fmla="*/ 0 h 10666"/>
              <a:gd name="connsiteX2" fmla="*/ 10068 w 10068"/>
              <a:gd name="connsiteY2" fmla="*/ 10666 h 10666"/>
              <a:gd name="connsiteX3" fmla="*/ 68 w 10068"/>
              <a:gd name="connsiteY3" fmla="*/ 10666 h 10666"/>
              <a:gd name="connsiteX4" fmla="*/ 0 w 10068"/>
              <a:gd name="connsiteY4" fmla="*/ 9282 h 10666"/>
              <a:gd name="connsiteX0" fmla="*/ 0 w 10068"/>
              <a:gd name="connsiteY0" fmla="*/ 9537 h 10666"/>
              <a:gd name="connsiteX1" fmla="*/ 10068 w 10068"/>
              <a:gd name="connsiteY1" fmla="*/ 0 h 10666"/>
              <a:gd name="connsiteX2" fmla="*/ 10068 w 10068"/>
              <a:gd name="connsiteY2" fmla="*/ 10666 h 10666"/>
              <a:gd name="connsiteX3" fmla="*/ 68 w 10068"/>
              <a:gd name="connsiteY3" fmla="*/ 10666 h 10666"/>
              <a:gd name="connsiteX4" fmla="*/ 0 w 10068"/>
              <a:gd name="connsiteY4" fmla="*/ 9537 h 10666"/>
              <a:gd name="connsiteX0" fmla="*/ 2 w 10003"/>
              <a:gd name="connsiteY0" fmla="*/ 9410 h 10666"/>
              <a:gd name="connsiteX1" fmla="*/ 10003 w 10003"/>
              <a:gd name="connsiteY1" fmla="*/ 0 h 10666"/>
              <a:gd name="connsiteX2" fmla="*/ 10003 w 10003"/>
              <a:gd name="connsiteY2" fmla="*/ 10666 h 10666"/>
              <a:gd name="connsiteX3" fmla="*/ 3 w 10003"/>
              <a:gd name="connsiteY3" fmla="*/ 10666 h 10666"/>
              <a:gd name="connsiteX4" fmla="*/ 2 w 10003"/>
              <a:gd name="connsiteY4" fmla="*/ 9410 h 10666"/>
              <a:gd name="connsiteX0" fmla="*/ 2 w 10003"/>
              <a:gd name="connsiteY0" fmla="*/ 10599 h 11855"/>
              <a:gd name="connsiteX1" fmla="*/ 10003 w 10003"/>
              <a:gd name="connsiteY1" fmla="*/ 0 h 11855"/>
              <a:gd name="connsiteX2" fmla="*/ 10003 w 10003"/>
              <a:gd name="connsiteY2" fmla="*/ 11855 h 11855"/>
              <a:gd name="connsiteX3" fmla="*/ 3 w 10003"/>
              <a:gd name="connsiteY3" fmla="*/ 11855 h 11855"/>
              <a:gd name="connsiteX4" fmla="*/ 2 w 10003"/>
              <a:gd name="connsiteY4" fmla="*/ 10599 h 11855"/>
              <a:gd name="connsiteX0" fmla="*/ 2 w 10003"/>
              <a:gd name="connsiteY0" fmla="*/ 9070 h 10326"/>
              <a:gd name="connsiteX1" fmla="*/ 9990 w 10003"/>
              <a:gd name="connsiteY1" fmla="*/ 0 h 10326"/>
              <a:gd name="connsiteX2" fmla="*/ 10003 w 10003"/>
              <a:gd name="connsiteY2" fmla="*/ 10326 h 10326"/>
              <a:gd name="connsiteX3" fmla="*/ 3 w 10003"/>
              <a:gd name="connsiteY3" fmla="*/ 10326 h 10326"/>
              <a:gd name="connsiteX4" fmla="*/ 2 w 10003"/>
              <a:gd name="connsiteY4" fmla="*/ 9070 h 10326"/>
              <a:gd name="connsiteX0" fmla="*/ 2 w 10003"/>
              <a:gd name="connsiteY0" fmla="*/ 9537 h 10326"/>
              <a:gd name="connsiteX1" fmla="*/ 9990 w 10003"/>
              <a:gd name="connsiteY1" fmla="*/ 0 h 10326"/>
              <a:gd name="connsiteX2" fmla="*/ 10003 w 10003"/>
              <a:gd name="connsiteY2" fmla="*/ 10326 h 10326"/>
              <a:gd name="connsiteX3" fmla="*/ 3 w 10003"/>
              <a:gd name="connsiteY3" fmla="*/ 10326 h 10326"/>
              <a:gd name="connsiteX4" fmla="*/ 2 w 10003"/>
              <a:gd name="connsiteY4" fmla="*/ 9537 h 10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3" h="10326">
                <a:moveTo>
                  <a:pt x="2" y="9537"/>
                </a:moveTo>
                <a:lnTo>
                  <a:pt x="9990" y="0"/>
                </a:lnTo>
                <a:cubicBezTo>
                  <a:pt x="9994" y="3442"/>
                  <a:pt x="9999" y="6884"/>
                  <a:pt x="10003" y="10326"/>
                </a:cubicBezTo>
                <a:lnTo>
                  <a:pt x="3" y="10326"/>
                </a:lnTo>
                <a:cubicBezTo>
                  <a:pt x="7" y="9256"/>
                  <a:pt x="-2" y="10607"/>
                  <a:pt x="2" y="9537"/>
                </a:cubicBezTo>
                <a:close/>
              </a:path>
            </a:pathLst>
          </a:custGeom>
          <a:solidFill>
            <a:srgbClr val="042245"/>
          </a:solidFill>
          <a:ln>
            <a:solidFill>
              <a:srgbClr val="0422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Subtitle 2">
            <a:extLst>
              <a:ext uri="{FF2B5EF4-FFF2-40B4-BE49-F238E27FC236}">
                <a16:creationId xmlns:a16="http://schemas.microsoft.com/office/drawing/2014/main" id="{E53A72F4-2836-DB33-734C-BBC784C2AEFB}"/>
              </a:ext>
            </a:extLst>
          </p:cNvPr>
          <p:cNvSpPr>
            <a:spLocks noGrp="1"/>
          </p:cNvSpPr>
          <p:nvPr>
            <p:ph type="subTitle" idx="1"/>
          </p:nvPr>
        </p:nvSpPr>
        <p:spPr>
          <a:xfrm>
            <a:off x="3318782" y="3951791"/>
            <a:ext cx="5825218" cy="794828"/>
          </a:xfrm>
          <a:prstGeom prst="rect">
            <a:avLst/>
          </a:prstGeom>
        </p:spPr>
        <p:txBody>
          <a:bodyPr/>
          <a:lstStyle>
            <a:lvl1pPr marL="0" indent="0" algn="ctr">
              <a:buNone/>
              <a:defRPr sz="27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Tree>
    <p:extLst>
      <p:ext uri="{BB962C8B-B14F-4D97-AF65-F5344CB8AC3E}">
        <p14:creationId xmlns:p14="http://schemas.microsoft.com/office/powerpoint/2010/main" val="372346272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9" name="Google Shape;51;p10">
            <a:extLst>
              <a:ext uri="{FF2B5EF4-FFF2-40B4-BE49-F238E27FC236}">
                <a16:creationId xmlns:a16="http://schemas.microsoft.com/office/drawing/2014/main" id="{948C60A9-87A5-CE5C-9845-FDB9E5ADEB71}"/>
              </a:ext>
            </a:extLst>
          </p:cNvPr>
          <p:cNvSpPr/>
          <p:nvPr userDrawn="1"/>
        </p:nvSpPr>
        <p:spPr>
          <a:xfrm>
            <a:off x="4901454" y="1"/>
            <a:ext cx="4255486" cy="907676"/>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hasCustomPrompt="1"/>
          </p:nvPr>
        </p:nvSpPr>
        <p:spPr>
          <a:xfrm>
            <a:off x="5012393" y="396345"/>
            <a:ext cx="368466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Contents</a:t>
            </a:r>
            <a:endParaRPr lang="en-US"/>
          </a:p>
        </p:txBody>
      </p:sp>
      <p:sp>
        <p:nvSpPr>
          <p:cNvPr id="8" name="Text Placeholder 10">
            <a:extLst>
              <a:ext uri="{FF2B5EF4-FFF2-40B4-BE49-F238E27FC236}">
                <a16:creationId xmlns:a16="http://schemas.microsoft.com/office/drawing/2014/main" id="{C162F2BA-E0FC-F567-87AA-D8D8A4C92F20}"/>
              </a:ext>
            </a:extLst>
          </p:cNvPr>
          <p:cNvSpPr>
            <a:spLocks noGrp="1"/>
          </p:cNvSpPr>
          <p:nvPr>
            <p:ph type="body" sz="quarter" idx="11"/>
          </p:nvPr>
        </p:nvSpPr>
        <p:spPr>
          <a:xfrm>
            <a:off x="5012393" y="1007877"/>
            <a:ext cx="3953434" cy="3984344"/>
          </a:xfrm>
          <a:prstGeom prst="rect">
            <a:avLst/>
          </a:prstGeom>
        </p:spPr>
        <p:txBody>
          <a:bodyPr>
            <a:normAutofit/>
          </a:bodyPr>
          <a:lstStyle>
            <a:lvl1pPr marL="214313" indent="-385763">
              <a:lnSpc>
                <a:spcPct val="150000"/>
              </a:lnSpc>
              <a:spcBef>
                <a:spcPts val="0"/>
              </a:spcBef>
              <a:buFont typeface="+mj-lt"/>
              <a:buAutoNum type="romanUcPeriod"/>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pic>
        <p:nvPicPr>
          <p:cNvPr id="11" name="Picture 10" descr="Looking up view of trees in the forest&#10;&#10;Description automatically generated">
            <a:extLst>
              <a:ext uri="{FF2B5EF4-FFF2-40B4-BE49-F238E27FC236}">
                <a16:creationId xmlns:a16="http://schemas.microsoft.com/office/drawing/2014/main" id="{7180AF91-3BD3-C1B3-02C5-FD0B8796D1C9}"/>
              </a:ext>
            </a:extLst>
          </p:cNvPr>
          <p:cNvPicPr>
            <a:picLocks noChangeAspect="1"/>
          </p:cNvPicPr>
          <p:nvPr userDrawn="1"/>
        </p:nvPicPr>
        <p:blipFill rotWithShape="1">
          <a:blip r:embed="rId2"/>
          <a:srcRect l="18347" r="19585"/>
          <a:stretch/>
        </p:blipFill>
        <p:spPr>
          <a:xfrm>
            <a:off x="0" y="1"/>
            <a:ext cx="4901454" cy="5159582"/>
          </a:xfrm>
          <a:prstGeom prst="rect">
            <a:avLst/>
          </a:prstGeom>
        </p:spPr>
      </p:pic>
    </p:spTree>
    <p:extLst>
      <p:ext uri="{BB962C8B-B14F-4D97-AF65-F5344CB8AC3E}">
        <p14:creationId xmlns:p14="http://schemas.microsoft.com/office/powerpoint/2010/main" val="388761807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ingle Column Text">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644A956F-8D9E-730A-8ED4-70AE9CAF9BF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1065AF75-8151-A814-B641-45A094F28D43}"/>
              </a:ext>
            </a:extLst>
          </p:cNvPr>
          <p:cNvSpPr>
            <a:spLocks noGrp="1"/>
          </p:cNvSpPr>
          <p:nvPr>
            <p:ph type="subTitle" idx="1"/>
          </p:nvPr>
        </p:nvSpPr>
        <p:spPr>
          <a:xfrm>
            <a:off x="251837" y="4662424"/>
            <a:ext cx="8560046"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a:t>
            </a:r>
            <a:endParaRPr lang="en-US"/>
          </a:p>
        </p:txBody>
      </p:sp>
      <p:sp>
        <p:nvSpPr>
          <p:cNvPr id="5" name="Text Placeholder 10">
            <a:extLst>
              <a:ext uri="{FF2B5EF4-FFF2-40B4-BE49-F238E27FC236}">
                <a16:creationId xmlns:a16="http://schemas.microsoft.com/office/drawing/2014/main" id="{A8B43B10-DBFB-A02C-5C8F-67E30474F3B2}"/>
              </a:ext>
            </a:extLst>
          </p:cNvPr>
          <p:cNvSpPr>
            <a:spLocks noGrp="1"/>
          </p:cNvSpPr>
          <p:nvPr>
            <p:ph type="body" sz="quarter" idx="11"/>
          </p:nvPr>
        </p:nvSpPr>
        <p:spPr>
          <a:xfrm>
            <a:off x="299661" y="386775"/>
            <a:ext cx="8512222" cy="3792723"/>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Tree>
    <p:extLst>
      <p:ext uri="{BB962C8B-B14F-4D97-AF65-F5344CB8AC3E}">
        <p14:creationId xmlns:p14="http://schemas.microsoft.com/office/powerpoint/2010/main" val="251375046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ingle Column Text 2">
    <p:spTree>
      <p:nvGrpSpPr>
        <p:cNvPr id="1" name=""/>
        <p:cNvGrpSpPr/>
        <p:nvPr/>
      </p:nvGrpSpPr>
      <p:grpSpPr>
        <a:xfrm>
          <a:off x="0" y="0"/>
          <a:ext cx="0" cy="0"/>
          <a:chOff x="0" y="0"/>
          <a:chExt cx="0" cy="0"/>
        </a:xfrm>
      </p:grpSpPr>
      <p:sp>
        <p:nvSpPr>
          <p:cNvPr id="6" name="Google Shape;51;p10">
            <a:extLst>
              <a:ext uri="{FF2B5EF4-FFF2-40B4-BE49-F238E27FC236}">
                <a16:creationId xmlns:a16="http://schemas.microsoft.com/office/drawing/2014/main" id="{225E250B-4C8B-406B-CF64-6E0549C0FFAB}"/>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 name="Text Placeholder 10">
            <a:extLst>
              <a:ext uri="{FF2B5EF4-FFF2-40B4-BE49-F238E27FC236}">
                <a16:creationId xmlns:a16="http://schemas.microsoft.com/office/drawing/2014/main" id="{6E9B70A4-430C-DC78-7F41-725E8EED92F7}"/>
              </a:ext>
            </a:extLst>
          </p:cNvPr>
          <p:cNvSpPr>
            <a:spLocks noGrp="1"/>
          </p:cNvSpPr>
          <p:nvPr>
            <p:ph type="body" sz="quarter" idx="11"/>
          </p:nvPr>
        </p:nvSpPr>
        <p:spPr>
          <a:xfrm>
            <a:off x="293300" y="1273628"/>
            <a:ext cx="8534811" cy="3698045"/>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marL="1371600" indent="-298450">
              <a:lnSpc>
                <a:spcPct val="150000"/>
              </a:lnSpc>
              <a:spcBef>
                <a:spcPts val="0"/>
              </a:spcBef>
              <a:buClr>
                <a:schemeClr val="tx1"/>
              </a:buClr>
              <a:buFont typeface="Courier New" panose="02070309020205020404" pitchFamily="49" charset="0"/>
              <a:buChar char="o"/>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
        <p:nvSpPr>
          <p:cNvPr id="7" name="Subtitle 2">
            <a:extLst>
              <a:ext uri="{FF2B5EF4-FFF2-40B4-BE49-F238E27FC236}">
                <a16:creationId xmlns:a16="http://schemas.microsoft.com/office/drawing/2014/main" id="{2EE527EC-1F3E-4121-D1F7-3658ED913FBE}"/>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285324727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lumn Text Slide">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8E1BF2F3-06A5-4050-31FC-FE51036B6ABC}"/>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BB3B0D6B-886D-9A9D-79B9-5E1327DDC699}"/>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
        <p:nvSpPr>
          <p:cNvPr id="5" name="Text Placeholder 3">
            <a:extLst>
              <a:ext uri="{FF2B5EF4-FFF2-40B4-BE49-F238E27FC236}">
                <a16:creationId xmlns:a16="http://schemas.microsoft.com/office/drawing/2014/main" id="{8607CD20-8558-BEBC-3934-70E89D829B82}"/>
              </a:ext>
            </a:extLst>
          </p:cNvPr>
          <p:cNvSpPr>
            <a:spLocks noGrp="1"/>
          </p:cNvSpPr>
          <p:nvPr>
            <p:ph type="body" sz="quarter" idx="10"/>
          </p:nvPr>
        </p:nvSpPr>
        <p:spPr>
          <a:xfrm>
            <a:off x="293300" y="1298122"/>
            <a:ext cx="4008680" cy="3465738"/>
          </a:xfrm>
          <a:prstGeom prst="rect">
            <a:avLst/>
          </a:prstGeom>
        </p:spPr>
        <p:txBody>
          <a:bodyPr/>
          <a:lstStyle>
            <a:lvl1pPr>
              <a:lnSpc>
                <a:spcPct val="150000"/>
              </a:lnSpc>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ext Placeholder 3">
            <a:extLst>
              <a:ext uri="{FF2B5EF4-FFF2-40B4-BE49-F238E27FC236}">
                <a16:creationId xmlns:a16="http://schemas.microsoft.com/office/drawing/2014/main" id="{B4A3D92E-6B42-22AE-27F2-4AFA182C9474}"/>
              </a:ext>
            </a:extLst>
          </p:cNvPr>
          <p:cNvSpPr>
            <a:spLocks noGrp="1"/>
          </p:cNvSpPr>
          <p:nvPr>
            <p:ph type="body" sz="quarter" idx="11"/>
          </p:nvPr>
        </p:nvSpPr>
        <p:spPr>
          <a:xfrm>
            <a:off x="4572000" y="1298122"/>
            <a:ext cx="4278701" cy="3465738"/>
          </a:xfrm>
          <a:prstGeom prst="rect">
            <a:avLst/>
          </a:prstGeom>
        </p:spPr>
        <p:txBody>
          <a:bodyPr/>
          <a:lstStyle>
            <a:lvl1pPr marL="0">
              <a:lnSpc>
                <a:spcPct val="150000"/>
              </a:lnSpc>
              <a:spcBef>
                <a:spcPts val="0"/>
              </a:spcBef>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09163443"/>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Open Graphics Slide">
    <p:spTree>
      <p:nvGrpSpPr>
        <p:cNvPr id="1" name=""/>
        <p:cNvGrpSpPr/>
        <p:nvPr/>
      </p:nvGrpSpPr>
      <p:grpSpPr>
        <a:xfrm>
          <a:off x="0" y="0"/>
          <a:ext cx="0" cy="0"/>
          <a:chOff x="0" y="0"/>
          <a:chExt cx="0" cy="0"/>
        </a:xfrm>
      </p:grpSpPr>
      <p:sp>
        <p:nvSpPr>
          <p:cNvPr id="7" name="Google Shape;51;p10">
            <a:extLst>
              <a:ext uri="{FF2B5EF4-FFF2-40B4-BE49-F238E27FC236}">
                <a16:creationId xmlns:a16="http://schemas.microsoft.com/office/drawing/2014/main" id="{B3002143-DCE6-53A9-16FF-F111AAE27700}"/>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Subtitle 2">
            <a:extLst>
              <a:ext uri="{FF2B5EF4-FFF2-40B4-BE49-F238E27FC236}">
                <a16:creationId xmlns:a16="http://schemas.microsoft.com/office/drawing/2014/main" id="{AC99EF0C-07B5-DCEF-C6E0-59F8EEAC98C3}"/>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330674927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49219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pic>
        <p:nvPicPr>
          <p:cNvPr id="2" name="Picture 1" descr="Wind turbines on a green hill&#10;&#10;Description automatically generated">
            <a:extLst>
              <a:ext uri="{FF2B5EF4-FFF2-40B4-BE49-F238E27FC236}">
                <a16:creationId xmlns:a16="http://schemas.microsoft.com/office/drawing/2014/main" id="{85C7152A-6F5F-551F-1C8C-B28EDA48E25F}"/>
              </a:ext>
            </a:extLst>
          </p:cNvPr>
          <p:cNvPicPr>
            <a:picLocks noChangeAspect="1"/>
          </p:cNvPicPr>
          <p:nvPr userDrawn="1"/>
        </p:nvPicPr>
        <p:blipFill rotWithShape="1">
          <a:blip r:embed="rId2"/>
          <a:srcRect t="13167"/>
          <a:stretch/>
        </p:blipFill>
        <p:spPr>
          <a:xfrm>
            <a:off x="0" y="0"/>
            <a:ext cx="9144000" cy="5143500"/>
          </a:xfrm>
          <a:prstGeom prst="rect">
            <a:avLst/>
          </a:prstGeom>
        </p:spPr>
      </p:pic>
    </p:spTree>
    <p:extLst>
      <p:ext uri="{BB962C8B-B14F-4D97-AF65-F5344CB8AC3E}">
        <p14:creationId xmlns:p14="http://schemas.microsoft.com/office/powerpoint/2010/main" val="335223321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Overview Graphics Slide">
    <p:spTree>
      <p:nvGrpSpPr>
        <p:cNvPr id="1" name=""/>
        <p:cNvGrpSpPr/>
        <p:nvPr/>
      </p:nvGrpSpPr>
      <p:grpSpPr>
        <a:xfrm>
          <a:off x="0" y="0"/>
          <a:ext cx="0" cy="0"/>
          <a:chOff x="0" y="0"/>
          <a:chExt cx="0" cy="0"/>
        </a:xfrm>
      </p:grpSpPr>
      <p:pic>
        <p:nvPicPr>
          <p:cNvPr id="17" name="Picture 16" descr="A road through a forest&#10;&#10;Description automatically generated">
            <a:extLst>
              <a:ext uri="{FF2B5EF4-FFF2-40B4-BE49-F238E27FC236}">
                <a16:creationId xmlns:a16="http://schemas.microsoft.com/office/drawing/2014/main" id="{CE1F6373-7F0A-A7C6-B928-1B3AAEF95F0E}"/>
              </a:ext>
            </a:extLst>
          </p:cNvPr>
          <p:cNvPicPr>
            <a:picLocks noChangeAspect="1"/>
          </p:cNvPicPr>
          <p:nvPr userDrawn="1"/>
        </p:nvPicPr>
        <p:blipFill rotWithShape="1">
          <a:blip r:embed="rId2"/>
          <a:srcRect t="14977"/>
          <a:stretch/>
        </p:blipFill>
        <p:spPr>
          <a:xfrm>
            <a:off x="0" y="0"/>
            <a:ext cx="9144000" cy="5113898"/>
          </a:xfrm>
          <a:prstGeom prst="rect">
            <a:avLst/>
          </a:prstGeom>
        </p:spPr>
      </p:pic>
      <p:sp>
        <p:nvSpPr>
          <p:cNvPr id="3" name="Text Placeholder 10">
            <a:extLst>
              <a:ext uri="{FF2B5EF4-FFF2-40B4-BE49-F238E27FC236}">
                <a16:creationId xmlns:a16="http://schemas.microsoft.com/office/drawing/2014/main" id="{03C0B19E-F837-676A-6CB4-58C990C911FD}"/>
              </a:ext>
            </a:extLst>
          </p:cNvPr>
          <p:cNvSpPr>
            <a:spLocks noGrp="1"/>
          </p:cNvSpPr>
          <p:nvPr>
            <p:ph type="body" sz="quarter" idx="10"/>
          </p:nvPr>
        </p:nvSpPr>
        <p:spPr>
          <a:xfrm>
            <a:off x="906235" y="1182548"/>
            <a:ext cx="2316491" cy="458880"/>
          </a:xfrm>
          <a:prstGeom prst="rect">
            <a:avLst/>
          </a:prstGeom>
          <a:solidFill>
            <a:srgbClr val="042245"/>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4" name="Text Placeholder 10">
            <a:extLst>
              <a:ext uri="{FF2B5EF4-FFF2-40B4-BE49-F238E27FC236}">
                <a16:creationId xmlns:a16="http://schemas.microsoft.com/office/drawing/2014/main" id="{A109A92A-AC3B-E974-C248-E4B16C9F8A7B}"/>
              </a:ext>
            </a:extLst>
          </p:cNvPr>
          <p:cNvSpPr>
            <a:spLocks noGrp="1"/>
          </p:cNvSpPr>
          <p:nvPr>
            <p:ph type="body" sz="quarter" idx="11"/>
          </p:nvPr>
        </p:nvSpPr>
        <p:spPr>
          <a:xfrm>
            <a:off x="906235" y="2069027"/>
            <a:ext cx="2316491" cy="458881"/>
          </a:xfrm>
          <a:prstGeom prst="rect">
            <a:avLst/>
          </a:prstGeom>
          <a:solidFill>
            <a:srgbClr val="039384"/>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5" name="Text Placeholder 10">
            <a:extLst>
              <a:ext uri="{FF2B5EF4-FFF2-40B4-BE49-F238E27FC236}">
                <a16:creationId xmlns:a16="http://schemas.microsoft.com/office/drawing/2014/main" id="{FFEF4454-697D-C5DA-CE32-FBD3E33B0C0E}"/>
              </a:ext>
            </a:extLst>
          </p:cNvPr>
          <p:cNvSpPr>
            <a:spLocks noGrp="1"/>
          </p:cNvSpPr>
          <p:nvPr>
            <p:ph type="body" sz="quarter" idx="12"/>
          </p:nvPr>
        </p:nvSpPr>
        <p:spPr>
          <a:xfrm>
            <a:off x="906235" y="2975097"/>
            <a:ext cx="2316491" cy="458881"/>
          </a:xfrm>
          <a:prstGeom prst="rect">
            <a:avLst/>
          </a:prstGeom>
          <a:solidFill>
            <a:srgbClr val="B85641"/>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6" name="Google Shape;80;p15">
            <a:extLst>
              <a:ext uri="{FF2B5EF4-FFF2-40B4-BE49-F238E27FC236}">
                <a16:creationId xmlns:a16="http://schemas.microsoft.com/office/drawing/2014/main" id="{8E00970D-6EFC-E822-CF8D-ADF868EC3CBA}"/>
              </a:ext>
            </a:extLst>
          </p:cNvPr>
          <p:cNvSpPr/>
          <p:nvPr userDrawn="1"/>
        </p:nvSpPr>
        <p:spPr>
          <a:xfrm>
            <a:off x="3425740" y="1029616"/>
            <a:ext cx="5237528" cy="703854"/>
          </a:xfrm>
          <a:prstGeom prst="rect">
            <a:avLst/>
          </a:prstGeom>
          <a:solidFill>
            <a:srgbClr val="042245"/>
          </a:solidFill>
          <a:ln>
            <a:solidFill>
              <a:srgbClr val="042245"/>
            </a:solidFill>
          </a:ln>
        </p:spPr>
        <p:txBody>
          <a:bodyPr spcFirstLastPara="1" wrap="square" lIns="68569" tIns="34275" rIns="68569" bIns="34275" anchor="ctr" anchorCtr="0">
            <a:noAutofit/>
          </a:bodyPr>
          <a:lstStyle/>
          <a:p>
            <a:pPr marL="0" lvl="0" indent="0" algn="l" rtl="0">
              <a:spcBef>
                <a:spcPts val="0"/>
              </a:spcBef>
              <a:spcAft>
                <a:spcPts val="0"/>
              </a:spcAft>
              <a:buNone/>
            </a:pPr>
            <a:endParaRPr sz="1050">
              <a:solidFill>
                <a:srgbClr val="042245"/>
              </a:solidFill>
            </a:endParaRPr>
          </a:p>
        </p:txBody>
      </p:sp>
      <p:sp>
        <p:nvSpPr>
          <p:cNvPr id="7" name="Google Shape;80;p15">
            <a:extLst>
              <a:ext uri="{FF2B5EF4-FFF2-40B4-BE49-F238E27FC236}">
                <a16:creationId xmlns:a16="http://schemas.microsoft.com/office/drawing/2014/main" id="{87E9B779-45A0-202D-7207-228FFC03B079}"/>
              </a:ext>
            </a:extLst>
          </p:cNvPr>
          <p:cNvSpPr/>
          <p:nvPr userDrawn="1"/>
        </p:nvSpPr>
        <p:spPr>
          <a:xfrm>
            <a:off x="3425741" y="1931318"/>
            <a:ext cx="4963862" cy="703853"/>
          </a:xfrm>
          <a:prstGeom prst="rect">
            <a:avLst/>
          </a:prstGeom>
          <a:solidFill>
            <a:srgbClr val="039384"/>
          </a:solidFill>
          <a:ln>
            <a:solidFill>
              <a:srgbClr val="039384"/>
            </a:solidFill>
          </a:ln>
        </p:spPr>
        <p:txBody>
          <a:bodyPr spcFirstLastPara="1" wrap="square" lIns="68569" tIns="34275" rIns="68569" bIns="34275" anchor="ctr" anchorCtr="0">
            <a:noAutofit/>
          </a:bodyPr>
          <a:lstStyle/>
          <a:p>
            <a:pPr marL="0" lvl="0" indent="0" algn="l" rtl="0">
              <a:spcBef>
                <a:spcPts val="0"/>
              </a:spcBef>
              <a:spcAft>
                <a:spcPts val="0"/>
              </a:spcAft>
              <a:buNone/>
            </a:pPr>
            <a:endParaRPr sz="1050">
              <a:solidFill>
                <a:srgbClr val="042245"/>
              </a:solidFill>
            </a:endParaRPr>
          </a:p>
        </p:txBody>
      </p:sp>
      <p:sp>
        <p:nvSpPr>
          <p:cNvPr id="8" name="Google Shape;80;p15">
            <a:extLst>
              <a:ext uri="{FF2B5EF4-FFF2-40B4-BE49-F238E27FC236}">
                <a16:creationId xmlns:a16="http://schemas.microsoft.com/office/drawing/2014/main" id="{9E10C2D6-B777-B6B1-B17D-D96869EBA49A}"/>
              </a:ext>
            </a:extLst>
          </p:cNvPr>
          <p:cNvSpPr/>
          <p:nvPr userDrawn="1"/>
        </p:nvSpPr>
        <p:spPr>
          <a:xfrm>
            <a:off x="3425740" y="2833020"/>
            <a:ext cx="4594460" cy="703853"/>
          </a:xfrm>
          <a:prstGeom prst="rect">
            <a:avLst/>
          </a:prstGeom>
          <a:solidFill>
            <a:srgbClr val="B85641"/>
          </a:solidFill>
          <a:ln>
            <a:solidFill>
              <a:srgbClr val="B85641"/>
            </a:solidFill>
          </a:ln>
        </p:spPr>
        <p:txBody>
          <a:bodyPr spcFirstLastPara="1" wrap="square" lIns="68569" tIns="34275" rIns="68569" bIns="34275" anchor="ctr" anchorCtr="0">
            <a:noAutofit/>
          </a:bodyPr>
          <a:lstStyle/>
          <a:p>
            <a:pPr marL="0" lvl="0" indent="0" algn="l" rtl="0">
              <a:spcBef>
                <a:spcPts val="0"/>
              </a:spcBef>
              <a:spcAft>
                <a:spcPts val="0"/>
              </a:spcAft>
              <a:buNone/>
            </a:pPr>
            <a:endParaRPr sz="1050">
              <a:solidFill>
                <a:srgbClr val="042245"/>
              </a:solidFill>
            </a:endParaRPr>
          </a:p>
        </p:txBody>
      </p:sp>
      <p:sp>
        <p:nvSpPr>
          <p:cNvPr id="9" name="Text Placeholder 22">
            <a:extLst>
              <a:ext uri="{FF2B5EF4-FFF2-40B4-BE49-F238E27FC236}">
                <a16:creationId xmlns:a16="http://schemas.microsoft.com/office/drawing/2014/main" id="{36021CDE-0D58-10A2-CF59-18E36D858B25}"/>
              </a:ext>
            </a:extLst>
          </p:cNvPr>
          <p:cNvSpPr>
            <a:spLocks noGrp="1"/>
          </p:cNvSpPr>
          <p:nvPr>
            <p:ph type="body" sz="quarter" idx="14"/>
          </p:nvPr>
        </p:nvSpPr>
        <p:spPr>
          <a:xfrm>
            <a:off x="3529309" y="1090507"/>
            <a:ext cx="4957106" cy="642963"/>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0" name="Text Placeholder 22">
            <a:extLst>
              <a:ext uri="{FF2B5EF4-FFF2-40B4-BE49-F238E27FC236}">
                <a16:creationId xmlns:a16="http://schemas.microsoft.com/office/drawing/2014/main" id="{B91E61A1-147C-2650-D723-8AA20C13872A}"/>
              </a:ext>
            </a:extLst>
          </p:cNvPr>
          <p:cNvSpPr>
            <a:spLocks noGrp="1"/>
          </p:cNvSpPr>
          <p:nvPr>
            <p:ph type="body" sz="quarter" idx="15"/>
          </p:nvPr>
        </p:nvSpPr>
        <p:spPr>
          <a:xfrm>
            <a:off x="3529581" y="1976363"/>
            <a:ext cx="4698224" cy="646542"/>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1" name="Text Placeholder 22">
            <a:extLst>
              <a:ext uri="{FF2B5EF4-FFF2-40B4-BE49-F238E27FC236}">
                <a16:creationId xmlns:a16="http://schemas.microsoft.com/office/drawing/2014/main" id="{395EE974-9A45-84E9-EB44-6AB3A513394F}"/>
              </a:ext>
            </a:extLst>
          </p:cNvPr>
          <p:cNvSpPr>
            <a:spLocks noGrp="1"/>
          </p:cNvSpPr>
          <p:nvPr>
            <p:ph type="body" sz="quarter" idx="16"/>
          </p:nvPr>
        </p:nvSpPr>
        <p:spPr>
          <a:xfrm>
            <a:off x="3529309" y="2881266"/>
            <a:ext cx="4390659" cy="646544"/>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2" name="Google Shape;51;p10">
            <a:extLst>
              <a:ext uri="{FF2B5EF4-FFF2-40B4-BE49-F238E27FC236}">
                <a16:creationId xmlns:a16="http://schemas.microsoft.com/office/drawing/2014/main" id="{06B9471A-7F37-57BD-6368-76E00F759D8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 name="Subtitle 2">
            <a:extLst>
              <a:ext uri="{FF2B5EF4-FFF2-40B4-BE49-F238E27FC236}">
                <a16:creationId xmlns:a16="http://schemas.microsoft.com/office/drawing/2014/main" id="{888858D8-EF37-1198-F97A-FE57CDE56CBF}"/>
              </a:ext>
            </a:extLst>
          </p:cNvPr>
          <p:cNvSpPr>
            <a:spLocks noGrp="1"/>
          </p:cNvSpPr>
          <p:nvPr>
            <p:ph type="subTitle" idx="1"/>
          </p:nvPr>
        </p:nvSpPr>
        <p:spPr>
          <a:xfrm>
            <a:off x="293300" y="4644735"/>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4252502568"/>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lationship Graphic Slide">
    <p:spTree>
      <p:nvGrpSpPr>
        <p:cNvPr id="1" name=""/>
        <p:cNvGrpSpPr/>
        <p:nvPr/>
      </p:nvGrpSpPr>
      <p:grpSpPr>
        <a:xfrm>
          <a:off x="0" y="0"/>
          <a:ext cx="0" cy="0"/>
          <a:chOff x="0" y="0"/>
          <a:chExt cx="0" cy="0"/>
        </a:xfrm>
      </p:grpSpPr>
      <p:pic>
        <p:nvPicPr>
          <p:cNvPr id="26" name="Picture 25" descr="A wooden walkway in a forest&#10;&#10;Description automatically generated">
            <a:extLst>
              <a:ext uri="{FF2B5EF4-FFF2-40B4-BE49-F238E27FC236}">
                <a16:creationId xmlns:a16="http://schemas.microsoft.com/office/drawing/2014/main" id="{A6A0CCE7-9BB8-A7F1-1AA3-CD5F3E80D886}"/>
              </a:ext>
            </a:extLst>
          </p:cNvPr>
          <p:cNvPicPr>
            <a:picLocks noChangeAspect="1"/>
          </p:cNvPicPr>
          <p:nvPr userDrawn="1"/>
        </p:nvPicPr>
        <p:blipFill rotWithShape="1">
          <a:blip r:embed="rId2"/>
          <a:srcRect b="8348"/>
          <a:stretch/>
        </p:blipFill>
        <p:spPr>
          <a:xfrm>
            <a:off x="0" y="207264"/>
            <a:ext cx="9156940" cy="4936237"/>
          </a:xfrm>
          <a:prstGeom prst="rect">
            <a:avLst/>
          </a:prstGeom>
        </p:spPr>
      </p:pic>
      <p:sp>
        <p:nvSpPr>
          <p:cNvPr id="3" name="Google Shape;107;p17">
            <a:extLst>
              <a:ext uri="{FF2B5EF4-FFF2-40B4-BE49-F238E27FC236}">
                <a16:creationId xmlns:a16="http://schemas.microsoft.com/office/drawing/2014/main" id="{FA46C4F8-4911-BF44-8805-B6ED7ECBBEC5}"/>
              </a:ext>
            </a:extLst>
          </p:cNvPr>
          <p:cNvSpPr/>
          <p:nvPr userDrawn="1"/>
        </p:nvSpPr>
        <p:spPr>
          <a:xfrm rot="10800000" flipH="1">
            <a:off x="3000930" y="1733891"/>
            <a:ext cx="2737971" cy="2536184"/>
          </a:xfrm>
          <a:prstGeom prst="round2DiagRect">
            <a:avLst>
              <a:gd name="adj1" fmla="val 0"/>
              <a:gd name="adj2" fmla="val 17764"/>
            </a:avLst>
          </a:prstGeom>
          <a:solidFill>
            <a:srgbClr val="039384"/>
          </a:solidFill>
          <a:ln w="9525" cap="flat" cmpd="sng">
            <a:solidFill>
              <a:srgbClr val="039384"/>
            </a:solidFill>
            <a:prstDash val="solid"/>
            <a:round/>
            <a:headEnd type="none" w="sm" len="sm"/>
            <a:tailEnd type="none" w="sm" len="sm"/>
          </a:ln>
        </p:spPr>
        <p:txBody>
          <a:bodyPr spcFirstLastPara="1" wrap="square" lIns="68569" tIns="68569" rIns="68569" bIns="68569" anchor="ctr" anchorCtr="0">
            <a:noAutofit/>
          </a:bodyPr>
          <a:lstStyle/>
          <a:p>
            <a:pPr marL="0" lvl="0" indent="0" algn="l" rtl="0">
              <a:lnSpc>
                <a:spcPct val="150000"/>
              </a:lnSpc>
              <a:spcBef>
                <a:spcPts val="0"/>
              </a:spcBef>
              <a:spcAft>
                <a:spcPts val="0"/>
              </a:spcAft>
              <a:buNone/>
            </a:pPr>
            <a:endParaRPr sz="1050"/>
          </a:p>
        </p:txBody>
      </p:sp>
      <p:sp>
        <p:nvSpPr>
          <p:cNvPr id="4" name="Google Shape;111;p17">
            <a:extLst>
              <a:ext uri="{FF2B5EF4-FFF2-40B4-BE49-F238E27FC236}">
                <a16:creationId xmlns:a16="http://schemas.microsoft.com/office/drawing/2014/main" id="{2CCDE042-AE20-0F5F-46FE-A11A8C7C13E9}"/>
              </a:ext>
            </a:extLst>
          </p:cNvPr>
          <p:cNvSpPr/>
          <p:nvPr userDrawn="1"/>
        </p:nvSpPr>
        <p:spPr>
          <a:xfrm>
            <a:off x="450588" y="1733891"/>
            <a:ext cx="2579676" cy="2536184"/>
          </a:xfrm>
          <a:prstGeom prst="round2DiagRect">
            <a:avLst>
              <a:gd name="adj1" fmla="val 0"/>
              <a:gd name="adj2" fmla="val 17764"/>
            </a:avLst>
          </a:prstGeom>
          <a:solidFill>
            <a:srgbClr val="B85641"/>
          </a:solidFill>
          <a:ln w="9525" cap="flat" cmpd="sng">
            <a:solidFill>
              <a:srgbClr val="B85641"/>
            </a:solidFill>
            <a:prstDash val="solid"/>
            <a:round/>
            <a:headEnd type="none" w="sm" len="sm"/>
            <a:tailEnd type="none" w="sm" len="sm"/>
          </a:ln>
        </p:spPr>
        <p:txBody>
          <a:bodyPr spcFirstLastPara="1" wrap="square" lIns="68569" tIns="68569" rIns="68569" bIns="68569" anchor="ctr" anchorCtr="0">
            <a:noAutofit/>
          </a:bodyPr>
          <a:lstStyle/>
          <a:p>
            <a:pPr marL="0" lvl="0" indent="0" algn="l" rtl="0">
              <a:lnSpc>
                <a:spcPct val="150000"/>
              </a:lnSpc>
              <a:spcBef>
                <a:spcPts val="0"/>
              </a:spcBef>
              <a:spcAft>
                <a:spcPts val="0"/>
              </a:spcAft>
              <a:buNone/>
            </a:pPr>
            <a:endParaRPr sz="1050"/>
          </a:p>
        </p:txBody>
      </p:sp>
      <p:sp>
        <p:nvSpPr>
          <p:cNvPr id="5" name="Google Shape;115;p17">
            <a:extLst>
              <a:ext uri="{FF2B5EF4-FFF2-40B4-BE49-F238E27FC236}">
                <a16:creationId xmlns:a16="http://schemas.microsoft.com/office/drawing/2014/main" id="{FB31FDF0-A2C9-8024-ACBC-D4FE78A1527F}"/>
              </a:ext>
            </a:extLst>
          </p:cNvPr>
          <p:cNvSpPr/>
          <p:nvPr userDrawn="1"/>
        </p:nvSpPr>
        <p:spPr>
          <a:xfrm>
            <a:off x="5411945" y="1733891"/>
            <a:ext cx="3251586" cy="2536184"/>
          </a:xfrm>
          <a:prstGeom prst="round2DiagRect">
            <a:avLst>
              <a:gd name="adj1" fmla="val 0"/>
              <a:gd name="adj2" fmla="val 17764"/>
            </a:avLst>
          </a:prstGeom>
          <a:solidFill>
            <a:srgbClr val="042245"/>
          </a:solidFill>
          <a:ln w="9525" cap="flat" cmpd="sng">
            <a:solidFill>
              <a:srgbClr val="042245"/>
            </a:solidFill>
            <a:prstDash val="solid"/>
            <a:round/>
            <a:headEnd type="none" w="sm" len="sm"/>
            <a:tailEnd type="none" w="sm" len="sm"/>
          </a:ln>
        </p:spPr>
        <p:txBody>
          <a:bodyPr spcFirstLastPara="1" wrap="square" lIns="68569" tIns="68569" rIns="68569" bIns="68569" anchor="ctr" anchorCtr="0">
            <a:noAutofit/>
          </a:bodyPr>
          <a:lstStyle/>
          <a:p>
            <a:pPr marL="0" lvl="0" indent="0" algn="l" rtl="0">
              <a:lnSpc>
                <a:spcPct val="150000"/>
              </a:lnSpc>
              <a:spcBef>
                <a:spcPts val="0"/>
              </a:spcBef>
              <a:spcAft>
                <a:spcPts val="0"/>
              </a:spcAft>
              <a:buNone/>
            </a:pPr>
            <a:endParaRPr sz="1050"/>
          </a:p>
          <a:p>
            <a:pPr marL="0" lvl="0" indent="0" algn="l" rtl="0">
              <a:lnSpc>
                <a:spcPct val="150000"/>
              </a:lnSpc>
              <a:spcBef>
                <a:spcPts val="0"/>
              </a:spcBef>
              <a:spcAft>
                <a:spcPts val="0"/>
              </a:spcAft>
              <a:buNone/>
            </a:pPr>
            <a:endParaRPr sz="1050"/>
          </a:p>
          <a:p>
            <a:pPr marL="0" lvl="0" indent="0" algn="l" rtl="0">
              <a:lnSpc>
                <a:spcPct val="150000"/>
              </a:lnSpc>
              <a:spcBef>
                <a:spcPts val="0"/>
              </a:spcBef>
              <a:spcAft>
                <a:spcPts val="0"/>
              </a:spcAft>
              <a:buNone/>
            </a:pPr>
            <a:endParaRPr sz="1050"/>
          </a:p>
          <a:p>
            <a:pPr marL="0" lvl="0" indent="0" algn="l" rtl="0">
              <a:lnSpc>
                <a:spcPct val="150000"/>
              </a:lnSpc>
              <a:spcBef>
                <a:spcPts val="0"/>
              </a:spcBef>
              <a:spcAft>
                <a:spcPts val="0"/>
              </a:spcAft>
              <a:buNone/>
            </a:pPr>
            <a:endParaRPr sz="1050"/>
          </a:p>
        </p:txBody>
      </p:sp>
      <p:grpSp>
        <p:nvGrpSpPr>
          <p:cNvPr id="6" name="Google Shape;121;p17">
            <a:extLst>
              <a:ext uri="{FF2B5EF4-FFF2-40B4-BE49-F238E27FC236}">
                <a16:creationId xmlns:a16="http://schemas.microsoft.com/office/drawing/2014/main" id="{52CD9916-4CBE-0CC8-4C11-82CEE352802B}"/>
              </a:ext>
            </a:extLst>
          </p:cNvPr>
          <p:cNvGrpSpPr/>
          <p:nvPr userDrawn="1"/>
        </p:nvGrpSpPr>
        <p:grpSpPr>
          <a:xfrm>
            <a:off x="2852545" y="2351329"/>
            <a:ext cx="285074" cy="283091"/>
            <a:chOff x="4858109" y="2631368"/>
            <a:chExt cx="316442" cy="315000"/>
          </a:xfrm>
        </p:grpSpPr>
        <p:sp>
          <p:nvSpPr>
            <p:cNvPr id="7" name="Google Shape;122;p17">
              <a:extLst>
                <a:ext uri="{FF2B5EF4-FFF2-40B4-BE49-F238E27FC236}">
                  <a16:creationId xmlns:a16="http://schemas.microsoft.com/office/drawing/2014/main" id="{CDAA877C-35E2-8BF8-5BDA-1A511BAD183E}"/>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1050"/>
            </a:p>
          </p:txBody>
        </p:sp>
        <p:sp>
          <p:nvSpPr>
            <p:cNvPr id="8" name="Google Shape;123;p17">
              <a:extLst>
                <a:ext uri="{FF2B5EF4-FFF2-40B4-BE49-F238E27FC236}">
                  <a16:creationId xmlns:a16="http://schemas.microsoft.com/office/drawing/2014/main" id="{E29E2E3D-032A-5B99-6F77-C88C49A2DFFA}"/>
                </a:ext>
              </a:extLst>
            </p:cNvPr>
            <p:cNvSpPr/>
            <p:nvPr/>
          </p:nvSpPr>
          <p:spPr>
            <a:xfrm>
              <a:off x="4858109" y="2739300"/>
              <a:ext cx="239100" cy="99000"/>
            </a:xfrm>
            <a:prstGeom prst="rightArrow">
              <a:avLst>
                <a:gd name="adj1" fmla="val 32020"/>
                <a:gd name="adj2" fmla="val 66970"/>
              </a:avLst>
            </a:prstGeom>
            <a:solidFill>
              <a:srgbClr val="31394C"/>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br>
                <a:rPr lang="en" sz="1050"/>
              </a:br>
              <a:endParaRPr sz="1050"/>
            </a:p>
          </p:txBody>
        </p:sp>
      </p:grpSp>
      <p:sp>
        <p:nvSpPr>
          <p:cNvPr id="9" name="Text Placeholder 22">
            <a:extLst>
              <a:ext uri="{FF2B5EF4-FFF2-40B4-BE49-F238E27FC236}">
                <a16:creationId xmlns:a16="http://schemas.microsoft.com/office/drawing/2014/main" id="{9D2C1FFD-944D-C199-7072-61BF41086E38}"/>
              </a:ext>
            </a:extLst>
          </p:cNvPr>
          <p:cNvSpPr>
            <a:spLocks noGrp="1"/>
          </p:cNvSpPr>
          <p:nvPr>
            <p:ph type="body" sz="quarter" idx="10"/>
          </p:nvPr>
        </p:nvSpPr>
        <p:spPr>
          <a:xfrm>
            <a:off x="574423" y="1940719"/>
            <a:ext cx="2235758"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0" name="Text Placeholder 22">
            <a:extLst>
              <a:ext uri="{FF2B5EF4-FFF2-40B4-BE49-F238E27FC236}">
                <a16:creationId xmlns:a16="http://schemas.microsoft.com/office/drawing/2014/main" id="{6072F383-773F-93E3-F6C0-96D3B38752A5}"/>
              </a:ext>
            </a:extLst>
          </p:cNvPr>
          <p:cNvSpPr>
            <a:spLocks noGrp="1"/>
          </p:cNvSpPr>
          <p:nvPr>
            <p:ph type="body" sz="quarter" idx="11"/>
          </p:nvPr>
        </p:nvSpPr>
        <p:spPr>
          <a:xfrm>
            <a:off x="3171502" y="1940719"/>
            <a:ext cx="2133089"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1" name="Text Placeholder 22">
            <a:extLst>
              <a:ext uri="{FF2B5EF4-FFF2-40B4-BE49-F238E27FC236}">
                <a16:creationId xmlns:a16="http://schemas.microsoft.com/office/drawing/2014/main" id="{8A634037-1AFA-B4BC-E51E-CEA312A2B24F}"/>
              </a:ext>
            </a:extLst>
          </p:cNvPr>
          <p:cNvSpPr>
            <a:spLocks noGrp="1"/>
          </p:cNvSpPr>
          <p:nvPr>
            <p:ph type="body" sz="quarter" idx="12"/>
          </p:nvPr>
        </p:nvSpPr>
        <p:spPr>
          <a:xfrm>
            <a:off x="5634527" y="1940719"/>
            <a:ext cx="2935049"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2" name="Text Placeholder 22">
            <a:extLst>
              <a:ext uri="{FF2B5EF4-FFF2-40B4-BE49-F238E27FC236}">
                <a16:creationId xmlns:a16="http://schemas.microsoft.com/office/drawing/2014/main" id="{3CB12DFD-FC12-E008-8D0B-CB9A8180FD9A}"/>
              </a:ext>
            </a:extLst>
          </p:cNvPr>
          <p:cNvSpPr>
            <a:spLocks noGrp="1"/>
          </p:cNvSpPr>
          <p:nvPr>
            <p:ph type="body" sz="quarter" idx="13"/>
          </p:nvPr>
        </p:nvSpPr>
        <p:spPr>
          <a:xfrm>
            <a:off x="574423" y="2669736"/>
            <a:ext cx="2250896" cy="1406246"/>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371600" indent="0">
              <a:buNone/>
              <a:defRPr/>
            </a:lvl5pPr>
          </a:lstStyle>
          <a:p>
            <a:pPr lvl="0"/>
            <a:r>
              <a:rPr lang="en-GB"/>
              <a:t>Click to edit Master text styles</a:t>
            </a:r>
          </a:p>
          <a:p>
            <a:pPr lvl="1"/>
            <a:r>
              <a:rPr lang="en-GB"/>
              <a:t>F</a:t>
            </a:r>
          </a:p>
          <a:p>
            <a:pPr lvl="2"/>
            <a:r>
              <a:rPr lang="en-GB"/>
              <a:t>F</a:t>
            </a:r>
          </a:p>
          <a:p>
            <a:pPr lvl="3"/>
            <a:r>
              <a:rPr lang="en-GB"/>
              <a:t>F</a:t>
            </a:r>
          </a:p>
          <a:p>
            <a:pPr lvl="4"/>
            <a:endParaRPr lang="en-GB"/>
          </a:p>
          <a:p>
            <a:pPr lvl="1"/>
            <a:endParaRPr lang="en-GB"/>
          </a:p>
          <a:p>
            <a:pPr lvl="1"/>
            <a:endParaRPr lang="en-GB"/>
          </a:p>
          <a:p>
            <a:pPr lvl="8"/>
            <a:endParaRPr lang="en-GB"/>
          </a:p>
        </p:txBody>
      </p:sp>
      <p:sp>
        <p:nvSpPr>
          <p:cNvPr id="13" name="Text Placeholder 22">
            <a:extLst>
              <a:ext uri="{FF2B5EF4-FFF2-40B4-BE49-F238E27FC236}">
                <a16:creationId xmlns:a16="http://schemas.microsoft.com/office/drawing/2014/main" id="{9BDCB9F9-7B46-0612-EFD8-D3B0996EFEA4}"/>
              </a:ext>
            </a:extLst>
          </p:cNvPr>
          <p:cNvSpPr>
            <a:spLocks noGrp="1"/>
          </p:cNvSpPr>
          <p:nvPr>
            <p:ph type="body" sz="quarter" idx="14"/>
          </p:nvPr>
        </p:nvSpPr>
        <p:spPr>
          <a:xfrm>
            <a:off x="3171503" y="2669736"/>
            <a:ext cx="2133088" cy="1406246"/>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stStyle>
          <a:p>
            <a:pPr lvl="0"/>
            <a:r>
              <a:rPr lang="en-GB"/>
              <a:t>Click to edit Master text styles</a:t>
            </a:r>
          </a:p>
          <a:p>
            <a:pPr lvl="1"/>
            <a:r>
              <a:rPr lang="en-GB"/>
              <a:t>S</a:t>
            </a:r>
          </a:p>
          <a:p>
            <a:pPr lvl="2"/>
            <a:r>
              <a:rPr lang="en-GB"/>
              <a:t>S</a:t>
            </a:r>
          </a:p>
          <a:p>
            <a:pPr lvl="3"/>
            <a:r>
              <a:rPr lang="en-GB"/>
              <a:t>S</a:t>
            </a:r>
          </a:p>
          <a:p>
            <a:pPr lvl="1"/>
            <a:endParaRPr lang="en-GB"/>
          </a:p>
        </p:txBody>
      </p:sp>
      <p:grpSp>
        <p:nvGrpSpPr>
          <p:cNvPr id="14" name="Google Shape;121;p17">
            <a:extLst>
              <a:ext uri="{FF2B5EF4-FFF2-40B4-BE49-F238E27FC236}">
                <a16:creationId xmlns:a16="http://schemas.microsoft.com/office/drawing/2014/main" id="{1C459823-5EA1-51BE-1272-55DCC417EE97}"/>
              </a:ext>
            </a:extLst>
          </p:cNvPr>
          <p:cNvGrpSpPr/>
          <p:nvPr userDrawn="1"/>
        </p:nvGrpSpPr>
        <p:grpSpPr>
          <a:xfrm>
            <a:off x="5307088" y="2351268"/>
            <a:ext cx="285074" cy="283091"/>
            <a:chOff x="4858109" y="2631368"/>
            <a:chExt cx="316442" cy="315000"/>
          </a:xfrm>
        </p:grpSpPr>
        <p:sp>
          <p:nvSpPr>
            <p:cNvPr id="15" name="Google Shape;122;p17">
              <a:extLst>
                <a:ext uri="{FF2B5EF4-FFF2-40B4-BE49-F238E27FC236}">
                  <a16:creationId xmlns:a16="http://schemas.microsoft.com/office/drawing/2014/main" id="{62CBE027-9459-EBBE-2B10-D35302965124}"/>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1050"/>
            </a:p>
          </p:txBody>
        </p:sp>
        <p:sp>
          <p:nvSpPr>
            <p:cNvPr id="16" name="Google Shape;123;p17">
              <a:extLst>
                <a:ext uri="{FF2B5EF4-FFF2-40B4-BE49-F238E27FC236}">
                  <a16:creationId xmlns:a16="http://schemas.microsoft.com/office/drawing/2014/main" id="{B41D7853-8DA7-F9F2-44AE-2DA5E445F193}"/>
                </a:ext>
              </a:extLst>
            </p:cNvPr>
            <p:cNvSpPr/>
            <p:nvPr/>
          </p:nvSpPr>
          <p:spPr>
            <a:xfrm>
              <a:off x="4858109" y="2739300"/>
              <a:ext cx="239100" cy="99000"/>
            </a:xfrm>
            <a:prstGeom prst="rightArrow">
              <a:avLst>
                <a:gd name="adj1" fmla="val 32020"/>
                <a:gd name="adj2" fmla="val 66970"/>
              </a:avLst>
            </a:prstGeom>
            <a:solidFill>
              <a:srgbClr val="31394C"/>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br>
                <a:rPr lang="en" sz="1050"/>
              </a:br>
              <a:endParaRPr sz="1050"/>
            </a:p>
          </p:txBody>
        </p:sp>
      </p:grpSp>
      <p:sp>
        <p:nvSpPr>
          <p:cNvPr id="17" name="Text Placeholder 22">
            <a:extLst>
              <a:ext uri="{FF2B5EF4-FFF2-40B4-BE49-F238E27FC236}">
                <a16:creationId xmlns:a16="http://schemas.microsoft.com/office/drawing/2014/main" id="{8737CE3B-4AC9-C5F6-530D-15F5C07B2199}"/>
              </a:ext>
            </a:extLst>
          </p:cNvPr>
          <p:cNvSpPr>
            <a:spLocks noGrp="1"/>
          </p:cNvSpPr>
          <p:nvPr>
            <p:ph type="body" sz="quarter" idx="15"/>
          </p:nvPr>
        </p:nvSpPr>
        <p:spPr>
          <a:xfrm>
            <a:off x="5634527" y="2717789"/>
            <a:ext cx="2935050" cy="1358193"/>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stStyle>
          <a:p>
            <a:pPr lvl="0"/>
            <a:r>
              <a:rPr lang="en-GB"/>
              <a:t>Click to edit Master text styles</a:t>
            </a:r>
          </a:p>
          <a:p>
            <a:pPr lvl="1"/>
            <a:r>
              <a:rPr lang="en-GB"/>
              <a:t>D</a:t>
            </a:r>
          </a:p>
          <a:p>
            <a:pPr lvl="2"/>
            <a:r>
              <a:rPr lang="en-GB"/>
              <a:t>D</a:t>
            </a:r>
          </a:p>
          <a:p>
            <a:pPr lvl="3"/>
            <a:r>
              <a:rPr lang="en-GB"/>
              <a:t>D</a:t>
            </a:r>
          </a:p>
          <a:p>
            <a:pPr lvl="0"/>
            <a:endParaRPr lang="en-GB"/>
          </a:p>
        </p:txBody>
      </p:sp>
      <p:sp>
        <p:nvSpPr>
          <p:cNvPr id="18" name="Google Shape;51;p10">
            <a:extLst>
              <a:ext uri="{FF2B5EF4-FFF2-40B4-BE49-F238E27FC236}">
                <a16:creationId xmlns:a16="http://schemas.microsoft.com/office/drawing/2014/main" id="{F293C96B-3E37-5291-2DA6-404031F56228}"/>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 name="Subtitle 2">
            <a:extLst>
              <a:ext uri="{FF2B5EF4-FFF2-40B4-BE49-F238E27FC236}">
                <a16:creationId xmlns:a16="http://schemas.microsoft.com/office/drawing/2014/main" id="{CF06B36E-CD52-C4E6-313F-9E502C53051D}"/>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155517196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Options Slide">
    <p:spTree>
      <p:nvGrpSpPr>
        <p:cNvPr id="1" name=""/>
        <p:cNvGrpSpPr/>
        <p:nvPr/>
      </p:nvGrpSpPr>
      <p:grpSpPr>
        <a:xfrm>
          <a:off x="0" y="0"/>
          <a:ext cx="0" cy="0"/>
          <a:chOff x="0" y="0"/>
          <a:chExt cx="0" cy="0"/>
        </a:xfrm>
      </p:grpSpPr>
      <p:pic>
        <p:nvPicPr>
          <p:cNvPr id="28" name="Picture 27" descr="A road through a forest&#10;&#10;Description automatically generated">
            <a:extLst>
              <a:ext uri="{FF2B5EF4-FFF2-40B4-BE49-F238E27FC236}">
                <a16:creationId xmlns:a16="http://schemas.microsoft.com/office/drawing/2014/main" id="{DDDCA30F-C73B-7792-5A30-082600B0103A}"/>
              </a:ext>
            </a:extLst>
          </p:cNvPr>
          <p:cNvPicPr>
            <a:picLocks noChangeAspect="1"/>
          </p:cNvPicPr>
          <p:nvPr userDrawn="1"/>
        </p:nvPicPr>
        <p:blipFill rotWithShape="1">
          <a:blip r:embed="rId2"/>
          <a:srcRect t="4542" b="9757"/>
          <a:stretch/>
        </p:blipFill>
        <p:spPr>
          <a:xfrm>
            <a:off x="0" y="-1"/>
            <a:ext cx="9144000" cy="5143501"/>
          </a:xfrm>
          <a:prstGeom prst="rect">
            <a:avLst/>
          </a:prstGeom>
        </p:spPr>
      </p:pic>
      <p:sp>
        <p:nvSpPr>
          <p:cNvPr id="3" name="Google Shape;51;p10">
            <a:extLst>
              <a:ext uri="{FF2B5EF4-FFF2-40B4-BE49-F238E27FC236}">
                <a16:creationId xmlns:a16="http://schemas.microsoft.com/office/drawing/2014/main" id="{199843A6-062D-2226-E952-6C57D99A91B9}"/>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6" name="Google Shape;339;p36">
            <a:extLst>
              <a:ext uri="{FF2B5EF4-FFF2-40B4-BE49-F238E27FC236}">
                <a16:creationId xmlns:a16="http://schemas.microsoft.com/office/drawing/2014/main" id="{10D23BDC-026D-9138-9BEA-C86C67FE5280}"/>
              </a:ext>
            </a:extLst>
          </p:cNvPr>
          <p:cNvGrpSpPr/>
          <p:nvPr userDrawn="1"/>
        </p:nvGrpSpPr>
        <p:grpSpPr>
          <a:xfrm>
            <a:off x="1769322" y="1591346"/>
            <a:ext cx="5614185" cy="754878"/>
            <a:chOff x="1492524" y="2322568"/>
            <a:chExt cx="6214597" cy="643500"/>
          </a:xfrm>
        </p:grpSpPr>
        <p:sp>
          <p:nvSpPr>
            <p:cNvPr id="7" name="Google Shape;340;p36">
              <a:extLst>
                <a:ext uri="{FF2B5EF4-FFF2-40B4-BE49-F238E27FC236}">
                  <a16:creationId xmlns:a16="http://schemas.microsoft.com/office/drawing/2014/main" id="{3FD785EB-CA04-6EE1-73AA-B3F8E38737A2}"/>
                </a:ext>
              </a:extLst>
            </p:cNvPr>
            <p:cNvSpPr/>
            <p:nvPr/>
          </p:nvSpPr>
          <p:spPr>
            <a:xfrm>
              <a:off x="3728375" y="2322568"/>
              <a:ext cx="3978746" cy="6435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8" name="Google Shape;341;p36">
              <a:extLst>
                <a:ext uri="{FF2B5EF4-FFF2-40B4-BE49-F238E27FC236}">
                  <a16:creationId xmlns:a16="http://schemas.microsoft.com/office/drawing/2014/main" id="{1F029C64-2B41-C891-BC81-2B458418B65A}"/>
                </a:ext>
              </a:extLst>
            </p:cNvPr>
            <p:cNvSpPr/>
            <p:nvPr/>
          </p:nvSpPr>
          <p:spPr>
            <a:xfrm flipH="1">
              <a:off x="2139073" y="2322575"/>
              <a:ext cx="1988352" cy="642600"/>
            </a:xfrm>
            <a:prstGeom prst="rect">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9" name="Google Shape;342;p36">
              <a:extLst>
                <a:ext uri="{FF2B5EF4-FFF2-40B4-BE49-F238E27FC236}">
                  <a16:creationId xmlns:a16="http://schemas.microsoft.com/office/drawing/2014/main" id="{30CCFF64-A5C4-34A9-8847-C939D0C163EA}"/>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0" name="Google Shape;345;p36">
              <a:extLst>
                <a:ext uri="{FF2B5EF4-FFF2-40B4-BE49-F238E27FC236}">
                  <a16:creationId xmlns:a16="http://schemas.microsoft.com/office/drawing/2014/main" id="{9540466A-1027-4721-CC2E-6F96DFE7C346}"/>
                </a:ext>
              </a:extLst>
            </p:cNvPr>
            <p:cNvSpPr/>
            <p:nvPr/>
          </p:nvSpPr>
          <p:spPr>
            <a:xfrm>
              <a:off x="1492524" y="2322575"/>
              <a:ext cx="690000" cy="642600"/>
            </a:xfrm>
            <a:prstGeom prst="rect">
              <a:avLst/>
            </a:prstGeom>
            <a:solidFill>
              <a:srgbClr val="B85641"/>
            </a:solidFill>
            <a:ln>
              <a:solidFill>
                <a:srgbClr val="B85641"/>
              </a:solid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50" b="1">
                  <a:solidFill>
                    <a:srgbClr val="FFFFFF"/>
                  </a:solidFill>
                  <a:latin typeface="Merriweather" pitchFamily="2" charset="77"/>
                  <a:ea typeface="Roboto Thin"/>
                  <a:cs typeface="Roboto Thin"/>
                  <a:sym typeface="Roboto Thin"/>
                </a:rPr>
                <a:t>01</a:t>
              </a:r>
              <a:endParaRPr sz="1950" b="1">
                <a:solidFill>
                  <a:srgbClr val="FFFFFF"/>
                </a:solidFill>
                <a:latin typeface="Merriweather" pitchFamily="2" charset="77"/>
                <a:ea typeface="Roboto Thin"/>
                <a:cs typeface="Roboto Thin"/>
                <a:sym typeface="Roboto Thin"/>
              </a:endParaRPr>
            </a:p>
          </p:txBody>
        </p:sp>
      </p:grpSp>
      <p:grpSp>
        <p:nvGrpSpPr>
          <p:cNvPr id="11" name="Google Shape;347;p36">
            <a:extLst>
              <a:ext uri="{FF2B5EF4-FFF2-40B4-BE49-F238E27FC236}">
                <a16:creationId xmlns:a16="http://schemas.microsoft.com/office/drawing/2014/main" id="{6F1D57E8-8B56-A6B3-5FCD-C322F8DDFF8B}"/>
              </a:ext>
            </a:extLst>
          </p:cNvPr>
          <p:cNvGrpSpPr/>
          <p:nvPr userDrawn="1"/>
        </p:nvGrpSpPr>
        <p:grpSpPr>
          <a:xfrm>
            <a:off x="1769323" y="2656467"/>
            <a:ext cx="5614184" cy="754712"/>
            <a:chOff x="1492526" y="2322567"/>
            <a:chExt cx="6214593" cy="643501"/>
          </a:xfrm>
        </p:grpSpPr>
        <p:sp>
          <p:nvSpPr>
            <p:cNvPr id="12" name="Google Shape;348;p36">
              <a:extLst>
                <a:ext uri="{FF2B5EF4-FFF2-40B4-BE49-F238E27FC236}">
                  <a16:creationId xmlns:a16="http://schemas.microsoft.com/office/drawing/2014/main" id="{5EA7BF30-5BB4-8141-BFDD-9A83056DF1F5}"/>
                </a:ext>
              </a:extLst>
            </p:cNvPr>
            <p:cNvSpPr/>
            <p:nvPr/>
          </p:nvSpPr>
          <p:spPr>
            <a:xfrm>
              <a:off x="3728375" y="2322568"/>
              <a:ext cx="3978744" cy="6435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3" name="Google Shape;349;p36">
              <a:extLst>
                <a:ext uri="{FF2B5EF4-FFF2-40B4-BE49-F238E27FC236}">
                  <a16:creationId xmlns:a16="http://schemas.microsoft.com/office/drawing/2014/main" id="{90A238B9-C92D-D780-7073-DC9737C01217}"/>
                </a:ext>
              </a:extLst>
            </p:cNvPr>
            <p:cNvSpPr/>
            <p:nvPr/>
          </p:nvSpPr>
          <p:spPr>
            <a:xfrm flipH="1">
              <a:off x="2182525" y="2322575"/>
              <a:ext cx="1944900" cy="642600"/>
            </a:xfrm>
            <a:prstGeom prst="rect">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4" name="Google Shape;350;p36">
              <a:extLst>
                <a:ext uri="{FF2B5EF4-FFF2-40B4-BE49-F238E27FC236}">
                  <a16:creationId xmlns:a16="http://schemas.microsoft.com/office/drawing/2014/main" id="{AD7CE73A-B86F-A9E9-8B5C-87200AE44C06}"/>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5" name="Google Shape;353;p36">
              <a:extLst>
                <a:ext uri="{FF2B5EF4-FFF2-40B4-BE49-F238E27FC236}">
                  <a16:creationId xmlns:a16="http://schemas.microsoft.com/office/drawing/2014/main" id="{3137DD22-61A7-0540-76B9-E0B5F90BB204}"/>
                </a:ext>
              </a:extLst>
            </p:cNvPr>
            <p:cNvSpPr/>
            <p:nvPr userDrawn="1"/>
          </p:nvSpPr>
          <p:spPr>
            <a:xfrm>
              <a:off x="1492526" y="2322567"/>
              <a:ext cx="690000" cy="642600"/>
            </a:xfrm>
            <a:prstGeom prst="rect">
              <a:avLst/>
            </a:prstGeom>
            <a:solidFill>
              <a:srgbClr val="B856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50" b="1">
                  <a:solidFill>
                    <a:srgbClr val="FFFFFF"/>
                  </a:solidFill>
                  <a:latin typeface="Merriweather" pitchFamily="2" charset="77"/>
                  <a:ea typeface="Roboto Thin"/>
                  <a:cs typeface="Roboto Thin"/>
                  <a:sym typeface="Roboto Thin"/>
                </a:rPr>
                <a:t>02</a:t>
              </a:r>
              <a:endParaRPr sz="1950" b="1">
                <a:solidFill>
                  <a:srgbClr val="FFFFFF"/>
                </a:solidFill>
                <a:latin typeface="Merriweather" pitchFamily="2" charset="77"/>
                <a:ea typeface="Roboto Thin"/>
                <a:cs typeface="Roboto Thin"/>
                <a:sym typeface="Roboto Thin"/>
              </a:endParaRPr>
            </a:p>
          </p:txBody>
        </p:sp>
      </p:grpSp>
      <p:grpSp>
        <p:nvGrpSpPr>
          <p:cNvPr id="16" name="Google Shape;355;p36">
            <a:extLst>
              <a:ext uri="{FF2B5EF4-FFF2-40B4-BE49-F238E27FC236}">
                <a16:creationId xmlns:a16="http://schemas.microsoft.com/office/drawing/2014/main" id="{AE1C90D6-52DD-94D8-935C-E53D03951799}"/>
              </a:ext>
            </a:extLst>
          </p:cNvPr>
          <p:cNvGrpSpPr/>
          <p:nvPr userDrawn="1"/>
        </p:nvGrpSpPr>
        <p:grpSpPr>
          <a:xfrm>
            <a:off x="1774867" y="3723011"/>
            <a:ext cx="5608640" cy="753480"/>
            <a:chOff x="1477881" y="2322417"/>
            <a:chExt cx="6264182" cy="643651"/>
          </a:xfrm>
        </p:grpSpPr>
        <p:sp>
          <p:nvSpPr>
            <p:cNvPr id="17" name="Google Shape;356;p36">
              <a:extLst>
                <a:ext uri="{FF2B5EF4-FFF2-40B4-BE49-F238E27FC236}">
                  <a16:creationId xmlns:a16="http://schemas.microsoft.com/office/drawing/2014/main" id="{63AF99DD-6AC7-9C01-1356-AA3A10E73F80}"/>
                </a:ext>
              </a:extLst>
            </p:cNvPr>
            <p:cNvSpPr/>
            <p:nvPr/>
          </p:nvSpPr>
          <p:spPr>
            <a:xfrm>
              <a:off x="3728375" y="2322568"/>
              <a:ext cx="4013688" cy="6435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8" name="Google Shape;357;p36">
              <a:extLst>
                <a:ext uri="{FF2B5EF4-FFF2-40B4-BE49-F238E27FC236}">
                  <a16:creationId xmlns:a16="http://schemas.microsoft.com/office/drawing/2014/main" id="{C7A132C8-E5C4-90A8-BB59-E26D80CDF326}"/>
                </a:ext>
              </a:extLst>
            </p:cNvPr>
            <p:cNvSpPr/>
            <p:nvPr/>
          </p:nvSpPr>
          <p:spPr>
            <a:xfrm flipH="1">
              <a:off x="2165068" y="2322575"/>
              <a:ext cx="1962357" cy="642600"/>
            </a:xfrm>
            <a:prstGeom prst="rect">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 name="Google Shape;358;p36">
              <a:extLst>
                <a:ext uri="{FF2B5EF4-FFF2-40B4-BE49-F238E27FC236}">
                  <a16:creationId xmlns:a16="http://schemas.microsoft.com/office/drawing/2014/main" id="{6EA2F57C-7C58-1652-03D9-5998EE423497}"/>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 name="Google Shape;361;p36">
              <a:extLst>
                <a:ext uri="{FF2B5EF4-FFF2-40B4-BE49-F238E27FC236}">
                  <a16:creationId xmlns:a16="http://schemas.microsoft.com/office/drawing/2014/main" id="{1FF3B7BE-60E4-E708-ED2E-CFBE2FF6B042}"/>
                </a:ext>
              </a:extLst>
            </p:cNvPr>
            <p:cNvSpPr/>
            <p:nvPr/>
          </p:nvSpPr>
          <p:spPr>
            <a:xfrm>
              <a:off x="1477881" y="2322417"/>
              <a:ext cx="690000" cy="642600"/>
            </a:xfrm>
            <a:prstGeom prst="rect">
              <a:avLst/>
            </a:prstGeom>
            <a:solidFill>
              <a:srgbClr val="B856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50" b="1">
                  <a:solidFill>
                    <a:srgbClr val="FFFFFF"/>
                  </a:solidFill>
                  <a:latin typeface="Merriweather" pitchFamily="2" charset="77"/>
                  <a:ea typeface="Roboto Thin"/>
                  <a:cs typeface="Roboto Thin"/>
                  <a:sym typeface="Roboto Thin"/>
                </a:rPr>
                <a:t>03</a:t>
              </a:r>
              <a:endParaRPr sz="1950" b="1">
                <a:solidFill>
                  <a:srgbClr val="FFFFFF"/>
                </a:solidFill>
                <a:latin typeface="Merriweather" pitchFamily="2" charset="77"/>
                <a:ea typeface="Roboto Thin"/>
                <a:cs typeface="Roboto Thin"/>
                <a:sym typeface="Roboto Thin"/>
              </a:endParaRPr>
            </a:p>
          </p:txBody>
        </p:sp>
      </p:grpSp>
      <p:sp>
        <p:nvSpPr>
          <p:cNvPr id="21" name="Text Placeholder 22">
            <a:extLst>
              <a:ext uri="{FF2B5EF4-FFF2-40B4-BE49-F238E27FC236}">
                <a16:creationId xmlns:a16="http://schemas.microsoft.com/office/drawing/2014/main" id="{354A4B30-33BC-24B4-89C5-0AEF29D5590A}"/>
              </a:ext>
            </a:extLst>
          </p:cNvPr>
          <p:cNvSpPr>
            <a:spLocks noGrp="1"/>
          </p:cNvSpPr>
          <p:nvPr>
            <p:ph type="body" sz="quarter" idx="10"/>
          </p:nvPr>
        </p:nvSpPr>
        <p:spPr>
          <a:xfrm>
            <a:off x="2495731" y="1691334"/>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2" name="Text Placeholder 22">
            <a:extLst>
              <a:ext uri="{FF2B5EF4-FFF2-40B4-BE49-F238E27FC236}">
                <a16:creationId xmlns:a16="http://schemas.microsoft.com/office/drawing/2014/main" id="{4CB2964B-0F75-AACD-34EF-C73A238AED60}"/>
              </a:ext>
            </a:extLst>
          </p:cNvPr>
          <p:cNvSpPr>
            <a:spLocks noGrp="1"/>
          </p:cNvSpPr>
          <p:nvPr>
            <p:ph type="body" sz="quarter" idx="11"/>
          </p:nvPr>
        </p:nvSpPr>
        <p:spPr>
          <a:xfrm>
            <a:off x="2504775" y="2728294"/>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3" name="Text Placeholder 22">
            <a:extLst>
              <a:ext uri="{FF2B5EF4-FFF2-40B4-BE49-F238E27FC236}">
                <a16:creationId xmlns:a16="http://schemas.microsoft.com/office/drawing/2014/main" id="{4FC46BC9-6AAA-4942-489F-5B39FF3C684D}"/>
              </a:ext>
            </a:extLst>
          </p:cNvPr>
          <p:cNvSpPr>
            <a:spLocks noGrp="1"/>
          </p:cNvSpPr>
          <p:nvPr>
            <p:ph type="body" sz="quarter" idx="12"/>
          </p:nvPr>
        </p:nvSpPr>
        <p:spPr>
          <a:xfrm>
            <a:off x="2532374" y="3822606"/>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4" name="Text Placeholder 22">
            <a:extLst>
              <a:ext uri="{FF2B5EF4-FFF2-40B4-BE49-F238E27FC236}">
                <a16:creationId xmlns:a16="http://schemas.microsoft.com/office/drawing/2014/main" id="{F0EF6396-B41D-A320-0DCF-0D9967280208}"/>
              </a:ext>
            </a:extLst>
          </p:cNvPr>
          <p:cNvSpPr>
            <a:spLocks noGrp="1"/>
          </p:cNvSpPr>
          <p:nvPr>
            <p:ph type="body" sz="quarter" idx="13"/>
          </p:nvPr>
        </p:nvSpPr>
        <p:spPr>
          <a:xfrm>
            <a:off x="4628111" y="1627265"/>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5" name="Text Placeholder 22">
            <a:extLst>
              <a:ext uri="{FF2B5EF4-FFF2-40B4-BE49-F238E27FC236}">
                <a16:creationId xmlns:a16="http://schemas.microsoft.com/office/drawing/2014/main" id="{B95D3D73-7F59-20F8-D53C-5FF51D31A104}"/>
              </a:ext>
            </a:extLst>
          </p:cNvPr>
          <p:cNvSpPr>
            <a:spLocks noGrp="1"/>
          </p:cNvSpPr>
          <p:nvPr>
            <p:ph type="body" sz="quarter" idx="14"/>
          </p:nvPr>
        </p:nvSpPr>
        <p:spPr>
          <a:xfrm>
            <a:off x="4628006" y="2692478"/>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6" name="Text Placeholder 22">
            <a:extLst>
              <a:ext uri="{FF2B5EF4-FFF2-40B4-BE49-F238E27FC236}">
                <a16:creationId xmlns:a16="http://schemas.microsoft.com/office/drawing/2014/main" id="{4AE2E838-E0DB-35ED-E9C6-91876CBA776A}"/>
              </a:ext>
            </a:extLst>
          </p:cNvPr>
          <p:cNvSpPr>
            <a:spLocks noGrp="1"/>
          </p:cNvSpPr>
          <p:nvPr>
            <p:ph type="body" sz="quarter" idx="15"/>
          </p:nvPr>
        </p:nvSpPr>
        <p:spPr>
          <a:xfrm>
            <a:off x="4625118" y="3758320"/>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9" name="Subtitle 2">
            <a:extLst>
              <a:ext uri="{FF2B5EF4-FFF2-40B4-BE49-F238E27FC236}">
                <a16:creationId xmlns:a16="http://schemas.microsoft.com/office/drawing/2014/main" id="{D1DEBF63-1364-A7A9-80BB-0D563116DEC5}"/>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325063513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rgbClr val="002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F4A"/>
              </a:solidFill>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19342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microsoft.com/office/2007/relationships/hdphoto" Target="../media/hdphoto1.wdp"/></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CCFF">
            <a:alpha val="30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02386" y="363474"/>
            <a:ext cx="7543800" cy="120700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02386" y="1591056"/>
            <a:ext cx="7543800" cy="30380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73318" y="4704588"/>
            <a:ext cx="2455164" cy="273844"/>
          </a:xfrm>
          <a:prstGeom prst="rect">
            <a:avLst/>
          </a:prstGeom>
        </p:spPr>
        <p:txBody>
          <a:bodyPr vert="horz" lIns="91440" tIns="45720" rIns="91440" bIns="45720" rtlCol="0" anchor="ctr"/>
          <a:lstStyle>
            <a:lvl1pPr algn="r">
              <a:defRPr sz="825">
                <a:solidFill>
                  <a:schemeClr val="tx2"/>
                </a:solidFill>
              </a:defRPr>
            </a:lvl1pPr>
          </a:lstStyle>
          <a:p>
            <a:fld id="{4AAD347D-5ACD-4C99-B74B-A9C85AD731AF}" type="datetimeFigureOut">
              <a:rPr lang="en-US" smtClean="0"/>
              <a:t>10/2/2024</a:t>
            </a:fld>
            <a:endParaRPr lang="en-US" dirty="0"/>
          </a:p>
        </p:txBody>
      </p:sp>
      <p:sp>
        <p:nvSpPr>
          <p:cNvPr id="5" name="Footer Placeholder 4"/>
          <p:cNvSpPr>
            <a:spLocks noGrp="1"/>
          </p:cNvSpPr>
          <p:nvPr>
            <p:ph type="ftr" sz="quarter" idx="3"/>
          </p:nvPr>
        </p:nvSpPr>
        <p:spPr>
          <a:xfrm>
            <a:off x="816102" y="4704588"/>
            <a:ext cx="4745736" cy="273844"/>
          </a:xfrm>
          <a:prstGeom prst="rect">
            <a:avLst/>
          </a:prstGeom>
        </p:spPr>
        <p:txBody>
          <a:bodyPr vert="horz" lIns="91440" tIns="45720" rIns="91440" bIns="45720" rtlCol="0" anchor="ctr"/>
          <a:lstStyle>
            <a:lvl1pPr algn="l">
              <a:defRPr sz="825">
                <a:solidFill>
                  <a:schemeClr val="tx2"/>
                </a:solidFill>
              </a:defRPr>
            </a:lvl1pPr>
          </a:lstStyle>
          <a:p>
            <a:endParaRPr lang="en-US" dirty="0"/>
          </a:p>
        </p:txBody>
      </p:sp>
      <p:grpSp>
        <p:nvGrpSpPr>
          <p:cNvPr id="7" name="Group 6"/>
          <p:cNvGrpSpPr>
            <a:grpSpLocks noChangeAspect="1"/>
          </p:cNvGrpSpPr>
          <p:nvPr/>
        </p:nvGrpSpPr>
        <p:grpSpPr>
          <a:xfrm>
            <a:off x="8551294" y="4672261"/>
            <a:ext cx="342900" cy="342900"/>
            <a:chOff x="11361456" y="6195813"/>
            <a:chExt cx="548640" cy="548640"/>
          </a:xfrm>
        </p:grpSpPr>
        <p:sp>
          <p:nvSpPr>
            <p:cNvPr id="8" name="Oval 7"/>
            <p:cNvSpPr/>
            <p:nvPr/>
          </p:nvSpPr>
          <p:spPr>
            <a:xfrm>
              <a:off x="11361456" y="6195813"/>
              <a:ext cx="548640" cy="548640"/>
            </a:xfrm>
            <a:prstGeom prst="ellipse">
              <a:avLst/>
            </a:prstGeom>
            <a:blipFill dpi="0" rotWithShape="1">
              <a:blip r:embed="rId26">
                <a:duotone>
                  <a:schemeClr val="accent1">
                    <a:shade val="45000"/>
                    <a:satMod val="135000"/>
                  </a:schemeClr>
                  <a:prstClr val="white"/>
                </a:duotone>
                <a:extLst>
                  <a:ext uri="{BEBA8EAE-BF5A-486C-A8C5-ECC9F3942E4B}">
                    <a14:imgProps xmlns:a14="http://schemas.microsoft.com/office/drawing/2010/main">
                      <a14:imgLayer r:embed="rId27">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8483346" y="4704588"/>
            <a:ext cx="480060" cy="273844"/>
          </a:xfrm>
          <a:prstGeom prst="rect">
            <a:avLst/>
          </a:prstGeom>
        </p:spPr>
        <p:txBody>
          <a:bodyPr vert="horz" lIns="91440" tIns="45720" rIns="91440" bIns="45720" rtlCol="0" anchor="ctr"/>
          <a:lstStyle>
            <a:lvl1pPr algn="ctr">
              <a:defRPr sz="1050" b="1">
                <a:solidFill>
                  <a:srgbClr val="FFFFFF"/>
                </a:solidFill>
                <a:latin typeface="+mj-lt"/>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95924622"/>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3665" r:id="rId20"/>
    <p:sldLayoutId id="2147483673" r:id="rId21"/>
    <p:sldLayoutId id="2147483669" r:id="rId22"/>
    <p:sldLayoutId id="2147483670" r:id="rId23"/>
    <p:sldLayoutId id="2147483671" r:id="rId24"/>
  </p:sldLayoutIdLst>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hf hdr="0" ftr="0" dt="0"/>
  <p:txStyles>
    <p:titleStyle>
      <a:lvl1pPr algn="l" defTabSz="685800" rtl="0" eaLnBrk="1" latinLnBrk="0" hangingPunct="1">
        <a:lnSpc>
          <a:spcPct val="90000"/>
        </a:lnSpc>
        <a:spcBef>
          <a:spcPct val="0"/>
        </a:spcBef>
        <a:buNone/>
        <a:defRPr sz="4050" kern="1200" cap="all" baseline="0">
          <a:blipFill>
            <a:blip r:embed="rId28">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37160" indent="-137160" algn="l" defTabSz="685800" rtl="0" eaLnBrk="1" latinLnBrk="0" hangingPunct="1">
        <a:lnSpc>
          <a:spcPct val="90000"/>
        </a:lnSpc>
        <a:spcBef>
          <a:spcPts val="900"/>
        </a:spcBef>
        <a:buClr>
          <a:schemeClr val="accent1">
            <a:lumMod val="75000"/>
          </a:schemeClr>
        </a:buClr>
        <a:buSzPct val="85000"/>
        <a:buFont typeface="Wingdings" pitchFamily="2" charset="2"/>
        <a:buChar char="§"/>
        <a:defRPr sz="1500" kern="1200">
          <a:solidFill>
            <a:schemeClr val="tx1"/>
          </a:solidFill>
          <a:latin typeface="+mn-lt"/>
          <a:ea typeface="+mn-ea"/>
          <a:cs typeface="+mn-cs"/>
        </a:defRPr>
      </a:lvl1pPr>
      <a:lvl2pPr marL="34290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350" kern="1200">
          <a:solidFill>
            <a:schemeClr val="tx1"/>
          </a:solidFill>
          <a:latin typeface="+mn-lt"/>
          <a:ea typeface="+mn-ea"/>
          <a:cs typeface="+mn-cs"/>
        </a:defRPr>
      </a:lvl2pPr>
      <a:lvl3pPr marL="54864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3pPr>
      <a:lvl4pPr marL="75438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4pPr>
      <a:lvl5pPr marL="96012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5pPr>
      <a:lvl6pPr marL="120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6pPr>
      <a:lvl7pPr marL="142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7pPr>
      <a:lvl8pPr marL="165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8pPr>
      <a:lvl9pPr marL="187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99CCFF">
            <a:alpha val="30000"/>
          </a:srgb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666666"/>
                </a:solidFill>
                <a:effectLst/>
                <a:uLnTx/>
                <a:uFillTx/>
                <a:latin typeface="Roboto"/>
                <a:ea typeface="Roboto"/>
                <a:sym typeface="Robo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000" b="0" i="0" u="none" strike="noStrike" kern="0" cap="none" spc="0" normalizeH="0" baseline="0" noProof="0">
              <a:ln>
                <a:noFill/>
              </a:ln>
              <a:solidFill>
                <a:srgbClr val="666666"/>
              </a:solidFill>
              <a:effectLst/>
              <a:uLnTx/>
              <a:uFillTx/>
              <a:latin typeface="Roboto"/>
              <a:ea typeface="Roboto"/>
              <a:sym typeface="Roboto"/>
            </a:endParaRPr>
          </a:p>
        </p:txBody>
      </p:sp>
    </p:spTree>
    <p:extLst>
      <p:ext uri="{BB962C8B-B14F-4D97-AF65-F5344CB8AC3E}">
        <p14:creationId xmlns:p14="http://schemas.microsoft.com/office/powerpoint/2010/main" val="997867829"/>
      </p:ext>
    </p:extLst>
  </p:cSld>
  <p:clrMap bg1="lt1" tx1="dk1" bg2="dk2" tx2="lt2" accent1="accent1" accent2="accent2" accent3="accent3" accent4="accent4" accent5="accent5" accent6="accent6" hlink="hlink" folHlink="folHlink"/>
  <p:sldLayoutIdLst>
    <p:sldLayoutId id="2147484540" r:id="rId1"/>
    <p:sldLayoutId id="2147484541" r:id="rId2"/>
    <p:sldLayoutId id="2147484542" r:id="rId3"/>
    <p:sldLayoutId id="2147484543" r:id="rId4"/>
    <p:sldLayoutId id="2147484544" r:id="rId5"/>
    <p:sldLayoutId id="2147484545" r:id="rId6"/>
    <p:sldLayoutId id="2147484546" r:id="rId7"/>
    <p:sldLayoutId id="2147484547" r:id="rId8"/>
    <p:sldLayoutId id="2147484548" r:id="rId9"/>
    <p:sldLayoutId id="2147484549" r:id="rId10"/>
    <p:sldLayoutId id="2147484550" r:id="rId11"/>
    <p:sldLayoutId id="2147484551" r:id="rId12"/>
    <p:sldLayoutId id="2147484552" r:id="rId13"/>
  </p:sldLayoutIdLst>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333241784"/>
      </p:ext>
    </p:extLst>
  </p:cSld>
  <p:clrMap bg1="lt1" tx1="dk1" bg2="dk2" tx2="lt2" accent1="accent1" accent2="accent2" accent3="accent3" accent4="accent4" accent5="accent5" accent6="accent6" hlink="hlink" folHlink="folHlink"/>
  <p:sldLayoutIdLst>
    <p:sldLayoutId id="2147484554" r:id="rId1"/>
    <p:sldLayoutId id="2147484555" r:id="rId2"/>
    <p:sldLayoutId id="2147484556" r:id="rId3"/>
    <p:sldLayoutId id="2147484557" r:id="rId4"/>
    <p:sldLayoutId id="2147484558" r:id="rId5"/>
    <p:sldLayoutId id="2147484559" r:id="rId6"/>
    <p:sldLayoutId id="2147484560" r:id="rId7"/>
    <p:sldLayoutId id="2147484561" r:id="rId8"/>
    <p:sldLayoutId id="2147484562" r:id="rId9"/>
    <p:sldLayoutId id="2147484563" r:id="rId10"/>
    <p:sldLayoutId id="2147484564" r:id="rId11"/>
    <p:sldLayoutId id="2147484565" r:id="rId12"/>
    <p:sldLayoutId id="2147484566" r:id="rId13"/>
  </p:sldLayoutIdLst>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microsoft.com/office/2007/relationships/hdphoto" Target="../media/hdphoto5.wdp"/><Relationship Id="rId13" Type="http://schemas.openxmlformats.org/officeDocument/2006/relationships/image" Target="../media/image19.png"/><Relationship Id="rId18" Type="http://schemas.openxmlformats.org/officeDocument/2006/relationships/image" Target="../media/image22.svg"/><Relationship Id="rId3" Type="http://schemas.openxmlformats.org/officeDocument/2006/relationships/image" Target="../media/image13.png"/><Relationship Id="rId7" Type="http://schemas.openxmlformats.org/officeDocument/2006/relationships/image" Target="../media/image15.png"/><Relationship Id="rId12" Type="http://schemas.openxmlformats.org/officeDocument/2006/relationships/image" Target="../media/image18.svg"/><Relationship Id="rId17" Type="http://schemas.openxmlformats.org/officeDocument/2006/relationships/image" Target="../media/image21.png"/><Relationship Id="rId2" Type="http://schemas.openxmlformats.org/officeDocument/2006/relationships/notesSlide" Target="../notesSlides/notesSlide2.xml"/><Relationship Id="rId16" Type="http://schemas.microsoft.com/office/2007/relationships/hdphoto" Target="../media/hdphoto8.wdp"/><Relationship Id="rId1" Type="http://schemas.openxmlformats.org/officeDocument/2006/relationships/slideLayout" Target="../slideLayouts/slideLayout13.xml"/><Relationship Id="rId6" Type="http://schemas.microsoft.com/office/2007/relationships/hdphoto" Target="../media/hdphoto4.wdp"/><Relationship Id="rId11" Type="http://schemas.openxmlformats.org/officeDocument/2006/relationships/image" Target="../media/image17.png"/><Relationship Id="rId5" Type="http://schemas.openxmlformats.org/officeDocument/2006/relationships/image" Target="../media/image14.png"/><Relationship Id="rId15" Type="http://schemas.openxmlformats.org/officeDocument/2006/relationships/image" Target="../media/image20.png"/><Relationship Id="rId10" Type="http://schemas.microsoft.com/office/2007/relationships/hdphoto" Target="../media/hdphoto6.wdp"/><Relationship Id="rId4" Type="http://schemas.microsoft.com/office/2007/relationships/hdphoto" Target="../media/hdphoto3.wdp"/><Relationship Id="rId9" Type="http://schemas.openxmlformats.org/officeDocument/2006/relationships/image" Target="../media/image16.png"/><Relationship Id="rId14" Type="http://schemas.microsoft.com/office/2007/relationships/hdphoto" Target="../media/hdphoto7.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hyperlink" Target="https://unfccc.int/sites/default/files/resource/202208101704---KAPSARC_GST%20submission_4%20August%202022.pdf" TargetMode="External"/><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404DE-D587-B537-FA04-81E1B9BB3E4B}"/>
              </a:ext>
            </a:extLst>
          </p:cNvPr>
          <p:cNvSpPr>
            <a:spLocks noGrp="1"/>
          </p:cNvSpPr>
          <p:nvPr>
            <p:ph type="title"/>
          </p:nvPr>
        </p:nvSpPr>
        <p:spPr>
          <a:xfrm>
            <a:off x="6412230" y="514349"/>
            <a:ext cx="2400300" cy="2504747"/>
          </a:xfrm>
        </p:spPr>
        <p:txBody>
          <a:bodyPr>
            <a:normAutofit/>
          </a:bodyPr>
          <a:lstStyle/>
          <a:p>
            <a:r>
              <a:rPr lang="en-US" dirty="0"/>
              <a:t>THEN, HE SAID WE WOULD GO TO THE MOON.</a:t>
            </a:r>
            <a:br>
              <a:rPr lang="en-US" dirty="0"/>
            </a:br>
            <a:br>
              <a:rPr lang="en-US" dirty="0"/>
            </a:br>
            <a:r>
              <a:rPr lang="en-US" dirty="0"/>
              <a:t>What would </a:t>
            </a:r>
            <a:r>
              <a:rPr lang="en-US" dirty="0" err="1"/>
              <a:t>jfk</a:t>
            </a:r>
            <a:r>
              <a:rPr lang="en-US" dirty="0"/>
              <a:t> say today? </a:t>
            </a:r>
          </a:p>
        </p:txBody>
      </p:sp>
      <p:sp>
        <p:nvSpPr>
          <p:cNvPr id="5" name="Slide Number Placeholder 4">
            <a:extLst>
              <a:ext uri="{FF2B5EF4-FFF2-40B4-BE49-F238E27FC236}">
                <a16:creationId xmlns:a16="http://schemas.microsoft.com/office/drawing/2014/main" id="{61D6859E-2792-FC98-CC9A-9AEDCEFD2D1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1</a:t>
            </a:fld>
            <a:endParaRPr lang="en"/>
          </a:p>
        </p:txBody>
      </p:sp>
      <p:pic>
        <p:nvPicPr>
          <p:cNvPr id="1026" name="Picture 2" descr="Kennedy, in a blue suit and tie, speaks at a wooden podium bearing the seal of the President of the United States. Vice President Lyndon Johnson and other dignitaries stand behind him.">
            <a:extLst>
              <a:ext uri="{FF2B5EF4-FFF2-40B4-BE49-F238E27FC236}">
                <a16:creationId xmlns:a16="http://schemas.microsoft.com/office/drawing/2014/main" id="{EC15D344-1FA2-96A7-5645-6259B620FC1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86907" y="681634"/>
            <a:ext cx="2765781" cy="4022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713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64;p13">
            <a:extLst>
              <a:ext uri="{FF2B5EF4-FFF2-40B4-BE49-F238E27FC236}">
                <a16:creationId xmlns:a16="http://schemas.microsoft.com/office/drawing/2014/main" id="{7F312E0E-26F3-02C5-20AB-A640EBF08C2C}"/>
              </a:ext>
            </a:extLst>
          </p:cNvPr>
          <p:cNvSpPr txBox="1">
            <a:spLocks/>
          </p:cNvSpPr>
          <p:nvPr/>
        </p:nvSpPr>
        <p:spPr>
          <a:xfrm>
            <a:off x="4409974" y="265118"/>
            <a:ext cx="4629150" cy="283480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2400" dirty="0">
                <a:latin typeface="Merriweather" pitchFamily="2" charset="77"/>
                <a:sym typeface="Merriweather"/>
              </a:rPr>
              <a:t>Unlocking Private Capital to Incentivize Global Public Goods Provision:</a:t>
            </a:r>
          </a:p>
          <a:p>
            <a:pPr algn="r"/>
            <a:r>
              <a:rPr lang="en" sz="2400" dirty="0">
                <a:latin typeface="Merriweather" pitchFamily="2" charset="77"/>
                <a:sym typeface="Merriweather"/>
              </a:rPr>
              <a:t>Climate and Clean Energy Finance</a:t>
            </a:r>
            <a:endParaRPr lang="en" sz="2400" dirty="0">
              <a:latin typeface="Merriweather" pitchFamily="2" charset="77"/>
            </a:endParaRPr>
          </a:p>
        </p:txBody>
      </p:sp>
      <p:grpSp>
        <p:nvGrpSpPr>
          <p:cNvPr id="5" name="Group 4">
            <a:extLst>
              <a:ext uri="{FF2B5EF4-FFF2-40B4-BE49-F238E27FC236}">
                <a16:creationId xmlns:a16="http://schemas.microsoft.com/office/drawing/2014/main" id="{ED1B694F-8C07-BA11-02BA-618EACD161DC}"/>
              </a:ext>
            </a:extLst>
          </p:cNvPr>
          <p:cNvGrpSpPr/>
          <p:nvPr/>
        </p:nvGrpSpPr>
        <p:grpSpPr>
          <a:xfrm>
            <a:off x="350929" y="464278"/>
            <a:ext cx="3871249" cy="4212986"/>
            <a:chOff x="421113" y="509396"/>
            <a:chExt cx="3871249" cy="4212986"/>
          </a:xfrm>
        </p:grpSpPr>
        <p:sp>
          <p:nvSpPr>
            <p:cNvPr id="8" name="Rectangle 7">
              <a:extLst>
                <a:ext uri="{FF2B5EF4-FFF2-40B4-BE49-F238E27FC236}">
                  <a16:creationId xmlns:a16="http://schemas.microsoft.com/office/drawing/2014/main" id="{4DD9FAB5-6609-9A3B-A7D5-F1632BC3E50A}"/>
                </a:ext>
              </a:extLst>
            </p:cNvPr>
            <p:cNvSpPr/>
            <p:nvPr/>
          </p:nvSpPr>
          <p:spPr>
            <a:xfrm>
              <a:off x="423176" y="522984"/>
              <a:ext cx="3869186" cy="4199398"/>
            </a:xfrm>
            <a:prstGeom prst="rect">
              <a:avLst/>
            </a:prstGeom>
            <a:solidFill>
              <a:srgbClr val="FFFFFF">
                <a:alpha val="7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66FA0F4-1539-CD12-9E11-4CBC1DEB9EA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354" b="96037" l="10000" r="90000">
                          <a14:foregroundMark x1="47097" y1="24085" x2="47097" y2="24085"/>
                          <a14:foregroundMark x1="46774" y1="6250" x2="46774" y2="6250"/>
                          <a14:foregroundMark x1="46290" y1="3354" x2="46290" y2="3354"/>
                          <a14:foregroundMark x1="45645" y1="39787" x2="45645" y2="39787"/>
                          <a14:foregroundMark x1="31290" y1="50762" x2="31290" y2="50762"/>
                          <a14:foregroundMark x1="64194" y1="55945" x2="64194" y2="55945"/>
                          <a14:foregroundMark x1="60968" y1="63872" x2="60968" y2="63872"/>
                          <a14:foregroundMark x1="70323" y1="91311" x2="70323" y2="91311"/>
                          <a14:foregroundMark x1="59032" y1="96037" x2="59032" y2="96037"/>
                          <a14:foregroundMark x1="45645" y1="69055" x2="45645" y2="69055"/>
                          <a14:foregroundMark x1="31290" y1="65701" x2="31290" y2="65701"/>
                          <a14:foregroundMark x1="23226" y1="87348" x2="23226" y2="87348"/>
                          <a14:foregroundMark x1="46774" y1="80335" x2="46774" y2="80335"/>
                          <a14:foregroundMark x1="45968" y1="87957" x2="45968" y2="87957"/>
                          <a14:foregroundMark x1="45968" y1="95274" x2="45968" y2="95274"/>
                        </a14:backgroundRemoval>
                      </a14:imgEffect>
                    </a14:imgLayer>
                  </a14:imgProps>
                </a:ext>
              </a:extLst>
            </a:blip>
            <a:stretch>
              <a:fillRect/>
            </a:stretch>
          </p:blipFill>
          <p:spPr>
            <a:xfrm>
              <a:off x="421113" y="1561951"/>
              <a:ext cx="925854" cy="979613"/>
            </a:xfrm>
            <a:prstGeom prst="rect">
              <a:avLst/>
            </a:prstGeom>
          </p:spPr>
        </p:pic>
        <p:pic>
          <p:nvPicPr>
            <p:cNvPr id="11" name="Picture 10">
              <a:extLst>
                <a:ext uri="{FF2B5EF4-FFF2-40B4-BE49-F238E27FC236}">
                  <a16:creationId xmlns:a16="http://schemas.microsoft.com/office/drawing/2014/main" id="{7B575B5D-D1DB-3090-7B98-D4982208092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4684" b="90000" l="5962" r="91058">
                          <a14:foregroundMark x1="35865" y1="20886" x2="35865" y2="20886"/>
                          <a14:foregroundMark x1="50481" y1="4810" x2="50481" y2="4810"/>
                          <a14:foregroundMark x1="19904" y1="13165" x2="19904" y2="13165"/>
                          <a14:foregroundMark x1="12308" y1="35443" x2="12308" y2="35443"/>
                          <a14:foregroundMark x1="28654" y1="38987" x2="28654" y2="38987"/>
                          <a14:foregroundMark x1="11442" y1="45696" x2="11442" y2="45696"/>
                          <a14:foregroundMark x1="5962" y1="44557" x2="5962" y2="44557"/>
                          <a14:foregroundMark x1="72596" y1="34177" x2="72596" y2="34177"/>
                          <a14:foregroundMark x1="91058" y1="42152" x2="91058" y2="42152"/>
                          <a14:foregroundMark x1="78942" y1="41266" x2="78942" y2="41266"/>
                        </a14:backgroundRemoval>
                      </a14:imgEffect>
                    </a14:imgLayer>
                  </a14:imgProps>
                </a:ext>
              </a:extLst>
            </a:blip>
            <a:stretch>
              <a:fillRect/>
            </a:stretch>
          </p:blipFill>
          <p:spPr>
            <a:xfrm>
              <a:off x="2885187" y="1536533"/>
              <a:ext cx="1399533" cy="1063106"/>
            </a:xfrm>
            <a:prstGeom prst="rect">
              <a:avLst/>
            </a:prstGeom>
          </p:spPr>
        </p:pic>
        <p:sp>
          <p:nvSpPr>
            <p:cNvPr id="39" name="Bent Arrow 38">
              <a:extLst>
                <a:ext uri="{FF2B5EF4-FFF2-40B4-BE49-F238E27FC236}">
                  <a16:creationId xmlns:a16="http://schemas.microsoft.com/office/drawing/2014/main" id="{E98313EB-3E7D-F58F-DC35-6D8161F05F5E}"/>
                </a:ext>
              </a:extLst>
            </p:cNvPr>
            <p:cNvSpPr/>
            <p:nvPr/>
          </p:nvSpPr>
          <p:spPr>
            <a:xfrm flipH="1">
              <a:off x="2874913" y="1094578"/>
              <a:ext cx="1074457" cy="382685"/>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Bent Arrow 40">
              <a:extLst>
                <a:ext uri="{FF2B5EF4-FFF2-40B4-BE49-F238E27FC236}">
                  <a16:creationId xmlns:a16="http://schemas.microsoft.com/office/drawing/2014/main" id="{693A9ECA-9D9B-A913-5A22-1CB5A4ACCAEA}"/>
                </a:ext>
              </a:extLst>
            </p:cNvPr>
            <p:cNvSpPr/>
            <p:nvPr/>
          </p:nvSpPr>
          <p:spPr>
            <a:xfrm rot="16200000" flipH="1">
              <a:off x="1114672" y="786627"/>
              <a:ext cx="382684" cy="1093005"/>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Left Arrow 42">
              <a:extLst>
                <a:ext uri="{FF2B5EF4-FFF2-40B4-BE49-F238E27FC236}">
                  <a16:creationId xmlns:a16="http://schemas.microsoft.com/office/drawing/2014/main" id="{C021C4DE-1D76-8316-5BD3-1546495099DC}"/>
                </a:ext>
              </a:extLst>
            </p:cNvPr>
            <p:cNvSpPr/>
            <p:nvPr/>
          </p:nvSpPr>
          <p:spPr>
            <a:xfrm rot="10800000">
              <a:off x="1240120" y="2263689"/>
              <a:ext cx="794253" cy="187108"/>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a:extLst>
                <a:ext uri="{FF2B5EF4-FFF2-40B4-BE49-F238E27FC236}">
                  <a16:creationId xmlns:a16="http://schemas.microsoft.com/office/drawing/2014/main" id="{FEB03725-53A5-45E6-D0B1-9448AF4934FD}"/>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404" b="98474" l="8753" r="94092">
                          <a14:foregroundMark x1="33589" y1="20892" x2="33589" y2="20892"/>
                          <a14:foregroundMark x1="69037" y1="21244" x2="69037" y2="21244"/>
                          <a14:foregroundMark x1="69475" y1="6338" x2="69475" y2="6338"/>
                          <a14:foregroundMark x1="54048" y1="15141" x2="54048" y2="15141"/>
                          <a14:foregroundMark x1="48687" y1="30634" x2="48687" y2="30634"/>
                          <a14:foregroundMark x1="86761" y1="12089" x2="86761" y2="12089"/>
                          <a14:foregroundMark x1="68818" y1="3638" x2="68818" y2="3638"/>
                          <a14:foregroundMark x1="91357" y1="30869" x2="91357" y2="30869"/>
                          <a14:foregroundMark x1="94201" y1="30869" x2="94201" y2="30869"/>
                          <a14:foregroundMark x1="55142" y1="15493" x2="55142" y2="15493"/>
                          <a14:foregroundMark x1="83370" y1="45775" x2="83370" y2="45775"/>
                          <a14:foregroundMark x1="69037" y1="51526" x2="69037" y2="51526"/>
                          <a14:foregroundMark x1="8862" y1="46831" x2="8862" y2="46831"/>
                          <a14:foregroundMark x1="33260" y1="92371" x2="33260" y2="92371"/>
                          <a14:foregroundMark x1="38621" y1="98474" x2="38621" y2="98474"/>
                        </a14:backgroundRemoval>
                      </a14:imgEffect>
                    </a14:imgLayer>
                  </a14:imgProps>
                </a:ext>
              </a:extLst>
            </a:blip>
            <a:stretch>
              <a:fillRect/>
            </a:stretch>
          </p:blipFill>
          <p:spPr>
            <a:xfrm>
              <a:off x="494298" y="3575827"/>
              <a:ext cx="1050898" cy="979612"/>
            </a:xfrm>
            <a:prstGeom prst="rect">
              <a:avLst/>
            </a:prstGeom>
          </p:spPr>
        </p:pic>
        <p:pic>
          <p:nvPicPr>
            <p:cNvPr id="47" name="Picture 46">
              <a:extLst>
                <a:ext uri="{FF2B5EF4-FFF2-40B4-BE49-F238E27FC236}">
                  <a16:creationId xmlns:a16="http://schemas.microsoft.com/office/drawing/2014/main" id="{151AE048-3E74-1DA2-E6D7-B1F9C298884B}"/>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3802" b="96198" l="9954" r="89931">
                          <a14:foregroundMark x1="49537" y1="3917" x2="49537" y2="3917"/>
                          <a14:foregroundMark x1="39699" y1="21889" x2="39699" y2="21889"/>
                          <a14:foregroundMark x1="63194" y1="23272" x2="63194" y2="23272"/>
                          <a14:foregroundMark x1="52315" y1="35945" x2="52315" y2="35945"/>
                          <a14:foregroundMark x1="65162" y1="54954" x2="65162" y2="54954"/>
                          <a14:foregroundMark x1="33796" y1="54954" x2="33796" y2="54954"/>
                          <a14:foregroundMark x1="50231" y1="65438" x2="50231" y2="65438"/>
                          <a14:foregroundMark x1="48958" y1="90323" x2="48958" y2="90323"/>
                          <a14:foregroundMark x1="34838" y1="96198" x2="34838" y2="96198"/>
                        </a14:backgroundRemoval>
                      </a14:imgEffect>
                    </a14:imgLayer>
                  </a14:imgProps>
                </a:ext>
              </a:extLst>
            </a:blip>
            <a:stretch>
              <a:fillRect/>
            </a:stretch>
          </p:blipFill>
          <p:spPr>
            <a:xfrm>
              <a:off x="1946028" y="1908180"/>
              <a:ext cx="1005534" cy="1010189"/>
            </a:xfrm>
            <a:prstGeom prst="rect">
              <a:avLst/>
            </a:prstGeom>
          </p:spPr>
        </p:pic>
        <p:sp>
          <p:nvSpPr>
            <p:cNvPr id="49" name="Left Arrow 48">
              <a:extLst>
                <a:ext uri="{FF2B5EF4-FFF2-40B4-BE49-F238E27FC236}">
                  <a16:creationId xmlns:a16="http://schemas.microsoft.com/office/drawing/2014/main" id="{0B228882-3438-1D04-D4C7-44A6BBBE9681}"/>
                </a:ext>
              </a:extLst>
            </p:cNvPr>
            <p:cNvSpPr/>
            <p:nvPr/>
          </p:nvSpPr>
          <p:spPr>
            <a:xfrm rot="16200000">
              <a:off x="398686" y="2953029"/>
              <a:ext cx="979611" cy="199315"/>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Graphic 51" descr="Dollar with solid fill">
              <a:extLst>
                <a:ext uri="{FF2B5EF4-FFF2-40B4-BE49-F238E27FC236}">
                  <a16:creationId xmlns:a16="http://schemas.microsoft.com/office/drawing/2014/main" id="{A8F531AF-6AAF-9A98-2EED-7E9F09C3605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98462" y="963368"/>
              <a:ext cx="457200" cy="457200"/>
            </a:xfrm>
            <a:prstGeom prst="rect">
              <a:avLst/>
            </a:prstGeom>
          </p:spPr>
        </p:pic>
        <p:pic>
          <p:nvPicPr>
            <p:cNvPr id="54" name="Graphic 53" descr="Dollar with solid fill">
              <a:extLst>
                <a:ext uri="{FF2B5EF4-FFF2-40B4-BE49-F238E27FC236}">
                  <a16:creationId xmlns:a16="http://schemas.microsoft.com/office/drawing/2014/main" id="{A3B1C39B-E485-374F-0499-8ABAA07940B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13476" y="963368"/>
              <a:ext cx="457200" cy="457200"/>
            </a:xfrm>
            <a:prstGeom prst="rect">
              <a:avLst/>
            </a:prstGeom>
          </p:spPr>
        </p:pic>
        <p:pic>
          <p:nvPicPr>
            <p:cNvPr id="55" name="Graphic 54" descr="Dollar with solid fill">
              <a:extLst>
                <a:ext uri="{FF2B5EF4-FFF2-40B4-BE49-F238E27FC236}">
                  <a16:creationId xmlns:a16="http://schemas.microsoft.com/office/drawing/2014/main" id="{9E78C8DB-D9CE-12A8-1E31-EAF518B339A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60246" y="958713"/>
              <a:ext cx="457200" cy="457200"/>
            </a:xfrm>
            <a:prstGeom prst="rect">
              <a:avLst/>
            </a:prstGeom>
          </p:spPr>
        </p:pic>
        <p:pic>
          <p:nvPicPr>
            <p:cNvPr id="56" name="Graphic 55" descr="Dollar with solid fill">
              <a:extLst>
                <a:ext uri="{FF2B5EF4-FFF2-40B4-BE49-F238E27FC236}">
                  <a16:creationId xmlns:a16="http://schemas.microsoft.com/office/drawing/2014/main" id="{A907563B-8E64-A694-FBB2-7F7F42097FC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9767" y="963368"/>
              <a:ext cx="457200" cy="457200"/>
            </a:xfrm>
            <a:prstGeom prst="rect">
              <a:avLst/>
            </a:prstGeom>
          </p:spPr>
        </p:pic>
        <p:pic>
          <p:nvPicPr>
            <p:cNvPr id="58" name="Graphic 57" descr="Dollar with solid fill">
              <a:extLst>
                <a:ext uri="{FF2B5EF4-FFF2-40B4-BE49-F238E27FC236}">
                  <a16:creationId xmlns:a16="http://schemas.microsoft.com/office/drawing/2014/main" id="{1B1CEDF2-EA88-6580-CD0C-4431E573F43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85163" y="2114845"/>
              <a:ext cx="457200" cy="457200"/>
            </a:xfrm>
            <a:prstGeom prst="rect">
              <a:avLst/>
            </a:prstGeom>
          </p:spPr>
        </p:pic>
        <p:pic>
          <p:nvPicPr>
            <p:cNvPr id="59" name="Graphic 58" descr="Dollar with solid fill">
              <a:extLst>
                <a:ext uri="{FF2B5EF4-FFF2-40B4-BE49-F238E27FC236}">
                  <a16:creationId xmlns:a16="http://schemas.microsoft.com/office/drawing/2014/main" id="{50189246-675B-B16A-FAC1-966E896D864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648288" y="2747093"/>
              <a:ext cx="457200" cy="457200"/>
            </a:xfrm>
            <a:prstGeom prst="rect">
              <a:avLst/>
            </a:prstGeom>
          </p:spPr>
        </p:pic>
        <p:pic>
          <p:nvPicPr>
            <p:cNvPr id="62" name="Picture 61">
              <a:extLst>
                <a:ext uri="{FF2B5EF4-FFF2-40B4-BE49-F238E27FC236}">
                  <a16:creationId xmlns:a16="http://schemas.microsoft.com/office/drawing/2014/main" id="{BF3BB0D3-893A-2876-6C8C-410549858BA3}"/>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5913" b="96658" l="4961" r="96345">
                          <a14:foregroundMark x1="29373" y1="37018" x2="29373" y2="37018"/>
                          <a14:foregroundMark x1="96475" y1="6041" x2="96475" y2="6041"/>
                          <a14:foregroundMark x1="70366" y1="24165" x2="70366" y2="24165"/>
                          <a14:foregroundMark x1="58225" y1="39203" x2="58225" y2="39203"/>
                          <a14:foregroundMark x1="18016" y1="49229" x2="18016" y2="49229"/>
                          <a14:foregroundMark x1="18668" y1="47943" x2="18668" y2="47943"/>
                          <a14:foregroundMark x1="66580" y1="45887" x2="66580" y2="45887"/>
                          <a14:foregroundMark x1="5091" y1="88946" x2="5091" y2="88946"/>
                          <a14:foregroundMark x1="5483" y1="96658" x2="5483" y2="96658"/>
                        </a14:backgroundRemoval>
                      </a14:imgEffect>
                    </a14:imgLayer>
                  </a14:imgProps>
                </a:ext>
              </a:extLst>
            </a:blip>
            <a:stretch>
              <a:fillRect/>
            </a:stretch>
          </p:blipFill>
          <p:spPr>
            <a:xfrm>
              <a:off x="2451348" y="3619902"/>
              <a:ext cx="1016328" cy="990588"/>
            </a:xfrm>
            <a:prstGeom prst="rect">
              <a:avLst/>
            </a:prstGeom>
          </p:spPr>
        </p:pic>
        <p:sp>
          <p:nvSpPr>
            <p:cNvPr id="63" name="Bent Arrow 62">
              <a:extLst>
                <a:ext uri="{FF2B5EF4-FFF2-40B4-BE49-F238E27FC236}">
                  <a16:creationId xmlns:a16="http://schemas.microsoft.com/office/drawing/2014/main" id="{C546FA98-C57F-7885-CA27-2F6060083432}"/>
                </a:ext>
              </a:extLst>
            </p:cNvPr>
            <p:cNvSpPr/>
            <p:nvPr/>
          </p:nvSpPr>
          <p:spPr>
            <a:xfrm rot="5400000" flipH="1">
              <a:off x="2969568" y="3153571"/>
              <a:ext cx="1480522" cy="352607"/>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24" name="Graphic 1023" descr="Dollar with solid fill">
              <a:extLst>
                <a:ext uri="{FF2B5EF4-FFF2-40B4-BE49-F238E27FC236}">
                  <a16:creationId xmlns:a16="http://schemas.microsoft.com/office/drawing/2014/main" id="{4D272CA9-EA9B-9129-4B84-5B572E774B4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77467" y="2687839"/>
              <a:ext cx="457200" cy="457200"/>
            </a:xfrm>
            <a:prstGeom prst="rect">
              <a:avLst/>
            </a:prstGeom>
          </p:spPr>
        </p:pic>
        <p:pic>
          <p:nvPicPr>
            <p:cNvPr id="1025" name="Graphic 1024" descr="Dollar with solid fill">
              <a:extLst>
                <a:ext uri="{FF2B5EF4-FFF2-40B4-BE49-F238E27FC236}">
                  <a16:creationId xmlns:a16="http://schemas.microsoft.com/office/drawing/2014/main" id="{376DB6A0-07B1-DDD1-FFF3-3859E9A5972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66838" y="2988741"/>
              <a:ext cx="457200" cy="457200"/>
            </a:xfrm>
            <a:prstGeom prst="rect">
              <a:avLst/>
            </a:prstGeom>
          </p:spPr>
        </p:pic>
        <p:sp>
          <p:nvSpPr>
            <p:cNvPr id="1027" name="Left Arrow 1026">
              <a:extLst>
                <a:ext uri="{FF2B5EF4-FFF2-40B4-BE49-F238E27FC236}">
                  <a16:creationId xmlns:a16="http://schemas.microsoft.com/office/drawing/2014/main" id="{72AC7949-DC99-75C1-6B58-10695B9D7475}"/>
                </a:ext>
              </a:extLst>
            </p:cNvPr>
            <p:cNvSpPr/>
            <p:nvPr/>
          </p:nvSpPr>
          <p:spPr>
            <a:xfrm rot="10800000">
              <a:off x="1541442" y="4182223"/>
              <a:ext cx="827704" cy="103079"/>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descr="Dollar with solid fill">
              <a:extLst>
                <a:ext uri="{FF2B5EF4-FFF2-40B4-BE49-F238E27FC236}">
                  <a16:creationId xmlns:a16="http://schemas.microsoft.com/office/drawing/2014/main" id="{780FEBB9-A3A4-5FFA-CFFF-FD3A433F573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66838" y="3294048"/>
              <a:ext cx="457200" cy="457200"/>
            </a:xfrm>
            <a:prstGeom prst="rect">
              <a:avLst/>
            </a:prstGeom>
          </p:spPr>
        </p:pic>
        <p:pic>
          <p:nvPicPr>
            <p:cNvPr id="3" name="Picture 2">
              <a:extLst>
                <a:ext uri="{FF2B5EF4-FFF2-40B4-BE49-F238E27FC236}">
                  <a16:creationId xmlns:a16="http://schemas.microsoft.com/office/drawing/2014/main" id="{4F03F7BF-8314-20A6-0E78-6AF30A16F9C7}"/>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5598" b="96947" l="6595" r="92326">
                          <a14:foregroundMark x1="36451" y1="13486" x2="36451" y2="13486"/>
                          <a14:foregroundMark x1="27218" y1="5598" x2="27218" y2="5598"/>
                          <a14:foregroundMark x1="87530" y1="36768" x2="87530" y2="36768"/>
                          <a14:foregroundMark x1="10312" y1="35751" x2="10312" y2="35751"/>
                          <a14:foregroundMark x1="6595" y1="31934" x2="6595" y2="31934"/>
                          <a14:foregroundMark x1="92446" y1="33079" x2="92446" y2="33079"/>
                          <a14:foregroundMark x1="53717" y1="96947" x2="53717" y2="96947"/>
                          <a14:foregroundMark x1="41607" y1="64377" x2="41607" y2="64377"/>
                          <a14:foregroundMark x1="34053" y1="61196" x2="34053" y2="61196"/>
                          <a14:foregroundMark x1="31415" y1="61196" x2="31415" y2="61196"/>
                          <a14:foregroundMark x1="30815" y1="52672" x2="30815" y2="52672"/>
                          <a14:foregroundMark x1="68585" y1="50509" x2="68585" y2="50509"/>
                          <a14:foregroundMark x1="68465" y1="59033" x2="68465" y2="59033"/>
                          <a14:foregroundMark x1="67866" y1="68066" x2="67866" y2="68066"/>
                          <a14:foregroundMark x1="67626" y1="76209" x2="67626" y2="76209"/>
                          <a14:foregroundMark x1="19664" y1="44784" x2="19664" y2="44784"/>
                          <a14:backgroundMark x1="39329" y1="56616" x2="39329" y2="56616"/>
                          <a14:backgroundMark x1="39928" y1="63486" x2="39928" y2="63486"/>
                          <a14:backgroundMark x1="46043" y1="62977" x2="46043" y2="62977"/>
                          <a14:backgroundMark x1="40288" y1="69720" x2="40288" y2="69720"/>
                          <a14:backgroundMark x1="27458" y1="85242" x2="27458" y2="85242"/>
                          <a14:backgroundMark x1="71343" y1="85496" x2="71343" y2="85496"/>
                          <a14:backgroundMark x1="33333" y1="63995" x2="33333" y2="63995"/>
                        </a14:backgroundRemoval>
                      </a14:imgEffect>
                    </a14:imgLayer>
                  </a14:imgProps>
                </a:ext>
              </a:extLst>
            </a:blip>
            <a:stretch>
              <a:fillRect/>
            </a:stretch>
          </p:blipFill>
          <p:spPr>
            <a:xfrm>
              <a:off x="1626616" y="3057986"/>
              <a:ext cx="777092" cy="732367"/>
            </a:xfrm>
            <a:prstGeom prst="rect">
              <a:avLst/>
            </a:prstGeom>
          </p:spPr>
        </p:pic>
        <p:sp>
          <p:nvSpPr>
            <p:cNvPr id="4" name="Left Arrow 3">
              <a:extLst>
                <a:ext uri="{FF2B5EF4-FFF2-40B4-BE49-F238E27FC236}">
                  <a16:creationId xmlns:a16="http://schemas.microsoft.com/office/drawing/2014/main" id="{4BA73D33-C7D5-4048-4ACA-4905AB1E2F9D}"/>
                </a:ext>
              </a:extLst>
            </p:cNvPr>
            <p:cNvSpPr/>
            <p:nvPr/>
          </p:nvSpPr>
          <p:spPr>
            <a:xfrm rot="13829328">
              <a:off x="1031524" y="2781264"/>
              <a:ext cx="754242" cy="161574"/>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Dollar with solid fill">
              <a:extLst>
                <a:ext uri="{FF2B5EF4-FFF2-40B4-BE49-F238E27FC236}">
                  <a16:creationId xmlns:a16="http://schemas.microsoft.com/office/drawing/2014/main" id="{0A74C8DE-496B-430E-D32F-B0EF37F64B1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3165798">
              <a:off x="1160419" y="2576541"/>
              <a:ext cx="457200" cy="457200"/>
            </a:xfrm>
            <a:prstGeom prst="rect">
              <a:avLst/>
            </a:prstGeom>
          </p:spPr>
        </p:pic>
        <p:sp>
          <p:nvSpPr>
            <p:cNvPr id="13" name="Left Arrow 12">
              <a:extLst>
                <a:ext uri="{FF2B5EF4-FFF2-40B4-BE49-F238E27FC236}">
                  <a16:creationId xmlns:a16="http://schemas.microsoft.com/office/drawing/2014/main" id="{AC01B8E9-7BEF-3075-65F8-068A34831BCA}"/>
                </a:ext>
              </a:extLst>
            </p:cNvPr>
            <p:cNvSpPr/>
            <p:nvPr/>
          </p:nvSpPr>
          <p:spPr>
            <a:xfrm rot="10800000">
              <a:off x="1545196" y="4342236"/>
              <a:ext cx="827704" cy="103079"/>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descr="Unlock with solid fill">
              <a:extLst>
                <a:ext uri="{FF2B5EF4-FFF2-40B4-BE49-F238E27FC236}">
                  <a16:creationId xmlns:a16="http://schemas.microsoft.com/office/drawing/2014/main" id="{1289E1F2-52B9-F750-F2E0-DC3BDAF3ECE2}"/>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703224" y="509396"/>
              <a:ext cx="1334611" cy="1334611"/>
            </a:xfrm>
            <a:prstGeom prst="rect">
              <a:avLst/>
            </a:prstGeom>
          </p:spPr>
        </p:pic>
        <p:pic>
          <p:nvPicPr>
            <p:cNvPr id="18" name="Graphic 17" descr="Dollar with solid fill">
              <a:extLst>
                <a:ext uri="{FF2B5EF4-FFF2-40B4-BE49-F238E27FC236}">
                  <a16:creationId xmlns:a16="http://schemas.microsoft.com/office/drawing/2014/main" id="{74DB2BFB-1A5A-C60F-B97E-3F98BD30712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75152" y="3575827"/>
              <a:ext cx="457200" cy="457200"/>
            </a:xfrm>
            <a:prstGeom prst="rect">
              <a:avLst/>
            </a:prstGeom>
          </p:spPr>
        </p:pic>
      </p:grpSp>
    </p:spTree>
    <p:extLst>
      <p:ext uri="{BB962C8B-B14F-4D97-AF65-F5344CB8AC3E}">
        <p14:creationId xmlns:p14="http://schemas.microsoft.com/office/powerpoint/2010/main" val="2269282609"/>
      </p:ext>
    </p:extLst>
  </p:cSld>
  <p:clrMapOvr>
    <a:masterClrMapping/>
  </p:clrMapOvr>
  <mc:AlternateContent xmlns:mc="http://schemas.openxmlformats.org/markup-compatibility/2006">
    <mc:Choice xmlns:p14="http://schemas.microsoft.com/office/powerpoint/2010/main" Requires="p14">
      <p:transition spd="slow" p14:dur="1700">
        <p:push/>
      </p:transition>
    </mc:Choice>
    <mc:Fallback>
      <p:transition spd="slow">
        <p:push/>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Shape 63"/>
        <p:cNvGrpSpPr/>
        <p:nvPr/>
      </p:nvGrpSpPr>
      <p:grpSpPr>
        <a:xfrm>
          <a:off x="0" y="0"/>
          <a:ext cx="0" cy="0"/>
          <a:chOff x="0" y="0"/>
          <a:chExt cx="0" cy="0"/>
        </a:xfrm>
      </p:grpSpPr>
      <p:sp>
        <p:nvSpPr>
          <p:cNvPr id="65" name="Google Shape;65;p13"/>
          <p:cNvSpPr txBox="1">
            <a:spLocks noGrp="1"/>
          </p:cNvSpPr>
          <p:nvPr>
            <p:ph type="ctrTitle"/>
          </p:nvPr>
        </p:nvSpPr>
        <p:spPr>
          <a:xfrm>
            <a:off x="483115" y="126124"/>
            <a:ext cx="8298278" cy="2104897"/>
          </a:xfrm>
          <a:solidFill>
            <a:srgbClr val="92D050"/>
          </a:solidFill>
        </p:spPr>
        <p:txBody>
          <a:bodyPr spcFirstLastPara="1" wrap="square" lIns="91425" tIns="91425" rIns="91425" bIns="91425" anchor="t" anchorCtr="0">
            <a:normAutofit fontScale="90000"/>
          </a:bodyPr>
          <a:lstStyle/>
          <a:p>
            <a:pPr lvl="0" algn="ctr"/>
            <a:br>
              <a:rPr lang="en" sz="3200" dirty="0">
                <a:latin typeface="Abadi" panose="020B0604020104020204" pitchFamily="34" charset="0"/>
                <a:ea typeface="Roboto" panose="02000000000000000000" pitchFamily="2" charset="0"/>
              </a:rPr>
            </a:br>
            <a:r>
              <a:rPr lang="en" sz="3200" dirty="0">
                <a:latin typeface="Abadi" panose="020B0604020104020204" pitchFamily="34" charset="0"/>
                <a:ea typeface="Roboto" panose="02000000000000000000" pitchFamily="2" charset="0"/>
              </a:rPr>
              <a:t>DESIGN OPTIONS FOR </a:t>
            </a:r>
            <a:r>
              <a:rPr lang="en" sz="3200" dirty="0">
                <a:latin typeface="Roboto" panose="02000000000000000000" pitchFamily="2" charset="0"/>
                <a:ea typeface="Roboto" panose="02000000000000000000" pitchFamily="2" charset="0"/>
              </a:rPr>
              <a:t>Sustainability-Linked </a:t>
            </a:r>
            <a:br>
              <a:rPr lang="en" sz="3200" dirty="0">
                <a:latin typeface="Roboto" panose="02000000000000000000" pitchFamily="2" charset="0"/>
                <a:ea typeface="Roboto" panose="02000000000000000000" pitchFamily="2" charset="0"/>
              </a:rPr>
            </a:br>
            <a:r>
              <a:rPr lang="en" sz="3200" dirty="0">
                <a:latin typeface="Roboto" panose="02000000000000000000" pitchFamily="2" charset="0"/>
                <a:ea typeface="Roboto" panose="02000000000000000000" pitchFamily="2" charset="0"/>
              </a:rPr>
              <a:t>Intermediated Debt Instruments </a:t>
            </a:r>
            <a:br>
              <a:rPr lang="en" sz="3200" dirty="0">
                <a:latin typeface="Roboto" panose="02000000000000000000" pitchFamily="2" charset="0"/>
                <a:ea typeface="Roboto" panose="02000000000000000000" pitchFamily="2" charset="0"/>
              </a:rPr>
            </a:br>
            <a:r>
              <a:rPr lang="en" sz="3200" b="0" dirty="0">
                <a:latin typeface="Roboto" panose="02000000000000000000" pitchFamily="2" charset="0"/>
                <a:ea typeface="Roboto" panose="02000000000000000000" pitchFamily="2" charset="0"/>
              </a:rPr>
              <a:t>(SLIDIs)</a:t>
            </a:r>
            <a:endParaRPr lang="en-US" sz="3200" b="0" dirty="0">
              <a:latin typeface="Roboto" panose="02000000000000000000" pitchFamily="2" charset="0"/>
              <a:ea typeface="Roboto" panose="02000000000000000000" pitchFamily="2" charset="0"/>
            </a:endParaRPr>
          </a:p>
        </p:txBody>
      </p:sp>
      <p:sp>
        <p:nvSpPr>
          <p:cNvPr id="66" name="Google Shape;66;p13"/>
          <p:cNvSpPr txBox="1">
            <a:spLocks noGrp="1"/>
          </p:cNvSpPr>
          <p:nvPr>
            <p:ph type="body" sz="quarter" idx="10"/>
          </p:nvPr>
        </p:nvSpPr>
        <p:spPr>
          <a:xfrm>
            <a:off x="5859195" y="4135901"/>
            <a:ext cx="3015726" cy="807573"/>
          </a:xfrm>
        </p:spPr>
        <p:txBody>
          <a:bodyPr spcFirstLastPara="1" wrap="square" lIns="91425" tIns="91425" rIns="91425" bIns="91425" anchor="t" anchorCtr="0">
            <a:noAutofit/>
          </a:bodyPr>
          <a:lstStyle/>
          <a:p>
            <a:pPr lvl="0"/>
            <a:r>
              <a:rPr lang="en-GB">
                <a:sym typeface="Merriweather"/>
              </a:rPr>
              <a:t>Marcello </a:t>
            </a:r>
            <a:r>
              <a:rPr lang="en-GB" err="1">
                <a:sym typeface="Merriweather"/>
              </a:rPr>
              <a:t>Estevão</a:t>
            </a:r>
            <a:endParaRPr lang="en-GB">
              <a:sym typeface="Merriweather"/>
            </a:endParaRPr>
          </a:p>
          <a:p>
            <a:pPr lvl="0"/>
            <a:r>
              <a:rPr lang="en-GB">
                <a:sym typeface="Merriweather"/>
              </a:rPr>
              <a:t>Nils (Jasper) Zimmermann</a:t>
            </a:r>
          </a:p>
          <a:p>
            <a:pPr lvl="0"/>
            <a:r>
              <a:rPr lang="en-GB">
                <a:sym typeface="Merriweather"/>
              </a:rPr>
              <a:t>Stephen Stretton</a:t>
            </a:r>
          </a:p>
        </p:txBody>
      </p:sp>
      <p:sp>
        <p:nvSpPr>
          <p:cNvPr id="2" name="Text Placeholder 3">
            <a:extLst>
              <a:ext uri="{FF2B5EF4-FFF2-40B4-BE49-F238E27FC236}">
                <a16:creationId xmlns:a16="http://schemas.microsoft.com/office/drawing/2014/main" id="{EFB93CF6-86BA-4E2F-028D-059A6CA63C41}"/>
              </a:ext>
            </a:extLst>
          </p:cNvPr>
          <p:cNvSpPr txBox="1">
            <a:spLocks/>
          </p:cNvSpPr>
          <p:nvPr/>
        </p:nvSpPr>
        <p:spPr>
          <a:xfrm>
            <a:off x="483115" y="2451338"/>
            <a:ext cx="3677494" cy="922283"/>
          </a:xfrm>
          <a:prstGeom prst="rect">
            <a:avLst/>
          </a:prstGeom>
          <a:solidFill>
            <a:srgbClr val="FFFF00"/>
          </a:solidFill>
        </p:spPr>
        <p:txBody>
          <a:bodyPr>
            <a:normAutofit fontScale="85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dirty="0">
                <a:solidFill>
                  <a:srgbClr val="3366FF"/>
                </a:solidFill>
                <a:latin typeface="Merriweather" pitchFamily="2" charset="77"/>
                <a:ea typeface="Roboto"/>
                <a:sym typeface="Roboto"/>
              </a:rPr>
              <a:t>*Please note: these remarks are made in a </a:t>
            </a:r>
            <a:r>
              <a:rPr lang="en-US" sz="1800" b="1" dirty="0">
                <a:solidFill>
                  <a:srgbClr val="3366FF"/>
                </a:solidFill>
                <a:latin typeface="Merriweather" pitchFamily="2" charset="77"/>
                <a:ea typeface="Roboto"/>
                <a:sym typeface="Roboto"/>
              </a:rPr>
              <a:t>personal capacity </a:t>
            </a:r>
            <a:r>
              <a:rPr lang="en-US" sz="1800" dirty="0">
                <a:solidFill>
                  <a:srgbClr val="3366FF"/>
                </a:solidFill>
                <a:latin typeface="Merriweather" pitchFamily="2" charset="77"/>
                <a:ea typeface="Roboto"/>
                <a:sym typeface="Roboto"/>
              </a:rPr>
              <a:t>and </a:t>
            </a:r>
            <a:r>
              <a:rPr lang="en-US" sz="1800" b="1" dirty="0">
                <a:solidFill>
                  <a:srgbClr val="3366FF"/>
                </a:solidFill>
                <a:latin typeface="Merriweather" pitchFamily="2" charset="77"/>
                <a:ea typeface="Roboto"/>
                <a:sym typeface="Roboto"/>
              </a:rPr>
              <a:t>do not </a:t>
            </a:r>
            <a:r>
              <a:rPr lang="en-US" sz="1800" dirty="0">
                <a:solidFill>
                  <a:srgbClr val="3366FF"/>
                </a:solidFill>
                <a:latin typeface="Merriweather" pitchFamily="2" charset="77"/>
                <a:ea typeface="Roboto"/>
                <a:sym typeface="Roboto"/>
              </a:rPr>
              <a:t>represent the views of any institutions we are affiliated to</a:t>
            </a:r>
          </a:p>
        </p:txBody>
      </p:sp>
    </p:spTree>
  </p:cSld>
  <p:clrMapOvr>
    <a:masterClrMapping/>
  </p:clrMapOvr>
  <mc:AlternateContent xmlns:mc="http://schemas.openxmlformats.org/markup-compatibility/2006">
    <mc:Choice xmlns:p14="http://schemas.microsoft.com/office/powerpoint/2010/main" Requires="p14">
      <p:transition spd="slow" p14:dur="1700">
        <p:push/>
      </p:transition>
    </mc:Choice>
    <mc:Fallback>
      <p:transition spd="slow">
        <p:push/>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3" name="Subtitle 2">
            <a:extLst>
              <a:ext uri="{FF2B5EF4-FFF2-40B4-BE49-F238E27FC236}">
                <a16:creationId xmlns:a16="http://schemas.microsoft.com/office/drawing/2014/main" id="{05240FCA-0859-01A2-00C6-B59F955E3804}"/>
              </a:ext>
            </a:extLst>
          </p:cNvPr>
          <p:cNvSpPr>
            <a:spLocks noGrp="1"/>
          </p:cNvSpPr>
          <p:nvPr>
            <p:ph type="subTitle" idx="1"/>
          </p:nvPr>
        </p:nvSpPr>
        <p:spPr/>
        <p:txBody>
          <a:bodyPr>
            <a:normAutofit/>
          </a:bodyPr>
          <a:lstStyle/>
          <a:p>
            <a:r>
              <a:rPr lang="en-US"/>
              <a:t>Contents</a:t>
            </a:r>
          </a:p>
        </p:txBody>
      </p:sp>
      <p:sp>
        <p:nvSpPr>
          <p:cNvPr id="72" name="Google Shape;72;p14"/>
          <p:cNvSpPr txBox="1">
            <a:spLocks noGrp="1"/>
          </p:cNvSpPr>
          <p:nvPr>
            <p:ph type="body" sz="quarter" idx="11"/>
          </p:nvPr>
        </p:nvSpPr>
        <p:spPr/>
        <p:txBody>
          <a:bodyPr spcFirstLastPara="1" wrap="square" lIns="91425" tIns="91425" rIns="91425" bIns="91425" anchor="t" anchorCtr="0">
            <a:noAutofit/>
          </a:bodyPr>
          <a:lstStyle/>
          <a:p>
            <a:pPr marL="401638" indent="-401638">
              <a:spcAft>
                <a:spcPts val="600"/>
              </a:spcAft>
            </a:pPr>
            <a:r>
              <a:rPr lang="en-GB" b="1" dirty="0">
                <a:sym typeface="Merriweather"/>
              </a:rPr>
              <a:t>Investment Gap: </a:t>
            </a:r>
            <a:r>
              <a:rPr lang="en-GB" dirty="0">
                <a:sym typeface="Merriweather"/>
              </a:rPr>
              <a:t>Why SLIDIs?</a:t>
            </a:r>
          </a:p>
          <a:p>
            <a:pPr marL="401638" indent="-401638">
              <a:spcAft>
                <a:spcPts val="600"/>
              </a:spcAft>
            </a:pPr>
            <a:r>
              <a:rPr lang="en-GB" b="1" dirty="0">
                <a:sym typeface="Merriweather"/>
              </a:rPr>
              <a:t>Sustainability-Linked-Bonds:</a:t>
            </a:r>
            <a:r>
              <a:rPr lang="en-GB" dirty="0">
                <a:sym typeface="Merriweather"/>
              </a:rPr>
              <a:t> Basic Concept &amp; Shortcomings</a:t>
            </a:r>
          </a:p>
          <a:p>
            <a:pPr marL="401638" indent="-401638">
              <a:spcAft>
                <a:spcPts val="600"/>
              </a:spcAft>
            </a:pPr>
            <a:r>
              <a:rPr lang="en-GB" b="1" noProof="0" dirty="0">
                <a:sym typeface="Merriweather"/>
              </a:rPr>
              <a:t>SLIDIs: </a:t>
            </a:r>
            <a:r>
              <a:rPr lang="en-GB" noProof="0" dirty="0">
                <a:sym typeface="Merriweather"/>
              </a:rPr>
              <a:t>Basic Concept</a:t>
            </a:r>
            <a:endParaRPr lang="en-GB" dirty="0">
              <a:solidFill>
                <a:schemeClr val="dk2"/>
              </a:solidFill>
            </a:endParaRPr>
          </a:p>
          <a:p>
            <a:pPr marL="401638" indent="-401638">
              <a:spcAft>
                <a:spcPts val="600"/>
              </a:spcAft>
            </a:pPr>
            <a:r>
              <a:rPr lang="en-GB" b="1" dirty="0">
                <a:sym typeface="Merriweather"/>
              </a:rPr>
              <a:t>Option One: </a:t>
            </a:r>
            <a:r>
              <a:rPr lang="en-GB" dirty="0">
                <a:sym typeface="Merriweather"/>
              </a:rPr>
              <a:t>WB Side Payments</a:t>
            </a:r>
          </a:p>
          <a:p>
            <a:pPr marL="401638" indent="-401638">
              <a:spcAft>
                <a:spcPts val="600"/>
              </a:spcAft>
            </a:pPr>
            <a:r>
              <a:rPr lang="en-GB" b="1" dirty="0">
                <a:sym typeface="Merriweather"/>
              </a:rPr>
              <a:t>Option Two: </a:t>
            </a:r>
            <a:r>
              <a:rPr lang="en-GB" dirty="0">
                <a:sym typeface="Merriweather"/>
              </a:rPr>
              <a:t>Trusted Intermediary</a:t>
            </a:r>
            <a:r>
              <a:rPr lang="en-GB" b="1" dirty="0">
                <a:sym typeface="Merriweather"/>
              </a:rPr>
              <a:t>	</a:t>
            </a:r>
          </a:p>
          <a:p>
            <a:pPr marL="401638" indent="-401638">
              <a:spcAft>
                <a:spcPts val="600"/>
              </a:spcAft>
            </a:pPr>
            <a:r>
              <a:rPr lang="en-GB" b="1" noProof="0" dirty="0">
                <a:sym typeface="Merriweather"/>
              </a:rPr>
              <a:t>Development Partner Role</a:t>
            </a:r>
          </a:p>
          <a:p>
            <a:pPr marL="401638" indent="-401638">
              <a:spcAft>
                <a:spcPts val="600"/>
              </a:spcAft>
            </a:pPr>
            <a:r>
              <a:rPr lang="en-GB" b="1" dirty="0">
                <a:sym typeface="Merriweather"/>
              </a:rPr>
              <a:t>Structuring KPIs</a:t>
            </a:r>
            <a:endParaRPr lang="en-GB" b="1" noProof="0" dirty="0">
              <a:sym typeface="Merriweather"/>
            </a:endParaRPr>
          </a:p>
          <a:p>
            <a:pPr marL="401638" indent="-401638">
              <a:spcAft>
                <a:spcPts val="600"/>
              </a:spcAft>
            </a:pPr>
            <a:r>
              <a:rPr lang="en-GB" b="1" noProof="0" dirty="0">
                <a:sym typeface="Merriweather"/>
              </a:rPr>
              <a:t>Conclusions</a:t>
            </a:r>
            <a:endParaRPr lang="en-US" dirty="0"/>
          </a:p>
          <a:p>
            <a:pPr lvl="0"/>
            <a:endParaRPr lang="en-US" dirty="0"/>
          </a:p>
          <a:p>
            <a:endParaRPr lang="en-US" dirty="0"/>
          </a:p>
          <a:p>
            <a:pPr lvl="0"/>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2" name="Subtitle 1">
            <a:extLst>
              <a:ext uri="{FF2B5EF4-FFF2-40B4-BE49-F238E27FC236}">
                <a16:creationId xmlns:a16="http://schemas.microsoft.com/office/drawing/2014/main" id="{83834CDD-F0FC-C4F8-80B4-80A7B9032932}"/>
              </a:ext>
            </a:extLst>
          </p:cNvPr>
          <p:cNvSpPr>
            <a:spLocks noGrp="1"/>
          </p:cNvSpPr>
          <p:nvPr>
            <p:ph type="subTitle" idx="1"/>
          </p:nvPr>
        </p:nvSpPr>
        <p:spPr/>
        <p:txBody>
          <a:bodyPr>
            <a:normAutofit/>
          </a:bodyPr>
          <a:lstStyle/>
          <a:p>
            <a:r>
              <a:rPr lang="en-US"/>
              <a:t>Why SLIDIs?</a:t>
            </a:r>
          </a:p>
        </p:txBody>
      </p:sp>
    </p:spTree>
    <p:extLst>
      <p:ext uri="{BB962C8B-B14F-4D97-AF65-F5344CB8AC3E}">
        <p14:creationId xmlns:p14="http://schemas.microsoft.com/office/powerpoint/2010/main" val="70190844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103"/>
        <p:cNvGrpSpPr/>
        <p:nvPr/>
      </p:nvGrpSpPr>
      <p:grpSpPr>
        <a:xfrm>
          <a:off x="0" y="0"/>
          <a:ext cx="0" cy="0"/>
          <a:chOff x="0" y="0"/>
          <a:chExt cx="0" cy="0"/>
        </a:xfrm>
      </p:grpSpPr>
      <p:sp>
        <p:nvSpPr>
          <p:cNvPr id="11" name="Subtitle 10">
            <a:extLst>
              <a:ext uri="{FF2B5EF4-FFF2-40B4-BE49-F238E27FC236}">
                <a16:creationId xmlns:a16="http://schemas.microsoft.com/office/drawing/2014/main" id="{A7C5783E-BE0C-DC39-55D3-4BACE04F9D80}"/>
              </a:ext>
            </a:extLst>
          </p:cNvPr>
          <p:cNvSpPr>
            <a:spLocks noGrp="1"/>
          </p:cNvSpPr>
          <p:nvPr>
            <p:ph type="subTitle" idx="1"/>
          </p:nvPr>
        </p:nvSpPr>
        <p:spPr/>
        <p:txBody>
          <a:bodyPr>
            <a:normAutofit/>
          </a:bodyPr>
          <a:lstStyle/>
          <a:p>
            <a:r>
              <a:rPr lang="en-US" dirty="0"/>
              <a:t>Why SLIDIs? Overview</a:t>
            </a:r>
          </a:p>
        </p:txBody>
      </p:sp>
      <p:grpSp>
        <p:nvGrpSpPr>
          <p:cNvPr id="106" name="Google Shape;106;p17"/>
          <p:cNvGrpSpPr/>
          <p:nvPr/>
        </p:nvGrpSpPr>
        <p:grpSpPr>
          <a:xfrm>
            <a:off x="3102321" y="1697166"/>
            <a:ext cx="2755134" cy="2791145"/>
            <a:chOff x="3071454" y="2013875"/>
            <a:chExt cx="2154300" cy="1569600"/>
          </a:xfrm>
        </p:grpSpPr>
        <p:sp>
          <p:nvSpPr>
            <p:cNvPr id="107" name="Google Shape;107;p17"/>
            <p:cNvSpPr/>
            <p:nvPr/>
          </p:nvSpPr>
          <p:spPr>
            <a:xfrm rot="10800000" flipH="1">
              <a:off x="3071454" y="2013875"/>
              <a:ext cx="2154300" cy="1569600"/>
            </a:xfrm>
            <a:prstGeom prst="round2DiagRect">
              <a:avLst>
                <a:gd name="adj1" fmla="val 0"/>
                <a:gd name="adj2" fmla="val 17764"/>
              </a:avLst>
            </a:prstGeom>
            <a:solidFill>
              <a:srgbClr val="00B0F0"/>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7"/>
            <p:cNvSpPr txBox="1"/>
            <p:nvPr/>
          </p:nvSpPr>
          <p:spPr>
            <a:xfrm>
              <a:off x="3226280" y="2471044"/>
              <a:ext cx="1647300" cy="483208"/>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a:lnSpc>
                  <a:spcPct val="115000"/>
                </a:lnSpc>
                <a:spcAft>
                  <a:spcPts val="1600"/>
                </a:spcAft>
              </a:pPr>
              <a:r>
                <a:rPr lang="en" sz="1000" b="1" dirty="0">
                  <a:solidFill>
                    <a:srgbClr val="FFFFFF"/>
                  </a:solidFill>
                  <a:latin typeface="Roboto"/>
                  <a:ea typeface="Roboto"/>
                  <a:cs typeface="Roboto"/>
                  <a:sym typeface="Roboto"/>
                </a:rPr>
                <a:t>Sustainability Linked Bonds (SLBs) and Sustainability-Linked Loans (SLLs) are relevant innovations</a:t>
              </a:r>
              <a:endParaRPr lang="en" sz="1000" b="1" dirty="0">
                <a:solidFill>
                  <a:srgbClr val="FFFFFF"/>
                </a:solidFill>
                <a:latin typeface="Roboto"/>
                <a:ea typeface="Roboto"/>
                <a:cs typeface="Roboto"/>
              </a:endParaRPr>
            </a:p>
          </p:txBody>
        </p:sp>
      </p:grpSp>
      <p:grpSp>
        <p:nvGrpSpPr>
          <p:cNvPr id="110" name="Google Shape;110;p17"/>
          <p:cNvGrpSpPr/>
          <p:nvPr/>
        </p:nvGrpSpPr>
        <p:grpSpPr>
          <a:xfrm>
            <a:off x="508956" y="1697303"/>
            <a:ext cx="2588704" cy="2788108"/>
            <a:chOff x="1126863" y="2013875"/>
            <a:chExt cx="1944600" cy="1569600"/>
          </a:xfrm>
        </p:grpSpPr>
        <p:sp>
          <p:nvSpPr>
            <p:cNvPr id="111" name="Google Shape;111;p17"/>
            <p:cNvSpPr/>
            <p:nvPr/>
          </p:nvSpPr>
          <p:spPr>
            <a:xfrm>
              <a:off x="1126863" y="2013875"/>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7"/>
            <p:cNvSpPr txBox="1"/>
            <p:nvPr/>
          </p:nvSpPr>
          <p:spPr>
            <a:xfrm>
              <a:off x="1351295" y="2195738"/>
              <a:ext cx="1451700" cy="464643"/>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Bef>
                  <a:spcPts val="600"/>
                </a:spcBef>
              </a:pPr>
              <a:r>
                <a:rPr lang="en" sz="1100" b="1" dirty="0">
                  <a:latin typeface="Roboto"/>
                  <a:ea typeface="Roboto"/>
                  <a:cs typeface="Roboto"/>
                </a:rPr>
                <a:t>The world needs stronger policy action to achieve global GHG emissions mitigation</a:t>
              </a:r>
              <a:endParaRPr lang="en" dirty="0">
                <a:ea typeface="Roboto"/>
              </a:endParaRPr>
            </a:p>
          </p:txBody>
        </p:sp>
        <p:sp>
          <p:nvSpPr>
            <p:cNvPr id="113" name="Google Shape;113;p17"/>
            <p:cNvSpPr txBox="1"/>
            <p:nvPr/>
          </p:nvSpPr>
          <p:spPr>
            <a:xfrm>
              <a:off x="1351295" y="2840192"/>
              <a:ext cx="1605799" cy="359577"/>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Aft>
                  <a:spcPts val="600"/>
                </a:spcAft>
              </a:pPr>
              <a:r>
                <a:rPr lang="en" sz="1100" b="1" dirty="0">
                  <a:latin typeface="Roboto"/>
                  <a:ea typeface="Roboto"/>
                  <a:cs typeface="Roboto"/>
                  <a:sym typeface="Roboto"/>
                </a:rPr>
                <a:t>Developing countries need access to cheap finance to build clean energy abundance</a:t>
              </a:r>
              <a:endParaRPr lang="en-US" dirty="0"/>
            </a:p>
            <a:p>
              <a:pPr>
                <a:spcAft>
                  <a:spcPts val="600"/>
                </a:spcAft>
              </a:pPr>
              <a:endParaRPr lang="en" sz="1000" dirty="0">
                <a:solidFill>
                  <a:srgbClr val="FFFFFF"/>
                </a:solidFill>
                <a:latin typeface="Roboto"/>
                <a:ea typeface="Roboto"/>
                <a:cs typeface="Roboto"/>
              </a:endParaRPr>
            </a:p>
            <a:p>
              <a:pPr>
                <a:lnSpc>
                  <a:spcPct val="114999"/>
                </a:lnSpc>
                <a:spcAft>
                  <a:spcPts val="1600"/>
                </a:spcAft>
              </a:pPr>
              <a:endParaRPr lang="en" sz="1100" b="1" dirty="0">
                <a:solidFill>
                  <a:srgbClr val="FFFFFF"/>
                </a:solidFill>
                <a:latin typeface="Roboto"/>
                <a:ea typeface="Roboto"/>
                <a:cs typeface="Roboto"/>
              </a:endParaRPr>
            </a:p>
          </p:txBody>
        </p:sp>
      </p:grpSp>
      <p:grpSp>
        <p:nvGrpSpPr>
          <p:cNvPr id="114" name="Google Shape;114;p17"/>
          <p:cNvGrpSpPr/>
          <p:nvPr/>
        </p:nvGrpSpPr>
        <p:grpSpPr>
          <a:xfrm>
            <a:off x="5697634" y="1697166"/>
            <a:ext cx="2752652" cy="2791280"/>
            <a:chOff x="5015938" y="2013875"/>
            <a:chExt cx="3001200" cy="1569600"/>
          </a:xfrm>
        </p:grpSpPr>
        <p:sp>
          <p:nvSpPr>
            <p:cNvPr id="115" name="Google Shape;115;p17"/>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6" name="Google Shape;116;p17"/>
            <p:cNvSpPr txBox="1"/>
            <p:nvPr/>
          </p:nvSpPr>
          <p:spPr>
            <a:xfrm>
              <a:off x="5395114" y="2471022"/>
              <a:ext cx="2417100" cy="499522"/>
            </a:xfrm>
            <a:prstGeom prst="rect">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100" b="1" dirty="0">
                  <a:solidFill>
                    <a:srgbClr val="FFFFFF"/>
                  </a:solidFill>
                  <a:latin typeface="Roboto"/>
                  <a:ea typeface="Roboto"/>
                  <a:cs typeface="Roboto"/>
                  <a:sym typeface="Roboto"/>
                </a:rPr>
                <a:t>Sustainability-Linked Intermediated Debt Instruments (SLIDIs) </a:t>
              </a:r>
              <a:r>
                <a:rPr lang="en" sz="1100" b="1" dirty="0">
                  <a:solidFill>
                    <a:srgbClr val="FFFFFF"/>
                  </a:solidFill>
                  <a:latin typeface="Roboto"/>
                  <a:ea typeface="Roboto"/>
                  <a:cs typeface="Roboto"/>
                  <a:sym typeface="Roboto"/>
                </a:rPr>
                <a:t>build on SLBs and SLLs </a:t>
              </a:r>
              <a:endParaRPr sz="1100" dirty="0">
                <a:solidFill>
                  <a:srgbClr val="FFFFFF"/>
                </a:solidFill>
                <a:latin typeface="Roboto"/>
                <a:ea typeface="Roboto"/>
                <a:cs typeface="Roboto"/>
                <a:sym typeface="Roboto"/>
              </a:endParaRPr>
            </a:p>
          </p:txBody>
        </p:sp>
      </p:grpSp>
      <p:grpSp>
        <p:nvGrpSpPr>
          <p:cNvPr id="118" name="Google Shape;118;p17"/>
          <p:cNvGrpSpPr/>
          <p:nvPr/>
        </p:nvGrpSpPr>
        <p:grpSpPr>
          <a:xfrm>
            <a:off x="5575075" y="2845703"/>
            <a:ext cx="261571" cy="260379"/>
            <a:chOff x="4858109" y="2631368"/>
            <a:chExt cx="316442" cy="315000"/>
          </a:xfrm>
        </p:grpSpPr>
        <p:sp>
          <p:nvSpPr>
            <p:cNvPr id="119" name="Google Shape;119;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21" name="Google Shape;121;p17"/>
          <p:cNvGrpSpPr/>
          <p:nvPr/>
        </p:nvGrpSpPr>
        <p:grpSpPr>
          <a:xfrm>
            <a:off x="2921103" y="2845703"/>
            <a:ext cx="261571" cy="260379"/>
            <a:chOff x="4858109" y="2631368"/>
            <a:chExt cx="316442" cy="315000"/>
          </a:xfrm>
        </p:grpSpPr>
        <p:sp>
          <p:nvSpPr>
            <p:cNvPr id="122" name="Google Shape;122;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Tree>
    <p:extLst>
      <p:ext uri="{BB962C8B-B14F-4D97-AF65-F5344CB8AC3E}">
        <p14:creationId xmlns:p14="http://schemas.microsoft.com/office/powerpoint/2010/main" val="349700410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94"/>
        <p:cNvGrpSpPr/>
        <p:nvPr/>
      </p:nvGrpSpPr>
      <p:grpSpPr>
        <a:xfrm>
          <a:off x="0" y="0"/>
          <a:ext cx="0" cy="0"/>
          <a:chOff x="0" y="0"/>
          <a:chExt cx="0" cy="0"/>
        </a:xfrm>
      </p:grpSpPr>
      <p:sp>
        <p:nvSpPr>
          <p:cNvPr id="2" name="Subtitle 1">
            <a:extLst>
              <a:ext uri="{FF2B5EF4-FFF2-40B4-BE49-F238E27FC236}">
                <a16:creationId xmlns:a16="http://schemas.microsoft.com/office/drawing/2014/main" id="{287A8F82-B25E-90F1-3E69-B3AF4802A80D}"/>
              </a:ext>
            </a:extLst>
          </p:cNvPr>
          <p:cNvSpPr>
            <a:spLocks noGrp="1"/>
          </p:cNvSpPr>
          <p:nvPr>
            <p:ph type="subTitle" idx="1"/>
          </p:nvPr>
        </p:nvSpPr>
        <p:spPr/>
        <p:txBody>
          <a:bodyPr>
            <a:normAutofit/>
          </a:bodyPr>
          <a:lstStyle/>
          <a:p>
            <a:r>
              <a:rPr lang="en-GB" dirty="0">
                <a:sym typeface="Merriweather"/>
              </a:rPr>
              <a:t>Why SLIDIs? Very large investment quantities needed</a:t>
            </a:r>
          </a:p>
          <a:p>
            <a:endParaRPr lang="en-US" dirty="0"/>
          </a:p>
        </p:txBody>
      </p:sp>
      <p:sp>
        <p:nvSpPr>
          <p:cNvPr id="96" name="Google Shape;96;p16"/>
          <p:cNvSpPr txBox="1">
            <a:spLocks noGrp="1"/>
          </p:cNvSpPr>
          <p:nvPr>
            <p:ph type="body" sz="quarter" idx="10"/>
          </p:nvPr>
        </p:nvSpPr>
        <p:spPr>
          <a:xfrm>
            <a:off x="143850" y="1246816"/>
            <a:ext cx="4577986" cy="4247467"/>
          </a:xfrm>
        </p:spPr>
        <p:txBody>
          <a:bodyPr spcFirstLastPara="1" wrap="square" lIns="91425" tIns="91425" rIns="91425" bIns="91425" anchor="t" anchorCtr="0">
            <a:noAutofit/>
          </a:bodyPr>
          <a:lstStyle/>
          <a:p>
            <a:pPr lvl="0"/>
            <a:r>
              <a:rPr lang="en-GB" sz="1300" dirty="0">
                <a:solidFill>
                  <a:srgbClr val="002F4A"/>
                </a:solidFill>
              </a:rPr>
              <a:t>Global net zero by 2050: requires annual investment of </a:t>
            </a:r>
            <a:r>
              <a:rPr lang="en-GB" sz="1300" b="1" dirty="0">
                <a:solidFill>
                  <a:srgbClr val="B85741"/>
                </a:solidFill>
              </a:rPr>
              <a:t>US$3.4 trillion to $8.1 trillion </a:t>
            </a:r>
            <a:r>
              <a:rPr lang="en-GB" sz="1300" dirty="0">
                <a:solidFill>
                  <a:srgbClr val="002F4A"/>
                </a:solidFill>
              </a:rPr>
              <a:t>globally (</a:t>
            </a:r>
            <a:r>
              <a:rPr lang="en-GB" sz="1300" dirty="0">
                <a:solidFill>
                  <a:srgbClr val="002F4A"/>
                </a:solidFill>
                <a:hlinkClick r:id="rId3"/>
              </a:rPr>
              <a:t>Yilmaz et al. 2022</a:t>
            </a:r>
            <a:r>
              <a:rPr lang="en-GB" sz="1300" dirty="0">
                <a:solidFill>
                  <a:srgbClr val="002F4A"/>
                </a:solidFill>
              </a:rPr>
              <a:t>)</a:t>
            </a:r>
          </a:p>
          <a:p>
            <a:pPr lvl="0"/>
            <a:r>
              <a:rPr lang="en-GB" sz="1300" dirty="0">
                <a:solidFill>
                  <a:srgbClr val="002F4A"/>
                </a:solidFill>
              </a:rPr>
              <a:t>Developing countries: </a:t>
            </a:r>
            <a:r>
              <a:rPr lang="en-GB" sz="1300" b="1" dirty="0">
                <a:solidFill>
                  <a:srgbClr val="B85741"/>
                </a:solidFill>
              </a:rPr>
              <a:t>$2 trillion annually</a:t>
            </a:r>
            <a:r>
              <a:rPr lang="en-GB" sz="1300" dirty="0">
                <a:solidFill>
                  <a:srgbClr val="002F4A"/>
                </a:solidFill>
              </a:rPr>
              <a:t> (IMF, 2023)</a:t>
            </a:r>
          </a:p>
          <a:p>
            <a:pPr lvl="0"/>
            <a:r>
              <a:rPr lang="en-GB" sz="1300" dirty="0">
                <a:solidFill>
                  <a:srgbClr val="002F4A"/>
                </a:solidFill>
              </a:rPr>
              <a:t>Flow of climate finance from developed to developing countries in 2020 was estimated at $21 to $83.3 billion (UNFCCC), </a:t>
            </a:r>
            <a:r>
              <a:rPr lang="en-GB" sz="1300" b="1" dirty="0">
                <a:solidFill>
                  <a:srgbClr val="B85741"/>
                </a:solidFill>
              </a:rPr>
              <a:t>far below </a:t>
            </a:r>
            <a:r>
              <a:rPr lang="en-GB" sz="1300" dirty="0">
                <a:solidFill>
                  <a:srgbClr val="002F4A"/>
                </a:solidFill>
              </a:rPr>
              <a:t>required level</a:t>
            </a:r>
          </a:p>
          <a:p>
            <a:pPr lvl="0"/>
            <a:r>
              <a:rPr lang="en-GB" sz="1300" dirty="0">
                <a:solidFill>
                  <a:srgbClr val="002F4A"/>
                </a:solidFill>
              </a:rPr>
              <a:t>IMF (2023) estimates </a:t>
            </a:r>
            <a:r>
              <a:rPr lang="en-GB" sz="1300" b="1" dirty="0">
                <a:solidFill>
                  <a:srgbClr val="B85741"/>
                </a:solidFill>
              </a:rPr>
              <a:t>80%</a:t>
            </a:r>
            <a:r>
              <a:rPr lang="en-GB" sz="1300" b="1" dirty="0">
                <a:solidFill>
                  <a:srgbClr val="002F4A"/>
                </a:solidFill>
              </a:rPr>
              <a:t> </a:t>
            </a:r>
            <a:r>
              <a:rPr lang="en-GB" sz="1300" dirty="0">
                <a:solidFill>
                  <a:srgbClr val="002F4A"/>
                </a:solidFill>
              </a:rPr>
              <a:t>of necessary investment must come from </a:t>
            </a:r>
            <a:r>
              <a:rPr lang="en-GB" sz="1300" b="1" dirty="0">
                <a:solidFill>
                  <a:srgbClr val="B85741"/>
                </a:solidFill>
              </a:rPr>
              <a:t>private sector</a:t>
            </a:r>
          </a:p>
        </p:txBody>
      </p:sp>
      <p:sp>
        <p:nvSpPr>
          <p:cNvPr id="99" name="Google Shape;99;p16"/>
          <p:cNvSpPr txBox="1">
            <a:spLocks noGrp="1"/>
          </p:cNvSpPr>
          <p:nvPr>
            <p:ph type="body" sz="quarter" idx="11"/>
          </p:nvPr>
        </p:nvSpPr>
        <p:spPr/>
        <p:txBody>
          <a:bodyPr spcFirstLastPara="1" wrap="square" lIns="91425" tIns="91425" rIns="91425" bIns="91425" anchor="t" anchorCtr="0">
            <a:noAutofit/>
          </a:bodyPr>
          <a:lstStyle/>
          <a:p>
            <a:pPr lvl="0" indent="0">
              <a:buNone/>
            </a:pPr>
            <a:endParaRPr lang="en-GB" dirty="0"/>
          </a:p>
          <a:p>
            <a:pPr lvl="0" indent="0">
              <a:buNone/>
            </a:pPr>
            <a:endParaRPr lang="en-GB" dirty="0"/>
          </a:p>
          <a:p>
            <a:pPr lvl="0" indent="0">
              <a:buNone/>
            </a:pPr>
            <a:endParaRPr lang="en-GB" dirty="0"/>
          </a:p>
          <a:p>
            <a:pPr lvl="0" indent="0">
              <a:buNone/>
            </a:pPr>
            <a:endParaRPr lang="en-GB" dirty="0"/>
          </a:p>
          <a:p>
            <a:pPr lvl="0" indent="0">
              <a:buNone/>
            </a:pPr>
            <a:endParaRPr lang="en-GB" dirty="0"/>
          </a:p>
          <a:p>
            <a:pPr lvl="0" indent="0">
              <a:buNone/>
            </a:pPr>
            <a:endParaRPr lang="en-GB" dirty="0"/>
          </a:p>
          <a:p>
            <a:pPr lvl="0" indent="0">
              <a:buNone/>
            </a:pPr>
            <a:endParaRPr lang="en-GB" dirty="0"/>
          </a:p>
          <a:p>
            <a:pPr lvl="0" indent="0">
              <a:buNone/>
            </a:pPr>
            <a:endParaRPr lang="en-GB" dirty="0"/>
          </a:p>
          <a:p>
            <a:pPr lvl="0" indent="0" algn="ctr">
              <a:buNone/>
            </a:pPr>
            <a:r>
              <a:rPr lang="en-GB" sz="1100" b="1" dirty="0">
                <a:solidFill>
                  <a:srgbClr val="002F4A"/>
                </a:solidFill>
              </a:rPr>
              <a:t>Annual Flow of Private Sector Investments to Developing Countries (</a:t>
            </a:r>
            <a:r>
              <a:rPr lang="en-GB" sz="1100" b="1" dirty="0" err="1">
                <a:solidFill>
                  <a:srgbClr val="002F4A"/>
                </a:solidFill>
              </a:rPr>
              <a:t>US$bn</a:t>
            </a:r>
            <a:r>
              <a:rPr lang="en-GB" sz="1100" b="1" dirty="0">
                <a:solidFill>
                  <a:srgbClr val="002F4A"/>
                </a:solidFill>
              </a:rPr>
              <a:t>)</a:t>
            </a:r>
          </a:p>
          <a:p>
            <a:pPr lvl="0" indent="0" algn="ctr">
              <a:buNone/>
            </a:pPr>
            <a:r>
              <a:rPr lang="en-GB" sz="1050" dirty="0">
                <a:solidFill>
                  <a:srgbClr val="002F4A"/>
                </a:solidFill>
              </a:rPr>
              <a:t>Sources: IMF (2023); OECD (2021)</a:t>
            </a:r>
          </a:p>
        </p:txBody>
      </p:sp>
      <p:pic>
        <p:nvPicPr>
          <p:cNvPr id="98" name="Google Shape;98;p16" title="Points scored"/>
          <p:cNvPicPr preferRelativeResize="0"/>
          <p:nvPr/>
        </p:nvPicPr>
        <p:blipFill rotWithShape="1">
          <a:blip r:embed="rId4">
            <a:alphaModFix/>
          </a:blip>
          <a:srcRect t="19707"/>
          <a:stretch/>
        </p:blipFill>
        <p:spPr>
          <a:xfrm>
            <a:off x="4721836" y="1595120"/>
            <a:ext cx="4278314" cy="2247866"/>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700">
        <p:push/>
      </p:transition>
    </mc:Choice>
    <mc:Fallback>
      <p:transition spd="slow">
        <p:pus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103"/>
        <p:cNvGrpSpPr/>
        <p:nvPr/>
      </p:nvGrpSpPr>
      <p:grpSpPr>
        <a:xfrm>
          <a:off x="0" y="0"/>
          <a:ext cx="0" cy="0"/>
          <a:chOff x="0" y="0"/>
          <a:chExt cx="0" cy="0"/>
        </a:xfrm>
      </p:grpSpPr>
      <p:sp>
        <p:nvSpPr>
          <p:cNvPr id="3" name="Text Placeholder 2">
            <a:extLst>
              <a:ext uri="{FF2B5EF4-FFF2-40B4-BE49-F238E27FC236}">
                <a16:creationId xmlns:a16="http://schemas.microsoft.com/office/drawing/2014/main" id="{C8290A0F-8970-0842-6C4F-1972E55D81F7}"/>
              </a:ext>
            </a:extLst>
          </p:cNvPr>
          <p:cNvSpPr>
            <a:spLocks noGrp="1"/>
          </p:cNvSpPr>
          <p:nvPr>
            <p:ph type="body" sz="quarter" idx="11"/>
          </p:nvPr>
        </p:nvSpPr>
        <p:spPr>
          <a:xfrm>
            <a:off x="146146" y="1431050"/>
            <a:ext cx="4384111" cy="2770460"/>
          </a:xfrm>
        </p:spPr>
        <p:txBody>
          <a:bodyPr>
            <a:noAutofit/>
          </a:bodyPr>
          <a:lstStyle/>
          <a:p>
            <a:r>
              <a:rPr lang="en-GB" sz="1600" b="1" dirty="0">
                <a:solidFill>
                  <a:schemeClr val="tx1"/>
                </a:solidFill>
                <a:latin typeface="Roboto"/>
                <a:ea typeface="Roboto"/>
                <a:cs typeface="Roboto"/>
                <a:sym typeface="Roboto"/>
              </a:rPr>
              <a:t>Mobilising very large-scale investment is imperative to finance a global transition to clean energy abundance </a:t>
            </a:r>
          </a:p>
          <a:p>
            <a:pPr indent="0">
              <a:buNone/>
            </a:pPr>
            <a:endParaRPr lang="en-GB" sz="1600" b="1" dirty="0">
              <a:solidFill>
                <a:schemeClr val="tx1"/>
              </a:solidFill>
              <a:latin typeface="Roboto"/>
              <a:ea typeface="Roboto"/>
              <a:cs typeface="Roboto"/>
              <a:sym typeface="Roboto"/>
            </a:endParaRPr>
          </a:p>
          <a:p>
            <a:r>
              <a:rPr lang="en-GB" sz="1600" b="1" dirty="0">
                <a:solidFill>
                  <a:schemeClr val="tx1"/>
                </a:solidFill>
                <a:latin typeface="Roboto"/>
                <a:ea typeface="Roboto"/>
                <a:cs typeface="Roboto"/>
                <a:sym typeface="Roboto"/>
              </a:rPr>
              <a:t>Developing countries have difficulty accessing financing, and their cost of capital is often very high</a:t>
            </a:r>
            <a:endParaRPr lang="en-GB" sz="1600" dirty="0">
              <a:solidFill>
                <a:schemeClr val="tx1"/>
              </a:solidFill>
              <a:latin typeface="Roboto"/>
              <a:ea typeface="Roboto"/>
              <a:cs typeface="Roboto"/>
              <a:sym typeface="Roboto"/>
            </a:endParaRPr>
          </a:p>
          <a:p>
            <a:pPr lvl="1">
              <a:buFont typeface="Courier New" panose="02070309020205020404" pitchFamily="49" charset="0"/>
              <a:buChar char="o"/>
            </a:pPr>
            <a:endParaRPr lang="en-GB" sz="1600" dirty="0">
              <a:solidFill>
                <a:srgbClr val="002F4A"/>
              </a:solidFill>
              <a:latin typeface="Roboto"/>
              <a:ea typeface="Roboto"/>
              <a:cs typeface="Roboto"/>
              <a:sym typeface="Roboto"/>
            </a:endParaRPr>
          </a:p>
          <a:p>
            <a:endParaRPr lang="en-GB" sz="1600" dirty="0">
              <a:solidFill>
                <a:srgbClr val="002F4A"/>
              </a:solidFill>
              <a:latin typeface="Roboto"/>
              <a:ea typeface="Roboto"/>
              <a:cs typeface="Roboto"/>
              <a:sym typeface="Roboto"/>
            </a:endParaRPr>
          </a:p>
          <a:p>
            <a:pPr marL="342900" lvl="1" indent="0">
              <a:buNone/>
            </a:pPr>
            <a:endParaRPr lang="en-US" dirty="0"/>
          </a:p>
        </p:txBody>
      </p:sp>
      <p:sp>
        <p:nvSpPr>
          <p:cNvPr id="2" name="Subtitle 1">
            <a:extLst>
              <a:ext uri="{FF2B5EF4-FFF2-40B4-BE49-F238E27FC236}">
                <a16:creationId xmlns:a16="http://schemas.microsoft.com/office/drawing/2014/main" id="{37D934D5-FEEB-7364-729F-E82BAC43B12E}"/>
              </a:ext>
            </a:extLst>
          </p:cNvPr>
          <p:cNvSpPr>
            <a:spLocks noGrp="1"/>
          </p:cNvSpPr>
          <p:nvPr>
            <p:ph type="subTitle" idx="1"/>
          </p:nvPr>
        </p:nvSpPr>
        <p:spPr/>
        <p:txBody>
          <a:bodyPr>
            <a:normAutofit/>
          </a:bodyPr>
          <a:lstStyle/>
          <a:p>
            <a:r>
              <a:rPr lang="en-GB" sz="2000" dirty="0">
                <a:solidFill>
                  <a:schemeClr val="lt1"/>
                </a:solidFill>
                <a:latin typeface="Merriweather"/>
                <a:ea typeface="Merriweather"/>
                <a:cs typeface="Merriweather"/>
                <a:sym typeface="Merriweather"/>
              </a:rPr>
              <a:t>Why SLIDIs? Cost of Capital</a:t>
            </a:r>
          </a:p>
          <a:p>
            <a:endParaRPr lang="en-US" dirty="0"/>
          </a:p>
        </p:txBody>
      </p:sp>
      <p:sp>
        <p:nvSpPr>
          <p:cNvPr id="104" name="Google Shape;104;p17"/>
          <p:cNvSpPr txBox="1">
            <a:spLocks noGrp="1"/>
          </p:cNvSpPr>
          <p:nvPr>
            <p:ph type="title" idx="4294967295"/>
          </p:nvPr>
        </p:nvSpPr>
        <p:spPr>
          <a:xfrm>
            <a:off x="0" y="501650"/>
            <a:ext cx="8521700" cy="6223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dirty="0"/>
          </a:p>
          <a:p>
            <a:pPr marL="0" lvl="0" indent="0" algn="l" rtl="0">
              <a:spcBef>
                <a:spcPts val="0"/>
              </a:spcBef>
              <a:spcAft>
                <a:spcPts val="0"/>
              </a:spcAft>
              <a:buNone/>
            </a:pPr>
            <a:endParaRPr sz="4000" dirty="0">
              <a:solidFill>
                <a:srgbClr val="FF9900"/>
              </a:solidFill>
            </a:endParaRPr>
          </a:p>
        </p:txBody>
      </p:sp>
      <p:pic>
        <p:nvPicPr>
          <p:cNvPr id="1026" name="Picture 2">
            <a:extLst>
              <a:ext uri="{FF2B5EF4-FFF2-40B4-BE49-F238E27FC236}">
                <a16:creationId xmlns:a16="http://schemas.microsoft.com/office/drawing/2014/main" id="{4AA4111B-6977-7641-882C-A410CB0BD2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90" t="5765" r="32178" b="19760"/>
          <a:stretch/>
        </p:blipFill>
        <p:spPr bwMode="auto">
          <a:xfrm>
            <a:off x="4894932" y="1516687"/>
            <a:ext cx="4096667" cy="2526993"/>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99;p16">
            <a:extLst>
              <a:ext uri="{FF2B5EF4-FFF2-40B4-BE49-F238E27FC236}">
                <a16:creationId xmlns:a16="http://schemas.microsoft.com/office/drawing/2014/main" id="{F98121F2-F554-918F-BBFC-D90BB75184A5}"/>
              </a:ext>
            </a:extLst>
          </p:cNvPr>
          <p:cNvSpPr txBox="1">
            <a:spLocks/>
          </p:cNvSpPr>
          <p:nvPr/>
        </p:nvSpPr>
        <p:spPr>
          <a:xfrm>
            <a:off x="4421688" y="1346814"/>
            <a:ext cx="4660927" cy="34512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311150" algn="l" rtl="0">
              <a:lnSpc>
                <a:spcPct val="150000"/>
              </a:lnSpc>
              <a:spcBef>
                <a:spcPts val="0"/>
              </a:spcBef>
              <a:spcAft>
                <a:spcPts val="0"/>
              </a:spcAft>
              <a:buClr>
                <a:schemeClr val="dk2"/>
              </a:buClr>
              <a:buSzPts val="1300"/>
              <a:buFont typeface="Roboto"/>
              <a:buChar char="●"/>
              <a:defRPr sz="1500" b="0" i="0" u="none" strike="noStrike" cap="none">
                <a:solidFill>
                  <a:srgbClr val="B85641"/>
                </a:solidFill>
                <a:latin typeface="Roboto" panose="02000000000000000000" pitchFamily="2" charset="0"/>
                <a:ea typeface="Roboto" panose="02000000000000000000" pitchFamily="2" charset="0"/>
                <a:cs typeface="Roboto" panose="02000000000000000000" pitchFamily="2" charset="0"/>
                <a:sym typeface="Roboto"/>
              </a:defRPr>
            </a:lvl1pPr>
            <a:lvl2pPr marL="557213" marR="0" lvl="1" indent="-214313" algn="l" rtl="0">
              <a:lnSpc>
                <a:spcPct val="150000"/>
              </a:lnSpc>
              <a:spcBef>
                <a:spcPts val="0"/>
              </a:spcBef>
              <a:spcAft>
                <a:spcPts val="0"/>
              </a:spcAft>
              <a:buClr>
                <a:schemeClr val="tx1"/>
              </a:buClr>
              <a:buSzPts val="1100"/>
              <a:buFont typeface="Arial" panose="020B0604020202020204" pitchFamily="34" charset="0"/>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2pPr>
            <a:lvl3pPr marL="1371600" marR="0" lvl="2" indent="-298450" algn="l" rtl="0">
              <a:lnSpc>
                <a:spcPct val="150000"/>
              </a:lnSpc>
              <a:spcBef>
                <a:spcPts val="0"/>
              </a:spcBef>
              <a:spcAft>
                <a:spcPts val="0"/>
              </a:spcAft>
              <a:buClr>
                <a:schemeClr val="tx1"/>
              </a:buClr>
              <a:buSzPts val="1100"/>
              <a:buFont typeface="Courier New" panose="02070309020205020404" pitchFamily="49" charset="0"/>
              <a:buChar char="o"/>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3pPr>
            <a:lvl4pPr marL="1828800" marR="0" lvl="3" indent="-298450" algn="l" rtl="0">
              <a:lnSpc>
                <a:spcPct val="150000"/>
              </a:lnSpc>
              <a:spcBef>
                <a:spcPts val="0"/>
              </a:spcBef>
              <a:spcAft>
                <a:spcPts val="0"/>
              </a:spcAft>
              <a:buClr>
                <a:schemeClr val="tx1"/>
              </a:buClr>
              <a:buSzPts val="1100"/>
              <a:buFont typeface="Roboto"/>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4pPr>
            <a:lvl5pPr marL="2286000" marR="0" lvl="4" indent="-298450" algn="l" rtl="0">
              <a:lnSpc>
                <a:spcPct val="150000"/>
              </a:lnSpc>
              <a:spcBef>
                <a:spcPts val="0"/>
              </a:spcBef>
              <a:spcAft>
                <a:spcPts val="0"/>
              </a:spcAft>
              <a:buClr>
                <a:schemeClr val="tx1"/>
              </a:buClr>
              <a:buSzPts val="1100"/>
              <a:buFont typeface="Roboto"/>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0">
              <a:buFont typeface="Roboto"/>
              <a:buNone/>
            </a:pPr>
            <a:endParaRPr lang="en-GB" dirty="0"/>
          </a:p>
          <a:p>
            <a:pPr indent="0">
              <a:buFont typeface="Roboto"/>
              <a:buNone/>
            </a:pPr>
            <a:endParaRPr lang="en-GB" dirty="0"/>
          </a:p>
          <a:p>
            <a:pPr indent="0">
              <a:buFont typeface="Roboto"/>
              <a:buNone/>
            </a:pPr>
            <a:endParaRPr lang="en-GB" dirty="0"/>
          </a:p>
          <a:p>
            <a:pPr indent="0">
              <a:buFont typeface="Roboto"/>
              <a:buNone/>
            </a:pPr>
            <a:endParaRPr lang="en-GB" dirty="0"/>
          </a:p>
          <a:p>
            <a:pPr indent="0">
              <a:buFont typeface="Roboto"/>
              <a:buNone/>
            </a:pPr>
            <a:endParaRPr lang="en-GB" dirty="0"/>
          </a:p>
          <a:p>
            <a:pPr indent="0">
              <a:buFont typeface="Roboto"/>
              <a:buNone/>
            </a:pPr>
            <a:endParaRPr lang="en-GB" dirty="0"/>
          </a:p>
          <a:p>
            <a:pPr indent="0">
              <a:buFont typeface="Roboto"/>
              <a:buNone/>
            </a:pPr>
            <a:endParaRPr lang="en-GB" dirty="0"/>
          </a:p>
          <a:p>
            <a:pPr indent="0">
              <a:buFont typeface="Roboto"/>
              <a:buNone/>
            </a:pPr>
            <a:endParaRPr lang="en-GB" dirty="0"/>
          </a:p>
          <a:p>
            <a:pPr indent="0" algn="ctr">
              <a:buFont typeface="Roboto"/>
              <a:buNone/>
            </a:pPr>
            <a:r>
              <a:rPr lang="en-GB" sz="1100" b="1" dirty="0">
                <a:solidFill>
                  <a:srgbClr val="002F4A"/>
                </a:solidFill>
              </a:rPr>
              <a:t>Electricity Generation From Renewable Sources (per capita, per year)</a:t>
            </a:r>
          </a:p>
          <a:p>
            <a:pPr indent="0" algn="ctr">
              <a:buNone/>
            </a:pPr>
            <a:r>
              <a:rPr lang="en-GB" sz="1000" dirty="0">
                <a:solidFill>
                  <a:srgbClr val="002F4A"/>
                </a:solidFill>
              </a:rPr>
              <a:t>Source: </a:t>
            </a:r>
            <a:r>
              <a:rPr lang="en-GB" sz="1000" dirty="0" err="1">
                <a:solidFill>
                  <a:srgbClr val="002F4A"/>
                </a:solidFill>
              </a:rPr>
              <a:t>Babayomi</a:t>
            </a:r>
            <a:r>
              <a:rPr lang="en-GB" sz="1000" dirty="0">
                <a:solidFill>
                  <a:srgbClr val="002F4A"/>
                </a:solidFill>
              </a:rPr>
              <a:t>, O., </a:t>
            </a:r>
            <a:r>
              <a:rPr lang="en-GB" sz="1000" dirty="0" err="1">
                <a:solidFill>
                  <a:srgbClr val="002F4A"/>
                </a:solidFill>
              </a:rPr>
              <a:t>Dahoro</a:t>
            </a:r>
            <a:r>
              <a:rPr lang="en-GB" sz="1000" dirty="0">
                <a:solidFill>
                  <a:srgbClr val="002F4A"/>
                </a:solidFill>
              </a:rPr>
              <a:t>, D. &amp; Zhang, Z. (2022).</a:t>
            </a:r>
          </a:p>
        </p:txBody>
      </p:sp>
    </p:spTree>
  </p:cSld>
  <p:clrMapOvr>
    <a:masterClrMapping/>
  </p:clrMapOvr>
  <mc:AlternateContent xmlns:mc="http://schemas.openxmlformats.org/markup-compatibility/2006">
    <mc:Choice xmlns:p14="http://schemas.microsoft.com/office/powerpoint/2010/main" Requires="p14">
      <p:transition spd="slow" p14:dur="1700">
        <p:push/>
      </p:transition>
    </mc:Choice>
    <mc:Fallback>
      <p:transition spd="slow">
        <p:pus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3" name="Subtitle 2">
            <a:extLst>
              <a:ext uri="{FF2B5EF4-FFF2-40B4-BE49-F238E27FC236}">
                <a16:creationId xmlns:a16="http://schemas.microsoft.com/office/drawing/2014/main" id="{EEF8EC68-4424-C4F8-CEBF-7671BE0EC886}"/>
              </a:ext>
            </a:extLst>
          </p:cNvPr>
          <p:cNvSpPr>
            <a:spLocks noGrp="1"/>
          </p:cNvSpPr>
          <p:nvPr>
            <p:ph type="subTitle" idx="1"/>
          </p:nvPr>
        </p:nvSpPr>
        <p:spPr>
          <a:xfrm>
            <a:off x="3318782" y="3586654"/>
            <a:ext cx="5825218" cy="1481960"/>
          </a:xfrm>
        </p:spPr>
        <p:txBody>
          <a:bodyPr>
            <a:normAutofit/>
          </a:bodyPr>
          <a:lstStyle/>
          <a:p>
            <a:r>
              <a:rPr lang="en-GB" dirty="0"/>
              <a:t>Existing </a:t>
            </a:r>
          </a:p>
          <a:p>
            <a:r>
              <a:rPr lang="en-GB" dirty="0"/>
              <a:t>Sustainability-Linked Bonds</a:t>
            </a:r>
          </a:p>
          <a:p>
            <a:pPr lvl="0"/>
            <a:r>
              <a:rPr lang="en-US" dirty="0"/>
              <a:t>Have Shortcomings</a:t>
            </a:r>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158"/>
        <p:cNvGrpSpPr/>
        <p:nvPr/>
      </p:nvGrpSpPr>
      <p:grpSpPr>
        <a:xfrm>
          <a:off x="0" y="0"/>
          <a:ext cx="0" cy="0"/>
          <a:chOff x="0" y="0"/>
          <a:chExt cx="0" cy="0"/>
        </a:xfrm>
      </p:grpSpPr>
      <p:sp>
        <p:nvSpPr>
          <p:cNvPr id="6" name="Rectangle 5">
            <a:extLst>
              <a:ext uri="{FF2B5EF4-FFF2-40B4-BE49-F238E27FC236}">
                <a16:creationId xmlns:a16="http://schemas.microsoft.com/office/drawing/2014/main" id="{09CD31BF-8970-BF63-5029-FB28C6BD8512}"/>
              </a:ext>
            </a:extLst>
          </p:cNvPr>
          <p:cNvSpPr/>
          <p:nvPr/>
        </p:nvSpPr>
        <p:spPr>
          <a:xfrm>
            <a:off x="4762030" y="1365228"/>
            <a:ext cx="4204170" cy="3611850"/>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Google Shape;165;p21"/>
          <p:cNvSpPr txBox="1">
            <a:spLocks noGrp="1"/>
          </p:cNvSpPr>
          <p:nvPr>
            <p:ph type="subTitle" idx="1"/>
          </p:nvPr>
        </p:nvSpPr>
        <p:spPr/>
        <p:txBody>
          <a:bodyPr spcFirstLastPara="1" wrap="square" lIns="91425" tIns="91425" rIns="91425" bIns="91425" anchor="t" anchorCtr="0">
            <a:normAutofit fontScale="77500" lnSpcReduction="20000"/>
          </a:bodyPr>
          <a:lstStyle/>
          <a:p>
            <a:r>
              <a:rPr lang="en" dirty="0"/>
              <a:t>Basic Concept of Existing Sustainability-Linked Sovereign Bonds </a:t>
            </a:r>
            <a:endParaRPr lang="en-GB" dirty="0"/>
          </a:p>
        </p:txBody>
      </p:sp>
      <p:sp>
        <p:nvSpPr>
          <p:cNvPr id="160" name="Google Shape;160;p21"/>
          <p:cNvSpPr txBox="1">
            <a:spLocks noGrp="1"/>
          </p:cNvSpPr>
          <p:nvPr>
            <p:ph type="body" idx="4294967295"/>
          </p:nvPr>
        </p:nvSpPr>
        <p:spPr>
          <a:xfrm>
            <a:off x="0" y="1241425"/>
            <a:ext cx="4675920" cy="3611563"/>
          </a:xfrm>
          <a:prstGeom prst="rect">
            <a:avLst/>
          </a:prstGeom>
        </p:spPr>
        <p:txBody>
          <a:bodyPr spcFirstLastPara="1" wrap="square" lIns="91425" tIns="91425" rIns="91425" bIns="91425" anchor="t" anchorCtr="0">
            <a:noAutofit/>
          </a:bodyPr>
          <a:lstStyle/>
          <a:p>
            <a:pPr>
              <a:lnSpc>
                <a:spcPct val="160000"/>
              </a:lnSpc>
              <a:buClr>
                <a:srgbClr val="666666"/>
              </a:buClr>
            </a:pPr>
            <a:r>
              <a:rPr lang="en-US" sz="1200" b="1" dirty="0">
                <a:solidFill>
                  <a:srgbClr val="B85741"/>
                </a:solidFill>
                <a:latin typeface="Roboto" panose="02000000000000000000" pitchFamily="2" charset="0"/>
                <a:ea typeface="Roboto" panose="02000000000000000000" pitchFamily="2" charset="0"/>
              </a:rPr>
              <a:t>Developing country Treasury issues sustainability-linked sovereign bonds directly to financial markets</a:t>
            </a:r>
          </a:p>
          <a:p>
            <a:pPr>
              <a:lnSpc>
                <a:spcPct val="160000"/>
              </a:lnSpc>
              <a:buClr>
                <a:srgbClr val="666666"/>
              </a:buClr>
            </a:pPr>
            <a:r>
              <a:rPr lang="en-US" sz="1200" b="1" dirty="0">
                <a:solidFill>
                  <a:srgbClr val="B85741"/>
                </a:solidFill>
                <a:latin typeface="Roboto" panose="02000000000000000000" pitchFamily="2" charset="0"/>
                <a:ea typeface="Roboto" panose="02000000000000000000" pitchFamily="2" charset="0"/>
              </a:rPr>
              <a:t>If the country achieves agreed sustainability-related Key Performance Indicator targets (KPIs), a.k.a. Sustainability Performance Targets:</a:t>
            </a:r>
          </a:p>
          <a:p>
            <a:pPr lvl="1">
              <a:lnSpc>
                <a:spcPct val="160000"/>
              </a:lnSpc>
              <a:buClr>
                <a:srgbClr val="666666"/>
              </a:buClr>
            </a:pPr>
            <a:r>
              <a:rPr lang="en-US" sz="1200" dirty="0">
                <a:solidFill>
                  <a:srgbClr val="002F4A"/>
                </a:solidFill>
                <a:latin typeface="Roboto" panose="02000000000000000000" pitchFamily="2" charset="0"/>
                <a:ea typeface="Roboto" panose="02000000000000000000" pitchFamily="2" charset="0"/>
              </a:rPr>
              <a:t>Coupon payments on sovereign-issued SLBs are reduced and investors receive lower coupons (step-down mechanism) </a:t>
            </a:r>
          </a:p>
          <a:p>
            <a:pPr>
              <a:lnSpc>
                <a:spcPct val="160000"/>
              </a:lnSpc>
              <a:buClr>
                <a:srgbClr val="666666"/>
              </a:buClr>
            </a:pPr>
            <a:r>
              <a:rPr lang="en-US" sz="1200" b="1" dirty="0">
                <a:solidFill>
                  <a:srgbClr val="B85741"/>
                </a:solidFill>
                <a:latin typeface="Roboto" panose="02000000000000000000" pitchFamily="2" charset="0"/>
                <a:ea typeface="Roboto" panose="02000000000000000000" pitchFamily="2" charset="0"/>
              </a:rPr>
              <a:t>Conversely, if KPIs are not achieved: </a:t>
            </a:r>
          </a:p>
          <a:p>
            <a:pPr lvl="1">
              <a:lnSpc>
                <a:spcPct val="160000"/>
              </a:lnSpc>
              <a:buClr>
                <a:srgbClr val="666666"/>
              </a:buClr>
              <a:buSzPts val="1300"/>
            </a:pPr>
            <a:r>
              <a:rPr lang="en-US" sz="1200" dirty="0">
                <a:solidFill>
                  <a:srgbClr val="002F4A"/>
                </a:solidFill>
                <a:latin typeface="Roboto" panose="02000000000000000000" pitchFamily="2" charset="0"/>
                <a:ea typeface="Roboto" panose="02000000000000000000" pitchFamily="2" charset="0"/>
              </a:rPr>
              <a:t>Sovereign pays higher coupon payments (step-up mechanism)</a:t>
            </a:r>
          </a:p>
        </p:txBody>
      </p:sp>
      <p:sp>
        <p:nvSpPr>
          <p:cNvPr id="166" name="Google Shape;166;p21"/>
          <p:cNvSpPr txBox="1">
            <a:spLocks noGrp="1"/>
          </p:cNvSpPr>
          <p:nvPr>
            <p:ph type="subTitle" idx="4294967295"/>
          </p:nvPr>
        </p:nvSpPr>
        <p:spPr>
          <a:xfrm>
            <a:off x="6903089" y="3871913"/>
            <a:ext cx="1909762" cy="981075"/>
          </a:xfrm>
          <a:prstGeom prst="rect">
            <a:avLst/>
          </a:prstGeom>
        </p:spPr>
        <p:txBody>
          <a:bodyPr spcFirstLastPara="1" wrap="square" lIns="91425" tIns="91425" rIns="91425" bIns="91425" anchor="t" anchorCtr="0">
            <a:normAutofit lnSpcReduction="10000"/>
          </a:bodyPr>
          <a:lstStyle/>
          <a:p>
            <a:pPr marL="0" indent="0" algn="ctr">
              <a:spcAft>
                <a:spcPts val="1200"/>
              </a:spcAft>
              <a:buNone/>
            </a:pPr>
            <a:r>
              <a:rPr lang="en" sz="1000" b="1" dirty="0">
                <a:solidFill>
                  <a:srgbClr val="B85741"/>
                </a:solidFill>
                <a:latin typeface="Roboto" panose="02000000000000000000" pitchFamily="2" charset="0"/>
                <a:ea typeface="Roboto" panose="02000000000000000000" pitchFamily="2" charset="0"/>
              </a:rPr>
              <a:t>Stands to receive a higher payment rate if borrowing country deviates from public good provision</a:t>
            </a:r>
          </a:p>
        </p:txBody>
      </p:sp>
      <p:grpSp>
        <p:nvGrpSpPr>
          <p:cNvPr id="161" name="Google Shape;161;p21"/>
          <p:cNvGrpSpPr/>
          <p:nvPr/>
        </p:nvGrpSpPr>
        <p:grpSpPr>
          <a:xfrm>
            <a:off x="5181716" y="2322168"/>
            <a:ext cx="1574517" cy="2399700"/>
            <a:chOff x="2744034" y="1146343"/>
            <a:chExt cx="1827900" cy="2399700"/>
          </a:xfrm>
        </p:grpSpPr>
        <p:sp>
          <p:nvSpPr>
            <p:cNvPr id="162" name="Google Shape;162;p21"/>
            <p:cNvSpPr/>
            <p:nvPr/>
          </p:nvSpPr>
          <p:spPr>
            <a:xfrm rot="-5400000">
              <a:off x="2458134" y="1432243"/>
              <a:ext cx="2399700" cy="1827900"/>
            </a:xfrm>
            <a:prstGeom prst="rightArrowCallout">
              <a:avLst>
                <a:gd name="adj1" fmla="val 9283"/>
                <a:gd name="adj2" fmla="val 13570"/>
                <a:gd name="adj3" fmla="val 16082"/>
                <a:gd name="adj4" fmla="val 81236"/>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1"/>
            <p:cNvSpPr/>
            <p:nvPr/>
          </p:nvSpPr>
          <p:spPr>
            <a:xfrm flipH="1">
              <a:off x="2832600" y="1686400"/>
              <a:ext cx="1649400" cy="1769700"/>
            </a:xfrm>
            <a:prstGeom prst="snip1Rect">
              <a:avLst>
                <a:gd name="adj" fmla="val 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1"/>
            <p:cNvSpPr txBox="1"/>
            <p:nvPr/>
          </p:nvSpPr>
          <p:spPr>
            <a:xfrm>
              <a:off x="2907484" y="1740797"/>
              <a:ext cx="1510200" cy="1605600"/>
            </a:xfrm>
            <a:prstGeom prst="rect">
              <a:avLst/>
            </a:prstGeom>
            <a:solidFill>
              <a:schemeClr val="accent5"/>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50" b="1" dirty="0">
                  <a:solidFill>
                    <a:srgbClr val="FFFFFF"/>
                  </a:solidFill>
                  <a:latin typeface="Roboto"/>
                  <a:ea typeface="Roboto"/>
                  <a:cs typeface="Roboto"/>
                  <a:sym typeface="Roboto"/>
                </a:rPr>
                <a:t>Sovereign receives an infusion of private investment, e.g., earmarked for climate financing to help achieve its NDCs</a:t>
              </a:r>
              <a:endParaRPr sz="1050" b="1" dirty="0">
                <a:solidFill>
                  <a:srgbClr val="FFFFFF"/>
                </a:solidFill>
                <a:latin typeface="Roboto"/>
                <a:ea typeface="Roboto"/>
                <a:cs typeface="Roboto"/>
                <a:sym typeface="Roboto"/>
              </a:endParaRPr>
            </a:p>
            <a:p>
              <a:pPr marL="0" lvl="0" indent="0" algn="ctr" rtl="0">
                <a:lnSpc>
                  <a:spcPct val="115000"/>
                </a:lnSpc>
                <a:spcBef>
                  <a:spcPts val="0"/>
                </a:spcBef>
                <a:spcAft>
                  <a:spcPts val="0"/>
                </a:spcAft>
                <a:buNone/>
              </a:pPr>
              <a:endParaRPr sz="800" dirty="0">
                <a:solidFill>
                  <a:srgbClr val="FFFFFF"/>
                </a:solidFill>
                <a:latin typeface="Roboto"/>
                <a:ea typeface="Roboto"/>
                <a:cs typeface="Roboto"/>
                <a:sym typeface="Roboto"/>
              </a:endParaRPr>
            </a:p>
            <a:p>
              <a:pPr marL="0" lvl="0" indent="0" algn="ctr" rtl="0">
                <a:lnSpc>
                  <a:spcPct val="115000"/>
                </a:lnSpc>
                <a:spcBef>
                  <a:spcPts val="0"/>
                </a:spcBef>
                <a:spcAft>
                  <a:spcPts val="1600"/>
                </a:spcAft>
                <a:buNone/>
              </a:pPr>
              <a:endParaRPr sz="800" dirty="0">
                <a:solidFill>
                  <a:srgbClr val="FFFFFF"/>
                </a:solidFill>
              </a:endParaRPr>
            </a:p>
          </p:txBody>
        </p:sp>
      </p:grpSp>
      <p:grpSp>
        <p:nvGrpSpPr>
          <p:cNvPr id="167" name="Google Shape;167;p21"/>
          <p:cNvGrpSpPr/>
          <p:nvPr/>
        </p:nvGrpSpPr>
        <p:grpSpPr>
          <a:xfrm>
            <a:off x="7070719" y="1597469"/>
            <a:ext cx="1574518" cy="2399700"/>
            <a:chOff x="4572085" y="1597469"/>
            <a:chExt cx="1827900" cy="2399700"/>
          </a:xfrm>
        </p:grpSpPr>
        <p:sp>
          <p:nvSpPr>
            <p:cNvPr id="168" name="Google Shape;168;p21"/>
            <p:cNvSpPr/>
            <p:nvPr/>
          </p:nvSpPr>
          <p:spPr>
            <a:xfrm rot="5400000">
              <a:off x="4286185" y="1883369"/>
              <a:ext cx="2399700" cy="1827900"/>
            </a:xfrm>
            <a:prstGeom prst="rightArrowCallout">
              <a:avLst>
                <a:gd name="adj1" fmla="val 9283"/>
                <a:gd name="adj2" fmla="val 13570"/>
                <a:gd name="adj3" fmla="val 16082"/>
                <a:gd name="adj4" fmla="val 81236"/>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1"/>
            <p:cNvSpPr txBox="1"/>
            <p:nvPr/>
          </p:nvSpPr>
          <p:spPr>
            <a:xfrm>
              <a:off x="4794525" y="1904895"/>
              <a:ext cx="1383000" cy="1476000"/>
            </a:xfrm>
            <a:prstGeom prst="rect">
              <a:avLst/>
            </a:prstGeom>
            <a:solidFill>
              <a:schemeClr val="accent4"/>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b="1">
                  <a:solidFill>
                    <a:srgbClr val="FFFFFF"/>
                  </a:solidFill>
                  <a:latin typeface="Roboto"/>
                  <a:ea typeface="Roboto"/>
                  <a:cs typeface="Roboto"/>
                  <a:sym typeface="Roboto"/>
                </a:rPr>
                <a:t>Investor contributes to the financing of clean infrastructure and a green economy</a:t>
              </a:r>
              <a:endParaRPr sz="800">
                <a:solidFill>
                  <a:srgbClr val="FFFFFF"/>
                </a:solidFill>
              </a:endParaRPr>
            </a:p>
          </p:txBody>
        </p:sp>
        <p:sp>
          <p:nvSpPr>
            <p:cNvPr id="170" name="Google Shape;170;p21"/>
            <p:cNvSpPr/>
            <p:nvPr/>
          </p:nvSpPr>
          <p:spPr>
            <a:xfrm rot="10800000" flipH="1">
              <a:off x="4662018" y="1687411"/>
              <a:ext cx="1649400" cy="1769700"/>
            </a:xfrm>
            <a:prstGeom prst="snip1Rect">
              <a:avLst>
                <a:gd name="adj" fmla="val 0"/>
              </a:avLst>
            </a:prstGeom>
            <a:solidFill>
              <a:srgbClr val="A72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 name="Google Shape;171;p21"/>
          <p:cNvSpPr txBox="1"/>
          <p:nvPr/>
        </p:nvSpPr>
        <p:spPr>
          <a:xfrm>
            <a:off x="7156725" y="1709695"/>
            <a:ext cx="1383000" cy="1747416"/>
          </a:xfrm>
          <a:prstGeom prst="rect">
            <a:avLst/>
          </a:prstGeom>
          <a:solidFill>
            <a:srgbClr val="A72A1E"/>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50" b="1" dirty="0">
                <a:solidFill>
                  <a:srgbClr val="FFFFFF"/>
                </a:solidFill>
                <a:latin typeface="Roboto"/>
                <a:ea typeface="Roboto"/>
                <a:cs typeface="Roboto"/>
                <a:sym typeface="Roboto"/>
              </a:rPr>
              <a:t>Investor hopes to actively contribute to sustainability objectives – but experiences a higher return on investment if KPIs aren’t met</a:t>
            </a:r>
            <a:endParaRPr sz="1050" b="1" dirty="0">
              <a:solidFill>
                <a:srgbClr val="FFFFFF"/>
              </a:solidFill>
              <a:latin typeface="Roboto"/>
              <a:ea typeface="Roboto"/>
              <a:cs typeface="Roboto"/>
              <a:sym typeface="Roboto"/>
            </a:endParaRPr>
          </a:p>
          <a:p>
            <a:pPr marL="0" lvl="0" indent="0" algn="ctr" rtl="0">
              <a:lnSpc>
                <a:spcPct val="115000"/>
              </a:lnSpc>
              <a:spcBef>
                <a:spcPts val="0"/>
              </a:spcBef>
              <a:spcAft>
                <a:spcPts val="0"/>
              </a:spcAft>
              <a:buNone/>
            </a:pPr>
            <a:endParaRPr sz="700" dirty="0">
              <a:solidFill>
                <a:srgbClr val="FFFFFF"/>
              </a:solidFill>
              <a:latin typeface="Roboto"/>
              <a:ea typeface="Roboto"/>
              <a:cs typeface="Roboto"/>
              <a:sym typeface="Roboto"/>
            </a:endParaRPr>
          </a:p>
          <a:p>
            <a:pPr marL="0" lvl="0" indent="0" algn="ctr" rtl="0">
              <a:lnSpc>
                <a:spcPct val="115000"/>
              </a:lnSpc>
              <a:spcBef>
                <a:spcPts val="0"/>
              </a:spcBef>
              <a:spcAft>
                <a:spcPts val="1600"/>
              </a:spcAft>
              <a:buNone/>
            </a:pPr>
            <a:endParaRPr sz="800" dirty="0">
              <a:solidFill>
                <a:srgbClr val="FFFFFF"/>
              </a:solidFill>
            </a:endParaRPr>
          </a:p>
        </p:txBody>
      </p:sp>
      <p:sp>
        <p:nvSpPr>
          <p:cNvPr id="4" name="Google Shape;166;p21">
            <a:extLst>
              <a:ext uri="{FF2B5EF4-FFF2-40B4-BE49-F238E27FC236}">
                <a16:creationId xmlns:a16="http://schemas.microsoft.com/office/drawing/2014/main" id="{5DE2F404-98BE-F399-1AB6-176BAB6120B0}"/>
              </a:ext>
            </a:extLst>
          </p:cNvPr>
          <p:cNvSpPr txBox="1">
            <a:spLocks/>
          </p:cNvSpPr>
          <p:nvPr/>
        </p:nvSpPr>
        <p:spPr>
          <a:xfrm>
            <a:off x="5098169" y="1466620"/>
            <a:ext cx="1673348" cy="981075"/>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lgn="ctr">
              <a:spcAft>
                <a:spcPts val="1200"/>
              </a:spcAft>
              <a:buSzPct val="57291"/>
              <a:buNone/>
            </a:pPr>
            <a:r>
              <a:rPr lang="en-GB" sz="1000" b="1" dirty="0">
                <a:solidFill>
                  <a:srgbClr val="002F4A"/>
                </a:solidFill>
              </a:rPr>
              <a:t>Contributes to global public good and concurrently lowers interest rate on debt</a:t>
            </a:r>
            <a:endParaRPr lang="en-GB" sz="300" b="1" dirty="0">
              <a:solidFill>
                <a:srgbClr val="002F4A"/>
              </a:solidFill>
            </a:endParaRPr>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206"/>
        <p:cNvGrpSpPr/>
        <p:nvPr/>
      </p:nvGrpSpPr>
      <p:grpSpPr>
        <a:xfrm>
          <a:off x="0" y="0"/>
          <a:ext cx="0" cy="0"/>
          <a:chOff x="0" y="0"/>
          <a:chExt cx="0" cy="0"/>
        </a:xfrm>
      </p:grpSpPr>
      <p:sp>
        <p:nvSpPr>
          <p:cNvPr id="207" name="Google Shape;207;p24"/>
          <p:cNvSpPr txBox="1">
            <a:spLocks noGrp="1"/>
          </p:cNvSpPr>
          <p:nvPr>
            <p:ph type="title"/>
          </p:nvPr>
        </p:nvSpPr>
        <p:spPr>
          <a:xfrm>
            <a:off x="418325" y="447250"/>
            <a:ext cx="3270806" cy="1105653"/>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dirty="0">
                <a:solidFill>
                  <a:srgbClr val="3366FF"/>
                </a:solidFill>
                <a:latin typeface="Roboto" panose="02000000000000000000" pitchFamily="2" charset="0"/>
                <a:ea typeface="Roboto" panose="02000000000000000000" pitchFamily="2" charset="0"/>
              </a:rPr>
              <a:t>Existing SLBs’</a:t>
            </a:r>
            <a:endParaRPr sz="2500" dirty="0">
              <a:solidFill>
                <a:srgbClr val="3366FF"/>
              </a:solidFill>
              <a:latin typeface="Roboto" panose="02000000000000000000" pitchFamily="2" charset="0"/>
              <a:ea typeface="Roboto" panose="02000000000000000000" pitchFamily="2" charset="0"/>
            </a:endParaRPr>
          </a:p>
          <a:p>
            <a:pPr marL="0" lvl="0" indent="0" algn="l" rtl="0">
              <a:spcBef>
                <a:spcPts val="0"/>
              </a:spcBef>
              <a:spcAft>
                <a:spcPts val="0"/>
              </a:spcAft>
              <a:buNone/>
            </a:pPr>
            <a:r>
              <a:rPr lang="en-AU" sz="2500" dirty="0">
                <a:solidFill>
                  <a:srgbClr val="3366FF"/>
                </a:solidFill>
                <a:latin typeface="Roboto" panose="02000000000000000000" pitchFamily="2" charset="0"/>
                <a:ea typeface="Roboto" panose="02000000000000000000" pitchFamily="2" charset="0"/>
              </a:rPr>
              <a:t>Shortcomings</a:t>
            </a:r>
            <a:endParaRPr sz="2500" dirty="0">
              <a:solidFill>
                <a:srgbClr val="3366FF"/>
              </a:solidFill>
              <a:latin typeface="Roboto" panose="02000000000000000000" pitchFamily="2" charset="0"/>
              <a:ea typeface="Roboto" panose="02000000000000000000" pitchFamily="2" charset="0"/>
            </a:endParaRPr>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208" name="Google Shape;208;p24"/>
          <p:cNvSpPr txBox="1"/>
          <p:nvPr/>
        </p:nvSpPr>
        <p:spPr>
          <a:xfrm>
            <a:off x="5001550" y="328550"/>
            <a:ext cx="3954900" cy="1524233"/>
          </a:xfrm>
          <a:prstGeom prst="rect">
            <a:avLst/>
          </a:prstGeom>
          <a:solidFill>
            <a:srgbClr val="92D050"/>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dirty="0">
                <a:latin typeface="Roboto"/>
                <a:ea typeface="Roboto"/>
                <a:cs typeface="Roboto"/>
                <a:sym typeface="Roboto"/>
              </a:rPr>
              <a:t>Disincentives for Investors:</a:t>
            </a:r>
            <a:endParaRPr sz="1200" b="1" dirty="0">
              <a:latin typeface="Roboto"/>
              <a:ea typeface="Roboto"/>
              <a:cs typeface="Roboto"/>
              <a:sym typeface="Roboto"/>
            </a:endParaRPr>
          </a:p>
          <a:p>
            <a:pPr marL="457200" lvl="0" indent="-298450" algn="l" rtl="0">
              <a:lnSpc>
                <a:spcPct val="115000"/>
              </a:lnSpc>
              <a:spcBef>
                <a:spcPts val="1200"/>
              </a:spcBef>
              <a:spcAft>
                <a:spcPts val="0"/>
              </a:spcAft>
              <a:buClr>
                <a:schemeClr val="accent1"/>
              </a:buClr>
              <a:buSzPts val="1100"/>
              <a:buFont typeface="Roboto"/>
              <a:buChar char="●"/>
            </a:pPr>
            <a:r>
              <a:rPr lang="en" sz="1100" dirty="0">
                <a:solidFill>
                  <a:srgbClr val="002F4A"/>
                </a:solidFill>
                <a:latin typeface="Roboto"/>
                <a:ea typeface="Roboto"/>
                <a:cs typeface="Roboto"/>
                <a:sym typeface="Roboto"/>
              </a:rPr>
              <a:t>Activist investors are uncomfortable with </a:t>
            </a:r>
            <a:r>
              <a:rPr lang="en" sz="1100" b="1" dirty="0">
                <a:solidFill>
                  <a:srgbClr val="002F4A"/>
                </a:solidFill>
                <a:latin typeface="Roboto"/>
                <a:ea typeface="Roboto"/>
                <a:cs typeface="Roboto"/>
                <a:sym typeface="Roboto"/>
              </a:rPr>
              <a:t>higher</a:t>
            </a:r>
            <a:r>
              <a:rPr lang="en" sz="1100" dirty="0">
                <a:solidFill>
                  <a:srgbClr val="002F4A"/>
                </a:solidFill>
                <a:latin typeface="Roboto"/>
                <a:ea typeface="Roboto"/>
                <a:cs typeface="Roboto"/>
                <a:sym typeface="Roboto"/>
              </a:rPr>
              <a:t> coupon payments linked to </a:t>
            </a:r>
            <a:r>
              <a:rPr lang="en" sz="1100" b="1" dirty="0">
                <a:solidFill>
                  <a:srgbClr val="002F4A"/>
                </a:solidFill>
                <a:latin typeface="Roboto"/>
                <a:ea typeface="Roboto"/>
                <a:cs typeface="Roboto"/>
                <a:sym typeface="Roboto"/>
              </a:rPr>
              <a:t>failure</a:t>
            </a:r>
            <a:r>
              <a:rPr lang="en" sz="1100" dirty="0">
                <a:solidFill>
                  <a:srgbClr val="002F4A"/>
                </a:solidFill>
                <a:latin typeface="Roboto"/>
                <a:ea typeface="Roboto"/>
                <a:cs typeface="Roboto"/>
                <a:sym typeface="Roboto"/>
              </a:rPr>
              <a:t> to achieve climate objectives</a:t>
            </a:r>
            <a:endParaRPr sz="1100" dirty="0">
              <a:solidFill>
                <a:srgbClr val="002F4A"/>
              </a:solidFill>
              <a:latin typeface="Roboto"/>
              <a:ea typeface="Roboto"/>
              <a:cs typeface="Roboto"/>
              <a:sym typeface="Roboto"/>
            </a:endParaRPr>
          </a:p>
          <a:p>
            <a:pPr marL="457200" lvl="0" indent="-298450" algn="l" rtl="0">
              <a:lnSpc>
                <a:spcPct val="115000"/>
              </a:lnSpc>
              <a:spcBef>
                <a:spcPts val="0"/>
              </a:spcBef>
              <a:spcAft>
                <a:spcPts val="0"/>
              </a:spcAft>
              <a:buClr>
                <a:schemeClr val="accent1"/>
              </a:buClr>
              <a:buSzPts val="1100"/>
              <a:buFont typeface="Roboto"/>
              <a:buChar char="●"/>
            </a:pPr>
            <a:r>
              <a:rPr lang="en" sz="1100" dirty="0">
                <a:solidFill>
                  <a:srgbClr val="002F4A"/>
                </a:solidFill>
                <a:latin typeface="Roboto"/>
                <a:ea typeface="Roboto"/>
                <a:cs typeface="Roboto"/>
                <a:sym typeface="Roboto"/>
              </a:rPr>
              <a:t>Investors are exposed to </a:t>
            </a:r>
            <a:r>
              <a:rPr lang="en" sz="1100" b="1" dirty="0">
                <a:solidFill>
                  <a:srgbClr val="002F4A"/>
                </a:solidFill>
                <a:latin typeface="Roboto"/>
                <a:ea typeface="Roboto"/>
                <a:cs typeface="Roboto"/>
                <a:sym typeface="Roboto"/>
              </a:rPr>
              <a:t>risks</a:t>
            </a:r>
            <a:r>
              <a:rPr lang="en" sz="1100" dirty="0">
                <a:solidFill>
                  <a:srgbClr val="002F4A"/>
                </a:solidFill>
                <a:latin typeface="Roboto"/>
                <a:ea typeface="Roboto"/>
                <a:cs typeface="Roboto"/>
                <a:sym typeface="Roboto"/>
              </a:rPr>
              <a:t> related to non-payments</a:t>
            </a:r>
            <a:endParaRPr sz="1100" dirty="0">
              <a:solidFill>
                <a:srgbClr val="002F4A"/>
              </a:solidFill>
              <a:latin typeface="Roboto"/>
              <a:ea typeface="Roboto"/>
              <a:cs typeface="Roboto"/>
              <a:sym typeface="Roboto"/>
            </a:endParaRPr>
          </a:p>
        </p:txBody>
      </p:sp>
      <p:sp>
        <p:nvSpPr>
          <p:cNvPr id="209" name="Google Shape;209;p24"/>
          <p:cNvSpPr txBox="1"/>
          <p:nvPr/>
        </p:nvSpPr>
        <p:spPr>
          <a:xfrm>
            <a:off x="5228350" y="2118388"/>
            <a:ext cx="36048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a:p>
        </p:txBody>
      </p:sp>
      <p:sp>
        <p:nvSpPr>
          <p:cNvPr id="210" name="Google Shape;210;p24"/>
          <p:cNvSpPr txBox="1"/>
          <p:nvPr/>
        </p:nvSpPr>
        <p:spPr>
          <a:xfrm>
            <a:off x="5228350" y="3431000"/>
            <a:ext cx="3402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b="1"/>
          </a:p>
        </p:txBody>
      </p:sp>
      <p:pic>
        <p:nvPicPr>
          <p:cNvPr id="211" name="Google Shape;211;p24"/>
          <p:cNvPicPr preferRelativeResize="0"/>
          <p:nvPr/>
        </p:nvPicPr>
        <p:blipFill>
          <a:blip r:embed="rId3">
            <a:alphaModFix/>
          </a:blip>
          <a:stretch>
            <a:fillRect/>
          </a:stretch>
        </p:blipFill>
        <p:spPr>
          <a:xfrm>
            <a:off x="0" y="1773000"/>
            <a:ext cx="4084400" cy="3370500"/>
          </a:xfrm>
          <a:prstGeom prst="rtTriangle">
            <a:avLst/>
          </a:prstGeom>
          <a:noFill/>
          <a:ln>
            <a:noFill/>
          </a:ln>
        </p:spPr>
      </p:pic>
      <p:sp>
        <p:nvSpPr>
          <p:cNvPr id="212" name="Google Shape;212;p24"/>
          <p:cNvSpPr/>
          <p:nvPr/>
        </p:nvSpPr>
        <p:spPr>
          <a:xfrm>
            <a:off x="4084400" y="429800"/>
            <a:ext cx="846000" cy="2355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3" name="Google Shape;213;p24"/>
          <p:cNvSpPr/>
          <p:nvPr/>
        </p:nvSpPr>
        <p:spPr>
          <a:xfrm>
            <a:off x="4102368" y="1908875"/>
            <a:ext cx="846000" cy="2355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4" name="Google Shape;214;p24"/>
          <p:cNvSpPr txBox="1"/>
          <p:nvPr/>
        </p:nvSpPr>
        <p:spPr>
          <a:xfrm>
            <a:off x="5429350" y="3604500"/>
            <a:ext cx="3000000" cy="115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1200"/>
              </a:spcAft>
              <a:buNone/>
            </a:pPr>
            <a:endParaRPr sz="1300">
              <a:solidFill>
                <a:schemeClr val="accent1"/>
              </a:solidFill>
              <a:latin typeface="Roboto"/>
              <a:ea typeface="Roboto"/>
              <a:cs typeface="Roboto"/>
              <a:sym typeface="Roboto"/>
            </a:endParaRPr>
          </a:p>
        </p:txBody>
      </p:sp>
      <p:sp>
        <p:nvSpPr>
          <p:cNvPr id="215" name="Google Shape;215;p24"/>
          <p:cNvSpPr/>
          <p:nvPr/>
        </p:nvSpPr>
        <p:spPr>
          <a:xfrm>
            <a:off x="4084400" y="3387950"/>
            <a:ext cx="846000" cy="2355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6" name="Google Shape;216;p24"/>
          <p:cNvSpPr txBox="1"/>
          <p:nvPr/>
        </p:nvSpPr>
        <p:spPr>
          <a:xfrm>
            <a:off x="5001550" y="1853411"/>
            <a:ext cx="3954900" cy="1524233"/>
          </a:xfrm>
          <a:prstGeom prst="rect">
            <a:avLst/>
          </a:prstGeom>
          <a:solidFill>
            <a:srgbClr val="92D050"/>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dirty="0">
                <a:latin typeface="Roboto"/>
                <a:ea typeface="Roboto"/>
                <a:cs typeface="Roboto"/>
                <a:sym typeface="Roboto"/>
              </a:rPr>
              <a:t>Disincentives for Sovereign:</a:t>
            </a:r>
            <a:endParaRPr sz="1200" b="1" dirty="0">
              <a:latin typeface="Roboto"/>
              <a:ea typeface="Roboto"/>
              <a:cs typeface="Roboto"/>
              <a:sym typeface="Roboto"/>
            </a:endParaRPr>
          </a:p>
          <a:p>
            <a:pPr marL="457200" lvl="0" indent="-298450" algn="l" rtl="0">
              <a:lnSpc>
                <a:spcPct val="115000"/>
              </a:lnSpc>
              <a:spcBef>
                <a:spcPts val="1200"/>
              </a:spcBef>
              <a:spcAft>
                <a:spcPts val="0"/>
              </a:spcAft>
              <a:buClr>
                <a:schemeClr val="dk1"/>
              </a:buClr>
              <a:buSzPts val="1100"/>
              <a:buFont typeface="Roboto"/>
              <a:buChar char="●"/>
            </a:pPr>
            <a:r>
              <a:rPr lang="en" sz="1100" dirty="0">
                <a:solidFill>
                  <a:srgbClr val="002F4A"/>
                </a:solidFill>
                <a:latin typeface="Roboto"/>
                <a:ea typeface="Roboto"/>
                <a:cs typeface="Roboto"/>
                <a:sym typeface="Roboto"/>
              </a:rPr>
              <a:t>Nearly 95% of SLBs employ a step-up coupon structure (Berrada et al., 2022)</a:t>
            </a:r>
            <a:endParaRPr sz="1100" dirty="0">
              <a:solidFill>
                <a:srgbClr val="002F4A"/>
              </a:solidFill>
              <a:latin typeface="Roboto"/>
              <a:ea typeface="Roboto"/>
              <a:cs typeface="Roboto"/>
              <a:sym typeface="Roboto"/>
            </a:endParaRPr>
          </a:p>
          <a:p>
            <a:pPr marL="914400" lvl="1" indent="-298450" algn="l" rtl="0">
              <a:lnSpc>
                <a:spcPct val="115000"/>
              </a:lnSpc>
              <a:spcBef>
                <a:spcPts val="0"/>
              </a:spcBef>
              <a:spcAft>
                <a:spcPts val="0"/>
              </a:spcAft>
              <a:buClr>
                <a:schemeClr val="dk1"/>
              </a:buClr>
              <a:buSzPts val="1100"/>
              <a:buFont typeface="Roboto"/>
              <a:buChar char="○"/>
            </a:pPr>
            <a:r>
              <a:rPr lang="en" sz="1100" dirty="0">
                <a:solidFill>
                  <a:srgbClr val="002F4A"/>
                </a:solidFill>
                <a:latin typeface="Roboto"/>
                <a:ea typeface="Roboto"/>
                <a:cs typeface="Roboto"/>
                <a:sym typeface="Roboto"/>
              </a:rPr>
              <a:t>Sovereigns are financially </a:t>
            </a:r>
            <a:r>
              <a:rPr lang="en" sz="1100" b="1" dirty="0">
                <a:solidFill>
                  <a:srgbClr val="002F4A"/>
                </a:solidFill>
                <a:latin typeface="Roboto"/>
                <a:ea typeface="Roboto"/>
                <a:cs typeface="Roboto"/>
                <a:sym typeface="Roboto"/>
              </a:rPr>
              <a:t>penalized</a:t>
            </a:r>
            <a:r>
              <a:rPr lang="en" sz="1100" dirty="0">
                <a:solidFill>
                  <a:srgbClr val="002F4A"/>
                </a:solidFill>
                <a:latin typeface="Roboto"/>
                <a:ea typeface="Roboto"/>
                <a:cs typeface="Roboto"/>
                <a:sym typeface="Roboto"/>
              </a:rPr>
              <a:t> for not achieving KPI targets, rather than being </a:t>
            </a:r>
            <a:r>
              <a:rPr lang="en" sz="1100" b="1" dirty="0">
                <a:solidFill>
                  <a:srgbClr val="002F4A"/>
                </a:solidFill>
                <a:latin typeface="Roboto"/>
                <a:ea typeface="Roboto"/>
                <a:cs typeface="Roboto"/>
                <a:sym typeface="Roboto"/>
              </a:rPr>
              <a:t>rewarded</a:t>
            </a:r>
            <a:r>
              <a:rPr lang="en" sz="1100" dirty="0">
                <a:solidFill>
                  <a:srgbClr val="002F4A"/>
                </a:solidFill>
                <a:latin typeface="Roboto"/>
                <a:ea typeface="Roboto"/>
                <a:cs typeface="Roboto"/>
                <a:sym typeface="Roboto"/>
              </a:rPr>
              <a:t> for outperforming</a:t>
            </a:r>
          </a:p>
        </p:txBody>
      </p:sp>
      <p:sp>
        <p:nvSpPr>
          <p:cNvPr id="217" name="Google Shape;217;p24"/>
          <p:cNvSpPr txBox="1"/>
          <p:nvPr/>
        </p:nvSpPr>
        <p:spPr>
          <a:xfrm>
            <a:off x="5001550" y="3321499"/>
            <a:ext cx="3954900" cy="1718902"/>
          </a:xfrm>
          <a:prstGeom prst="rect">
            <a:avLst/>
          </a:prstGeom>
          <a:solidFill>
            <a:srgbClr val="92D050"/>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dirty="0">
                <a:latin typeface="Roboto"/>
                <a:ea typeface="Roboto"/>
                <a:cs typeface="Roboto"/>
                <a:sym typeface="Roboto"/>
              </a:rPr>
              <a:t>Complexity:</a:t>
            </a:r>
            <a:endParaRPr sz="1200" b="1" dirty="0">
              <a:latin typeface="Roboto"/>
              <a:ea typeface="Roboto"/>
              <a:cs typeface="Roboto"/>
              <a:sym typeface="Roboto"/>
            </a:endParaRPr>
          </a:p>
          <a:p>
            <a:pPr marL="457200" lvl="0" indent="-298450" algn="l" rtl="0">
              <a:lnSpc>
                <a:spcPct val="115000"/>
              </a:lnSpc>
              <a:spcBef>
                <a:spcPts val="1200"/>
              </a:spcBef>
              <a:spcAft>
                <a:spcPts val="0"/>
              </a:spcAft>
              <a:buClr>
                <a:schemeClr val="accent1"/>
              </a:buClr>
              <a:buSzPts val="1100"/>
              <a:buFont typeface="Roboto"/>
              <a:buChar char="●"/>
            </a:pPr>
            <a:r>
              <a:rPr lang="en-AU" sz="1100" dirty="0">
                <a:solidFill>
                  <a:srgbClr val="002F4A"/>
                </a:solidFill>
                <a:latin typeface="Roboto"/>
                <a:ea typeface="Roboto"/>
                <a:cs typeface="Roboto"/>
                <a:sym typeface="Roboto"/>
              </a:rPr>
              <a:t>While SLBs hold great potential, they have not seen widespread adoption from sovereigns or financial institutions </a:t>
            </a:r>
            <a:endParaRPr sz="1100" dirty="0">
              <a:solidFill>
                <a:srgbClr val="002F4A"/>
              </a:solidFill>
              <a:latin typeface="Roboto"/>
              <a:ea typeface="Roboto"/>
              <a:cs typeface="Roboto"/>
              <a:sym typeface="Roboto"/>
            </a:endParaRPr>
          </a:p>
          <a:p>
            <a:pPr marL="914400" lvl="1" indent="-298450" algn="l" rtl="0">
              <a:lnSpc>
                <a:spcPct val="115000"/>
              </a:lnSpc>
              <a:spcBef>
                <a:spcPts val="0"/>
              </a:spcBef>
              <a:spcAft>
                <a:spcPts val="0"/>
              </a:spcAft>
              <a:buClr>
                <a:schemeClr val="accent1"/>
              </a:buClr>
              <a:buSzPts val="1100"/>
              <a:buFont typeface="Roboto"/>
              <a:buChar char="○"/>
            </a:pPr>
            <a:r>
              <a:rPr lang="en" sz="1100" dirty="0">
                <a:solidFill>
                  <a:srgbClr val="002F4A"/>
                </a:solidFill>
                <a:latin typeface="Roboto"/>
                <a:ea typeface="Roboto"/>
                <a:cs typeface="Roboto"/>
                <a:sym typeface="Roboto"/>
              </a:rPr>
              <a:t>Perceived </a:t>
            </a:r>
            <a:r>
              <a:rPr lang="en" sz="1100" b="1" dirty="0">
                <a:solidFill>
                  <a:srgbClr val="002F4A"/>
                </a:solidFill>
                <a:latin typeface="Roboto"/>
                <a:ea typeface="Roboto"/>
                <a:cs typeface="Roboto"/>
                <a:sym typeface="Roboto"/>
              </a:rPr>
              <a:t>complexity</a:t>
            </a:r>
            <a:r>
              <a:rPr lang="en" sz="1100" dirty="0">
                <a:solidFill>
                  <a:srgbClr val="002F4A"/>
                </a:solidFill>
                <a:latin typeface="Roboto"/>
                <a:ea typeface="Roboto"/>
                <a:cs typeface="Roboto"/>
                <a:sym typeface="Roboto"/>
              </a:rPr>
              <a:t> is a key deterrent</a:t>
            </a:r>
            <a:endParaRPr sz="1100" dirty="0">
              <a:solidFill>
                <a:srgbClr val="002F4A"/>
              </a:solidFill>
              <a:latin typeface="Roboto"/>
              <a:ea typeface="Roboto"/>
              <a:cs typeface="Roboto"/>
              <a:sym typeface="Roboto"/>
            </a:endParaRPr>
          </a:p>
          <a:p>
            <a:pPr marL="914400" lvl="1" indent="-298450" algn="l" rtl="0">
              <a:lnSpc>
                <a:spcPct val="115000"/>
              </a:lnSpc>
              <a:spcBef>
                <a:spcPts val="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Uptake of </a:t>
            </a:r>
            <a:r>
              <a:rPr lang="en-GB" sz="1100" b="1" dirty="0">
                <a:solidFill>
                  <a:srgbClr val="002F4A"/>
                </a:solidFill>
                <a:latin typeface="Roboto"/>
                <a:ea typeface="Roboto"/>
                <a:cs typeface="Roboto"/>
                <a:sym typeface="Roboto"/>
              </a:rPr>
              <a:t>uniform standards </a:t>
            </a:r>
            <a:r>
              <a:rPr lang="en-GB" sz="1100" dirty="0">
                <a:solidFill>
                  <a:srgbClr val="002F4A"/>
                </a:solidFill>
                <a:latin typeface="Roboto"/>
                <a:ea typeface="Roboto"/>
                <a:cs typeface="Roboto"/>
                <a:sym typeface="Roboto"/>
              </a:rPr>
              <a:t>for targets</a:t>
            </a:r>
            <a:r>
              <a:rPr lang="en-GB" sz="1100" b="1" dirty="0">
                <a:solidFill>
                  <a:srgbClr val="002F4A"/>
                </a:solidFill>
                <a:latin typeface="Roboto"/>
                <a:ea typeface="Roboto"/>
                <a:cs typeface="Roboto"/>
                <a:sym typeface="Roboto"/>
              </a:rPr>
              <a:t> </a:t>
            </a:r>
            <a:r>
              <a:rPr lang="en-GB" sz="1100" dirty="0">
                <a:solidFill>
                  <a:srgbClr val="002F4A"/>
                </a:solidFill>
                <a:latin typeface="Roboto"/>
                <a:ea typeface="Roboto"/>
                <a:cs typeface="Roboto"/>
                <a:sym typeface="Roboto"/>
              </a:rPr>
              <a:t>has been slow</a:t>
            </a:r>
            <a:endParaRPr lang="en-GB" sz="1100" dirty="0">
              <a:solidFill>
                <a:srgbClr val="002F4A"/>
              </a:solidFill>
              <a:latin typeface="Roboto"/>
              <a:ea typeface="Roboto"/>
              <a:cs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F8B96F-2D63-DD58-D034-259A7A8FCA12}"/>
              </a:ext>
            </a:extLst>
          </p:cNvPr>
          <p:cNvSpPr txBox="1"/>
          <p:nvPr/>
        </p:nvSpPr>
        <p:spPr>
          <a:xfrm>
            <a:off x="1576552" y="204951"/>
            <a:ext cx="6321972" cy="1754326"/>
          </a:xfrm>
          <a:prstGeom prst="rect">
            <a:avLst/>
          </a:prstGeom>
          <a:noFill/>
        </p:spPr>
        <p:txBody>
          <a:bodyPr wrap="square" rtlCol="0">
            <a:spAutoFit/>
          </a:bodyPr>
          <a:lstStyle/>
          <a:p>
            <a:pPr algn="ctr"/>
            <a:r>
              <a:rPr lang="en-US" b="1" dirty="0">
                <a:solidFill>
                  <a:srgbClr val="FF0000"/>
                </a:solidFill>
                <a:latin typeface="Roboto" panose="02000000000000000000" pitchFamily="2" charset="0"/>
                <a:ea typeface="Roboto" panose="02000000000000000000" pitchFamily="2" charset="0"/>
              </a:rPr>
              <a:t>How are </a:t>
            </a:r>
          </a:p>
          <a:p>
            <a:pPr algn="ctr"/>
            <a:r>
              <a:rPr lang="en-US" b="1" dirty="0">
                <a:solidFill>
                  <a:srgbClr val="FF0000"/>
                </a:solidFill>
                <a:latin typeface="Roboto" panose="02000000000000000000" pitchFamily="2" charset="0"/>
                <a:ea typeface="Roboto" panose="02000000000000000000" pitchFamily="2" charset="0"/>
              </a:rPr>
              <a:t>Sustainability-Linked Intermediated Debt Instruments (SLIDIs) </a:t>
            </a:r>
          </a:p>
          <a:p>
            <a:pPr algn="ctr"/>
            <a:r>
              <a:rPr lang="en-US" b="1" dirty="0">
                <a:solidFill>
                  <a:srgbClr val="FF0000"/>
                </a:solidFill>
                <a:latin typeface="Roboto" panose="02000000000000000000" pitchFamily="2" charset="0"/>
                <a:ea typeface="Roboto" panose="02000000000000000000" pitchFamily="2" charset="0"/>
              </a:rPr>
              <a:t>different from existing SLBs and SLLs?</a:t>
            </a:r>
          </a:p>
          <a:p>
            <a:pPr algn="ctr"/>
            <a:endParaRPr lang="en-US" b="1" dirty="0">
              <a:solidFill>
                <a:srgbClr val="FF0000"/>
              </a:solidFill>
              <a:latin typeface="Roboto" panose="02000000000000000000" pitchFamily="2" charset="0"/>
              <a:ea typeface="Roboto" panose="02000000000000000000" pitchFamily="2" charset="0"/>
            </a:endParaRPr>
          </a:p>
          <a:p>
            <a:pPr algn="ctr"/>
            <a:r>
              <a:rPr lang="en-US" b="1" dirty="0">
                <a:latin typeface="Roboto" panose="02000000000000000000" pitchFamily="2" charset="0"/>
                <a:ea typeface="Roboto" panose="02000000000000000000" pitchFamily="2" charset="0"/>
              </a:rPr>
              <a:t>We offer two very different possible SLIDI designs</a:t>
            </a:r>
          </a:p>
        </p:txBody>
      </p:sp>
    </p:spTree>
    <p:extLst>
      <p:ext uri="{BB962C8B-B14F-4D97-AF65-F5344CB8AC3E}">
        <p14:creationId xmlns:p14="http://schemas.microsoft.com/office/powerpoint/2010/main" val="151074277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C819AA57-10FB-4179-8CEB-87BAD98FF9DD}"/>
              </a:ext>
            </a:extLst>
          </p:cNvPr>
          <p:cNvSpPr>
            <a:spLocks noGrp="1"/>
          </p:cNvSpPr>
          <p:nvPr>
            <p:ph type="subTitle" idx="1"/>
          </p:nvPr>
        </p:nvSpPr>
        <p:spPr/>
        <p:txBody>
          <a:bodyPr>
            <a:normAutofit/>
          </a:bodyPr>
          <a:lstStyle/>
          <a:p>
            <a:r>
              <a:rPr lang="en-US" dirty="0"/>
              <a:t>Why Sustainability-Linked Intermediated Debt Instruments?</a:t>
            </a:r>
          </a:p>
          <a:p>
            <a:endParaRPr lang="en-US" dirty="0"/>
          </a:p>
        </p:txBody>
      </p:sp>
      <p:sp>
        <p:nvSpPr>
          <p:cNvPr id="3" name="Text Placeholder 2">
            <a:extLst>
              <a:ext uri="{FF2B5EF4-FFF2-40B4-BE49-F238E27FC236}">
                <a16:creationId xmlns:a16="http://schemas.microsoft.com/office/drawing/2014/main" id="{C4E0E00C-B16D-1A48-3CCA-93B4EEC2985A}"/>
              </a:ext>
            </a:extLst>
          </p:cNvPr>
          <p:cNvSpPr>
            <a:spLocks noGrp="1"/>
          </p:cNvSpPr>
          <p:nvPr>
            <p:ph type="body" sz="quarter" idx="10"/>
          </p:nvPr>
        </p:nvSpPr>
        <p:spPr/>
        <p:txBody>
          <a:bodyPr>
            <a:normAutofit fontScale="92500"/>
          </a:bodyPr>
          <a:lstStyle/>
          <a:p>
            <a:r>
              <a:rPr lang="en-US" dirty="0">
                <a:solidFill>
                  <a:schemeClr val="tx1"/>
                </a:solidFill>
              </a:rPr>
              <a:t>EMDE sovereigns’ problem when they try to borrow money: </a:t>
            </a:r>
            <a:r>
              <a:rPr lang="en-US" b="1" dirty="0">
                <a:solidFill>
                  <a:schemeClr val="tx1"/>
                </a:solidFill>
              </a:rPr>
              <a:t>High cost of capital, poor access to financial markets</a:t>
            </a:r>
          </a:p>
          <a:p>
            <a:pPr marL="146050" indent="0">
              <a:buNone/>
            </a:pPr>
            <a:endParaRPr lang="en-US" dirty="0">
              <a:solidFill>
                <a:schemeClr val="tx1"/>
              </a:solidFill>
            </a:endParaRPr>
          </a:p>
          <a:p>
            <a:r>
              <a:rPr lang="en-US" dirty="0">
                <a:solidFill>
                  <a:schemeClr val="tx1"/>
                </a:solidFill>
              </a:rPr>
              <a:t>Lenders’ and investors’ problem: </a:t>
            </a:r>
            <a:r>
              <a:rPr lang="en-US" b="1" dirty="0">
                <a:solidFill>
                  <a:schemeClr val="tx1"/>
                </a:solidFill>
              </a:rPr>
              <a:t>EMDE country risks</a:t>
            </a:r>
            <a:r>
              <a:rPr lang="en-US" dirty="0">
                <a:solidFill>
                  <a:schemeClr val="tx1"/>
                </a:solidFill>
              </a:rPr>
              <a:t>, including loan default and foreign exchange risks</a:t>
            </a:r>
          </a:p>
          <a:p>
            <a:endParaRPr lang="en-US" dirty="0">
              <a:solidFill>
                <a:schemeClr val="tx1"/>
              </a:solidFill>
            </a:endParaRPr>
          </a:p>
          <a:p>
            <a:r>
              <a:rPr lang="en-US" dirty="0">
                <a:solidFill>
                  <a:schemeClr val="tx1"/>
                </a:solidFill>
              </a:rPr>
              <a:t>Global commons problem: For climate safety, </a:t>
            </a:r>
            <a:r>
              <a:rPr lang="en-US" b="1" dirty="0">
                <a:solidFill>
                  <a:schemeClr val="tx1"/>
                </a:solidFill>
              </a:rPr>
              <a:t>it is crucial EMDEs get on a green development path</a:t>
            </a:r>
            <a:r>
              <a:rPr lang="en-US" dirty="0">
                <a:solidFill>
                  <a:schemeClr val="tx1"/>
                </a:solidFill>
              </a:rPr>
              <a:t> rather than fossil fuels dependent development path</a:t>
            </a:r>
          </a:p>
        </p:txBody>
      </p:sp>
      <p:sp>
        <p:nvSpPr>
          <p:cNvPr id="4" name="Text Placeholder 3">
            <a:extLst>
              <a:ext uri="{FF2B5EF4-FFF2-40B4-BE49-F238E27FC236}">
                <a16:creationId xmlns:a16="http://schemas.microsoft.com/office/drawing/2014/main" id="{8A9DE0BD-15EA-69EB-097C-40AD18786BA8}"/>
              </a:ext>
            </a:extLst>
          </p:cNvPr>
          <p:cNvSpPr>
            <a:spLocks noGrp="1"/>
          </p:cNvSpPr>
          <p:nvPr>
            <p:ph type="body" sz="quarter" idx="11"/>
          </p:nvPr>
        </p:nvSpPr>
        <p:spPr/>
        <p:txBody>
          <a:bodyPr>
            <a:normAutofit/>
          </a:bodyPr>
          <a:lstStyle/>
          <a:p>
            <a:pPr indent="0">
              <a:buNone/>
            </a:pPr>
            <a:r>
              <a:rPr lang="en-US" b="1" dirty="0"/>
              <a:t>SLIDIs could make two contributions:</a:t>
            </a:r>
          </a:p>
          <a:p>
            <a:pPr indent="0">
              <a:buNone/>
            </a:pPr>
            <a:endParaRPr lang="en-US" dirty="0"/>
          </a:p>
          <a:p>
            <a:r>
              <a:rPr lang="en-US" b="1" dirty="0"/>
              <a:t>DE-RISK LOANS TO EMDEs: </a:t>
            </a:r>
          </a:p>
          <a:p>
            <a:pPr lvl="1"/>
            <a:r>
              <a:rPr lang="en-US" dirty="0"/>
              <a:t>SLIDIs can be designed to reduce risks to lenders to EMDEs, enabling EMDEs to access capital markets more easily and pay lower interest rates </a:t>
            </a:r>
          </a:p>
          <a:p>
            <a:endParaRPr lang="en-US" dirty="0"/>
          </a:p>
          <a:p>
            <a:r>
              <a:rPr lang="en-US" b="1" dirty="0"/>
              <a:t>INCENTIVIZE GREEN DEVELOPMENT: </a:t>
            </a:r>
          </a:p>
          <a:p>
            <a:pPr lvl="1"/>
            <a:r>
              <a:rPr lang="en-US" dirty="0"/>
              <a:t>With SLIDIs, EMDE borrowers will pay lower interest rates if they meet sustainability KPIs</a:t>
            </a:r>
          </a:p>
        </p:txBody>
      </p:sp>
    </p:spTree>
    <p:extLst>
      <p:ext uri="{BB962C8B-B14F-4D97-AF65-F5344CB8AC3E}">
        <p14:creationId xmlns:p14="http://schemas.microsoft.com/office/powerpoint/2010/main" val="47858399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6DC69604-7F71-ADDE-262F-9C0E39FDFAA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43CEE80-013E-9507-0991-F6F534C6D47E}"/>
              </a:ext>
            </a:extLst>
          </p:cNvPr>
          <p:cNvSpPr/>
          <p:nvPr/>
        </p:nvSpPr>
        <p:spPr>
          <a:xfrm>
            <a:off x="224600" y="1127235"/>
            <a:ext cx="8694800" cy="4016266"/>
          </a:xfrm>
          <a:prstGeom prst="rect">
            <a:avLst/>
          </a:prstGeom>
          <a:solidFill>
            <a:srgbClr val="92D050">
              <a:alpha val="9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7" name="Google Shape;247;p27">
            <a:extLst>
              <a:ext uri="{FF2B5EF4-FFF2-40B4-BE49-F238E27FC236}">
                <a16:creationId xmlns:a16="http://schemas.microsoft.com/office/drawing/2014/main" id="{BDA15AB4-6F1E-81D8-9C61-4CDC3094B5C3}"/>
              </a:ext>
            </a:extLst>
          </p:cNvPr>
          <p:cNvSpPr txBox="1">
            <a:spLocks noGrp="1"/>
          </p:cNvSpPr>
          <p:nvPr>
            <p:ph type="subTitle" idx="1"/>
          </p:nvPr>
        </p:nvSpPr>
        <p:spPr/>
        <p:txBody>
          <a:bodyPr spcFirstLastPara="1" wrap="square" lIns="91425" tIns="91425" rIns="91425" bIns="91425" anchor="t" anchorCtr="0">
            <a:normAutofit fontScale="77500" lnSpcReduction="20000"/>
          </a:bodyPr>
          <a:lstStyle/>
          <a:p>
            <a:pPr lvl="0"/>
            <a:r>
              <a:rPr lang="en-GB" dirty="0"/>
              <a:t>SLIDI model 1: Subsidy-Providing Intermediary</a:t>
            </a:r>
          </a:p>
          <a:p>
            <a:pPr lvl="0"/>
            <a:endParaRPr lang="en-GB" dirty="0"/>
          </a:p>
          <a:p>
            <a:pPr lvl="0"/>
            <a:endParaRPr lang="en-GB" dirty="0"/>
          </a:p>
        </p:txBody>
      </p:sp>
      <p:sp>
        <p:nvSpPr>
          <p:cNvPr id="248" name="Google Shape;248;p27">
            <a:extLst>
              <a:ext uri="{FF2B5EF4-FFF2-40B4-BE49-F238E27FC236}">
                <a16:creationId xmlns:a16="http://schemas.microsoft.com/office/drawing/2014/main" id="{93ABDED8-3770-5B3E-F086-A48EE65839D3}"/>
              </a:ext>
            </a:extLst>
          </p:cNvPr>
          <p:cNvSpPr txBox="1"/>
          <p:nvPr/>
        </p:nvSpPr>
        <p:spPr>
          <a:xfrm>
            <a:off x="286675" y="3700135"/>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54" name="Google Shape;254;p27">
            <a:extLst>
              <a:ext uri="{FF2B5EF4-FFF2-40B4-BE49-F238E27FC236}">
                <a16:creationId xmlns:a16="http://schemas.microsoft.com/office/drawing/2014/main" id="{C70D270B-86A1-11CA-8345-9C2314B6CC1A}"/>
              </a:ext>
            </a:extLst>
          </p:cNvPr>
          <p:cNvSpPr/>
          <p:nvPr/>
        </p:nvSpPr>
        <p:spPr>
          <a:xfrm rot="-5400000" flipH="1">
            <a:off x="2805725" y="2716460"/>
            <a:ext cx="1161900" cy="2609700"/>
          </a:xfrm>
          <a:prstGeom prst="bentUpArrow">
            <a:avLst>
              <a:gd name="adj1" fmla="val 7599"/>
              <a:gd name="adj2" fmla="val 10711"/>
              <a:gd name="adj3" fmla="val 16698"/>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6" name="Google Shape;256;p27">
            <a:extLst>
              <a:ext uri="{FF2B5EF4-FFF2-40B4-BE49-F238E27FC236}">
                <a16:creationId xmlns:a16="http://schemas.microsoft.com/office/drawing/2014/main" id="{6779A3D0-9C0A-0A4A-D467-FFD952AE80FB}"/>
              </a:ext>
            </a:extLst>
          </p:cNvPr>
          <p:cNvSpPr/>
          <p:nvPr/>
        </p:nvSpPr>
        <p:spPr>
          <a:xfrm rot="-630">
            <a:off x="2120989" y="3907813"/>
            <a:ext cx="4941201" cy="210422"/>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57" name="Google Shape;257;p27">
            <a:extLst>
              <a:ext uri="{FF2B5EF4-FFF2-40B4-BE49-F238E27FC236}">
                <a16:creationId xmlns:a16="http://schemas.microsoft.com/office/drawing/2014/main" id="{DB7D8D23-D48D-DF54-A5FE-ABC14E7055DE}"/>
              </a:ext>
            </a:extLst>
          </p:cNvPr>
          <p:cNvGrpSpPr/>
          <p:nvPr/>
        </p:nvGrpSpPr>
        <p:grpSpPr>
          <a:xfrm>
            <a:off x="1676441" y="1631510"/>
            <a:ext cx="1320767" cy="1335773"/>
            <a:chOff x="986523" y="2110718"/>
            <a:chExt cx="1944600" cy="1569600"/>
          </a:xfrm>
        </p:grpSpPr>
        <p:sp>
          <p:nvSpPr>
            <p:cNvPr id="258" name="Google Shape;258;p27">
              <a:extLst>
                <a:ext uri="{FF2B5EF4-FFF2-40B4-BE49-F238E27FC236}">
                  <a16:creationId xmlns:a16="http://schemas.microsoft.com/office/drawing/2014/main" id="{C34814DE-F803-ADE5-8BE6-DB539D931612}"/>
                </a:ext>
              </a:extLst>
            </p:cNvPr>
            <p:cNvSpPr/>
            <p:nvPr/>
          </p:nvSpPr>
          <p:spPr>
            <a:xfrm>
              <a:off x="986523" y="2110718"/>
              <a:ext cx="1944600" cy="1569600"/>
            </a:xfrm>
            <a:prstGeom prst="round2DiagRect">
              <a:avLst>
                <a:gd name="adj1" fmla="val 0"/>
                <a:gd name="adj2" fmla="val 17764"/>
              </a:avLst>
            </a:prstGeom>
            <a:solidFill>
              <a:srgbClr val="00B0F0"/>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a:extLst>
                <a:ext uri="{FF2B5EF4-FFF2-40B4-BE49-F238E27FC236}">
                  <a16:creationId xmlns:a16="http://schemas.microsoft.com/office/drawing/2014/main" id="{6522F11D-71AE-7BA5-6888-AA326CC2559E}"/>
                </a:ext>
              </a:extLst>
            </p:cNvPr>
            <p:cNvSpPr txBox="1"/>
            <p:nvPr/>
          </p:nvSpPr>
          <p:spPr>
            <a:xfrm>
              <a:off x="1232973" y="2342017"/>
              <a:ext cx="1451699" cy="553500"/>
            </a:xfrm>
            <a:prstGeom prst="rect">
              <a:avLst/>
            </a:prstGeom>
            <a:solidFill>
              <a:srgbClr val="00B0F0"/>
            </a:solidFill>
            <a:ln w="9525"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US" sz="1500" b="1" dirty="0">
                  <a:solidFill>
                    <a:srgbClr val="FFFFFF"/>
                  </a:solidFill>
                  <a:latin typeface="Merriweather"/>
                  <a:ea typeface="Merriweather"/>
                  <a:cs typeface="Merriweather"/>
                  <a:sym typeface="Merriweather"/>
                </a:rPr>
                <a:t>Donor</a:t>
              </a:r>
              <a:endParaRPr sz="1500" b="1" dirty="0">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dirty="0">
                <a:solidFill>
                  <a:srgbClr val="FFFFFF"/>
                </a:solidFill>
                <a:latin typeface="Roboto"/>
                <a:ea typeface="Roboto"/>
                <a:cs typeface="Roboto"/>
                <a:sym typeface="Roboto"/>
              </a:endParaRPr>
            </a:p>
          </p:txBody>
        </p:sp>
      </p:grpSp>
      <p:grpSp>
        <p:nvGrpSpPr>
          <p:cNvPr id="260" name="Google Shape;260;p27">
            <a:extLst>
              <a:ext uri="{FF2B5EF4-FFF2-40B4-BE49-F238E27FC236}">
                <a16:creationId xmlns:a16="http://schemas.microsoft.com/office/drawing/2014/main" id="{268CB901-463F-A805-6126-91F1097B3FB8}"/>
              </a:ext>
            </a:extLst>
          </p:cNvPr>
          <p:cNvGrpSpPr/>
          <p:nvPr/>
        </p:nvGrpSpPr>
        <p:grpSpPr>
          <a:xfrm>
            <a:off x="3719366" y="1597112"/>
            <a:ext cx="1876395" cy="1735821"/>
            <a:chOff x="3071454" y="2013875"/>
            <a:chExt cx="2154300" cy="1569600"/>
          </a:xfrm>
        </p:grpSpPr>
        <p:sp>
          <p:nvSpPr>
            <p:cNvPr id="261" name="Google Shape;261;p27">
              <a:extLst>
                <a:ext uri="{FF2B5EF4-FFF2-40B4-BE49-F238E27FC236}">
                  <a16:creationId xmlns:a16="http://schemas.microsoft.com/office/drawing/2014/main" id="{94BA8BB4-A2B5-A809-4EFD-795CEA2A048C}"/>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a:extLst>
                <a:ext uri="{FF2B5EF4-FFF2-40B4-BE49-F238E27FC236}">
                  <a16:creationId xmlns:a16="http://schemas.microsoft.com/office/drawing/2014/main" id="{46784332-3030-2A91-83FF-AB28AB0C05B1}"/>
                </a:ext>
              </a:extLst>
            </p:cNvPr>
            <p:cNvSpPr txBox="1"/>
            <p:nvPr/>
          </p:nvSpPr>
          <p:spPr>
            <a:xfrm>
              <a:off x="3071454" y="2097376"/>
              <a:ext cx="2149987" cy="453441"/>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500" b="1" dirty="0">
                  <a:solidFill>
                    <a:srgbClr val="FFFFFF"/>
                  </a:solidFill>
                  <a:latin typeface="Merriweather"/>
                  <a:ea typeface="Merriweather"/>
                  <a:cs typeface="Merriweather"/>
                  <a:sym typeface="Merriweather"/>
                </a:rPr>
                <a:t>Intermediary/WB</a:t>
              </a:r>
              <a:endParaRPr sz="1500" dirty="0">
                <a:solidFill>
                  <a:srgbClr val="FFFFFF"/>
                </a:solidFill>
                <a:latin typeface="Merriweather"/>
                <a:ea typeface="Merriweather"/>
                <a:cs typeface="Merriweather"/>
                <a:sym typeface="Merriweather"/>
              </a:endParaRPr>
            </a:p>
          </p:txBody>
        </p:sp>
        <p:sp>
          <p:nvSpPr>
            <p:cNvPr id="263" name="Google Shape;263;p27">
              <a:extLst>
                <a:ext uri="{FF2B5EF4-FFF2-40B4-BE49-F238E27FC236}">
                  <a16:creationId xmlns:a16="http://schemas.microsoft.com/office/drawing/2014/main" id="{D538F370-E39E-480D-860B-966741F57112}"/>
                </a:ext>
              </a:extLst>
            </p:cNvPr>
            <p:cNvSpPr txBox="1"/>
            <p:nvPr/>
          </p:nvSpPr>
          <p:spPr>
            <a:xfrm>
              <a:off x="3255345" y="2417315"/>
              <a:ext cx="1864500" cy="1030918"/>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dirty="0">
                  <a:solidFill>
                    <a:srgbClr val="FFFFFF"/>
                  </a:solidFill>
                  <a:latin typeface="Roboto"/>
                  <a:ea typeface="Roboto"/>
                  <a:cs typeface="Roboto"/>
                  <a:sym typeface="Roboto"/>
                </a:rPr>
                <a:t>Pays out subsidy (RBP, results-based payments), e.g., 2%, from WB-managed trust fund </a:t>
              </a:r>
            </a:p>
            <a:p>
              <a:pPr marL="0" lvl="0" indent="0" algn="l" rtl="0">
                <a:lnSpc>
                  <a:spcPct val="115000"/>
                </a:lnSpc>
                <a:spcBef>
                  <a:spcPts val="0"/>
                </a:spcBef>
                <a:spcAft>
                  <a:spcPts val="0"/>
                </a:spcAft>
                <a:buNone/>
              </a:pPr>
              <a:r>
                <a:rPr lang="en" sz="1000" b="1" i="1" dirty="0">
                  <a:solidFill>
                    <a:srgbClr val="FFFFFF"/>
                  </a:solidFill>
                  <a:latin typeface="Roboto"/>
                  <a:ea typeface="Roboto"/>
                  <a:cs typeface="Roboto"/>
                  <a:sym typeface="Roboto"/>
                </a:rPr>
                <a:t>if sustainability KPI targets are met</a:t>
              </a:r>
              <a:endParaRPr sz="1000" b="1" i="1" dirty="0">
                <a:solidFill>
                  <a:srgbClr val="FFFFFF"/>
                </a:solidFill>
                <a:latin typeface="Roboto"/>
                <a:ea typeface="Roboto"/>
                <a:cs typeface="Roboto"/>
                <a:sym typeface="Roboto"/>
              </a:endParaRPr>
            </a:p>
            <a:p>
              <a:pPr marL="0" lvl="0" indent="0" algn="l" rtl="0">
                <a:lnSpc>
                  <a:spcPct val="115000"/>
                </a:lnSpc>
                <a:spcBef>
                  <a:spcPts val="1600"/>
                </a:spcBef>
                <a:spcAft>
                  <a:spcPts val="1600"/>
                </a:spcAft>
                <a:buNone/>
              </a:pPr>
              <a:endParaRPr sz="1000" dirty="0">
                <a:solidFill>
                  <a:srgbClr val="FFFFFF"/>
                </a:solidFill>
                <a:latin typeface="Roboto"/>
                <a:ea typeface="Roboto"/>
                <a:cs typeface="Roboto"/>
                <a:sym typeface="Roboto"/>
              </a:endParaRPr>
            </a:p>
          </p:txBody>
        </p:sp>
      </p:grpSp>
      <p:grpSp>
        <p:nvGrpSpPr>
          <p:cNvPr id="264" name="Google Shape;264;p27">
            <a:extLst>
              <a:ext uri="{FF2B5EF4-FFF2-40B4-BE49-F238E27FC236}">
                <a16:creationId xmlns:a16="http://schemas.microsoft.com/office/drawing/2014/main" id="{25D97BB0-5CC9-F1BD-4E59-268BC4E6B294}"/>
              </a:ext>
            </a:extLst>
          </p:cNvPr>
          <p:cNvGrpSpPr/>
          <p:nvPr/>
        </p:nvGrpSpPr>
        <p:grpSpPr>
          <a:xfrm>
            <a:off x="7111642" y="3341176"/>
            <a:ext cx="1637755" cy="1501636"/>
            <a:chOff x="5015938" y="2013875"/>
            <a:chExt cx="3001200" cy="1569600"/>
          </a:xfrm>
        </p:grpSpPr>
        <p:sp>
          <p:nvSpPr>
            <p:cNvPr id="265" name="Google Shape;265;p27">
              <a:extLst>
                <a:ext uri="{FF2B5EF4-FFF2-40B4-BE49-F238E27FC236}">
                  <a16:creationId xmlns:a16="http://schemas.microsoft.com/office/drawing/2014/main" id="{34FD2A1A-EF8C-4A92-EE8D-9D6C2DAFB4CE}"/>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a:extLst>
                <a:ext uri="{FF2B5EF4-FFF2-40B4-BE49-F238E27FC236}">
                  <a16:creationId xmlns:a16="http://schemas.microsoft.com/office/drawing/2014/main" id="{D966B4E8-ABA0-DBAF-7BF8-BBF71294674B}"/>
                </a:ext>
              </a:extLst>
            </p:cNvPr>
            <p:cNvSpPr txBox="1"/>
            <p:nvPr/>
          </p:nvSpPr>
          <p:spPr>
            <a:xfrm>
              <a:off x="5307987" y="2507804"/>
              <a:ext cx="2417101"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rgbClr val="FFFFFF"/>
                  </a:solidFill>
                  <a:latin typeface="Merriweather"/>
                  <a:ea typeface="Merriweather"/>
                  <a:cs typeface="Merriweather"/>
                  <a:sym typeface="Merriweather"/>
                </a:rPr>
                <a:t>Investor</a:t>
              </a:r>
              <a:endParaRPr sz="1500" dirty="0">
                <a:solidFill>
                  <a:srgbClr val="FFFFFF"/>
                </a:solidFill>
                <a:latin typeface="Merriweather"/>
                <a:ea typeface="Merriweather"/>
                <a:cs typeface="Merriweather"/>
                <a:sym typeface="Merriweather"/>
              </a:endParaRPr>
            </a:p>
          </p:txBody>
        </p:sp>
      </p:grpSp>
      <p:sp>
        <p:nvSpPr>
          <p:cNvPr id="2" name="TextBox 1">
            <a:extLst>
              <a:ext uri="{FF2B5EF4-FFF2-40B4-BE49-F238E27FC236}">
                <a16:creationId xmlns:a16="http://schemas.microsoft.com/office/drawing/2014/main" id="{85D3CAAB-EC43-152C-B65A-93995A064109}"/>
              </a:ext>
            </a:extLst>
          </p:cNvPr>
          <p:cNvSpPr txBox="1"/>
          <p:nvPr/>
        </p:nvSpPr>
        <p:spPr>
          <a:xfrm>
            <a:off x="1986535" y="3625566"/>
            <a:ext cx="4879347" cy="246221"/>
          </a:xfrm>
          <a:prstGeom prst="rect">
            <a:avLst/>
          </a:prstGeom>
          <a:noFill/>
        </p:spPr>
        <p:txBody>
          <a:bodyPr wrap="square" rtlCol="0">
            <a:spAutoFit/>
          </a:bodyPr>
          <a:lstStyle/>
          <a:p>
            <a:r>
              <a:rPr lang="en-US" sz="1000" dirty="0">
                <a:latin typeface="Roboto" panose="02000000000000000000" pitchFamily="2" charset="0"/>
                <a:ea typeface="Roboto" panose="02000000000000000000" pitchFamily="2" charset="0"/>
              </a:rPr>
              <a:t>Issues bonds to financial markets at fixed interest rate, e.g., 7%</a:t>
            </a:r>
          </a:p>
        </p:txBody>
      </p:sp>
      <p:grpSp>
        <p:nvGrpSpPr>
          <p:cNvPr id="6" name="Google Shape;257;p27">
            <a:extLst>
              <a:ext uri="{FF2B5EF4-FFF2-40B4-BE49-F238E27FC236}">
                <a16:creationId xmlns:a16="http://schemas.microsoft.com/office/drawing/2014/main" id="{F8F0B23A-7E15-17C4-9770-CB6958162A60}"/>
              </a:ext>
            </a:extLst>
          </p:cNvPr>
          <p:cNvGrpSpPr/>
          <p:nvPr/>
        </p:nvGrpSpPr>
        <p:grpSpPr>
          <a:xfrm>
            <a:off x="454277" y="3302384"/>
            <a:ext cx="1564042" cy="1501636"/>
            <a:chOff x="986523" y="2110718"/>
            <a:chExt cx="1944600" cy="1569600"/>
          </a:xfrm>
        </p:grpSpPr>
        <p:sp>
          <p:nvSpPr>
            <p:cNvPr id="7" name="Google Shape;258;p27">
              <a:extLst>
                <a:ext uri="{FF2B5EF4-FFF2-40B4-BE49-F238E27FC236}">
                  <a16:creationId xmlns:a16="http://schemas.microsoft.com/office/drawing/2014/main" id="{6DE0AC99-4FFC-467E-49E7-2F8D0919F606}"/>
                </a:ext>
              </a:extLst>
            </p:cNvPr>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59;p27">
              <a:extLst>
                <a:ext uri="{FF2B5EF4-FFF2-40B4-BE49-F238E27FC236}">
                  <a16:creationId xmlns:a16="http://schemas.microsoft.com/office/drawing/2014/main" id="{F24C5235-C0E2-9D3C-C3D1-0C3E683302DE}"/>
                </a:ext>
              </a:extLst>
            </p:cNvPr>
            <p:cNvSpPr txBox="1"/>
            <p:nvPr/>
          </p:nvSpPr>
          <p:spPr>
            <a:xfrm>
              <a:off x="1231001" y="2659316"/>
              <a:ext cx="1451699"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Sovereign</a:t>
              </a:r>
              <a:endParaRPr sz="1500" b="1">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a:solidFill>
                  <a:srgbClr val="FFFFFF"/>
                </a:solidFill>
                <a:latin typeface="Roboto"/>
                <a:ea typeface="Roboto"/>
                <a:cs typeface="Roboto"/>
                <a:sym typeface="Roboto"/>
              </a:endParaRPr>
            </a:p>
          </p:txBody>
        </p:sp>
      </p:grpSp>
      <p:sp>
        <p:nvSpPr>
          <p:cNvPr id="12" name="TextBox 11">
            <a:extLst>
              <a:ext uri="{FF2B5EF4-FFF2-40B4-BE49-F238E27FC236}">
                <a16:creationId xmlns:a16="http://schemas.microsoft.com/office/drawing/2014/main" id="{160D60F1-71D3-C6E2-2411-B19864E001C3}"/>
              </a:ext>
            </a:extLst>
          </p:cNvPr>
          <p:cNvSpPr txBox="1"/>
          <p:nvPr/>
        </p:nvSpPr>
        <p:spPr>
          <a:xfrm>
            <a:off x="1826334" y="2164147"/>
            <a:ext cx="1153379" cy="707886"/>
          </a:xfrm>
          <a:prstGeom prst="rect">
            <a:avLst/>
          </a:prstGeom>
          <a:noFill/>
        </p:spPr>
        <p:txBody>
          <a:bodyPr wrap="square" rtlCol="0">
            <a:spAutoFit/>
          </a:bodyPr>
          <a:lstStyle/>
          <a:p>
            <a:r>
              <a:rPr lang="en-US" sz="1000" dirty="0">
                <a:latin typeface="Roboto" panose="02000000000000000000" pitchFamily="2" charset="0"/>
                <a:ea typeface="Roboto" panose="02000000000000000000" pitchFamily="2" charset="0"/>
              </a:rPr>
              <a:t>Raises money for trust fund for RBPs, e.g., via carbon tax</a:t>
            </a:r>
          </a:p>
        </p:txBody>
      </p:sp>
      <p:sp>
        <p:nvSpPr>
          <p:cNvPr id="13" name="Arrow: Right 12">
            <a:extLst>
              <a:ext uri="{FF2B5EF4-FFF2-40B4-BE49-F238E27FC236}">
                <a16:creationId xmlns:a16="http://schemas.microsoft.com/office/drawing/2014/main" id="{3E6CA0CD-2BCF-AFD3-7026-515BD9ED8BFF}"/>
              </a:ext>
            </a:extLst>
          </p:cNvPr>
          <p:cNvSpPr/>
          <p:nvPr/>
        </p:nvSpPr>
        <p:spPr>
          <a:xfrm>
            <a:off x="3077469" y="2373889"/>
            <a:ext cx="561635" cy="1978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77788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6DC69604-7F71-ADDE-262F-9C0E39FDFAA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43CEE80-013E-9507-0991-F6F534C6D47E}"/>
              </a:ext>
            </a:extLst>
          </p:cNvPr>
          <p:cNvSpPr/>
          <p:nvPr/>
        </p:nvSpPr>
        <p:spPr>
          <a:xfrm>
            <a:off x="213973" y="1150883"/>
            <a:ext cx="8694800" cy="3992617"/>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Google Shape;247;p27">
            <a:extLst>
              <a:ext uri="{FF2B5EF4-FFF2-40B4-BE49-F238E27FC236}">
                <a16:creationId xmlns:a16="http://schemas.microsoft.com/office/drawing/2014/main" id="{BDA15AB4-6F1E-81D8-9C61-4CDC3094B5C3}"/>
              </a:ext>
            </a:extLst>
          </p:cNvPr>
          <p:cNvSpPr txBox="1">
            <a:spLocks noGrp="1"/>
          </p:cNvSpPr>
          <p:nvPr>
            <p:ph type="subTitle" idx="1"/>
          </p:nvPr>
        </p:nvSpPr>
        <p:spPr/>
        <p:txBody>
          <a:bodyPr spcFirstLastPara="1" wrap="square" lIns="91425" tIns="91425" rIns="91425" bIns="91425" anchor="t" anchorCtr="0">
            <a:normAutofit fontScale="77500" lnSpcReduction="20000"/>
          </a:bodyPr>
          <a:lstStyle/>
          <a:p>
            <a:pPr lvl="0"/>
            <a:r>
              <a:rPr lang="en-GB" dirty="0"/>
              <a:t>SLIDI model 2: Credit Intermediary (specialized development bank) </a:t>
            </a:r>
          </a:p>
          <a:p>
            <a:pPr lvl="0"/>
            <a:endParaRPr lang="en-GB" dirty="0"/>
          </a:p>
          <a:p>
            <a:pPr lvl="0"/>
            <a:endParaRPr lang="en-GB" dirty="0"/>
          </a:p>
        </p:txBody>
      </p:sp>
      <p:sp>
        <p:nvSpPr>
          <p:cNvPr id="248" name="Google Shape;248;p27">
            <a:extLst>
              <a:ext uri="{FF2B5EF4-FFF2-40B4-BE49-F238E27FC236}">
                <a16:creationId xmlns:a16="http://schemas.microsoft.com/office/drawing/2014/main" id="{93ABDED8-3770-5B3E-F086-A48EE65839D3}"/>
              </a:ext>
            </a:extLst>
          </p:cNvPr>
          <p:cNvSpPr txBox="1"/>
          <p:nvPr/>
        </p:nvSpPr>
        <p:spPr>
          <a:xfrm>
            <a:off x="286675" y="3700135"/>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49" name="Google Shape;249;p27">
            <a:extLst>
              <a:ext uri="{FF2B5EF4-FFF2-40B4-BE49-F238E27FC236}">
                <a16:creationId xmlns:a16="http://schemas.microsoft.com/office/drawing/2014/main" id="{D91044F1-ECF7-7969-85A3-68B776664B5B}"/>
              </a:ext>
            </a:extLst>
          </p:cNvPr>
          <p:cNvSpPr txBox="1"/>
          <p:nvPr/>
        </p:nvSpPr>
        <p:spPr>
          <a:xfrm rot="596">
            <a:off x="1948270" y="3048446"/>
            <a:ext cx="1729500" cy="1238192"/>
          </a:xfrm>
          <a:prstGeom prst="rect">
            <a:avLst/>
          </a:prstGeom>
          <a:noFill/>
          <a:ln>
            <a:noFill/>
          </a:ln>
        </p:spPr>
        <p:txBody>
          <a:bodyPr spcFirstLastPara="1" wrap="square" lIns="91425" tIns="91425" rIns="91425" bIns="91425" anchor="t" anchorCtr="0">
            <a:noAutofit/>
          </a:bodyPr>
          <a:lstStyle/>
          <a:p>
            <a:pPr algn="ctr">
              <a:lnSpc>
                <a:spcPct val="115000"/>
              </a:lnSpc>
            </a:pPr>
            <a:endParaRPr lang="en" sz="1000" dirty="0">
              <a:solidFill>
                <a:schemeClr val="dk1"/>
              </a:solidFill>
              <a:latin typeface="Roboto"/>
              <a:ea typeface="Roboto"/>
              <a:cs typeface="Roboto"/>
              <a:sym typeface="Roboto"/>
            </a:endParaRPr>
          </a:p>
          <a:p>
            <a:pPr algn="ctr">
              <a:lnSpc>
                <a:spcPct val="115000"/>
              </a:lnSpc>
            </a:pPr>
            <a:r>
              <a:rPr lang="en" sz="1000" dirty="0">
                <a:solidFill>
                  <a:schemeClr val="dk1"/>
                </a:solidFill>
                <a:latin typeface="Roboto"/>
                <a:ea typeface="Roboto"/>
                <a:cs typeface="Roboto"/>
                <a:sym typeface="Roboto"/>
              </a:rPr>
              <a:t>Pays 5% until bond maturity if KPI targets are met and 4% or 3% if targets are subsequently exceeded</a:t>
            </a:r>
            <a:endParaRPr sz="10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300" dirty="0">
              <a:solidFill>
                <a:schemeClr val="dk1"/>
              </a:solidFill>
              <a:latin typeface="Roboto"/>
              <a:ea typeface="Roboto"/>
              <a:cs typeface="Roboto"/>
              <a:sym typeface="Roboto"/>
            </a:endParaRPr>
          </a:p>
          <a:p>
            <a:pPr marL="0" lvl="0" indent="0" algn="l" rtl="0">
              <a:spcBef>
                <a:spcPts val="1200"/>
              </a:spcBef>
              <a:spcAft>
                <a:spcPts val="0"/>
              </a:spcAft>
              <a:buNone/>
            </a:pPr>
            <a:endParaRPr sz="1300" dirty="0">
              <a:solidFill>
                <a:schemeClr val="lt1"/>
              </a:solidFill>
              <a:latin typeface="Roboto"/>
              <a:ea typeface="Roboto"/>
              <a:cs typeface="Roboto"/>
              <a:sym typeface="Roboto"/>
            </a:endParaRPr>
          </a:p>
        </p:txBody>
      </p:sp>
      <p:sp>
        <p:nvSpPr>
          <p:cNvPr id="250" name="Google Shape;250;p27">
            <a:extLst>
              <a:ext uri="{FF2B5EF4-FFF2-40B4-BE49-F238E27FC236}">
                <a16:creationId xmlns:a16="http://schemas.microsoft.com/office/drawing/2014/main" id="{3B39E47E-1B11-4125-1827-9AB3984F90BF}"/>
              </a:ext>
            </a:extLst>
          </p:cNvPr>
          <p:cNvSpPr txBox="1"/>
          <p:nvPr/>
        </p:nvSpPr>
        <p:spPr>
          <a:xfrm rot="1354299">
            <a:off x="5392614" y="2308298"/>
            <a:ext cx="2358024" cy="338631"/>
          </a:xfrm>
          <a:prstGeom prst="rect">
            <a:avLst/>
          </a:prstGeom>
          <a:noFill/>
          <a:ln>
            <a:noFill/>
          </a:ln>
        </p:spPr>
        <p:txBody>
          <a:bodyPr spcFirstLastPara="1" wrap="square" lIns="91425" tIns="91425" rIns="91425" bIns="91425" anchor="t" anchorCtr="0">
            <a:spAutoFit/>
          </a:bodyPr>
          <a:lstStyle/>
          <a:p>
            <a:pPr algn="ctr"/>
            <a:r>
              <a:rPr lang="en" sz="1000">
                <a:solidFill>
                  <a:schemeClr val="dk1"/>
                </a:solidFill>
                <a:latin typeface="Roboto"/>
                <a:ea typeface="Roboto"/>
                <a:cs typeface="Roboto"/>
                <a:sym typeface="Roboto"/>
              </a:rPr>
              <a:t>Pays constant 4% p.a. </a:t>
            </a:r>
            <a:endParaRPr sz="1000">
              <a:solidFill>
                <a:schemeClr val="dk1"/>
              </a:solidFill>
            </a:endParaRPr>
          </a:p>
        </p:txBody>
      </p:sp>
      <p:sp>
        <p:nvSpPr>
          <p:cNvPr id="251" name="Google Shape;251;p27">
            <a:extLst>
              <a:ext uri="{FF2B5EF4-FFF2-40B4-BE49-F238E27FC236}">
                <a16:creationId xmlns:a16="http://schemas.microsoft.com/office/drawing/2014/main" id="{4025B442-8C74-8501-5949-776B18584C5C}"/>
              </a:ext>
            </a:extLst>
          </p:cNvPr>
          <p:cNvSpPr/>
          <p:nvPr/>
        </p:nvSpPr>
        <p:spPr>
          <a:xfrm rot="1342973">
            <a:off x="5679956" y="2557442"/>
            <a:ext cx="1696191" cy="145686"/>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2" name="Google Shape;252;p27">
            <a:extLst>
              <a:ext uri="{FF2B5EF4-FFF2-40B4-BE49-F238E27FC236}">
                <a16:creationId xmlns:a16="http://schemas.microsoft.com/office/drawing/2014/main" id="{2699E0C9-4AB9-6C4C-37F9-00E71A56980E}"/>
              </a:ext>
            </a:extLst>
          </p:cNvPr>
          <p:cNvSpPr txBox="1"/>
          <p:nvPr/>
        </p:nvSpPr>
        <p:spPr>
          <a:xfrm rot="-1154369">
            <a:off x="1349286" y="2214898"/>
            <a:ext cx="2357995"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Pays 7% p.a. until KPI performance assessment deadline.</a:t>
            </a:r>
            <a:endParaRPr sz="1000">
              <a:solidFill>
                <a:schemeClr val="dk1"/>
              </a:solidFill>
            </a:endParaRPr>
          </a:p>
        </p:txBody>
      </p:sp>
      <p:sp>
        <p:nvSpPr>
          <p:cNvPr id="253" name="Google Shape;253;p27">
            <a:extLst>
              <a:ext uri="{FF2B5EF4-FFF2-40B4-BE49-F238E27FC236}">
                <a16:creationId xmlns:a16="http://schemas.microsoft.com/office/drawing/2014/main" id="{72CD6DF1-9F6B-4A4E-0BCC-09A91EE0D856}"/>
              </a:ext>
            </a:extLst>
          </p:cNvPr>
          <p:cNvSpPr/>
          <p:nvPr/>
        </p:nvSpPr>
        <p:spPr>
          <a:xfrm rot="-1090328">
            <a:off x="1827388" y="2593230"/>
            <a:ext cx="1819973" cy="17807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4" name="Google Shape;254;p27">
            <a:extLst>
              <a:ext uri="{FF2B5EF4-FFF2-40B4-BE49-F238E27FC236}">
                <a16:creationId xmlns:a16="http://schemas.microsoft.com/office/drawing/2014/main" id="{C70D270B-86A1-11CA-8345-9C2314B6CC1A}"/>
              </a:ext>
            </a:extLst>
          </p:cNvPr>
          <p:cNvSpPr/>
          <p:nvPr/>
        </p:nvSpPr>
        <p:spPr>
          <a:xfrm rot="-5400000" flipH="1">
            <a:off x="2805725" y="2716460"/>
            <a:ext cx="1161900" cy="2609700"/>
          </a:xfrm>
          <a:prstGeom prst="bentUpArrow">
            <a:avLst>
              <a:gd name="adj1" fmla="val 7599"/>
              <a:gd name="adj2" fmla="val 10711"/>
              <a:gd name="adj3" fmla="val 16698"/>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5" name="Google Shape;255;p27">
            <a:extLst>
              <a:ext uri="{FF2B5EF4-FFF2-40B4-BE49-F238E27FC236}">
                <a16:creationId xmlns:a16="http://schemas.microsoft.com/office/drawing/2014/main" id="{72CA3842-9998-06D5-C624-760E77C3E486}"/>
              </a:ext>
            </a:extLst>
          </p:cNvPr>
          <p:cNvSpPr txBox="1"/>
          <p:nvPr/>
        </p:nvSpPr>
        <p:spPr>
          <a:xfrm rot="-2169">
            <a:off x="4610950" y="3519187"/>
            <a:ext cx="1426200" cy="110796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chemeClr val="dk1"/>
                </a:solidFill>
                <a:latin typeface="Roboto"/>
                <a:ea typeface="Roboto"/>
                <a:cs typeface="Roboto"/>
                <a:sym typeface="Roboto"/>
              </a:rPr>
              <a:t>Verifies KPI targets are ambitious and relevant and tracks progress; on-lends money to EMDE sovereign via SLL</a:t>
            </a:r>
            <a:endParaRPr sz="1000" dirty="0">
              <a:solidFill>
                <a:schemeClr val="dk1"/>
              </a:solidFill>
            </a:endParaRPr>
          </a:p>
        </p:txBody>
      </p:sp>
      <p:sp>
        <p:nvSpPr>
          <p:cNvPr id="256" name="Google Shape;256;p27">
            <a:extLst>
              <a:ext uri="{FF2B5EF4-FFF2-40B4-BE49-F238E27FC236}">
                <a16:creationId xmlns:a16="http://schemas.microsoft.com/office/drawing/2014/main" id="{6779A3D0-9C0A-0A4A-D467-FFD952AE80FB}"/>
              </a:ext>
            </a:extLst>
          </p:cNvPr>
          <p:cNvSpPr/>
          <p:nvPr/>
        </p:nvSpPr>
        <p:spPr>
          <a:xfrm rot="-630">
            <a:off x="1995775" y="3154519"/>
            <a:ext cx="1637700" cy="1782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57" name="Google Shape;257;p27">
            <a:extLst>
              <a:ext uri="{FF2B5EF4-FFF2-40B4-BE49-F238E27FC236}">
                <a16:creationId xmlns:a16="http://schemas.microsoft.com/office/drawing/2014/main" id="{DB7D8D23-D48D-DF54-A5FE-ABC14E7055DE}"/>
              </a:ext>
            </a:extLst>
          </p:cNvPr>
          <p:cNvGrpSpPr/>
          <p:nvPr/>
        </p:nvGrpSpPr>
        <p:grpSpPr>
          <a:xfrm>
            <a:off x="301877" y="3149984"/>
            <a:ext cx="1564042" cy="1501636"/>
            <a:chOff x="986523" y="2110718"/>
            <a:chExt cx="1944600" cy="1569600"/>
          </a:xfrm>
        </p:grpSpPr>
        <p:sp>
          <p:nvSpPr>
            <p:cNvPr id="258" name="Google Shape;258;p27">
              <a:extLst>
                <a:ext uri="{FF2B5EF4-FFF2-40B4-BE49-F238E27FC236}">
                  <a16:creationId xmlns:a16="http://schemas.microsoft.com/office/drawing/2014/main" id="{C34814DE-F803-ADE5-8BE6-DB539D931612}"/>
                </a:ext>
              </a:extLst>
            </p:cNvPr>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a:extLst>
                <a:ext uri="{FF2B5EF4-FFF2-40B4-BE49-F238E27FC236}">
                  <a16:creationId xmlns:a16="http://schemas.microsoft.com/office/drawing/2014/main" id="{6522F11D-71AE-7BA5-6888-AA326CC2559E}"/>
                </a:ext>
              </a:extLst>
            </p:cNvPr>
            <p:cNvSpPr txBox="1"/>
            <p:nvPr/>
          </p:nvSpPr>
          <p:spPr>
            <a:xfrm>
              <a:off x="1231001" y="2659316"/>
              <a:ext cx="1451699"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Sovereign</a:t>
              </a:r>
              <a:endParaRPr sz="1500" b="1">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a:solidFill>
                  <a:srgbClr val="FFFFFF"/>
                </a:solidFill>
                <a:latin typeface="Roboto"/>
                <a:ea typeface="Roboto"/>
                <a:cs typeface="Roboto"/>
                <a:sym typeface="Roboto"/>
              </a:endParaRPr>
            </a:p>
          </p:txBody>
        </p:sp>
      </p:grpSp>
      <p:grpSp>
        <p:nvGrpSpPr>
          <p:cNvPr id="260" name="Google Shape;260;p27">
            <a:extLst>
              <a:ext uri="{FF2B5EF4-FFF2-40B4-BE49-F238E27FC236}">
                <a16:creationId xmlns:a16="http://schemas.microsoft.com/office/drawing/2014/main" id="{268CB901-463F-A805-6126-91F1097B3FB8}"/>
              </a:ext>
            </a:extLst>
          </p:cNvPr>
          <p:cNvGrpSpPr/>
          <p:nvPr/>
        </p:nvGrpSpPr>
        <p:grpSpPr>
          <a:xfrm>
            <a:off x="3719366" y="1597112"/>
            <a:ext cx="1876395" cy="1735821"/>
            <a:chOff x="3071454" y="2013875"/>
            <a:chExt cx="2154300" cy="1569600"/>
          </a:xfrm>
        </p:grpSpPr>
        <p:sp>
          <p:nvSpPr>
            <p:cNvPr id="261" name="Google Shape;261;p27">
              <a:extLst>
                <a:ext uri="{FF2B5EF4-FFF2-40B4-BE49-F238E27FC236}">
                  <a16:creationId xmlns:a16="http://schemas.microsoft.com/office/drawing/2014/main" id="{94BA8BB4-A2B5-A809-4EFD-795CEA2A048C}"/>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a:extLst>
                <a:ext uri="{FF2B5EF4-FFF2-40B4-BE49-F238E27FC236}">
                  <a16:creationId xmlns:a16="http://schemas.microsoft.com/office/drawing/2014/main" id="{46784332-3030-2A91-83FF-AB28AB0C05B1}"/>
                </a:ext>
              </a:extLst>
            </p:cNvPr>
            <p:cNvSpPr txBox="1"/>
            <p:nvPr/>
          </p:nvSpPr>
          <p:spPr>
            <a:xfrm>
              <a:off x="3073412" y="2262827"/>
              <a:ext cx="2149987" cy="453441"/>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rgbClr val="FFFFFF"/>
                  </a:solidFill>
                  <a:latin typeface="Merriweather"/>
                  <a:ea typeface="Merriweather"/>
                  <a:cs typeface="Merriweather"/>
                  <a:sym typeface="Merriweather"/>
                </a:rPr>
                <a:t>Intermediary/WB</a:t>
              </a:r>
              <a:endParaRPr sz="1500">
                <a:solidFill>
                  <a:srgbClr val="FFFFFF"/>
                </a:solidFill>
                <a:latin typeface="Merriweather"/>
                <a:ea typeface="Merriweather"/>
                <a:cs typeface="Merriweather"/>
                <a:sym typeface="Merriweather"/>
              </a:endParaRPr>
            </a:p>
          </p:txBody>
        </p:sp>
        <p:sp>
          <p:nvSpPr>
            <p:cNvPr id="263" name="Google Shape;263;p27">
              <a:extLst>
                <a:ext uri="{FF2B5EF4-FFF2-40B4-BE49-F238E27FC236}">
                  <a16:creationId xmlns:a16="http://schemas.microsoft.com/office/drawing/2014/main" id="{D538F370-E39E-480D-860B-966741F57112}"/>
                </a:ext>
              </a:extLst>
            </p:cNvPr>
            <p:cNvSpPr txBox="1"/>
            <p:nvPr/>
          </p:nvSpPr>
          <p:spPr>
            <a:xfrm>
              <a:off x="3216097" y="2537357"/>
              <a:ext cx="1864500" cy="5124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a:solidFill>
                    <a:srgbClr val="FFFFFF"/>
                  </a:solidFill>
                  <a:latin typeface="Roboto"/>
                  <a:ea typeface="Roboto"/>
                  <a:cs typeface="Roboto"/>
                  <a:sym typeface="Roboto"/>
                </a:rPr>
                <a:t>Issues bonds in the market at 4% (if investment threshold is met) and then on-lends to the sovereign</a:t>
              </a:r>
              <a:endParaRPr sz="1000">
                <a:solidFill>
                  <a:srgbClr val="FFFFFF"/>
                </a:solidFill>
                <a:latin typeface="Roboto"/>
                <a:ea typeface="Roboto"/>
                <a:cs typeface="Roboto"/>
                <a:sym typeface="Roboto"/>
              </a:endParaRPr>
            </a:p>
            <a:p>
              <a:pPr marL="0" lvl="0" indent="0" algn="l" rtl="0">
                <a:lnSpc>
                  <a:spcPct val="115000"/>
                </a:lnSpc>
                <a:spcBef>
                  <a:spcPts val="1600"/>
                </a:spcBef>
                <a:spcAft>
                  <a:spcPts val="1600"/>
                </a:spcAft>
                <a:buNone/>
              </a:pPr>
              <a:endParaRPr sz="1000">
                <a:solidFill>
                  <a:srgbClr val="FFFFFF"/>
                </a:solidFill>
                <a:latin typeface="Roboto"/>
                <a:ea typeface="Roboto"/>
                <a:cs typeface="Roboto"/>
                <a:sym typeface="Roboto"/>
              </a:endParaRPr>
            </a:p>
          </p:txBody>
        </p:sp>
      </p:grpSp>
      <p:grpSp>
        <p:nvGrpSpPr>
          <p:cNvPr id="264" name="Google Shape;264;p27">
            <a:extLst>
              <a:ext uri="{FF2B5EF4-FFF2-40B4-BE49-F238E27FC236}">
                <a16:creationId xmlns:a16="http://schemas.microsoft.com/office/drawing/2014/main" id="{25D97BB0-5CC9-F1BD-4E59-268BC4E6B294}"/>
              </a:ext>
            </a:extLst>
          </p:cNvPr>
          <p:cNvGrpSpPr/>
          <p:nvPr/>
        </p:nvGrpSpPr>
        <p:grpSpPr>
          <a:xfrm>
            <a:off x="7131908" y="3154400"/>
            <a:ext cx="1637755" cy="1501636"/>
            <a:chOff x="5015938" y="2013875"/>
            <a:chExt cx="3001200" cy="1569600"/>
          </a:xfrm>
        </p:grpSpPr>
        <p:sp>
          <p:nvSpPr>
            <p:cNvPr id="265" name="Google Shape;265;p27">
              <a:extLst>
                <a:ext uri="{FF2B5EF4-FFF2-40B4-BE49-F238E27FC236}">
                  <a16:creationId xmlns:a16="http://schemas.microsoft.com/office/drawing/2014/main" id="{34FD2A1A-EF8C-4A92-EE8D-9D6C2DAFB4CE}"/>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a:extLst>
                <a:ext uri="{FF2B5EF4-FFF2-40B4-BE49-F238E27FC236}">
                  <a16:creationId xmlns:a16="http://schemas.microsoft.com/office/drawing/2014/main" id="{D966B4E8-ABA0-DBAF-7BF8-BBF71294674B}"/>
                </a:ext>
              </a:extLst>
            </p:cNvPr>
            <p:cNvSpPr txBox="1"/>
            <p:nvPr/>
          </p:nvSpPr>
          <p:spPr>
            <a:xfrm>
              <a:off x="5307987" y="2604657"/>
              <a:ext cx="2417101"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Investor</a:t>
              </a:r>
              <a:endParaRPr sz="1500">
                <a:solidFill>
                  <a:srgbClr val="FFFFFF"/>
                </a:solidFill>
                <a:latin typeface="Merriweather"/>
                <a:ea typeface="Merriweather"/>
                <a:cs typeface="Merriweather"/>
                <a:sym typeface="Merriweather"/>
              </a:endParaRPr>
            </a:p>
          </p:txBody>
        </p:sp>
      </p:grpSp>
    </p:spTree>
    <p:extLst>
      <p:ext uri="{BB962C8B-B14F-4D97-AF65-F5344CB8AC3E}">
        <p14:creationId xmlns:p14="http://schemas.microsoft.com/office/powerpoint/2010/main" val="159856808"/>
      </p:ext>
    </p:extLst>
  </p:cSld>
  <p:clrMapOvr>
    <a:masterClrMapping/>
  </p:clrMapOvr>
  <mc:AlternateContent xmlns:mc="http://schemas.openxmlformats.org/markup-compatibility/2006">
    <mc:Choice xmlns:p14="http://schemas.microsoft.com/office/powerpoint/2010/main" Requires="p14">
      <p:transition spd="slow" p14:dur="1700">
        <p:push/>
      </p:transition>
    </mc:Choice>
    <mc:Fallback>
      <p:transition spd="slow">
        <p:push/>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9">
          <a:extLst>
            <a:ext uri="{FF2B5EF4-FFF2-40B4-BE49-F238E27FC236}">
              <a16:creationId xmlns:a16="http://schemas.microsoft.com/office/drawing/2014/main" id="{77BACC38-4E75-6929-DF5C-6F9DD7B7629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D0CB4FE-F1AC-C087-9826-A030411E38DC}"/>
              </a:ext>
            </a:extLst>
          </p:cNvPr>
          <p:cNvSpPr>
            <a:spLocks noGrp="1"/>
          </p:cNvSpPr>
          <p:nvPr>
            <p:ph type="subTitle" idx="1"/>
          </p:nvPr>
        </p:nvSpPr>
        <p:spPr/>
        <p:txBody>
          <a:bodyPr>
            <a:normAutofit/>
          </a:bodyPr>
          <a:lstStyle/>
          <a:p>
            <a:r>
              <a:rPr lang="en"/>
              <a:t>Development Partner Roles</a:t>
            </a:r>
            <a:endParaRPr lang="en-US"/>
          </a:p>
        </p:txBody>
      </p:sp>
    </p:spTree>
    <p:extLst>
      <p:ext uri="{BB962C8B-B14F-4D97-AF65-F5344CB8AC3E}">
        <p14:creationId xmlns:p14="http://schemas.microsoft.com/office/powerpoint/2010/main" val="280730493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6DC69604-7F71-ADDE-262F-9C0E39FDFAA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43CEE80-013E-9507-0991-F6F534C6D47E}"/>
              </a:ext>
            </a:extLst>
          </p:cNvPr>
          <p:cNvSpPr/>
          <p:nvPr/>
        </p:nvSpPr>
        <p:spPr>
          <a:xfrm>
            <a:off x="213973" y="1111469"/>
            <a:ext cx="8694800" cy="4032031"/>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Google Shape;247;p27">
            <a:extLst>
              <a:ext uri="{FF2B5EF4-FFF2-40B4-BE49-F238E27FC236}">
                <a16:creationId xmlns:a16="http://schemas.microsoft.com/office/drawing/2014/main" id="{BDA15AB4-6F1E-81D8-9C61-4CDC3094B5C3}"/>
              </a:ext>
            </a:extLst>
          </p:cNvPr>
          <p:cNvSpPr txBox="1">
            <a:spLocks noGrp="1"/>
          </p:cNvSpPr>
          <p:nvPr>
            <p:ph type="subTitle" idx="1"/>
          </p:nvPr>
        </p:nvSpPr>
        <p:spPr/>
        <p:txBody>
          <a:bodyPr spcFirstLastPara="1" wrap="square" lIns="91425" tIns="91425" rIns="91425" bIns="91425" anchor="t" anchorCtr="0">
            <a:normAutofit fontScale="77500" lnSpcReduction="20000"/>
          </a:bodyPr>
          <a:lstStyle/>
          <a:p>
            <a:pPr lvl="0"/>
            <a:r>
              <a:rPr lang="en-GB" dirty="0"/>
              <a:t>Roles of Development Agency Partner in enhancing SLIDI success</a:t>
            </a:r>
          </a:p>
          <a:p>
            <a:pPr lvl="0"/>
            <a:endParaRPr lang="en-GB" dirty="0"/>
          </a:p>
          <a:p>
            <a:pPr lvl="0"/>
            <a:endParaRPr lang="en-GB" dirty="0"/>
          </a:p>
        </p:txBody>
      </p:sp>
      <p:sp>
        <p:nvSpPr>
          <p:cNvPr id="248" name="Google Shape;248;p27">
            <a:extLst>
              <a:ext uri="{FF2B5EF4-FFF2-40B4-BE49-F238E27FC236}">
                <a16:creationId xmlns:a16="http://schemas.microsoft.com/office/drawing/2014/main" id="{93ABDED8-3770-5B3E-F086-A48EE65839D3}"/>
              </a:ext>
            </a:extLst>
          </p:cNvPr>
          <p:cNvSpPr txBox="1"/>
          <p:nvPr/>
        </p:nvSpPr>
        <p:spPr>
          <a:xfrm>
            <a:off x="286675" y="3700135"/>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50" name="Google Shape;250;p27">
            <a:extLst>
              <a:ext uri="{FF2B5EF4-FFF2-40B4-BE49-F238E27FC236}">
                <a16:creationId xmlns:a16="http://schemas.microsoft.com/office/drawing/2014/main" id="{3B39E47E-1B11-4125-1827-9AB3984F90BF}"/>
              </a:ext>
            </a:extLst>
          </p:cNvPr>
          <p:cNvSpPr txBox="1"/>
          <p:nvPr/>
        </p:nvSpPr>
        <p:spPr>
          <a:xfrm rot="1354299">
            <a:off x="5426435" y="2165875"/>
            <a:ext cx="2516675" cy="492412"/>
          </a:xfrm>
          <a:prstGeom prst="rect">
            <a:avLst/>
          </a:prstGeom>
          <a:noFill/>
          <a:ln>
            <a:noFill/>
          </a:ln>
        </p:spPr>
        <p:txBody>
          <a:bodyPr spcFirstLastPara="1" wrap="square" lIns="91425" tIns="91425" rIns="91425" bIns="91425" anchor="t" anchorCtr="0">
            <a:spAutoFit/>
          </a:bodyPr>
          <a:lstStyle/>
          <a:p>
            <a:pPr algn="ctr"/>
            <a:r>
              <a:rPr lang="en" sz="1000" dirty="0">
                <a:solidFill>
                  <a:schemeClr val="dk1"/>
                </a:solidFill>
                <a:latin typeface="Roboto"/>
                <a:ea typeface="Roboto"/>
                <a:cs typeface="Roboto"/>
                <a:sym typeface="Roboto"/>
              </a:rPr>
              <a:t>Agency reports client country progress on KPI targets to lender </a:t>
            </a:r>
            <a:endParaRPr sz="1000" dirty="0">
              <a:solidFill>
                <a:schemeClr val="dk1"/>
              </a:solidFill>
            </a:endParaRPr>
          </a:p>
        </p:txBody>
      </p:sp>
      <p:sp>
        <p:nvSpPr>
          <p:cNvPr id="251" name="Google Shape;251;p27">
            <a:extLst>
              <a:ext uri="{FF2B5EF4-FFF2-40B4-BE49-F238E27FC236}">
                <a16:creationId xmlns:a16="http://schemas.microsoft.com/office/drawing/2014/main" id="{4025B442-8C74-8501-5949-776B18584C5C}"/>
              </a:ext>
            </a:extLst>
          </p:cNvPr>
          <p:cNvSpPr/>
          <p:nvPr/>
        </p:nvSpPr>
        <p:spPr>
          <a:xfrm rot="1342973">
            <a:off x="5679956" y="2557442"/>
            <a:ext cx="1696191" cy="145686"/>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2" name="Google Shape;252;p27">
            <a:extLst>
              <a:ext uri="{FF2B5EF4-FFF2-40B4-BE49-F238E27FC236}">
                <a16:creationId xmlns:a16="http://schemas.microsoft.com/office/drawing/2014/main" id="{2699E0C9-4AB9-6C4C-37F9-00E71A56980E}"/>
              </a:ext>
            </a:extLst>
          </p:cNvPr>
          <p:cNvSpPr txBox="1"/>
          <p:nvPr/>
        </p:nvSpPr>
        <p:spPr>
          <a:xfrm rot="-1154369">
            <a:off x="1349286" y="2214898"/>
            <a:ext cx="2357995"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chemeClr val="dk1"/>
                </a:solidFill>
                <a:latin typeface="Roboto"/>
                <a:ea typeface="Roboto"/>
                <a:cs typeface="Roboto"/>
                <a:sym typeface="Roboto"/>
              </a:rPr>
              <a:t>Agency gives technical support and advice to EMDE institutions</a:t>
            </a:r>
            <a:endParaRPr sz="1000" dirty="0">
              <a:solidFill>
                <a:schemeClr val="dk1"/>
              </a:solidFill>
            </a:endParaRPr>
          </a:p>
        </p:txBody>
      </p:sp>
      <p:sp>
        <p:nvSpPr>
          <p:cNvPr id="253" name="Google Shape;253;p27">
            <a:extLst>
              <a:ext uri="{FF2B5EF4-FFF2-40B4-BE49-F238E27FC236}">
                <a16:creationId xmlns:a16="http://schemas.microsoft.com/office/drawing/2014/main" id="{72CD6DF1-9F6B-4A4E-0BCC-09A91EE0D856}"/>
              </a:ext>
            </a:extLst>
          </p:cNvPr>
          <p:cNvSpPr/>
          <p:nvPr/>
        </p:nvSpPr>
        <p:spPr>
          <a:xfrm rot="-1200000" flipH="1">
            <a:off x="1827388" y="2593230"/>
            <a:ext cx="1819973" cy="17807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4" name="Google Shape;254;p27">
            <a:extLst>
              <a:ext uri="{FF2B5EF4-FFF2-40B4-BE49-F238E27FC236}">
                <a16:creationId xmlns:a16="http://schemas.microsoft.com/office/drawing/2014/main" id="{C70D270B-86A1-11CA-8345-9C2314B6CC1A}"/>
              </a:ext>
            </a:extLst>
          </p:cNvPr>
          <p:cNvSpPr/>
          <p:nvPr/>
        </p:nvSpPr>
        <p:spPr>
          <a:xfrm rot="-5400000" flipH="1">
            <a:off x="3027061" y="2495124"/>
            <a:ext cx="719227" cy="2609700"/>
          </a:xfrm>
          <a:prstGeom prst="bentUpArrow">
            <a:avLst>
              <a:gd name="adj1" fmla="val 7599"/>
              <a:gd name="adj2" fmla="val 10711"/>
              <a:gd name="adj3" fmla="val 16698"/>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5" name="Google Shape;255;p27">
            <a:extLst>
              <a:ext uri="{FF2B5EF4-FFF2-40B4-BE49-F238E27FC236}">
                <a16:creationId xmlns:a16="http://schemas.microsoft.com/office/drawing/2014/main" id="{72CA3842-9998-06D5-C624-760E77C3E486}"/>
              </a:ext>
            </a:extLst>
          </p:cNvPr>
          <p:cNvSpPr txBox="1"/>
          <p:nvPr/>
        </p:nvSpPr>
        <p:spPr>
          <a:xfrm rot="-2169">
            <a:off x="3059956" y="4058592"/>
            <a:ext cx="1711050" cy="646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chemeClr val="dk1"/>
                </a:solidFill>
                <a:latin typeface="Roboto"/>
                <a:ea typeface="Roboto"/>
                <a:cs typeface="Roboto"/>
                <a:sym typeface="Roboto"/>
              </a:rPr>
              <a:t>Agency verifies KPI targets are ambitious and relevant and tracks progress</a:t>
            </a:r>
            <a:endParaRPr sz="1000" dirty="0">
              <a:solidFill>
                <a:schemeClr val="dk1"/>
              </a:solidFill>
            </a:endParaRPr>
          </a:p>
        </p:txBody>
      </p:sp>
      <p:grpSp>
        <p:nvGrpSpPr>
          <p:cNvPr id="257" name="Google Shape;257;p27">
            <a:extLst>
              <a:ext uri="{FF2B5EF4-FFF2-40B4-BE49-F238E27FC236}">
                <a16:creationId xmlns:a16="http://schemas.microsoft.com/office/drawing/2014/main" id="{DB7D8D23-D48D-DF54-A5FE-ABC14E7055DE}"/>
              </a:ext>
            </a:extLst>
          </p:cNvPr>
          <p:cNvGrpSpPr/>
          <p:nvPr/>
        </p:nvGrpSpPr>
        <p:grpSpPr>
          <a:xfrm>
            <a:off x="301877" y="3149984"/>
            <a:ext cx="1564042" cy="1501636"/>
            <a:chOff x="986523" y="2110718"/>
            <a:chExt cx="1944600" cy="1569600"/>
          </a:xfrm>
        </p:grpSpPr>
        <p:sp>
          <p:nvSpPr>
            <p:cNvPr id="258" name="Google Shape;258;p27">
              <a:extLst>
                <a:ext uri="{FF2B5EF4-FFF2-40B4-BE49-F238E27FC236}">
                  <a16:creationId xmlns:a16="http://schemas.microsoft.com/office/drawing/2014/main" id="{C34814DE-F803-ADE5-8BE6-DB539D931612}"/>
                </a:ext>
              </a:extLst>
            </p:cNvPr>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a:extLst>
                <a:ext uri="{FF2B5EF4-FFF2-40B4-BE49-F238E27FC236}">
                  <a16:creationId xmlns:a16="http://schemas.microsoft.com/office/drawing/2014/main" id="{6522F11D-71AE-7BA5-6888-AA326CC2559E}"/>
                </a:ext>
              </a:extLst>
            </p:cNvPr>
            <p:cNvSpPr txBox="1"/>
            <p:nvPr/>
          </p:nvSpPr>
          <p:spPr>
            <a:xfrm>
              <a:off x="1231001" y="2659316"/>
              <a:ext cx="1451699"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Sovereign</a:t>
              </a:r>
              <a:endParaRPr sz="1500" b="1">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a:solidFill>
                  <a:srgbClr val="FFFFFF"/>
                </a:solidFill>
                <a:latin typeface="Roboto"/>
                <a:ea typeface="Roboto"/>
                <a:cs typeface="Roboto"/>
                <a:sym typeface="Roboto"/>
              </a:endParaRPr>
            </a:p>
          </p:txBody>
        </p:sp>
      </p:grpSp>
      <p:grpSp>
        <p:nvGrpSpPr>
          <p:cNvPr id="260" name="Google Shape;260;p27">
            <a:extLst>
              <a:ext uri="{FF2B5EF4-FFF2-40B4-BE49-F238E27FC236}">
                <a16:creationId xmlns:a16="http://schemas.microsoft.com/office/drawing/2014/main" id="{268CB901-463F-A805-6126-91F1097B3FB8}"/>
              </a:ext>
            </a:extLst>
          </p:cNvPr>
          <p:cNvGrpSpPr/>
          <p:nvPr/>
        </p:nvGrpSpPr>
        <p:grpSpPr>
          <a:xfrm>
            <a:off x="3719366" y="1597112"/>
            <a:ext cx="1876395" cy="1735821"/>
            <a:chOff x="3071454" y="2013875"/>
            <a:chExt cx="2154300" cy="1569600"/>
          </a:xfrm>
        </p:grpSpPr>
        <p:sp>
          <p:nvSpPr>
            <p:cNvPr id="261" name="Google Shape;261;p27">
              <a:extLst>
                <a:ext uri="{FF2B5EF4-FFF2-40B4-BE49-F238E27FC236}">
                  <a16:creationId xmlns:a16="http://schemas.microsoft.com/office/drawing/2014/main" id="{94BA8BB4-A2B5-A809-4EFD-795CEA2A048C}"/>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a:extLst>
                <a:ext uri="{FF2B5EF4-FFF2-40B4-BE49-F238E27FC236}">
                  <a16:creationId xmlns:a16="http://schemas.microsoft.com/office/drawing/2014/main" id="{46784332-3030-2A91-83FF-AB28AB0C05B1}"/>
                </a:ext>
              </a:extLst>
            </p:cNvPr>
            <p:cNvSpPr txBox="1"/>
            <p:nvPr/>
          </p:nvSpPr>
          <p:spPr>
            <a:xfrm>
              <a:off x="3073412" y="2262827"/>
              <a:ext cx="2149987" cy="894306"/>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500" b="1" dirty="0">
                  <a:solidFill>
                    <a:srgbClr val="FFFFFF"/>
                  </a:solidFill>
                  <a:latin typeface="Merriweather"/>
                  <a:ea typeface="Merriweather"/>
                  <a:cs typeface="Merriweather"/>
                  <a:sym typeface="Merriweather"/>
                </a:rPr>
                <a:t>Development Agency Partner </a:t>
              </a:r>
              <a:r>
                <a:rPr lang="en" sz="1200" b="1" dirty="0">
                  <a:solidFill>
                    <a:srgbClr val="FFFFFF"/>
                  </a:solidFill>
                  <a:latin typeface="Merriweather"/>
                  <a:ea typeface="Merriweather"/>
                  <a:cs typeface="Merriweather"/>
                  <a:sym typeface="Merriweather"/>
                </a:rPr>
                <a:t>(e.g. GiZ or AFD)</a:t>
              </a:r>
              <a:endParaRPr sz="1200" dirty="0">
                <a:solidFill>
                  <a:srgbClr val="FFFFFF"/>
                </a:solidFill>
                <a:latin typeface="Merriweather"/>
                <a:ea typeface="Merriweather"/>
                <a:cs typeface="Merriweather"/>
                <a:sym typeface="Merriweather"/>
              </a:endParaRPr>
            </a:p>
          </p:txBody>
        </p:sp>
      </p:grpSp>
      <p:grpSp>
        <p:nvGrpSpPr>
          <p:cNvPr id="264" name="Google Shape;264;p27">
            <a:extLst>
              <a:ext uri="{FF2B5EF4-FFF2-40B4-BE49-F238E27FC236}">
                <a16:creationId xmlns:a16="http://schemas.microsoft.com/office/drawing/2014/main" id="{25D97BB0-5CC9-F1BD-4E59-268BC4E6B294}"/>
              </a:ext>
            </a:extLst>
          </p:cNvPr>
          <p:cNvGrpSpPr/>
          <p:nvPr/>
        </p:nvGrpSpPr>
        <p:grpSpPr>
          <a:xfrm>
            <a:off x="7131908" y="3154400"/>
            <a:ext cx="1637755" cy="1501636"/>
            <a:chOff x="5015938" y="2013875"/>
            <a:chExt cx="3001200" cy="1569600"/>
          </a:xfrm>
        </p:grpSpPr>
        <p:sp>
          <p:nvSpPr>
            <p:cNvPr id="265" name="Google Shape;265;p27">
              <a:extLst>
                <a:ext uri="{FF2B5EF4-FFF2-40B4-BE49-F238E27FC236}">
                  <a16:creationId xmlns:a16="http://schemas.microsoft.com/office/drawing/2014/main" id="{34FD2A1A-EF8C-4A92-EE8D-9D6C2DAFB4CE}"/>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a:extLst>
                <a:ext uri="{FF2B5EF4-FFF2-40B4-BE49-F238E27FC236}">
                  <a16:creationId xmlns:a16="http://schemas.microsoft.com/office/drawing/2014/main" id="{D966B4E8-ABA0-DBAF-7BF8-BBF71294674B}"/>
                </a:ext>
              </a:extLst>
            </p:cNvPr>
            <p:cNvSpPr txBox="1"/>
            <p:nvPr/>
          </p:nvSpPr>
          <p:spPr>
            <a:xfrm>
              <a:off x="5307987" y="2604657"/>
              <a:ext cx="2417101"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rgbClr val="FFFFFF"/>
                  </a:solidFill>
                  <a:latin typeface="Merriweather"/>
                  <a:ea typeface="Merriweather"/>
                  <a:cs typeface="Merriweather"/>
                  <a:sym typeface="Merriweather"/>
                </a:rPr>
                <a:t>Lender</a:t>
              </a:r>
              <a:endParaRPr sz="1500" dirty="0">
                <a:solidFill>
                  <a:srgbClr val="FFFFFF"/>
                </a:solidFill>
                <a:latin typeface="Merriweather"/>
                <a:ea typeface="Merriweather"/>
                <a:cs typeface="Merriweather"/>
                <a:sym typeface="Merriweather"/>
              </a:endParaRPr>
            </a:p>
          </p:txBody>
        </p:sp>
      </p:grpSp>
    </p:spTree>
    <p:extLst>
      <p:ext uri="{BB962C8B-B14F-4D97-AF65-F5344CB8AC3E}">
        <p14:creationId xmlns:p14="http://schemas.microsoft.com/office/powerpoint/2010/main" val="2419870261"/>
      </p:ext>
    </p:extLst>
  </p:cSld>
  <p:clrMapOvr>
    <a:masterClrMapping/>
  </p:clrMapOvr>
  <mc:AlternateContent xmlns:mc="http://schemas.openxmlformats.org/markup-compatibility/2006">
    <mc:Choice xmlns:p14="http://schemas.microsoft.com/office/powerpoint/2010/main" Requires="p14">
      <p:transition spd="slow" p14:dur="1700">
        <p:push/>
      </p:transition>
    </mc:Choice>
    <mc:Fallback>
      <p:transition spd="slow">
        <p:push/>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227">
          <a:extLst>
            <a:ext uri="{FF2B5EF4-FFF2-40B4-BE49-F238E27FC236}">
              <a16:creationId xmlns:a16="http://schemas.microsoft.com/office/drawing/2014/main" id="{CA4F28F8-3E12-B610-DAEA-CCFE664E9ABB}"/>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A1304680-3F5D-CB03-186E-516B16E15090}"/>
              </a:ext>
            </a:extLst>
          </p:cNvPr>
          <p:cNvSpPr>
            <a:spLocks noGrp="1"/>
          </p:cNvSpPr>
          <p:nvPr>
            <p:ph type="body" sz="quarter" idx="11"/>
          </p:nvPr>
        </p:nvSpPr>
        <p:spPr>
          <a:xfrm>
            <a:off x="293300" y="1273628"/>
            <a:ext cx="8534811" cy="3869872"/>
          </a:xfrm>
        </p:spPr>
        <p:txBody>
          <a:bodyPr>
            <a:normAutofit fontScale="70000" lnSpcReduction="20000"/>
          </a:bodyPr>
          <a:lstStyle/>
          <a:p>
            <a:pPr marL="285750" indent="-285750">
              <a:lnSpc>
                <a:spcPct val="160000"/>
              </a:lnSpc>
              <a:buClr>
                <a:schemeClr val="accent1"/>
              </a:buClr>
              <a:buSzPts val="1200"/>
              <a:buFont typeface="Arial" panose="020B0604020202020204" pitchFamily="34" charset="0"/>
              <a:buChar char="•"/>
            </a:pPr>
            <a:r>
              <a:rPr lang="en" sz="1700" dirty="0">
                <a:solidFill>
                  <a:srgbClr val="002F4A"/>
                </a:solidFill>
                <a:latin typeface="Roboto" panose="02000000000000000000" pitchFamily="2" charset="0"/>
                <a:ea typeface="Roboto" panose="02000000000000000000" pitchFamily="2" charset="0"/>
                <a:cs typeface="Roboto" panose="02000000000000000000" pitchFamily="2" charset="0"/>
              </a:rPr>
              <a:t>Two potential models ('Subsidy' and ’Credit Intermediary’)</a:t>
            </a:r>
          </a:p>
          <a:p>
            <a:pPr marL="285750" indent="-285750">
              <a:lnSpc>
                <a:spcPct val="160000"/>
              </a:lnSpc>
              <a:buClr>
                <a:schemeClr val="accent1"/>
              </a:buClr>
              <a:buSzPts val="1200"/>
              <a:buFont typeface="Arial" panose="020B0604020202020204" pitchFamily="34" charset="0"/>
              <a:buChar char="•"/>
            </a:pPr>
            <a:endParaRPr lang="en" sz="1600" dirty="0">
              <a:solidFill>
                <a:srgbClr val="002F4A"/>
              </a:solidFill>
              <a:latin typeface="Roboto" panose="02000000000000000000" pitchFamily="2" charset="0"/>
              <a:ea typeface="Roboto" panose="02000000000000000000" pitchFamily="2" charset="0"/>
              <a:cs typeface="Roboto" panose="02000000000000000000" pitchFamily="2" charset="0"/>
            </a:endParaRPr>
          </a:p>
          <a:p>
            <a:pPr marL="842963" lvl="1" indent="-285750">
              <a:lnSpc>
                <a:spcPct val="160000"/>
              </a:lnSpc>
              <a:buClr>
                <a:schemeClr val="accent1"/>
              </a:buClr>
              <a:buSzPts val="1200"/>
            </a:pPr>
            <a:r>
              <a:rPr lang="en" sz="1700" b="1" dirty="0">
                <a:solidFill>
                  <a:srgbClr val="B85741"/>
                </a:solidFill>
                <a:latin typeface="Roboto" panose="02000000000000000000" pitchFamily="2" charset="0"/>
                <a:ea typeface="Roboto" panose="02000000000000000000" pitchFamily="2" charset="0"/>
                <a:cs typeface="Roboto" panose="02000000000000000000" pitchFamily="2" charset="0"/>
              </a:rPr>
              <a:t>Subsidy model</a:t>
            </a:r>
            <a:r>
              <a:rPr lang="en" sz="1700" dirty="0">
                <a:solidFill>
                  <a:srgbClr val="002F4A"/>
                </a:solidFill>
                <a:latin typeface="Roboto" panose="02000000000000000000" pitchFamily="2" charset="0"/>
                <a:ea typeface="Roboto" panose="02000000000000000000" pitchFamily="2" charset="0"/>
                <a:cs typeface="Roboto" panose="02000000000000000000" pitchFamily="2" charset="0"/>
              </a:rPr>
              <a:t> requires a source of donor funding (support fund is loss-making)</a:t>
            </a:r>
          </a:p>
          <a:p>
            <a:pPr lvl="1" indent="0">
              <a:lnSpc>
                <a:spcPct val="160000"/>
              </a:lnSpc>
              <a:buClr>
                <a:schemeClr val="accent1"/>
              </a:buClr>
              <a:buSzPts val="1200"/>
              <a:buNone/>
            </a:pPr>
            <a:endParaRPr lang="en" sz="1700" dirty="0">
              <a:solidFill>
                <a:srgbClr val="002F4A"/>
              </a:solidFill>
              <a:latin typeface="Roboto" panose="02000000000000000000" pitchFamily="2" charset="0"/>
              <a:ea typeface="Roboto" panose="02000000000000000000" pitchFamily="2" charset="0"/>
              <a:cs typeface="Roboto" panose="02000000000000000000" pitchFamily="2" charset="0"/>
            </a:endParaRPr>
          </a:p>
          <a:p>
            <a:pPr marL="842963" lvl="1" indent="-285750">
              <a:lnSpc>
                <a:spcPct val="160000"/>
              </a:lnSpc>
              <a:buClr>
                <a:schemeClr val="accent1"/>
              </a:buClr>
              <a:buSzPts val="1200"/>
            </a:pPr>
            <a:r>
              <a:rPr lang="en" sz="1700" b="1" dirty="0">
                <a:solidFill>
                  <a:srgbClr val="B85741"/>
                </a:solidFill>
                <a:latin typeface="Roboto" panose="02000000000000000000" pitchFamily="2" charset="0"/>
                <a:ea typeface="Roboto" panose="02000000000000000000" pitchFamily="2" charset="0"/>
                <a:cs typeface="Roboto" panose="02000000000000000000" pitchFamily="2" charset="0"/>
              </a:rPr>
              <a:t>Credit Intermediary model</a:t>
            </a:r>
            <a:r>
              <a:rPr lang="en" sz="1700" b="1" dirty="0">
                <a:solidFill>
                  <a:srgbClr val="002F4A"/>
                </a:solidFill>
                <a:latin typeface="Roboto" panose="02000000000000000000" pitchFamily="2" charset="0"/>
                <a:ea typeface="Roboto" panose="02000000000000000000" pitchFamily="2" charset="0"/>
                <a:cs typeface="Roboto" panose="02000000000000000000" pitchFamily="2" charset="0"/>
              </a:rPr>
              <a:t> </a:t>
            </a:r>
            <a:r>
              <a:rPr lang="en" sz="1700" dirty="0">
                <a:solidFill>
                  <a:srgbClr val="002F4A"/>
                </a:solidFill>
                <a:latin typeface="Roboto" panose="02000000000000000000" pitchFamily="2" charset="0"/>
                <a:ea typeface="Roboto" panose="02000000000000000000" pitchFamily="2" charset="0"/>
                <a:cs typeface="Roboto" panose="02000000000000000000" pitchFamily="2" charset="0"/>
              </a:rPr>
              <a:t>requires no subsidy and is self-funding (and prospectively for-profit), but it</a:t>
            </a:r>
            <a:r>
              <a:rPr lang="en" sz="1700" b="1" dirty="0">
                <a:solidFill>
                  <a:srgbClr val="002F4A"/>
                </a:solidFill>
                <a:latin typeface="Roboto" panose="02000000000000000000" pitchFamily="2" charset="0"/>
                <a:ea typeface="Roboto" panose="02000000000000000000" pitchFamily="2" charset="0"/>
                <a:cs typeface="Roboto" panose="02000000000000000000" pitchFamily="2" charset="0"/>
              </a:rPr>
              <a:t> </a:t>
            </a:r>
            <a:r>
              <a:rPr lang="en" sz="1700" dirty="0">
                <a:solidFill>
                  <a:srgbClr val="002F4A"/>
                </a:solidFill>
                <a:latin typeface="Roboto" panose="02000000000000000000" pitchFamily="2" charset="0"/>
                <a:ea typeface="Roboto" panose="02000000000000000000" pitchFamily="2" charset="0"/>
                <a:cs typeface="Roboto" panose="02000000000000000000" pitchFamily="2" charset="0"/>
              </a:rPr>
              <a:t>relies on the low credit risk (from bond investors’ point-of-view) of a new intermediary credit institution that has been de-risked by guarantees from a coalition of willing highly-developed sovereigns</a:t>
            </a:r>
          </a:p>
          <a:p>
            <a:pPr lvl="1" indent="0">
              <a:lnSpc>
                <a:spcPct val="160000"/>
              </a:lnSpc>
              <a:buClr>
                <a:schemeClr val="accent1"/>
              </a:buClr>
              <a:buSzPts val="1200"/>
              <a:buNone/>
            </a:pPr>
            <a:endParaRPr lang="en" sz="1450" dirty="0">
              <a:solidFill>
                <a:srgbClr val="002F4A"/>
              </a:solidFill>
            </a:endParaRPr>
          </a:p>
          <a:p>
            <a:pPr lvl="1" indent="0">
              <a:lnSpc>
                <a:spcPct val="160000"/>
              </a:lnSpc>
              <a:buClr>
                <a:schemeClr val="accent1"/>
              </a:buClr>
              <a:buSzPts val="1200"/>
              <a:buNone/>
            </a:pPr>
            <a:endParaRPr lang="en" sz="1450" dirty="0">
              <a:solidFill>
                <a:srgbClr val="002F4A"/>
              </a:solidFill>
              <a:latin typeface="Roboto" panose="02000000000000000000" pitchFamily="2" charset="0"/>
              <a:ea typeface="Roboto" panose="02000000000000000000" pitchFamily="2" charset="0"/>
              <a:cs typeface="Roboto" panose="02000000000000000000" pitchFamily="2" charset="0"/>
            </a:endParaRPr>
          </a:p>
          <a:p>
            <a:pPr marL="285750" indent="-285750">
              <a:lnSpc>
                <a:spcPct val="160000"/>
              </a:lnSpc>
              <a:buClr>
                <a:schemeClr val="accent1"/>
              </a:buClr>
              <a:buSzPts val="1200"/>
              <a:buFont typeface="Arial" panose="020B0604020202020204" pitchFamily="34" charset="0"/>
              <a:buChar char="•"/>
            </a:pPr>
            <a:r>
              <a:rPr lang="en-GB" sz="1600" dirty="0">
                <a:solidFill>
                  <a:srgbClr val="002F4A"/>
                </a:solidFill>
              </a:rPr>
              <a:t>The p</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rimary operational vehicle in either case is a </a:t>
            </a:r>
            <a:r>
              <a:rPr lang="en" sz="1600" b="1" dirty="0">
                <a:solidFill>
                  <a:srgbClr val="002F4A"/>
                </a:solidFill>
                <a:latin typeface="Roboto" panose="02000000000000000000" pitchFamily="2" charset="0"/>
                <a:ea typeface="Roboto" panose="02000000000000000000" pitchFamily="2" charset="0"/>
                <a:cs typeface="Roboto" panose="02000000000000000000" pitchFamily="2" charset="0"/>
              </a:rPr>
              <a:t>special-purpose intermediary vehicle</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 managed by the WB (or another MLDB), supported either by donations or by de-risking guarantees by a coalition of willing wealthy developed countries</a:t>
            </a:r>
          </a:p>
          <a:p>
            <a:pPr marL="285750" indent="-285750">
              <a:lnSpc>
                <a:spcPct val="160000"/>
              </a:lnSpc>
              <a:buClr>
                <a:schemeClr val="accent1"/>
              </a:buClr>
              <a:buSzPts val="1200"/>
              <a:buFont typeface="Arial" panose="020B0604020202020204" pitchFamily="34" charset="0"/>
              <a:buChar char="•"/>
            </a:pP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Cooperation with </a:t>
            </a:r>
            <a:r>
              <a:rPr lang="en" sz="1600" b="1" dirty="0">
                <a:solidFill>
                  <a:srgbClr val="002F4A"/>
                </a:solidFill>
                <a:latin typeface="Roboto" panose="02000000000000000000" pitchFamily="2" charset="0"/>
                <a:ea typeface="Roboto" panose="02000000000000000000" pitchFamily="2" charset="0"/>
                <a:cs typeface="Roboto" panose="02000000000000000000" pitchFamily="2" charset="0"/>
              </a:rPr>
              <a:t>development agency partners </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(e.g. GiZ, AFD) can improve client country performance and SLIDI effectiveness</a:t>
            </a:r>
          </a:p>
          <a:p>
            <a:pPr marL="285750" indent="-285750">
              <a:lnSpc>
                <a:spcPct val="160000"/>
              </a:lnSpc>
              <a:buClr>
                <a:schemeClr val="accent1"/>
              </a:buClr>
              <a:buSzPts val="1200"/>
              <a:buFont typeface="Arial" panose="020B0604020202020204" pitchFamily="34" charset="0"/>
              <a:buChar char="•"/>
            </a:pP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Additional features can be added to basic </a:t>
            </a:r>
            <a:r>
              <a:rPr lang="en-US" sz="1600" dirty="0">
                <a:solidFill>
                  <a:srgbClr val="002F4A"/>
                </a:solidFill>
                <a:latin typeface="Roboto" panose="02000000000000000000" pitchFamily="2" charset="0"/>
                <a:ea typeface="Roboto" panose="02000000000000000000" pitchFamily="2" charset="0"/>
                <a:cs typeface="Roboto" panose="02000000000000000000" pitchFamily="2" charset="0"/>
              </a:rPr>
              <a:t>SLIDI</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 design to</a:t>
            </a:r>
            <a:r>
              <a:rPr lang="en" sz="1600" b="1" dirty="0">
                <a:solidFill>
                  <a:srgbClr val="002F4A"/>
                </a:solidFill>
                <a:latin typeface="Roboto" panose="02000000000000000000" pitchFamily="2" charset="0"/>
                <a:ea typeface="Roboto" panose="02000000000000000000" pitchFamily="2" charset="0"/>
                <a:cs typeface="Roboto" panose="02000000000000000000" pitchFamily="2" charset="0"/>
              </a:rPr>
              <a:t> maximize private sector demand – </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notably</a:t>
            </a:r>
            <a:r>
              <a:rPr lang="en" sz="1600" b="1" dirty="0">
                <a:solidFill>
                  <a:srgbClr val="002F4A"/>
                </a:solidFill>
                <a:latin typeface="Roboto" panose="02000000000000000000" pitchFamily="2" charset="0"/>
                <a:ea typeface="Roboto" panose="02000000000000000000" pitchFamily="2" charset="0"/>
                <a:cs typeface="Roboto" panose="02000000000000000000" pitchFamily="2" charset="0"/>
              </a:rPr>
              <a:t> World Bank purchases of a small amount of approved SLIDI bonds, creating a ‘halo effect’ </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signaling that since WB is a preferred creditor, these bonds are very likely to be honored by client countries</a:t>
            </a:r>
            <a:endParaRPr lang="en-US" dirty="0"/>
          </a:p>
        </p:txBody>
      </p:sp>
      <p:sp>
        <p:nvSpPr>
          <p:cNvPr id="229" name="Google Shape;229;p26">
            <a:extLst>
              <a:ext uri="{FF2B5EF4-FFF2-40B4-BE49-F238E27FC236}">
                <a16:creationId xmlns:a16="http://schemas.microsoft.com/office/drawing/2014/main" id="{A1DE46E1-D172-1DF6-7093-F9415C6D6862}"/>
              </a:ext>
            </a:extLst>
          </p:cNvPr>
          <p:cNvSpPr txBox="1">
            <a:spLocks noGrp="1"/>
          </p:cNvSpPr>
          <p:nvPr>
            <p:ph type="subTitle" idx="1"/>
          </p:nvPr>
        </p:nvSpPr>
        <p:spPr/>
        <p:txBody>
          <a:bodyPr spcFirstLastPara="1" wrap="square" lIns="91425" tIns="91425" rIns="91425" bIns="91425" anchor="t" anchorCtr="0">
            <a:noAutofit/>
          </a:bodyPr>
          <a:lstStyle/>
          <a:p>
            <a:r>
              <a:rPr lang="en-US" dirty="0"/>
              <a:t>SLIDIs</a:t>
            </a:r>
            <a:r>
              <a:rPr lang="en" dirty="0"/>
              <a:t>: </a:t>
            </a:r>
            <a:r>
              <a:rPr lang="en-AU" dirty="0"/>
              <a:t>Summary of the two options</a:t>
            </a:r>
            <a:endParaRPr lang="en" dirty="0"/>
          </a:p>
        </p:txBody>
      </p:sp>
    </p:spTree>
    <p:extLst>
      <p:ext uri="{BB962C8B-B14F-4D97-AF65-F5344CB8AC3E}">
        <p14:creationId xmlns:p14="http://schemas.microsoft.com/office/powerpoint/2010/main" val="179024556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227">
          <a:extLst>
            <a:ext uri="{FF2B5EF4-FFF2-40B4-BE49-F238E27FC236}">
              <a16:creationId xmlns:a16="http://schemas.microsoft.com/office/drawing/2014/main" id="{C42FE23C-A3C2-B842-E92C-7F3C38F37D3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0E54242-28E7-57E2-55AE-5501E4C1C7EA}"/>
              </a:ext>
            </a:extLst>
          </p:cNvPr>
          <p:cNvSpPr/>
          <p:nvPr/>
        </p:nvSpPr>
        <p:spPr>
          <a:xfrm>
            <a:off x="445699" y="1485900"/>
            <a:ext cx="4278701" cy="335416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Google Shape;229;p26">
            <a:extLst>
              <a:ext uri="{FF2B5EF4-FFF2-40B4-BE49-F238E27FC236}">
                <a16:creationId xmlns:a16="http://schemas.microsoft.com/office/drawing/2014/main" id="{64BCDA48-FB99-B1E4-5ADA-BA7EDAACF527}"/>
              </a:ext>
            </a:extLst>
          </p:cNvPr>
          <p:cNvSpPr txBox="1">
            <a:spLocks noGrp="1"/>
          </p:cNvSpPr>
          <p:nvPr>
            <p:ph type="subTitle" idx="1"/>
          </p:nvPr>
        </p:nvSpPr>
        <p:spPr/>
        <p:txBody>
          <a:bodyPr spcFirstLastPara="1" wrap="square" lIns="91425" tIns="91425" rIns="91425" bIns="91425" anchor="t" anchorCtr="0">
            <a:normAutofit fontScale="77500" lnSpcReduction="20000"/>
          </a:bodyPr>
          <a:lstStyle/>
          <a:p>
            <a:r>
              <a:rPr lang="en-AU" dirty="0"/>
              <a:t>SLIDI characteristics</a:t>
            </a:r>
            <a:endParaRPr lang="en" dirty="0"/>
          </a:p>
        </p:txBody>
      </p:sp>
      <p:grpSp>
        <p:nvGrpSpPr>
          <p:cNvPr id="230" name="Google Shape;230;p26">
            <a:extLst>
              <a:ext uri="{FF2B5EF4-FFF2-40B4-BE49-F238E27FC236}">
                <a16:creationId xmlns:a16="http://schemas.microsoft.com/office/drawing/2014/main" id="{61F08F50-F03D-4F8E-FD3D-D232781BF25F}"/>
              </a:ext>
            </a:extLst>
          </p:cNvPr>
          <p:cNvGrpSpPr/>
          <p:nvPr/>
        </p:nvGrpSpPr>
        <p:grpSpPr>
          <a:xfrm>
            <a:off x="1383359" y="3485386"/>
            <a:ext cx="2196033" cy="1220887"/>
            <a:chOff x="5040038" y="2459523"/>
            <a:chExt cx="1718739" cy="966656"/>
          </a:xfrm>
        </p:grpSpPr>
        <p:sp>
          <p:nvSpPr>
            <p:cNvPr id="231" name="Google Shape;231;p26">
              <a:extLst>
                <a:ext uri="{FF2B5EF4-FFF2-40B4-BE49-F238E27FC236}">
                  <a16:creationId xmlns:a16="http://schemas.microsoft.com/office/drawing/2014/main" id="{A85334DD-0A46-D8F7-16DF-3A6C90688376}"/>
                </a:ext>
              </a:extLst>
            </p:cNvPr>
            <p:cNvSpPr/>
            <p:nvPr/>
          </p:nvSpPr>
          <p:spPr>
            <a:xfrm>
              <a:off x="5040039" y="2707679"/>
              <a:ext cx="1718738" cy="718500"/>
            </a:xfrm>
            <a:prstGeom prst="rect">
              <a:avLst/>
            </a:prstGeom>
            <a:solidFill>
              <a:schemeClr val="accent5"/>
            </a:solidFill>
            <a:ln>
              <a:noFill/>
            </a:ln>
          </p:spPr>
          <p:txBody>
            <a:bodyPr spcFirstLastPara="1" wrap="square" lIns="91425" tIns="91425" rIns="91425" bIns="91425" anchor="t" anchorCtr="0">
              <a:noAutofit/>
            </a:bodyPr>
            <a:lstStyle/>
            <a:p>
              <a:r>
                <a:rPr lang="en" sz="1000" b="1" dirty="0">
                  <a:solidFill>
                    <a:srgbClr val="FFFFFF"/>
                  </a:solidFill>
                  <a:latin typeface="Roboto"/>
                  <a:ea typeface="Roboto"/>
                  <a:cs typeface="Roboto"/>
                  <a:sym typeface="Roboto"/>
                </a:rPr>
                <a:t>Guarantees</a:t>
              </a:r>
              <a:r>
                <a:rPr lang="en" sz="1000" dirty="0">
                  <a:solidFill>
                    <a:srgbClr val="FFFFFF"/>
                  </a:solidFill>
                  <a:latin typeface="Roboto"/>
                  <a:ea typeface="Roboto"/>
                  <a:cs typeface="Roboto"/>
                  <a:sym typeface="Roboto"/>
                </a:rPr>
                <a:t> coupon rate for investor and </a:t>
              </a:r>
              <a:r>
                <a:rPr lang="en" sz="1000" b="1" dirty="0">
                  <a:solidFill>
                    <a:srgbClr val="FFFFFF"/>
                  </a:solidFill>
                  <a:latin typeface="Roboto"/>
                  <a:ea typeface="Roboto"/>
                  <a:cs typeface="Roboto"/>
                  <a:sym typeface="Roboto"/>
                </a:rPr>
                <a:t>lowers </a:t>
              </a:r>
              <a:r>
                <a:rPr lang="en" sz="1000" dirty="0">
                  <a:solidFill>
                    <a:srgbClr val="FFFFFF"/>
                  </a:solidFill>
                  <a:latin typeface="Roboto"/>
                  <a:ea typeface="Roboto"/>
                  <a:cs typeface="Roboto"/>
                  <a:sym typeface="Roboto"/>
                </a:rPr>
                <a:t>coupon rate for the sovereign, contingent on sustainability targets achievement </a:t>
              </a:r>
              <a:endParaRPr sz="1000" dirty="0">
                <a:solidFill>
                  <a:srgbClr val="FFFFFF"/>
                </a:solidFill>
              </a:endParaRPr>
            </a:p>
          </p:txBody>
        </p:sp>
        <p:sp>
          <p:nvSpPr>
            <p:cNvPr id="232" name="Google Shape;232;p26">
              <a:extLst>
                <a:ext uri="{FF2B5EF4-FFF2-40B4-BE49-F238E27FC236}">
                  <a16:creationId xmlns:a16="http://schemas.microsoft.com/office/drawing/2014/main" id="{136142B9-C076-0543-CCE1-F674005A3730}"/>
                </a:ext>
              </a:extLst>
            </p:cNvPr>
            <p:cNvSpPr/>
            <p:nvPr/>
          </p:nvSpPr>
          <p:spPr>
            <a:xfrm>
              <a:off x="5040038" y="2459523"/>
              <a:ext cx="1718739"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r>
                <a:rPr lang="en" sz="1200" dirty="0">
                  <a:solidFill>
                    <a:srgbClr val="FFFFFF"/>
                  </a:solidFill>
                  <a:latin typeface="Roboto"/>
                  <a:ea typeface="Roboto"/>
                  <a:cs typeface="Roboto"/>
                  <a:sym typeface="Roboto"/>
                </a:rPr>
                <a:t>Intermediary Institution or Donor Supported Fund</a:t>
              </a:r>
              <a:endParaRPr sz="1200" dirty="0">
                <a:solidFill>
                  <a:srgbClr val="FFFFFF"/>
                </a:solidFill>
              </a:endParaRPr>
            </a:p>
          </p:txBody>
        </p:sp>
      </p:grpSp>
      <p:grpSp>
        <p:nvGrpSpPr>
          <p:cNvPr id="233" name="Google Shape;233;p26">
            <a:extLst>
              <a:ext uri="{FF2B5EF4-FFF2-40B4-BE49-F238E27FC236}">
                <a16:creationId xmlns:a16="http://schemas.microsoft.com/office/drawing/2014/main" id="{51EF34A2-97C1-7D55-80D1-E57DF1A07DC0}"/>
              </a:ext>
            </a:extLst>
          </p:cNvPr>
          <p:cNvGrpSpPr/>
          <p:nvPr/>
        </p:nvGrpSpPr>
        <p:grpSpPr>
          <a:xfrm>
            <a:off x="2933404" y="1658114"/>
            <a:ext cx="1638596" cy="1338773"/>
            <a:chOff x="3798075" y="647329"/>
            <a:chExt cx="1332300" cy="1052915"/>
          </a:xfrm>
        </p:grpSpPr>
        <p:sp>
          <p:nvSpPr>
            <p:cNvPr id="234" name="Google Shape;234;p26">
              <a:extLst>
                <a:ext uri="{FF2B5EF4-FFF2-40B4-BE49-F238E27FC236}">
                  <a16:creationId xmlns:a16="http://schemas.microsoft.com/office/drawing/2014/main" id="{5362C647-7156-E40F-8ED7-2CDE802ABEC7}"/>
                </a:ext>
              </a:extLst>
            </p:cNvPr>
            <p:cNvSpPr/>
            <p:nvPr/>
          </p:nvSpPr>
          <p:spPr>
            <a:xfrm>
              <a:off x="3798075" y="932329"/>
              <a:ext cx="1332300" cy="767915"/>
            </a:xfrm>
            <a:prstGeom prst="rect">
              <a:avLst/>
            </a:prstGeom>
            <a:solidFill>
              <a:schemeClr val="accent1"/>
            </a:solidFill>
            <a:ln>
              <a:noFill/>
            </a:ln>
          </p:spPr>
          <p:txBody>
            <a:bodyPr spcFirstLastPara="1" wrap="square" lIns="91425" tIns="91425" rIns="91425" bIns="91425" anchor="t" anchorCtr="0">
              <a:noAutofit/>
            </a:bodyPr>
            <a:lstStyle/>
            <a:p>
              <a:r>
                <a:rPr lang="en" sz="1000" b="1" dirty="0">
                  <a:solidFill>
                    <a:srgbClr val="FFFFFF"/>
                  </a:solidFill>
                  <a:latin typeface="Roboto"/>
                  <a:ea typeface="Roboto"/>
                  <a:cs typeface="Roboto"/>
                  <a:sym typeface="Roboto"/>
                </a:rPr>
                <a:t>Lower coupon </a:t>
              </a:r>
              <a:r>
                <a:rPr lang="en" sz="1000" dirty="0">
                  <a:solidFill>
                    <a:srgbClr val="FFFFFF"/>
                  </a:solidFill>
                  <a:latin typeface="Roboto"/>
                  <a:ea typeface="Roboto"/>
                  <a:cs typeface="Roboto"/>
                  <a:sym typeface="Roboto"/>
                </a:rPr>
                <a:t>payments when agreed targets are met. Incentivized to take climate action</a:t>
              </a:r>
              <a:endParaRPr sz="1000" dirty="0">
                <a:solidFill>
                  <a:srgbClr val="FFFFFF"/>
                </a:solidFill>
              </a:endParaRPr>
            </a:p>
          </p:txBody>
        </p:sp>
        <p:sp>
          <p:nvSpPr>
            <p:cNvPr id="235" name="Google Shape;235;p26">
              <a:extLst>
                <a:ext uri="{FF2B5EF4-FFF2-40B4-BE49-F238E27FC236}">
                  <a16:creationId xmlns:a16="http://schemas.microsoft.com/office/drawing/2014/main" id="{E6EF399D-902E-FA52-830A-27DD7F75BDA7}"/>
                </a:ext>
              </a:extLst>
            </p:cNvPr>
            <p:cNvSpPr/>
            <p:nvPr/>
          </p:nvSpPr>
          <p:spPr>
            <a:xfrm>
              <a:off x="3798075" y="647329"/>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Sovereign</a:t>
              </a:r>
              <a:endParaRPr sz="1200">
                <a:solidFill>
                  <a:srgbClr val="FFFFFF"/>
                </a:solidFill>
              </a:endParaRPr>
            </a:p>
          </p:txBody>
        </p:sp>
      </p:grpSp>
      <p:grpSp>
        <p:nvGrpSpPr>
          <p:cNvPr id="236" name="Google Shape;236;p26">
            <a:extLst>
              <a:ext uri="{FF2B5EF4-FFF2-40B4-BE49-F238E27FC236}">
                <a16:creationId xmlns:a16="http://schemas.microsoft.com/office/drawing/2014/main" id="{344A37BE-9339-D768-FFF5-C4AC03DC0C8E}"/>
              </a:ext>
            </a:extLst>
          </p:cNvPr>
          <p:cNvGrpSpPr/>
          <p:nvPr/>
        </p:nvGrpSpPr>
        <p:grpSpPr>
          <a:xfrm>
            <a:off x="559499" y="1666540"/>
            <a:ext cx="1638596" cy="1325411"/>
            <a:chOff x="2465775" y="2422675"/>
            <a:chExt cx="1332300" cy="992966"/>
          </a:xfrm>
        </p:grpSpPr>
        <p:sp>
          <p:nvSpPr>
            <p:cNvPr id="237" name="Google Shape;237;p26">
              <a:extLst>
                <a:ext uri="{FF2B5EF4-FFF2-40B4-BE49-F238E27FC236}">
                  <a16:creationId xmlns:a16="http://schemas.microsoft.com/office/drawing/2014/main" id="{115BCE6D-62A9-CE71-28B7-4DBDDA365977}"/>
                </a:ext>
              </a:extLst>
            </p:cNvPr>
            <p:cNvSpPr/>
            <p:nvPr/>
          </p:nvSpPr>
          <p:spPr>
            <a:xfrm>
              <a:off x="2465775" y="2707674"/>
              <a:ext cx="1332300" cy="707967"/>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dirty="0">
                  <a:solidFill>
                    <a:srgbClr val="FFFFFF"/>
                  </a:solidFill>
                  <a:latin typeface="Roboto"/>
                  <a:ea typeface="Roboto"/>
                  <a:cs typeface="Roboto"/>
                  <a:sym typeface="Roboto"/>
                </a:rPr>
                <a:t>Guaranteed</a:t>
              </a:r>
              <a:r>
                <a:rPr lang="en" sz="1000" dirty="0">
                  <a:solidFill>
                    <a:srgbClr val="FFFFFF"/>
                  </a:solidFill>
                  <a:latin typeface="Roboto"/>
                  <a:ea typeface="Roboto"/>
                  <a:cs typeface="Roboto"/>
                  <a:sym typeface="Roboto"/>
                </a:rPr>
                <a:t> to receive stable returns; de-risked; incentivized to invest</a:t>
              </a:r>
              <a:endParaRPr sz="1000" dirty="0">
                <a:solidFill>
                  <a:srgbClr val="FFFFFF"/>
                </a:solidFill>
              </a:endParaRPr>
            </a:p>
          </p:txBody>
        </p:sp>
        <p:sp>
          <p:nvSpPr>
            <p:cNvPr id="238" name="Google Shape;238;p26">
              <a:extLst>
                <a:ext uri="{FF2B5EF4-FFF2-40B4-BE49-F238E27FC236}">
                  <a16:creationId xmlns:a16="http://schemas.microsoft.com/office/drawing/2014/main" id="{8D86FD10-03A1-6F6D-B262-64137B1F48D0}"/>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Investor</a:t>
              </a:r>
              <a:endParaRPr sz="1200">
                <a:solidFill>
                  <a:srgbClr val="FFFFFF"/>
                </a:solidFill>
              </a:endParaRPr>
            </a:p>
          </p:txBody>
        </p:sp>
      </p:grpSp>
      <p:sp>
        <p:nvSpPr>
          <p:cNvPr id="5" name="Google Shape;229;p26">
            <a:extLst>
              <a:ext uri="{FF2B5EF4-FFF2-40B4-BE49-F238E27FC236}">
                <a16:creationId xmlns:a16="http://schemas.microsoft.com/office/drawing/2014/main" id="{607EBD93-C391-4EF8-BBE2-B9995925E2FD}"/>
              </a:ext>
            </a:extLst>
          </p:cNvPr>
          <p:cNvSpPr txBox="1">
            <a:spLocks/>
          </p:cNvSpPr>
          <p:nvPr/>
        </p:nvSpPr>
        <p:spPr>
          <a:xfrm>
            <a:off x="4657119" y="1004637"/>
            <a:ext cx="4486881" cy="3835423"/>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marL="152400">
              <a:lnSpc>
                <a:spcPct val="160000"/>
              </a:lnSpc>
              <a:buClr>
                <a:schemeClr val="accent1"/>
              </a:buClr>
              <a:buSzPts val="1200"/>
            </a:pPr>
            <a:endParaRPr lang="en" sz="1000" b="1" dirty="0">
              <a:solidFill>
                <a:srgbClr val="B85741"/>
              </a:solidFill>
              <a:latin typeface="Roboto"/>
            </a:endParaRPr>
          </a:p>
          <a:p>
            <a:pPr marL="152400">
              <a:lnSpc>
                <a:spcPct val="160000"/>
              </a:lnSpc>
              <a:buClr>
                <a:schemeClr val="accent1"/>
              </a:buClr>
              <a:buSzPts val="1200"/>
            </a:pPr>
            <a:r>
              <a:rPr lang="en" sz="1000" b="1" dirty="0">
                <a:solidFill>
                  <a:srgbClr val="B85741"/>
                </a:solidFill>
                <a:latin typeface="Roboto"/>
              </a:rPr>
              <a:t>From Sovereign Side:</a:t>
            </a:r>
          </a:p>
          <a:p>
            <a:pPr marL="438150" indent="-285750">
              <a:lnSpc>
                <a:spcPct val="160000"/>
              </a:lnSpc>
              <a:buClr>
                <a:schemeClr val="accent1"/>
              </a:buClr>
              <a:buSzPts val="1200"/>
              <a:buFont typeface="Arial" panose="020B0604020202020204" pitchFamily="34" charset="0"/>
              <a:buChar char="•"/>
            </a:pPr>
            <a:r>
              <a:rPr lang="en" sz="1000" dirty="0">
                <a:solidFill>
                  <a:schemeClr val="accent6">
                    <a:lumMod val="10000"/>
                  </a:schemeClr>
                </a:solidFill>
                <a:latin typeface="Roboto"/>
              </a:rPr>
              <a:t>Sovereign pays a </a:t>
            </a:r>
            <a:r>
              <a:rPr lang="en" sz="1000" b="1" dirty="0">
                <a:solidFill>
                  <a:schemeClr val="accent6">
                    <a:lumMod val="10000"/>
                  </a:schemeClr>
                </a:solidFill>
                <a:latin typeface="Roboto"/>
              </a:rPr>
              <a:t>lower</a:t>
            </a:r>
            <a:r>
              <a:rPr lang="en" sz="1000" dirty="0">
                <a:solidFill>
                  <a:schemeClr val="accent6">
                    <a:lumMod val="10000"/>
                  </a:schemeClr>
                </a:solidFill>
                <a:latin typeface="Roboto"/>
              </a:rPr>
              <a:t> </a:t>
            </a:r>
            <a:r>
              <a:rPr lang="en" sz="1000" b="1" dirty="0">
                <a:solidFill>
                  <a:schemeClr val="accent6">
                    <a:lumMod val="10000"/>
                  </a:schemeClr>
                </a:solidFill>
                <a:latin typeface="Roboto"/>
              </a:rPr>
              <a:t>coupon</a:t>
            </a:r>
            <a:r>
              <a:rPr lang="en" sz="1000" dirty="0">
                <a:solidFill>
                  <a:schemeClr val="accent6">
                    <a:lumMod val="10000"/>
                  </a:schemeClr>
                </a:solidFill>
                <a:latin typeface="Roboto"/>
              </a:rPr>
              <a:t> when sustainability KPIs are met</a:t>
            </a:r>
          </a:p>
          <a:p>
            <a:pPr marL="438150" indent="-285750">
              <a:lnSpc>
                <a:spcPct val="160000"/>
              </a:lnSpc>
              <a:buClr>
                <a:schemeClr val="accent1"/>
              </a:buClr>
              <a:buSzPts val="1200"/>
              <a:buFont typeface="Arial" panose="020B0604020202020204" pitchFamily="34" charset="0"/>
              <a:buChar char="•"/>
            </a:pPr>
            <a:r>
              <a:rPr lang="en-GB" sz="1000" dirty="0">
                <a:solidFill>
                  <a:schemeClr val="accent6">
                    <a:lumMod val="10000"/>
                  </a:schemeClr>
                </a:solidFill>
                <a:latin typeface="Roboto"/>
              </a:rPr>
              <a:t>Sovereign</a:t>
            </a:r>
            <a:r>
              <a:rPr lang="en-GB" sz="1000" b="1" dirty="0">
                <a:solidFill>
                  <a:schemeClr val="accent6">
                    <a:lumMod val="10000"/>
                  </a:schemeClr>
                </a:solidFill>
                <a:latin typeface="Roboto"/>
              </a:rPr>
              <a:t> rewarded</a:t>
            </a:r>
            <a:r>
              <a:rPr lang="en-GB" sz="1000" dirty="0">
                <a:solidFill>
                  <a:schemeClr val="accent6">
                    <a:lumMod val="10000"/>
                  </a:schemeClr>
                </a:solidFill>
                <a:latin typeface="Roboto"/>
              </a:rPr>
              <a:t> for meeting targets</a:t>
            </a:r>
            <a:endParaRPr lang="en" sz="1000" dirty="0">
              <a:solidFill>
                <a:schemeClr val="accent6">
                  <a:lumMod val="10000"/>
                </a:schemeClr>
              </a:solidFill>
              <a:latin typeface="Roboto"/>
            </a:endParaRPr>
          </a:p>
          <a:p>
            <a:pPr marL="152400">
              <a:lnSpc>
                <a:spcPct val="160000"/>
              </a:lnSpc>
            </a:pPr>
            <a:endParaRPr lang="en" sz="1000" dirty="0">
              <a:solidFill>
                <a:schemeClr val="accent6">
                  <a:lumMod val="10000"/>
                </a:schemeClr>
              </a:solidFill>
              <a:latin typeface="Roboto" panose="02000000000000000000" pitchFamily="2" charset="0"/>
              <a:ea typeface="Roboto" panose="02000000000000000000" pitchFamily="2" charset="0"/>
              <a:cs typeface="Roboto" panose="02000000000000000000" pitchFamily="2" charset="0"/>
            </a:endParaRPr>
          </a:p>
          <a:p>
            <a:pPr marL="152400">
              <a:lnSpc>
                <a:spcPct val="160000"/>
              </a:lnSpc>
            </a:pPr>
            <a:r>
              <a:rPr lang="en" sz="1000" b="1" dirty="0">
                <a:solidFill>
                  <a:srgbClr val="B85741"/>
                </a:solidFill>
                <a:latin typeface="Roboto"/>
              </a:rPr>
              <a:t>On Investor Side: </a:t>
            </a:r>
          </a:p>
          <a:p>
            <a:pPr marL="438150" indent="-285750">
              <a:lnSpc>
                <a:spcPct val="160000"/>
              </a:lnSpc>
              <a:buFont typeface="Arial" panose="020B0604020202020204" pitchFamily="34" charset="0"/>
              <a:buChar char="•"/>
            </a:pPr>
            <a:r>
              <a:rPr lang="en-US" sz="1000" dirty="0">
                <a:solidFill>
                  <a:schemeClr val="accent6">
                    <a:lumMod val="10000"/>
                  </a:schemeClr>
                </a:solidFill>
                <a:latin typeface="Roboto"/>
              </a:rPr>
              <a:t>SLIDIs maintain a </a:t>
            </a:r>
            <a:r>
              <a:rPr lang="en-US" sz="1000" b="1" dirty="0">
                <a:solidFill>
                  <a:schemeClr val="accent6">
                    <a:lumMod val="10000"/>
                  </a:schemeClr>
                </a:solidFill>
                <a:latin typeface="Roboto"/>
              </a:rPr>
              <a:t>fixed coupon </a:t>
            </a:r>
            <a:r>
              <a:rPr lang="en-US" sz="1000" dirty="0">
                <a:solidFill>
                  <a:schemeClr val="accent6">
                    <a:lumMod val="10000"/>
                  </a:schemeClr>
                </a:solidFill>
                <a:latin typeface="Roboto"/>
              </a:rPr>
              <a:t>payment, </a:t>
            </a:r>
            <a:r>
              <a:rPr lang="en-US" sz="1000" b="1" dirty="0">
                <a:solidFill>
                  <a:schemeClr val="accent6">
                    <a:lumMod val="10000"/>
                  </a:schemeClr>
                </a:solidFill>
                <a:latin typeface="Roboto"/>
              </a:rPr>
              <a:t>regardless of performance</a:t>
            </a:r>
            <a:r>
              <a:rPr lang="en-US" sz="1000" dirty="0">
                <a:solidFill>
                  <a:schemeClr val="accent6">
                    <a:lumMod val="10000"/>
                  </a:schemeClr>
                </a:solidFill>
                <a:latin typeface="Roboto"/>
              </a:rPr>
              <a:t> </a:t>
            </a:r>
          </a:p>
          <a:p>
            <a:pPr marL="438150" indent="-285750">
              <a:lnSpc>
                <a:spcPct val="160000"/>
              </a:lnSpc>
              <a:buFont typeface="Arial" panose="020B0604020202020204" pitchFamily="34" charset="0"/>
              <a:buChar char="•"/>
            </a:pPr>
            <a:r>
              <a:rPr lang="en" sz="1000" b="1" dirty="0">
                <a:solidFill>
                  <a:schemeClr val="accent6">
                    <a:lumMod val="10000"/>
                  </a:schemeClr>
                </a:solidFill>
                <a:latin typeface="Roboto"/>
              </a:rPr>
              <a:t>This is different from existing SLBs</a:t>
            </a:r>
          </a:p>
          <a:p>
            <a:pPr marL="152400">
              <a:lnSpc>
                <a:spcPct val="160000"/>
              </a:lnSpc>
            </a:pPr>
            <a:endParaRPr lang="en" sz="1000" b="1" dirty="0">
              <a:solidFill>
                <a:schemeClr val="accent6">
                  <a:lumMod val="10000"/>
                </a:schemeClr>
              </a:solidFill>
              <a:latin typeface="Roboto"/>
            </a:endParaRPr>
          </a:p>
          <a:p>
            <a:pPr>
              <a:lnSpc>
                <a:spcPct val="160000"/>
              </a:lnSpc>
            </a:pPr>
            <a:r>
              <a:rPr lang="en" sz="1000" b="1" dirty="0">
                <a:solidFill>
                  <a:srgbClr val="B85741"/>
                </a:solidFill>
                <a:latin typeface="Roboto"/>
              </a:rPr>
              <a:t>     Key characteristics: </a:t>
            </a:r>
            <a:endParaRPr lang="en-US" sz="1000" dirty="0">
              <a:solidFill>
                <a:srgbClr val="31394D"/>
              </a:solidFill>
              <a:latin typeface="Roboto"/>
            </a:endParaRPr>
          </a:p>
          <a:p>
            <a:pPr marL="438150" indent="-285750">
              <a:lnSpc>
                <a:spcPct val="160000"/>
              </a:lnSpc>
              <a:buFont typeface="Arial,Sans-Serif" panose="020B0604020202020204" pitchFamily="34" charset="0"/>
              <a:buChar char="•"/>
            </a:pPr>
            <a:r>
              <a:rPr lang="en-US" sz="1000" dirty="0">
                <a:solidFill>
                  <a:schemeClr val="accent6">
                    <a:lumMod val="10000"/>
                  </a:schemeClr>
                </a:solidFill>
                <a:latin typeface="Roboto"/>
              </a:rPr>
              <a:t>Rigorous sustainability KPI targets set with development partner agency support and MRV accountability; possibility of WB/MLDB funding; minimum aggregate private sector capital investment requirements enshrined in bond contract to ensure additionality</a:t>
            </a:r>
          </a:p>
          <a:p>
            <a:pPr marL="152400">
              <a:lnSpc>
                <a:spcPct val="160000"/>
              </a:lnSpc>
            </a:pPr>
            <a:endParaRPr lang="en-US" sz="1000" dirty="0">
              <a:solidFill>
                <a:schemeClr val="accent6">
                  <a:lumMod val="10000"/>
                </a:schemeClr>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149906644"/>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0520196E-3FFF-7B7C-9E83-E0E46A1DAF8C}"/>
            </a:ext>
          </a:extLst>
        </p:cNvPr>
        <p:cNvGrpSpPr/>
        <p:nvPr/>
      </p:nvGrpSpPr>
      <p:grpSpPr>
        <a:xfrm>
          <a:off x="0" y="0"/>
          <a:ext cx="0" cy="0"/>
          <a:chOff x="0" y="0"/>
          <a:chExt cx="0" cy="0"/>
        </a:xfrm>
      </p:grpSpPr>
      <p:sp>
        <p:nvSpPr>
          <p:cNvPr id="317" name="Google Shape;317;p33">
            <a:extLst>
              <a:ext uri="{FF2B5EF4-FFF2-40B4-BE49-F238E27FC236}">
                <a16:creationId xmlns:a16="http://schemas.microsoft.com/office/drawing/2014/main" id="{C38283E4-4DBB-613B-F662-625C3D75F975}"/>
              </a:ext>
            </a:extLst>
          </p:cNvPr>
          <p:cNvSpPr txBox="1">
            <a:spLocks noGrp="1"/>
          </p:cNvSpPr>
          <p:nvPr>
            <p:ph type="subTitle" idx="1"/>
          </p:nvPr>
        </p:nvSpPr>
        <p:spPr>
          <a:xfrm>
            <a:off x="293299" y="331802"/>
            <a:ext cx="8557402" cy="481076"/>
          </a:xfrm>
          <a:prstGeom prst="rect">
            <a:avLst/>
          </a:prstGeom>
        </p:spPr>
        <p:txBody>
          <a:bodyPr spcFirstLastPara="1" wrap="square" lIns="91425" tIns="91425" rIns="91425" bIns="91425" anchor="t" anchorCtr="0">
            <a:noAutofit/>
          </a:bodyPr>
          <a:lstStyle/>
          <a:p>
            <a:pPr marL="0" indent="0">
              <a:lnSpc>
                <a:spcPct val="110000"/>
              </a:lnSpc>
              <a:buNone/>
            </a:pPr>
            <a:r>
              <a:rPr lang="en" dirty="0"/>
              <a:t>Conclusions</a:t>
            </a:r>
          </a:p>
        </p:txBody>
      </p:sp>
      <p:grpSp>
        <p:nvGrpSpPr>
          <p:cNvPr id="7" name="Google Shape;318;p33">
            <a:extLst>
              <a:ext uri="{FF2B5EF4-FFF2-40B4-BE49-F238E27FC236}">
                <a16:creationId xmlns:a16="http://schemas.microsoft.com/office/drawing/2014/main" id="{0F7ABCF3-6C5D-155D-DDB8-52384B120EDF}"/>
              </a:ext>
            </a:extLst>
          </p:cNvPr>
          <p:cNvGrpSpPr/>
          <p:nvPr/>
        </p:nvGrpSpPr>
        <p:grpSpPr>
          <a:xfrm>
            <a:off x="5968721" y="1361508"/>
            <a:ext cx="2863604" cy="1235946"/>
            <a:chOff x="3071454" y="2013875"/>
            <a:chExt cx="2154300" cy="1589991"/>
          </a:xfrm>
        </p:grpSpPr>
        <p:sp>
          <p:nvSpPr>
            <p:cNvPr id="4" name="Google Shape;319;p33">
              <a:extLst>
                <a:ext uri="{FF2B5EF4-FFF2-40B4-BE49-F238E27FC236}">
                  <a16:creationId xmlns:a16="http://schemas.microsoft.com/office/drawing/2014/main" id="{D4CFA291-D546-3679-76FF-5D5AC2B0DB21}"/>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20;p33">
              <a:extLst>
                <a:ext uri="{FF2B5EF4-FFF2-40B4-BE49-F238E27FC236}">
                  <a16:creationId xmlns:a16="http://schemas.microsoft.com/office/drawing/2014/main" id="{E5A618BD-A97F-BC65-AFD5-2F5851C3CACD}"/>
                </a:ext>
              </a:extLst>
            </p:cNvPr>
            <p:cNvSpPr txBox="1"/>
            <p:nvPr/>
          </p:nvSpPr>
          <p:spPr>
            <a:xfrm>
              <a:off x="3276556" y="2184138"/>
              <a:ext cx="1557900" cy="3282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lang="en" sz="1200" b="1">
                <a:solidFill>
                  <a:schemeClr val="accent1"/>
                </a:solidFill>
                <a:latin typeface="Roboto"/>
                <a:ea typeface="Roboto"/>
                <a:cs typeface="Roboto"/>
              </a:endParaRPr>
            </a:p>
          </p:txBody>
        </p:sp>
        <p:sp>
          <p:nvSpPr>
            <p:cNvPr id="6" name="Google Shape;321;p33">
              <a:extLst>
                <a:ext uri="{FF2B5EF4-FFF2-40B4-BE49-F238E27FC236}">
                  <a16:creationId xmlns:a16="http://schemas.microsoft.com/office/drawing/2014/main" id="{6DD4FF8C-43B4-BF70-92ED-FCBFC9896E37}"/>
                </a:ext>
              </a:extLst>
            </p:cNvPr>
            <p:cNvSpPr txBox="1"/>
            <p:nvPr/>
          </p:nvSpPr>
          <p:spPr>
            <a:xfrm>
              <a:off x="3231496" y="2069782"/>
              <a:ext cx="1929923" cy="1534084"/>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158750">
                <a:lnSpc>
                  <a:spcPct val="150000"/>
                </a:lnSpc>
                <a:buClr>
                  <a:srgbClr val="FFFFFF"/>
                </a:buClr>
                <a:buSzPts val="1108"/>
              </a:pPr>
              <a:r>
                <a:rPr lang="en" sz="1000" b="1" dirty="0">
                  <a:solidFill>
                    <a:schemeClr val="bg1"/>
                  </a:solidFill>
                  <a:latin typeface="Roboto"/>
                  <a:ea typeface="Roboto"/>
                  <a:cs typeface="Roboto"/>
                </a:rPr>
                <a:t>Next Steps:</a:t>
              </a:r>
            </a:p>
            <a:p>
              <a:pPr marL="330200" indent="-171450">
                <a:lnSpc>
                  <a:spcPct val="150000"/>
                </a:lnSpc>
                <a:buClr>
                  <a:schemeClr val="bg1"/>
                </a:buClr>
                <a:buSzPts val="1108"/>
                <a:buFont typeface="Arial" panose="020B0604020202020204" pitchFamily="34" charset="0"/>
                <a:buChar char="•"/>
              </a:pPr>
              <a:r>
                <a:rPr lang="en" sz="1000" b="1" dirty="0">
                  <a:solidFill>
                    <a:srgbClr val="002060"/>
                  </a:solidFill>
                  <a:latin typeface="Roboto"/>
                  <a:ea typeface="Roboto"/>
                  <a:cs typeface="Roboto"/>
                  <a:sym typeface="Roboto"/>
                </a:rPr>
                <a:t>Refinement and Exploration </a:t>
              </a:r>
              <a:endParaRPr lang="en-US" sz="1000" dirty="0">
                <a:solidFill>
                  <a:srgbClr val="002060"/>
                </a:solidFill>
                <a:latin typeface="Roboto"/>
                <a:ea typeface="Roboto"/>
                <a:cs typeface="Roboto"/>
              </a:endParaRPr>
            </a:p>
            <a:p>
              <a:pPr marL="330200" indent="-171450">
                <a:lnSpc>
                  <a:spcPct val="150000"/>
                </a:lnSpc>
                <a:buClr>
                  <a:schemeClr val="bg1"/>
                </a:buClr>
                <a:buSzPts val="1108"/>
                <a:buFont typeface="Arial" panose="020B0604020202020204" pitchFamily="34" charset="0"/>
                <a:buChar char="•"/>
              </a:pPr>
              <a:r>
                <a:rPr lang="en" sz="1000" b="1" dirty="0">
                  <a:solidFill>
                    <a:srgbClr val="002060"/>
                  </a:solidFill>
                  <a:latin typeface="Roboto"/>
                  <a:ea typeface="Roboto"/>
                  <a:cs typeface="Roboto"/>
                  <a:sym typeface="Roboto"/>
                </a:rPr>
                <a:t>Feedback and Collaboration</a:t>
              </a:r>
              <a:endParaRPr lang="en" sz="1000" dirty="0">
                <a:solidFill>
                  <a:srgbClr val="002060"/>
                </a:solidFill>
                <a:latin typeface="Roboto"/>
                <a:ea typeface="Roboto"/>
                <a:cs typeface="Roboto"/>
              </a:endParaRPr>
            </a:p>
            <a:p>
              <a:pPr marL="330200" indent="-171450">
                <a:lnSpc>
                  <a:spcPct val="150000"/>
                </a:lnSpc>
                <a:buClr>
                  <a:schemeClr val="bg1"/>
                </a:buClr>
                <a:buSzPts val="1108"/>
                <a:buFont typeface="Arial" panose="020B0604020202020204" pitchFamily="34" charset="0"/>
                <a:buChar char="•"/>
              </a:pPr>
              <a:r>
                <a:rPr lang="en" sz="1000" b="1" dirty="0">
                  <a:solidFill>
                    <a:srgbClr val="002060"/>
                  </a:solidFill>
                  <a:latin typeface="Roboto"/>
                  <a:ea typeface="Roboto"/>
                  <a:cs typeface="Roboto"/>
                  <a:sym typeface="Roboto"/>
                </a:rPr>
                <a:t>Scaling Impact</a:t>
              </a:r>
              <a:endParaRPr lang="en" sz="1000" dirty="0">
                <a:solidFill>
                  <a:srgbClr val="002060"/>
                </a:solidFill>
                <a:latin typeface="Roboto"/>
                <a:ea typeface="Roboto"/>
                <a:cs typeface="Roboto"/>
              </a:endParaRPr>
            </a:p>
          </p:txBody>
        </p:sp>
      </p:grpSp>
      <p:sp>
        <p:nvSpPr>
          <p:cNvPr id="3" name="Google Shape;317;p33">
            <a:extLst>
              <a:ext uri="{FF2B5EF4-FFF2-40B4-BE49-F238E27FC236}">
                <a16:creationId xmlns:a16="http://schemas.microsoft.com/office/drawing/2014/main" id="{DE15D7C1-76F1-CE4F-1FBE-D812132649B2}"/>
              </a:ext>
            </a:extLst>
          </p:cNvPr>
          <p:cNvSpPr txBox="1">
            <a:spLocks/>
          </p:cNvSpPr>
          <p:nvPr/>
        </p:nvSpPr>
        <p:spPr>
          <a:xfrm>
            <a:off x="397192" y="1347814"/>
            <a:ext cx="8453510" cy="35670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a:lnSpc>
                <a:spcPct val="150000"/>
              </a:lnSpc>
            </a:pPr>
            <a:r>
              <a:rPr lang="en" sz="1400" b="1" dirty="0">
                <a:solidFill>
                  <a:schemeClr val="accent4"/>
                </a:solidFill>
                <a:latin typeface="Roboto" panose="02000000000000000000" pitchFamily="2" charset="0"/>
                <a:ea typeface="Roboto" panose="02000000000000000000" pitchFamily="2" charset="0"/>
                <a:cs typeface="Roboto" panose="02000000000000000000" pitchFamily="2" charset="0"/>
              </a:rPr>
              <a:t>Challenge:</a:t>
            </a:r>
          </a:p>
          <a:p>
            <a:pPr marL="285750" indent="-285750">
              <a:lnSpc>
                <a:spcPct val="150000"/>
              </a:lnSpc>
              <a:buFont typeface="Arial" panose="020B0604020202020204" pitchFamily="34" charset="0"/>
              <a:buChar char="•"/>
            </a:pP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Urgent need for </a:t>
            </a:r>
            <a:r>
              <a:rPr lang="en-US" sz="1200" b="1" dirty="0">
                <a:solidFill>
                  <a:srgbClr val="002F4A"/>
                </a:solidFill>
                <a:latin typeface="Roboto" panose="02000000000000000000" pitchFamily="2" charset="0"/>
                <a:ea typeface="Roboto" panose="02000000000000000000" pitchFamily="2" charset="0"/>
                <a:cs typeface="Roboto" panose="02000000000000000000" pitchFamily="2" charset="0"/>
              </a:rPr>
              <a:t>innovative solutions </a:t>
            </a: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to </a:t>
            </a:r>
            <a:r>
              <a:rPr lang="en-US" sz="1200" b="1" dirty="0">
                <a:solidFill>
                  <a:srgbClr val="002F4A"/>
                </a:solidFill>
                <a:latin typeface="Roboto" panose="02000000000000000000" pitchFamily="2" charset="0"/>
                <a:ea typeface="Roboto" panose="02000000000000000000" pitchFamily="2" charset="0"/>
                <a:cs typeface="Roboto" panose="02000000000000000000" pitchFamily="2" charset="0"/>
              </a:rPr>
              <a:t>mobilize private capital </a:t>
            </a: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for </a:t>
            </a:r>
          </a:p>
          <a:p>
            <a:pPr>
              <a:lnSpc>
                <a:spcPct val="150000"/>
              </a:lnSpc>
            </a:pP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       sustainable infrastructure development objectives</a:t>
            </a:r>
          </a:p>
          <a:p>
            <a:pPr>
              <a:lnSpc>
                <a:spcPct val="150000"/>
              </a:lnSpc>
            </a:pPr>
            <a:endParaRPr lang="en-US" sz="1200" b="1" dirty="0">
              <a:solidFill>
                <a:schemeClr val="accent4"/>
              </a:solidFill>
              <a:latin typeface="Roboto" panose="02000000000000000000" pitchFamily="2" charset="0"/>
              <a:ea typeface="Roboto" panose="02000000000000000000" pitchFamily="2" charset="0"/>
              <a:cs typeface="Roboto" panose="02000000000000000000" pitchFamily="2" charset="0"/>
            </a:endParaRPr>
          </a:p>
          <a:p>
            <a:pPr>
              <a:lnSpc>
                <a:spcPct val="150000"/>
              </a:lnSpc>
            </a:pPr>
            <a:r>
              <a:rPr lang="en-US" sz="1400" b="1" dirty="0">
                <a:solidFill>
                  <a:schemeClr val="accent4"/>
                </a:solidFill>
                <a:latin typeface="Roboto" panose="02000000000000000000" pitchFamily="2" charset="0"/>
                <a:ea typeface="Roboto" panose="02000000000000000000" pitchFamily="2" charset="0"/>
                <a:cs typeface="Roboto" panose="02000000000000000000" pitchFamily="2" charset="0"/>
              </a:rPr>
              <a:t>Room for Improvement - SLBs:</a:t>
            </a:r>
          </a:p>
          <a:p>
            <a:pPr marL="285750" indent="-285750">
              <a:lnSpc>
                <a:spcPct val="150000"/>
              </a:lnSpc>
              <a:buFont typeface="Arial" panose="020B0604020202020204" pitchFamily="34" charset="0"/>
              <a:buChar char="•"/>
            </a:pPr>
            <a:r>
              <a:rPr lang="en-US" sz="1200" b="1" dirty="0">
                <a:solidFill>
                  <a:srgbClr val="002F4A"/>
                </a:solidFill>
                <a:latin typeface="Roboto" panose="02000000000000000000" pitchFamily="2" charset="0"/>
                <a:ea typeface="Roboto" panose="02000000000000000000" pitchFamily="2" charset="0"/>
                <a:cs typeface="Roboto" panose="02000000000000000000" pitchFamily="2" charset="0"/>
              </a:rPr>
              <a:t>Problems</a:t>
            </a: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 observed in existing </a:t>
            </a:r>
            <a:r>
              <a:rPr lang="en-US" sz="1200" b="1" dirty="0">
                <a:solidFill>
                  <a:srgbClr val="002F4A"/>
                </a:solidFill>
                <a:latin typeface="Roboto" panose="02000000000000000000" pitchFamily="2" charset="0"/>
                <a:ea typeface="Roboto" panose="02000000000000000000" pitchFamily="2" charset="0"/>
                <a:cs typeface="Roboto" panose="02000000000000000000" pitchFamily="2" charset="0"/>
              </a:rPr>
              <a:t>SLBs</a:t>
            </a: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 complexity, variable coupon payments, and market resistance</a:t>
            </a:r>
          </a:p>
          <a:p>
            <a:pPr>
              <a:lnSpc>
                <a:spcPct val="150000"/>
              </a:lnSpc>
            </a:pPr>
            <a:endParaRPr lang="en-US" sz="1200" dirty="0">
              <a:solidFill>
                <a:srgbClr val="002F4A"/>
              </a:solidFill>
              <a:latin typeface="Roboto" panose="02000000000000000000" pitchFamily="2" charset="0"/>
              <a:ea typeface="Roboto" panose="02000000000000000000" pitchFamily="2" charset="0"/>
              <a:cs typeface="Roboto" panose="02000000000000000000" pitchFamily="2" charset="0"/>
            </a:endParaRPr>
          </a:p>
          <a:p>
            <a:pPr>
              <a:lnSpc>
                <a:spcPct val="150000"/>
              </a:lnSpc>
            </a:pPr>
            <a:r>
              <a:rPr lang="en-US" sz="1400" b="1" dirty="0">
                <a:solidFill>
                  <a:schemeClr val="accent4"/>
                </a:solidFill>
                <a:latin typeface="Roboto" panose="02000000000000000000" pitchFamily="2" charset="0"/>
                <a:ea typeface="Roboto" panose="02000000000000000000" pitchFamily="2" charset="0"/>
                <a:cs typeface="Roboto" panose="02000000000000000000" pitchFamily="2" charset="0"/>
              </a:rPr>
              <a:t>Enhanced Approach - SLIDIs with WB/MLDB Operationalization:</a:t>
            </a:r>
          </a:p>
          <a:p>
            <a:pPr marL="285750" indent="-285750">
              <a:lnSpc>
                <a:spcPct val="150000"/>
              </a:lnSpc>
              <a:buFont typeface="Arial" panose="020B0604020202020204" pitchFamily="34" charset="0"/>
              <a:buChar char="•"/>
            </a:pP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A more </a:t>
            </a:r>
            <a:r>
              <a:rPr lang="en-US" sz="1200" b="1" dirty="0">
                <a:solidFill>
                  <a:srgbClr val="002F4A"/>
                </a:solidFill>
                <a:latin typeface="Roboto" panose="02000000000000000000" pitchFamily="2" charset="0"/>
                <a:ea typeface="Roboto" panose="02000000000000000000" pitchFamily="2" charset="0"/>
                <a:cs typeface="Roboto" panose="02000000000000000000" pitchFamily="2" charset="0"/>
              </a:rPr>
              <a:t>attractive and effective </a:t>
            </a: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financial instrument for investors and sovereigns</a:t>
            </a:r>
          </a:p>
          <a:p>
            <a:pPr marL="285750" indent="-285750">
              <a:lnSpc>
                <a:spcPct val="150000"/>
              </a:lnSpc>
              <a:buFont typeface="Arial" panose="020B0604020202020204" pitchFamily="34" charset="0"/>
              <a:buChar char="•"/>
            </a:pP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Choice of ‘Prior Action’ or ‘Results Based Climate Finance’ system, with former choice reducing financial risk to WB and latter offering stronger performance incentives to client country</a:t>
            </a:r>
          </a:p>
          <a:p>
            <a:pPr marL="285750" indent="-285750">
              <a:lnSpc>
                <a:spcPct val="150000"/>
              </a:lnSpc>
              <a:buFont typeface="Arial" panose="020B0604020202020204" pitchFamily="34" charset="0"/>
              <a:buChar char="•"/>
            </a:pP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Development agency partner participation to enhance private sector confidence and achieve sustainability objectives</a:t>
            </a:r>
          </a:p>
          <a:p>
            <a:pPr>
              <a:lnSpc>
                <a:spcPct val="110000"/>
              </a:lnSpc>
            </a:pPr>
            <a:endParaRPr lang="en" dirty="0"/>
          </a:p>
        </p:txBody>
      </p:sp>
    </p:spTree>
    <p:extLst>
      <p:ext uri="{BB962C8B-B14F-4D97-AF65-F5344CB8AC3E}">
        <p14:creationId xmlns:p14="http://schemas.microsoft.com/office/powerpoint/2010/main" val="115780273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309">
          <a:extLst>
            <a:ext uri="{FF2B5EF4-FFF2-40B4-BE49-F238E27FC236}">
              <a16:creationId xmlns:a16="http://schemas.microsoft.com/office/drawing/2014/main" id="{086FDFC8-EC80-00CA-79FC-60AF4C9A0D78}"/>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B94EF978-E445-15BD-0A16-FFF11CFA7B6F}"/>
              </a:ext>
            </a:extLst>
          </p:cNvPr>
          <p:cNvSpPr>
            <a:spLocks noGrp="1"/>
          </p:cNvSpPr>
          <p:nvPr>
            <p:ph type="subTitle" idx="1"/>
          </p:nvPr>
        </p:nvSpPr>
        <p:spPr>
          <a:xfrm>
            <a:off x="5012393" y="396345"/>
            <a:ext cx="3684662" cy="481076"/>
          </a:xfrm>
        </p:spPr>
        <p:txBody>
          <a:bodyPr>
            <a:normAutofit/>
          </a:bodyPr>
          <a:lstStyle/>
          <a:p>
            <a:r>
              <a:rPr lang="en-GB"/>
              <a:t>SLIDIs</a:t>
            </a:r>
          </a:p>
          <a:p>
            <a:endParaRPr lang="en-US"/>
          </a:p>
        </p:txBody>
      </p:sp>
      <p:sp>
        <p:nvSpPr>
          <p:cNvPr id="4" name="Text Placeholder 3">
            <a:extLst>
              <a:ext uri="{FF2B5EF4-FFF2-40B4-BE49-F238E27FC236}">
                <a16:creationId xmlns:a16="http://schemas.microsoft.com/office/drawing/2014/main" id="{B2C0B36D-EC1D-4BEC-C15B-B614E01C2D4C}"/>
              </a:ext>
            </a:extLst>
          </p:cNvPr>
          <p:cNvSpPr>
            <a:spLocks noGrp="1"/>
          </p:cNvSpPr>
          <p:nvPr>
            <p:ph type="body" sz="quarter" idx="11"/>
          </p:nvPr>
        </p:nvSpPr>
        <p:spPr>
          <a:xfrm>
            <a:off x="5011738" y="1008063"/>
            <a:ext cx="3954462" cy="3984625"/>
          </a:xfrm>
        </p:spPr>
        <p:txBody>
          <a:bodyPr>
            <a:normAutofit/>
          </a:bodyPr>
          <a:lstStyle/>
          <a:p>
            <a:pPr marL="0" lvl="0" indent="0">
              <a:buNone/>
            </a:pPr>
            <a:endParaRPr lang="en-GB" sz="2800" dirty="0">
              <a:solidFill>
                <a:srgbClr val="002F4A"/>
              </a:solidFill>
              <a:latin typeface="Merriweather" pitchFamily="2" charset="77"/>
            </a:endParaRPr>
          </a:p>
          <a:p>
            <a:pPr marL="0" lvl="0" indent="0">
              <a:buNone/>
            </a:pPr>
            <a:r>
              <a:rPr lang="en-GB" sz="2800" dirty="0">
                <a:solidFill>
                  <a:srgbClr val="002F4A"/>
                </a:solidFill>
                <a:latin typeface="Merriweather" pitchFamily="2" charset="77"/>
              </a:rPr>
              <a:t>Thank you! Discussion</a:t>
            </a:r>
            <a:endParaRPr lang="en-US" sz="2800" dirty="0">
              <a:solidFill>
                <a:srgbClr val="002F4A"/>
              </a:solidFill>
              <a:latin typeface="Merriweather" pitchFamily="2" charset="77"/>
            </a:endParaRPr>
          </a:p>
        </p:txBody>
      </p:sp>
    </p:spTree>
    <p:extLst>
      <p:ext uri="{BB962C8B-B14F-4D97-AF65-F5344CB8AC3E}">
        <p14:creationId xmlns:p14="http://schemas.microsoft.com/office/powerpoint/2010/main" val="235510714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556E9941-2C12-D8CE-35AE-28D65F5A3F2A}"/>
              </a:ext>
            </a:extLst>
          </p:cNvPr>
          <p:cNvSpPr>
            <a:spLocks noGrp="1"/>
          </p:cNvSpPr>
          <p:nvPr>
            <p:ph type="subTitle" idx="1"/>
          </p:nvPr>
        </p:nvSpPr>
        <p:spPr/>
        <p:txBody>
          <a:bodyPr/>
          <a:lstStyle/>
          <a:p>
            <a:r>
              <a:rPr lang="en-US" dirty="0"/>
              <a:t>Supplementary Materials</a:t>
            </a:r>
          </a:p>
        </p:txBody>
      </p:sp>
    </p:spTree>
    <p:extLst>
      <p:ext uri="{BB962C8B-B14F-4D97-AF65-F5344CB8AC3E}">
        <p14:creationId xmlns:p14="http://schemas.microsoft.com/office/powerpoint/2010/main" val="2325684736"/>
      </p:ext>
    </p:extLst>
  </p:cSld>
  <p:clrMapOvr>
    <a:masterClrMapping/>
  </p:clrMapOvr>
  <mc:AlternateContent xmlns:mc="http://schemas.openxmlformats.org/markup-compatibility/2006">
    <mc:Choice xmlns:p14="http://schemas.microsoft.com/office/powerpoint/2010/main" Requires="p14">
      <p:transition spd="slow" p14:dur="1700">
        <p:push/>
      </p:transition>
    </mc:Choice>
    <mc:Fallback>
      <p:transition spd="slow">
        <p:push/>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 name="Subtitle 2">
            <a:extLst>
              <a:ext uri="{FF2B5EF4-FFF2-40B4-BE49-F238E27FC236}">
                <a16:creationId xmlns:a16="http://schemas.microsoft.com/office/drawing/2014/main" id="{DA9274AD-527E-C47B-37D0-236DF508D5EF}"/>
              </a:ext>
            </a:extLst>
          </p:cNvPr>
          <p:cNvSpPr>
            <a:spLocks noGrp="1"/>
          </p:cNvSpPr>
          <p:nvPr>
            <p:ph type="subTitle" idx="1"/>
          </p:nvPr>
        </p:nvSpPr>
        <p:spPr/>
        <p:txBody>
          <a:bodyPr>
            <a:normAutofit lnSpcReduction="10000"/>
          </a:bodyPr>
          <a:lstStyle/>
          <a:p>
            <a:r>
              <a:rPr lang="en-US" dirty="0"/>
              <a:t>Examples of Existing Sustainability-Linked Bonds</a:t>
            </a:r>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9BBAE33D-55AF-E332-1C63-082DB6510A0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C94426B-FB6C-2CD6-3245-EE59659F488A}"/>
              </a:ext>
            </a:extLst>
          </p:cNvPr>
          <p:cNvSpPr/>
          <p:nvPr/>
        </p:nvSpPr>
        <p:spPr>
          <a:xfrm>
            <a:off x="4658999" y="1361777"/>
            <a:ext cx="4332839" cy="361185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Google Shape;194;p23">
            <a:extLst>
              <a:ext uri="{FF2B5EF4-FFF2-40B4-BE49-F238E27FC236}">
                <a16:creationId xmlns:a16="http://schemas.microsoft.com/office/drawing/2014/main" id="{835DBB40-B165-A563-4ED6-385DF04352D2}"/>
              </a:ext>
            </a:extLst>
          </p:cNvPr>
          <p:cNvSpPr txBox="1">
            <a:spLocks noGrp="1"/>
          </p:cNvSpPr>
          <p:nvPr>
            <p:ph type="subTitle" idx="1"/>
          </p:nvPr>
        </p:nvSpPr>
        <p:spPr/>
        <p:txBody>
          <a:bodyPr spcFirstLastPara="1" wrap="square" lIns="91425" tIns="91425" rIns="91425" bIns="91425" anchor="t" anchorCtr="0">
            <a:noAutofit/>
          </a:bodyPr>
          <a:lstStyle/>
          <a:p>
            <a:pPr lvl="0"/>
            <a:r>
              <a:rPr lang="en-GB" sz="1900" dirty="0"/>
              <a:t>Enel Group Corporate SLB Example (step-up)</a:t>
            </a:r>
          </a:p>
        </p:txBody>
      </p:sp>
      <p:sp>
        <p:nvSpPr>
          <p:cNvPr id="195" name="Google Shape;195;p23">
            <a:extLst>
              <a:ext uri="{FF2B5EF4-FFF2-40B4-BE49-F238E27FC236}">
                <a16:creationId xmlns:a16="http://schemas.microsoft.com/office/drawing/2014/main" id="{2951B2EF-F67F-E103-64F3-AE90B4E5172C}"/>
              </a:ext>
            </a:extLst>
          </p:cNvPr>
          <p:cNvSpPr/>
          <p:nvPr/>
        </p:nvSpPr>
        <p:spPr>
          <a:xfrm>
            <a:off x="4814425" y="1962900"/>
            <a:ext cx="1521600" cy="12276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Roboto"/>
                <a:ea typeface="Roboto"/>
                <a:cs typeface="Roboto"/>
                <a:sym typeface="Roboto"/>
              </a:rPr>
              <a:t>KPI Target Performance 2027 </a:t>
            </a:r>
            <a:endParaRPr>
              <a:solidFill>
                <a:schemeClr val="lt1"/>
              </a:solidFill>
              <a:latin typeface="Roboto"/>
              <a:ea typeface="Roboto"/>
              <a:cs typeface="Roboto"/>
              <a:sym typeface="Roboto"/>
            </a:endParaRPr>
          </a:p>
        </p:txBody>
      </p:sp>
      <p:sp>
        <p:nvSpPr>
          <p:cNvPr id="196" name="Google Shape;196;p23">
            <a:extLst>
              <a:ext uri="{FF2B5EF4-FFF2-40B4-BE49-F238E27FC236}">
                <a16:creationId xmlns:a16="http://schemas.microsoft.com/office/drawing/2014/main" id="{92361A00-A8CE-6F18-0A12-6B407F0A0EF8}"/>
              </a:ext>
            </a:extLst>
          </p:cNvPr>
          <p:cNvSpPr/>
          <p:nvPr/>
        </p:nvSpPr>
        <p:spPr>
          <a:xfrm rot="710568">
            <a:off x="6402508" y="2895981"/>
            <a:ext cx="1119734" cy="17933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97" name="Google Shape;197;p23">
            <a:extLst>
              <a:ext uri="{FF2B5EF4-FFF2-40B4-BE49-F238E27FC236}">
                <a16:creationId xmlns:a16="http://schemas.microsoft.com/office/drawing/2014/main" id="{E9BCAB5D-1FAE-6B81-FCD1-062104AFDBF3}"/>
              </a:ext>
            </a:extLst>
          </p:cNvPr>
          <p:cNvSpPr txBox="1"/>
          <p:nvPr/>
        </p:nvSpPr>
        <p:spPr>
          <a:xfrm rot="674456">
            <a:off x="6391495" y="2642289"/>
            <a:ext cx="1514351" cy="26797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Fail to deliver</a:t>
            </a:r>
            <a:endParaRPr sz="1200">
              <a:solidFill>
                <a:schemeClr val="dk2"/>
              </a:solidFill>
              <a:latin typeface="Roboto"/>
              <a:ea typeface="Roboto"/>
              <a:cs typeface="Roboto"/>
              <a:sym typeface="Roboto"/>
            </a:endParaRPr>
          </a:p>
        </p:txBody>
      </p:sp>
      <p:sp>
        <p:nvSpPr>
          <p:cNvPr id="198" name="Google Shape;198;p23">
            <a:extLst>
              <a:ext uri="{FF2B5EF4-FFF2-40B4-BE49-F238E27FC236}">
                <a16:creationId xmlns:a16="http://schemas.microsoft.com/office/drawing/2014/main" id="{0CF39848-7548-E4AD-17D7-1CBB93059C8E}"/>
              </a:ext>
            </a:extLst>
          </p:cNvPr>
          <p:cNvSpPr/>
          <p:nvPr/>
        </p:nvSpPr>
        <p:spPr>
          <a:xfrm>
            <a:off x="7588725" y="2754575"/>
            <a:ext cx="1287300" cy="8532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rises 25bps p.a. until bond maturity</a:t>
            </a:r>
            <a:endParaRPr sz="1200">
              <a:solidFill>
                <a:schemeClr val="lt1"/>
              </a:solidFill>
              <a:latin typeface="Roboto"/>
              <a:ea typeface="Roboto"/>
              <a:cs typeface="Roboto"/>
              <a:sym typeface="Roboto"/>
            </a:endParaRPr>
          </a:p>
        </p:txBody>
      </p:sp>
      <p:sp>
        <p:nvSpPr>
          <p:cNvPr id="199" name="Google Shape;199;p23">
            <a:extLst>
              <a:ext uri="{FF2B5EF4-FFF2-40B4-BE49-F238E27FC236}">
                <a16:creationId xmlns:a16="http://schemas.microsoft.com/office/drawing/2014/main" id="{319DC4E2-C5FE-BFAD-6DE7-AF16711C6511}"/>
              </a:ext>
            </a:extLst>
          </p:cNvPr>
          <p:cNvSpPr/>
          <p:nvPr/>
        </p:nvSpPr>
        <p:spPr>
          <a:xfrm rot="-899608">
            <a:off x="6387292" y="2100083"/>
            <a:ext cx="1106262" cy="17944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00" name="Google Shape;200;p23">
            <a:extLst>
              <a:ext uri="{FF2B5EF4-FFF2-40B4-BE49-F238E27FC236}">
                <a16:creationId xmlns:a16="http://schemas.microsoft.com/office/drawing/2014/main" id="{A7A9EAA5-BF0D-E6A8-9CE1-572DDAD53416}"/>
              </a:ext>
            </a:extLst>
          </p:cNvPr>
          <p:cNvSpPr/>
          <p:nvPr/>
        </p:nvSpPr>
        <p:spPr>
          <a:xfrm>
            <a:off x="7621225" y="1755263"/>
            <a:ext cx="1287300" cy="5766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stays at 1% p.a.</a:t>
            </a:r>
            <a:endParaRPr sz="1200">
              <a:solidFill>
                <a:schemeClr val="lt1"/>
              </a:solidFill>
              <a:latin typeface="Roboto"/>
              <a:ea typeface="Roboto"/>
              <a:cs typeface="Roboto"/>
              <a:sym typeface="Roboto"/>
            </a:endParaRPr>
          </a:p>
        </p:txBody>
      </p:sp>
      <p:sp>
        <p:nvSpPr>
          <p:cNvPr id="201" name="Google Shape;201;p23">
            <a:extLst>
              <a:ext uri="{FF2B5EF4-FFF2-40B4-BE49-F238E27FC236}">
                <a16:creationId xmlns:a16="http://schemas.microsoft.com/office/drawing/2014/main" id="{870284F4-CAB7-BE19-A784-D5602F8B87FE}"/>
              </a:ext>
            </a:extLst>
          </p:cNvPr>
          <p:cNvSpPr txBox="1"/>
          <p:nvPr/>
        </p:nvSpPr>
        <p:spPr>
          <a:xfrm rot="-874765">
            <a:off x="6483071" y="1860564"/>
            <a:ext cx="767514" cy="18503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Achieve</a:t>
            </a:r>
            <a:endParaRPr sz="1200">
              <a:solidFill>
                <a:schemeClr val="dk2"/>
              </a:solidFill>
              <a:latin typeface="Roboto"/>
              <a:ea typeface="Roboto"/>
              <a:cs typeface="Roboto"/>
              <a:sym typeface="Roboto"/>
            </a:endParaRPr>
          </a:p>
        </p:txBody>
      </p:sp>
      <p:sp>
        <p:nvSpPr>
          <p:cNvPr id="202" name="Google Shape;202;p23">
            <a:extLst>
              <a:ext uri="{FF2B5EF4-FFF2-40B4-BE49-F238E27FC236}">
                <a16:creationId xmlns:a16="http://schemas.microsoft.com/office/drawing/2014/main" id="{AA4C8280-DFCF-A5A9-10AF-E007FCE1654C}"/>
              </a:ext>
            </a:extLst>
          </p:cNvPr>
          <p:cNvSpPr txBox="1"/>
          <p:nvPr/>
        </p:nvSpPr>
        <p:spPr>
          <a:xfrm>
            <a:off x="4916384" y="3865091"/>
            <a:ext cx="3764478" cy="896384"/>
          </a:xfrm>
          <a:prstGeom prst="rect">
            <a:avLst/>
          </a:prstGeom>
          <a:solidFill>
            <a:srgbClr val="B85741"/>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100">
                <a:solidFill>
                  <a:schemeClr val="bg1"/>
                </a:solidFill>
                <a:latin typeface="Roboto"/>
                <a:ea typeface="Roboto"/>
                <a:cs typeface="Roboto"/>
                <a:sym typeface="Roboto"/>
              </a:rPr>
              <a:t>Enel are </a:t>
            </a:r>
            <a:r>
              <a:rPr lang="en" sz="1100" b="1">
                <a:solidFill>
                  <a:schemeClr val="bg1"/>
                </a:solidFill>
                <a:latin typeface="Roboto"/>
                <a:ea typeface="Roboto"/>
                <a:cs typeface="Roboto"/>
                <a:sym typeface="Roboto"/>
              </a:rPr>
              <a:t>off-track</a:t>
            </a:r>
            <a:r>
              <a:rPr lang="en" sz="1100">
                <a:solidFill>
                  <a:schemeClr val="bg1"/>
                </a:solidFill>
                <a:latin typeface="Roboto"/>
                <a:ea typeface="Roboto"/>
                <a:cs typeface="Roboto"/>
                <a:sym typeface="Roboto"/>
              </a:rPr>
              <a:t> to achieve their KPI targets (AFII, 2023), but the subsequent step-up penalty is likely to have little impact on the company’s overall financial health (Ritchie, 2023). </a:t>
            </a:r>
            <a:endParaRPr sz="1100">
              <a:solidFill>
                <a:schemeClr val="bg1"/>
              </a:solidFill>
              <a:latin typeface="Roboto"/>
              <a:ea typeface="Roboto"/>
              <a:cs typeface="Roboto"/>
              <a:sym typeface="Roboto"/>
            </a:endParaRPr>
          </a:p>
        </p:txBody>
      </p:sp>
      <p:sp>
        <p:nvSpPr>
          <p:cNvPr id="3" name="Google Shape;194;p23">
            <a:extLst>
              <a:ext uri="{FF2B5EF4-FFF2-40B4-BE49-F238E27FC236}">
                <a16:creationId xmlns:a16="http://schemas.microsoft.com/office/drawing/2014/main" id="{6AD41387-31A5-7386-5094-9C8427939A0B}"/>
              </a:ext>
            </a:extLst>
          </p:cNvPr>
          <p:cNvSpPr txBox="1">
            <a:spLocks/>
          </p:cNvSpPr>
          <p:nvPr/>
        </p:nvSpPr>
        <p:spPr>
          <a:xfrm>
            <a:off x="323906" y="1471194"/>
            <a:ext cx="4159620" cy="344358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r>
              <a:rPr lang="en-GB" sz="1300" dirty="0">
                <a:solidFill>
                  <a:srgbClr val="002F4A"/>
                </a:solidFill>
                <a:latin typeface="Roboto" panose="02000000000000000000" pitchFamily="2" charset="0"/>
                <a:ea typeface="Roboto" panose="02000000000000000000" pitchFamily="2" charset="0"/>
                <a:cs typeface="Roboto" panose="02000000000000000000" pitchFamily="2" charset="0"/>
              </a:rPr>
              <a:t>ENEL Group is a key issuer of SLBs, so far amounting to  $10.8 billion</a:t>
            </a:r>
          </a:p>
          <a:p>
            <a:pPr>
              <a:spcBef>
                <a:spcPts val="1200"/>
              </a:spcBef>
            </a:pPr>
            <a:r>
              <a:rPr lang="en-GB" sz="1300" dirty="0">
                <a:solidFill>
                  <a:srgbClr val="002F4A"/>
                </a:solidFill>
                <a:latin typeface="Roboto" panose="02000000000000000000" pitchFamily="2" charset="0"/>
                <a:ea typeface="Roboto" panose="02000000000000000000" pitchFamily="2" charset="0"/>
                <a:cs typeface="Roboto" panose="02000000000000000000" pitchFamily="2" charset="0"/>
              </a:rPr>
              <a:t>Verified by a second party as relevant and ambitious, the bond is linked to the following KPI targets:</a:t>
            </a:r>
          </a:p>
          <a:p>
            <a:pPr marL="457200" indent="-298450">
              <a:spcBef>
                <a:spcPts val="1200"/>
              </a:spcBef>
              <a:buClr>
                <a:srgbClr val="000000"/>
              </a:buClr>
              <a:buSzPts val="1100"/>
              <a:buFont typeface="Roboto"/>
              <a:buAutoNum type="arabicPeriod"/>
            </a:pPr>
            <a:r>
              <a:rPr lang="en-GB" sz="1300" dirty="0">
                <a:solidFill>
                  <a:srgbClr val="002F4A"/>
                </a:solidFill>
                <a:latin typeface="Roboto" panose="02000000000000000000" pitchFamily="2" charset="0"/>
                <a:ea typeface="Roboto" panose="02000000000000000000" pitchFamily="2" charset="0"/>
                <a:cs typeface="Roboto" panose="02000000000000000000" pitchFamily="2" charset="0"/>
              </a:rPr>
              <a:t>To reduce direct greenhouse gas emissions by 64% by 2023, 80% by 2030, and completely by 2050 – against a 2017 base level </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To reach 60% renewable energy as percentage of installed capacity by 2022 compared to its baseline level in 2019</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To reach 65% by 2023 compared to its baseline level in 2019</a:t>
            </a:r>
          </a:p>
          <a:p>
            <a:pPr>
              <a:spcBef>
                <a:spcPts val="1200"/>
              </a:spcBef>
              <a:spcAft>
                <a:spcPts val="1200"/>
              </a:spcAft>
            </a:pPr>
            <a:endParaRPr lang="en-GB" dirty="0">
              <a:solidFill>
                <a:srgbClr val="000000"/>
              </a:solidFill>
            </a:endParaRPr>
          </a:p>
        </p:txBody>
      </p:sp>
    </p:spTree>
    <p:extLst>
      <p:ext uri="{BB962C8B-B14F-4D97-AF65-F5344CB8AC3E}">
        <p14:creationId xmlns:p14="http://schemas.microsoft.com/office/powerpoint/2010/main" val="37930373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EF383659-2436-8A41-1585-CD625DA59DB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17F3F03-A1E7-7DEC-334A-4E43DADE4738}"/>
              </a:ext>
            </a:extLst>
          </p:cNvPr>
          <p:cNvSpPr/>
          <p:nvPr/>
        </p:nvSpPr>
        <p:spPr>
          <a:xfrm>
            <a:off x="4658999" y="1361777"/>
            <a:ext cx="4332839" cy="361185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Google Shape;177;p22">
            <a:extLst>
              <a:ext uri="{FF2B5EF4-FFF2-40B4-BE49-F238E27FC236}">
                <a16:creationId xmlns:a16="http://schemas.microsoft.com/office/drawing/2014/main" id="{E7BC11EF-F3DA-014B-AA2D-AF469B56BB14}"/>
              </a:ext>
            </a:extLst>
          </p:cNvPr>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900" dirty="0"/>
              <a:t>Uruguay Sovereign SLB Example (step-up or step-down)</a:t>
            </a:r>
            <a:endParaRPr lang="en-GB" sz="1900" dirty="0">
              <a:solidFill>
                <a:srgbClr val="000000"/>
              </a:solidFill>
            </a:endParaRPr>
          </a:p>
        </p:txBody>
      </p:sp>
      <p:sp>
        <p:nvSpPr>
          <p:cNvPr id="185" name="Google Shape;185;p22">
            <a:extLst>
              <a:ext uri="{FF2B5EF4-FFF2-40B4-BE49-F238E27FC236}">
                <a16:creationId xmlns:a16="http://schemas.microsoft.com/office/drawing/2014/main" id="{F1CCD14D-0086-35BE-1E25-5B24FD4B89FF}"/>
              </a:ext>
            </a:extLst>
          </p:cNvPr>
          <p:cNvSpPr txBox="1">
            <a:spLocks noGrp="1"/>
          </p:cNvSpPr>
          <p:nvPr>
            <p:ph type="body" idx="4294967295"/>
          </p:nvPr>
        </p:nvSpPr>
        <p:spPr>
          <a:xfrm>
            <a:off x="5829300" y="4019550"/>
            <a:ext cx="3314700" cy="785813"/>
          </a:xfrm>
          <a:prstGeom prst="rect">
            <a:avLst/>
          </a:prstGeom>
          <a:solidFill>
            <a:srgbClr val="B85741"/>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200"/>
              </a:spcAft>
              <a:buNone/>
            </a:pPr>
            <a:r>
              <a:rPr lang="en" sz="1100">
                <a:solidFill>
                  <a:schemeClr val="bg1"/>
                </a:solidFill>
              </a:rPr>
              <a:t>Uruguay's SSLB 2023 Annual Report show they are currently 9 percentage points short of achieving KPI 1.1 and </a:t>
            </a:r>
            <a:r>
              <a:rPr lang="en" sz="1100" b="1">
                <a:solidFill>
                  <a:schemeClr val="bg1"/>
                </a:solidFill>
              </a:rPr>
              <a:t>on track </a:t>
            </a:r>
            <a:r>
              <a:rPr lang="en" sz="1100">
                <a:solidFill>
                  <a:schemeClr val="bg1"/>
                </a:solidFill>
              </a:rPr>
              <a:t>to achieve KPI 2.1.</a:t>
            </a:r>
            <a:endParaRPr sz="1100">
              <a:solidFill>
                <a:schemeClr val="bg1"/>
              </a:solidFill>
            </a:endParaRPr>
          </a:p>
        </p:txBody>
      </p:sp>
      <p:sp>
        <p:nvSpPr>
          <p:cNvPr id="178" name="Google Shape;178;p22">
            <a:extLst>
              <a:ext uri="{FF2B5EF4-FFF2-40B4-BE49-F238E27FC236}">
                <a16:creationId xmlns:a16="http://schemas.microsoft.com/office/drawing/2014/main" id="{E5D8CF36-2DAD-7F97-E7D8-99B51A31523A}"/>
              </a:ext>
            </a:extLst>
          </p:cNvPr>
          <p:cNvSpPr/>
          <p:nvPr/>
        </p:nvSpPr>
        <p:spPr>
          <a:xfrm>
            <a:off x="4738225" y="1984508"/>
            <a:ext cx="1521600" cy="12276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Roboto"/>
                <a:ea typeface="Roboto"/>
                <a:cs typeface="Roboto"/>
                <a:sym typeface="Roboto"/>
              </a:rPr>
              <a:t>KPI Target Performance 2025</a:t>
            </a:r>
            <a:endParaRPr>
              <a:solidFill>
                <a:schemeClr val="lt1"/>
              </a:solidFill>
              <a:latin typeface="Roboto"/>
              <a:ea typeface="Roboto"/>
              <a:cs typeface="Roboto"/>
              <a:sym typeface="Roboto"/>
            </a:endParaRPr>
          </a:p>
        </p:txBody>
      </p:sp>
      <p:sp>
        <p:nvSpPr>
          <p:cNvPr id="179" name="Google Shape;179;p22">
            <a:extLst>
              <a:ext uri="{FF2B5EF4-FFF2-40B4-BE49-F238E27FC236}">
                <a16:creationId xmlns:a16="http://schemas.microsoft.com/office/drawing/2014/main" id="{38295AE4-F12E-1394-4C16-2685DE928935}"/>
              </a:ext>
            </a:extLst>
          </p:cNvPr>
          <p:cNvSpPr/>
          <p:nvPr/>
        </p:nvSpPr>
        <p:spPr>
          <a:xfrm rot="-897566">
            <a:off x="6301526" y="1971305"/>
            <a:ext cx="1106397" cy="17944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0" name="Google Shape;180;p22">
            <a:extLst>
              <a:ext uri="{FF2B5EF4-FFF2-40B4-BE49-F238E27FC236}">
                <a16:creationId xmlns:a16="http://schemas.microsoft.com/office/drawing/2014/main" id="{3CFF6E8F-9B15-4E5D-20EB-CE0B9979488B}"/>
              </a:ext>
            </a:extLst>
          </p:cNvPr>
          <p:cNvSpPr/>
          <p:nvPr/>
        </p:nvSpPr>
        <p:spPr>
          <a:xfrm>
            <a:off x="7468825" y="1597308"/>
            <a:ext cx="1287300" cy="576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drops </a:t>
            </a:r>
            <a:endParaRPr sz="1200">
              <a:solidFill>
                <a:schemeClr val="lt1"/>
              </a:solidFill>
              <a:latin typeface="Roboto"/>
              <a:ea typeface="Roboto"/>
              <a:cs typeface="Roboto"/>
              <a:sym typeface="Roboto"/>
            </a:endParaRPr>
          </a:p>
        </p:txBody>
      </p:sp>
      <p:sp>
        <p:nvSpPr>
          <p:cNvPr id="181" name="Google Shape;181;p22">
            <a:extLst>
              <a:ext uri="{FF2B5EF4-FFF2-40B4-BE49-F238E27FC236}">
                <a16:creationId xmlns:a16="http://schemas.microsoft.com/office/drawing/2014/main" id="{6BEADD00-67F9-B15C-2D7B-8F7ED913A5A4}"/>
              </a:ext>
            </a:extLst>
          </p:cNvPr>
          <p:cNvSpPr txBox="1"/>
          <p:nvPr/>
        </p:nvSpPr>
        <p:spPr>
          <a:xfrm rot="-893421">
            <a:off x="6194871" y="1681728"/>
            <a:ext cx="1132428" cy="18497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Overperform</a:t>
            </a:r>
            <a:endParaRPr sz="1200">
              <a:solidFill>
                <a:schemeClr val="dk2"/>
              </a:solidFill>
              <a:latin typeface="Roboto"/>
              <a:ea typeface="Roboto"/>
              <a:cs typeface="Roboto"/>
              <a:sym typeface="Roboto"/>
            </a:endParaRPr>
          </a:p>
        </p:txBody>
      </p:sp>
      <p:sp>
        <p:nvSpPr>
          <p:cNvPr id="182" name="Google Shape;182;p22">
            <a:extLst>
              <a:ext uri="{FF2B5EF4-FFF2-40B4-BE49-F238E27FC236}">
                <a16:creationId xmlns:a16="http://schemas.microsoft.com/office/drawing/2014/main" id="{26C0E2AF-CBE5-14DB-9CDF-2F9FC6C6ABEC}"/>
              </a:ext>
            </a:extLst>
          </p:cNvPr>
          <p:cNvSpPr/>
          <p:nvPr/>
        </p:nvSpPr>
        <p:spPr>
          <a:xfrm rot="710568">
            <a:off x="6326308" y="3222389"/>
            <a:ext cx="1119734" cy="17933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3" name="Google Shape;183;p22">
            <a:extLst>
              <a:ext uri="{FF2B5EF4-FFF2-40B4-BE49-F238E27FC236}">
                <a16:creationId xmlns:a16="http://schemas.microsoft.com/office/drawing/2014/main" id="{3640130A-C4C2-428B-EED8-7E5B3B513129}"/>
              </a:ext>
            </a:extLst>
          </p:cNvPr>
          <p:cNvSpPr txBox="1"/>
          <p:nvPr/>
        </p:nvSpPr>
        <p:spPr>
          <a:xfrm rot="674456">
            <a:off x="6323401" y="2969495"/>
            <a:ext cx="1514351" cy="1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Fail to deliver</a:t>
            </a:r>
            <a:endParaRPr sz="1200">
              <a:solidFill>
                <a:schemeClr val="dk2"/>
              </a:solidFill>
              <a:latin typeface="Roboto"/>
              <a:ea typeface="Roboto"/>
              <a:cs typeface="Roboto"/>
              <a:sym typeface="Roboto"/>
            </a:endParaRPr>
          </a:p>
        </p:txBody>
      </p:sp>
      <p:sp>
        <p:nvSpPr>
          <p:cNvPr id="184" name="Google Shape;184;p22">
            <a:extLst>
              <a:ext uri="{FF2B5EF4-FFF2-40B4-BE49-F238E27FC236}">
                <a16:creationId xmlns:a16="http://schemas.microsoft.com/office/drawing/2014/main" id="{D03D50D4-1436-31AD-F74A-22AA7067EB07}"/>
              </a:ext>
            </a:extLst>
          </p:cNvPr>
          <p:cNvSpPr/>
          <p:nvPr/>
        </p:nvSpPr>
        <p:spPr>
          <a:xfrm>
            <a:off x="7512525" y="3126758"/>
            <a:ext cx="1287300" cy="576600"/>
          </a:xfrm>
          <a:prstGeom prst="rect">
            <a:avLst/>
          </a:prstGeom>
          <a:solidFill>
            <a:srgbClr val="B02C20"/>
          </a:solid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rises </a:t>
            </a:r>
            <a:endParaRPr sz="1200">
              <a:solidFill>
                <a:schemeClr val="lt1"/>
              </a:solidFill>
              <a:latin typeface="Roboto"/>
              <a:ea typeface="Roboto"/>
              <a:cs typeface="Roboto"/>
              <a:sym typeface="Roboto"/>
            </a:endParaRPr>
          </a:p>
        </p:txBody>
      </p:sp>
      <p:sp>
        <p:nvSpPr>
          <p:cNvPr id="186" name="Google Shape;186;p22">
            <a:extLst>
              <a:ext uri="{FF2B5EF4-FFF2-40B4-BE49-F238E27FC236}">
                <a16:creationId xmlns:a16="http://schemas.microsoft.com/office/drawing/2014/main" id="{4C5A38A0-8C10-AB2F-5E02-754C4BC1D09D}"/>
              </a:ext>
            </a:extLst>
          </p:cNvPr>
          <p:cNvSpPr/>
          <p:nvPr/>
        </p:nvSpPr>
        <p:spPr>
          <a:xfrm rot="-2796">
            <a:off x="6311126" y="2578870"/>
            <a:ext cx="1106400" cy="179400"/>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7" name="Google Shape;187;p22">
            <a:extLst>
              <a:ext uri="{FF2B5EF4-FFF2-40B4-BE49-F238E27FC236}">
                <a16:creationId xmlns:a16="http://schemas.microsoft.com/office/drawing/2014/main" id="{22AF265C-69D2-A3AF-55D6-5EE207E07BA1}"/>
              </a:ext>
            </a:extLst>
          </p:cNvPr>
          <p:cNvSpPr/>
          <p:nvPr/>
        </p:nvSpPr>
        <p:spPr>
          <a:xfrm>
            <a:off x="7545025" y="2386471"/>
            <a:ext cx="1287300" cy="5766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stays static </a:t>
            </a:r>
            <a:endParaRPr sz="1200">
              <a:solidFill>
                <a:schemeClr val="lt1"/>
              </a:solidFill>
              <a:latin typeface="Roboto"/>
              <a:ea typeface="Roboto"/>
              <a:cs typeface="Roboto"/>
              <a:sym typeface="Roboto"/>
            </a:endParaRPr>
          </a:p>
        </p:txBody>
      </p:sp>
      <p:sp>
        <p:nvSpPr>
          <p:cNvPr id="188" name="Google Shape;188;p22">
            <a:extLst>
              <a:ext uri="{FF2B5EF4-FFF2-40B4-BE49-F238E27FC236}">
                <a16:creationId xmlns:a16="http://schemas.microsoft.com/office/drawing/2014/main" id="{02872B60-6843-5A8F-F4BF-944E7B5C5BAD}"/>
              </a:ext>
            </a:extLst>
          </p:cNvPr>
          <p:cNvSpPr txBox="1"/>
          <p:nvPr/>
        </p:nvSpPr>
        <p:spPr>
          <a:xfrm rot="-2688">
            <a:off x="6453575" y="2352403"/>
            <a:ext cx="767400" cy="18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Achieve</a:t>
            </a:r>
            <a:endParaRPr sz="1200">
              <a:solidFill>
                <a:schemeClr val="dk2"/>
              </a:solidFill>
              <a:latin typeface="Roboto"/>
              <a:ea typeface="Roboto"/>
              <a:cs typeface="Roboto"/>
              <a:sym typeface="Roboto"/>
            </a:endParaRPr>
          </a:p>
        </p:txBody>
      </p:sp>
      <p:sp>
        <p:nvSpPr>
          <p:cNvPr id="2" name="Google Shape;177;p22">
            <a:extLst>
              <a:ext uri="{FF2B5EF4-FFF2-40B4-BE49-F238E27FC236}">
                <a16:creationId xmlns:a16="http://schemas.microsoft.com/office/drawing/2014/main" id="{286B605E-731D-CCA2-00DD-67F883FBA44E}"/>
              </a:ext>
            </a:extLst>
          </p:cNvPr>
          <p:cNvSpPr txBox="1">
            <a:spLocks/>
          </p:cNvSpPr>
          <p:nvPr/>
        </p:nvSpPr>
        <p:spPr>
          <a:xfrm>
            <a:off x="190093" y="1375425"/>
            <a:ext cx="4332839" cy="378544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r>
              <a:rPr lang="en-GB" sz="1400" dirty="0">
                <a:solidFill>
                  <a:srgbClr val="002F4A"/>
                </a:solidFill>
                <a:latin typeface="Roboto" panose="02000000000000000000" pitchFamily="2" charset="0"/>
                <a:ea typeface="Roboto" panose="02000000000000000000" pitchFamily="2" charset="0"/>
                <a:cs typeface="Roboto" panose="02000000000000000000" pitchFamily="2" charset="0"/>
              </a:rPr>
              <a:t>UNDP serves as external verifier to ensure progress toward the following sustainability-linked KPIs:</a:t>
            </a:r>
          </a:p>
          <a:p>
            <a:pPr marL="457200" indent="-298450">
              <a:spcBef>
                <a:spcPts val="1200"/>
              </a:spcBef>
              <a:buSzPts val="1100"/>
              <a:buFont typeface="Roboto"/>
              <a:buAutoNum type="arabicPeriod"/>
            </a:pPr>
            <a:r>
              <a:rPr lang="en-GB" sz="1400" dirty="0">
                <a:solidFill>
                  <a:srgbClr val="002F4A"/>
                </a:solidFill>
                <a:latin typeface="Roboto" panose="02000000000000000000" pitchFamily="2" charset="0"/>
                <a:ea typeface="Roboto" panose="02000000000000000000" pitchFamily="2" charset="0"/>
                <a:cs typeface="Roboto" panose="02000000000000000000" pitchFamily="2" charset="0"/>
              </a:rPr>
              <a:t>The reduction of aggregate gross GHG emissions per real GDP unit in comparison to the reference year of 1990</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[1.1] Achieve: 50% reduction by 2025</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[1.2] Outperform: More than 52% reduction by 2025</a:t>
            </a:r>
          </a:p>
          <a:p>
            <a:pPr marL="457200" indent="-298450">
              <a:buClr>
                <a:srgbClr val="000000"/>
              </a:buClr>
              <a:buSzPts val="1100"/>
              <a:buFont typeface="Roboto"/>
              <a:buAutoNum type="arabicPeriod"/>
            </a:pPr>
            <a:r>
              <a:rPr lang="en-GB" sz="1400" dirty="0">
                <a:solidFill>
                  <a:srgbClr val="002F4A"/>
                </a:solidFill>
                <a:latin typeface="Roboto" panose="02000000000000000000" pitchFamily="2" charset="0"/>
                <a:ea typeface="Roboto" panose="02000000000000000000" pitchFamily="2" charset="0"/>
                <a:cs typeface="Roboto" panose="02000000000000000000" pitchFamily="2" charset="0"/>
              </a:rPr>
              <a:t>Maintain the area of native forest in Uruguay, with respect to the reference year of 2012</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[2.1] Achieve: Maintain 100% of forest cover</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[2.2] Outperform: An increase of more than 3% of forest cover. </a:t>
            </a:r>
          </a:p>
        </p:txBody>
      </p:sp>
    </p:spTree>
    <p:extLst>
      <p:ext uri="{BB962C8B-B14F-4D97-AF65-F5344CB8AC3E}">
        <p14:creationId xmlns:p14="http://schemas.microsoft.com/office/powerpoint/2010/main" val="2917026604"/>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00E4E-A1F3-87C6-55C6-03270CE0C514}"/>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E0271326-58B4-E0F6-C6B9-C9B0FEF61880}"/>
              </a:ext>
            </a:extLst>
          </p:cNvPr>
          <p:cNvSpPr>
            <a:spLocks noGrp="1"/>
          </p:cNvSpPr>
          <p:nvPr>
            <p:ph type="subTitle" idx="1"/>
          </p:nvPr>
        </p:nvSpPr>
        <p:spPr/>
        <p:txBody>
          <a:bodyPr>
            <a:normAutofit/>
          </a:bodyPr>
          <a:lstStyle/>
          <a:p>
            <a:r>
              <a:rPr lang="en-US"/>
              <a:t>Context: Ecuador, IDB &amp; DFC 2023 Example</a:t>
            </a:r>
          </a:p>
        </p:txBody>
      </p:sp>
      <p:sp>
        <p:nvSpPr>
          <p:cNvPr id="19" name="Text Placeholder 18">
            <a:extLst>
              <a:ext uri="{FF2B5EF4-FFF2-40B4-BE49-F238E27FC236}">
                <a16:creationId xmlns:a16="http://schemas.microsoft.com/office/drawing/2014/main" id="{4EDB45CC-E118-1480-808D-484091FD5A79}"/>
              </a:ext>
            </a:extLst>
          </p:cNvPr>
          <p:cNvSpPr>
            <a:spLocks noGrp="1"/>
          </p:cNvSpPr>
          <p:nvPr>
            <p:ph type="body" sz="quarter" idx="10"/>
          </p:nvPr>
        </p:nvSpPr>
        <p:spPr>
          <a:xfrm>
            <a:off x="4895977" y="1298122"/>
            <a:ext cx="3954724" cy="3465738"/>
          </a:xfrm>
        </p:spPr>
        <p:txBody>
          <a:bodyPr>
            <a:normAutofit fontScale="92500" lnSpcReduction="10000"/>
          </a:bodyPr>
          <a:lstStyle/>
          <a:p>
            <a:pPr marL="285750" indent="-285750"/>
            <a:r>
              <a:rPr lang="en-US" sz="1300" dirty="0">
                <a:solidFill>
                  <a:srgbClr val="000000"/>
                </a:solidFill>
                <a:latin typeface="Roboto"/>
                <a:ea typeface="Roboto"/>
                <a:cs typeface="Roboto"/>
              </a:rPr>
              <a:t>Some precedent can be found in a recent </a:t>
            </a:r>
            <a:r>
              <a:rPr lang="en-US" sz="1300" b="1" dirty="0">
                <a:solidFill>
                  <a:srgbClr val="B85741"/>
                </a:solidFill>
                <a:latin typeface="Roboto"/>
                <a:ea typeface="Roboto"/>
                <a:cs typeface="Roboto"/>
              </a:rPr>
              <a:t>Debt-for-nature swap in Ecuador </a:t>
            </a:r>
          </a:p>
          <a:p>
            <a:pPr marL="285750" indent="-285750"/>
            <a:r>
              <a:rPr lang="en-GB" b="0" i="0" dirty="0">
                <a:solidFill>
                  <a:srgbClr val="000000"/>
                </a:solidFill>
                <a:effectLst/>
                <a:latin typeface="Roboto"/>
                <a:ea typeface="Roboto"/>
                <a:cs typeface="Roboto"/>
              </a:rPr>
              <a:t>Includes $85 million </a:t>
            </a:r>
            <a:r>
              <a:rPr lang="en-GB" b="1" i="0" dirty="0">
                <a:solidFill>
                  <a:srgbClr val="B85741"/>
                </a:solidFill>
                <a:effectLst/>
                <a:latin typeface="Roboto"/>
                <a:ea typeface="Roboto"/>
                <a:cs typeface="Roboto"/>
              </a:rPr>
              <a:t>IDB guarantee </a:t>
            </a:r>
            <a:r>
              <a:rPr lang="en-GB" b="0" i="0" dirty="0">
                <a:solidFill>
                  <a:srgbClr val="000000"/>
                </a:solidFill>
                <a:effectLst/>
                <a:latin typeface="Roboto"/>
                <a:ea typeface="Roboto"/>
                <a:cs typeface="Roboto"/>
              </a:rPr>
              <a:t>and $656 million </a:t>
            </a:r>
            <a:r>
              <a:rPr lang="en-GB" b="1" i="0" dirty="0">
                <a:solidFill>
                  <a:srgbClr val="B85741"/>
                </a:solidFill>
                <a:effectLst/>
                <a:latin typeface="Roboto"/>
                <a:ea typeface="Roboto"/>
                <a:cs typeface="Roboto"/>
              </a:rPr>
              <a:t>DFC political-risk insurance</a:t>
            </a:r>
            <a:endParaRPr lang="en-GB" dirty="0"/>
          </a:p>
          <a:p>
            <a:pPr marL="285750" indent="-285750"/>
            <a:r>
              <a:rPr lang="en-GB" dirty="0">
                <a:solidFill>
                  <a:srgbClr val="000000"/>
                </a:solidFill>
                <a:latin typeface="Roboto"/>
                <a:ea typeface="Roboto"/>
                <a:cs typeface="Roboto"/>
              </a:rPr>
              <a:t>E</a:t>
            </a:r>
            <a:r>
              <a:rPr lang="en-GB" b="0" i="0" dirty="0">
                <a:solidFill>
                  <a:srgbClr val="000000"/>
                </a:solidFill>
                <a:effectLst/>
                <a:latin typeface="Roboto"/>
                <a:ea typeface="Roboto"/>
                <a:cs typeface="Roboto"/>
              </a:rPr>
              <a:t>stimated to generate savings of </a:t>
            </a:r>
            <a:r>
              <a:rPr lang="en-GB" b="1" i="0" dirty="0">
                <a:solidFill>
                  <a:srgbClr val="B85741"/>
                </a:solidFill>
                <a:effectLst/>
                <a:latin typeface="Roboto"/>
                <a:ea typeface="Roboto"/>
                <a:cs typeface="Roboto"/>
              </a:rPr>
              <a:t>$323 million</a:t>
            </a:r>
            <a:r>
              <a:rPr lang="en-GB" b="0" i="0" dirty="0">
                <a:solidFill>
                  <a:srgbClr val="000000"/>
                </a:solidFill>
                <a:effectLst/>
                <a:latin typeface="Roboto"/>
                <a:ea typeface="Roboto"/>
                <a:cs typeface="Roboto"/>
              </a:rPr>
              <a:t> to finance conservation activities in the Galápagos (IDB, 2023)</a:t>
            </a:r>
            <a:endParaRPr lang="en-GB" dirty="0">
              <a:solidFill>
                <a:srgbClr val="000000"/>
              </a:solidFill>
              <a:latin typeface="Roboto"/>
              <a:ea typeface="Roboto"/>
              <a:cs typeface="Roboto"/>
            </a:endParaRPr>
          </a:p>
          <a:p>
            <a:pPr marL="285750" indent="-285750"/>
            <a:r>
              <a:rPr lang="en-US" dirty="0">
                <a:solidFill>
                  <a:srgbClr val="002F4A"/>
                </a:solidFill>
                <a:latin typeface="Roboto"/>
                <a:ea typeface="Roboto"/>
                <a:cs typeface="Roboto"/>
              </a:rPr>
              <a:t>First time an MDB has provided </a:t>
            </a:r>
            <a:r>
              <a:rPr lang="en-US" b="1" dirty="0">
                <a:solidFill>
                  <a:srgbClr val="B85741"/>
                </a:solidFill>
                <a:latin typeface="Roboto"/>
                <a:ea typeface="Roboto"/>
                <a:cs typeface="Roboto"/>
              </a:rPr>
              <a:t>financial guarantees </a:t>
            </a:r>
            <a:r>
              <a:rPr lang="en-US" dirty="0">
                <a:solidFill>
                  <a:srgbClr val="002F4A"/>
                </a:solidFill>
                <a:latin typeface="Roboto"/>
                <a:ea typeface="Roboto"/>
                <a:cs typeface="Roboto"/>
              </a:rPr>
              <a:t>coupled </a:t>
            </a:r>
            <a:r>
              <a:rPr lang="en-US" b="1" dirty="0">
                <a:solidFill>
                  <a:srgbClr val="B85741"/>
                </a:solidFill>
                <a:latin typeface="Roboto"/>
                <a:ea typeface="Roboto"/>
                <a:cs typeface="Roboto"/>
              </a:rPr>
              <a:t>with insurance against risks</a:t>
            </a:r>
            <a:r>
              <a:rPr lang="en-US" dirty="0">
                <a:solidFill>
                  <a:srgbClr val="002F4A"/>
                </a:solidFill>
                <a:latin typeface="Roboto"/>
                <a:ea typeface="Roboto"/>
                <a:cs typeface="Roboto"/>
              </a:rPr>
              <a:t> to promote </a:t>
            </a:r>
            <a:r>
              <a:rPr lang="en-US" b="1" dirty="0">
                <a:solidFill>
                  <a:srgbClr val="B85741"/>
                </a:solidFill>
                <a:latin typeface="Roboto"/>
                <a:ea typeface="Roboto"/>
                <a:cs typeface="Roboto"/>
              </a:rPr>
              <a:t>sustainability</a:t>
            </a:r>
            <a:r>
              <a:rPr lang="en-US" dirty="0">
                <a:solidFill>
                  <a:srgbClr val="002F4A"/>
                </a:solidFill>
                <a:latin typeface="Roboto"/>
                <a:ea typeface="Roboto"/>
                <a:cs typeface="Roboto"/>
              </a:rPr>
              <a:t> at the state level</a:t>
            </a:r>
            <a:endParaRPr lang="en-US" dirty="0">
              <a:solidFill>
                <a:srgbClr val="002F4A"/>
              </a:solidFill>
            </a:endParaRPr>
          </a:p>
          <a:p>
            <a:pPr marL="285750" indent="-285750"/>
            <a:r>
              <a:rPr lang="en-US" dirty="0">
                <a:solidFill>
                  <a:srgbClr val="002F4A"/>
                </a:solidFill>
              </a:rPr>
              <a:t>Largest debt-for-nature conversion in the world</a:t>
            </a:r>
          </a:p>
        </p:txBody>
      </p:sp>
      <p:sp>
        <p:nvSpPr>
          <p:cNvPr id="5" name="Rectangle 4">
            <a:extLst>
              <a:ext uri="{FF2B5EF4-FFF2-40B4-BE49-F238E27FC236}">
                <a16:creationId xmlns:a16="http://schemas.microsoft.com/office/drawing/2014/main" id="{1C7F36DD-8EBC-CFC4-3688-8D258A10313E}"/>
              </a:ext>
            </a:extLst>
          </p:cNvPr>
          <p:cNvSpPr/>
          <p:nvPr/>
        </p:nvSpPr>
        <p:spPr>
          <a:xfrm>
            <a:off x="363416" y="1298122"/>
            <a:ext cx="4173415" cy="361185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178;p22">
            <a:extLst>
              <a:ext uri="{FF2B5EF4-FFF2-40B4-BE49-F238E27FC236}">
                <a16:creationId xmlns:a16="http://schemas.microsoft.com/office/drawing/2014/main" id="{9E4F7072-E833-9E9E-01FD-1457C268A78B}"/>
              </a:ext>
            </a:extLst>
          </p:cNvPr>
          <p:cNvSpPr/>
          <p:nvPr/>
        </p:nvSpPr>
        <p:spPr>
          <a:xfrm>
            <a:off x="3086798" y="2467882"/>
            <a:ext cx="1287300" cy="990426"/>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Roboto"/>
                <a:ea typeface="Roboto"/>
                <a:cs typeface="Roboto"/>
                <a:sym typeface="Roboto"/>
              </a:rPr>
              <a:t>Ecuador</a:t>
            </a:r>
          </a:p>
        </p:txBody>
      </p:sp>
      <p:sp>
        <p:nvSpPr>
          <p:cNvPr id="9" name="Google Shape;180;p22">
            <a:extLst>
              <a:ext uri="{FF2B5EF4-FFF2-40B4-BE49-F238E27FC236}">
                <a16:creationId xmlns:a16="http://schemas.microsoft.com/office/drawing/2014/main" id="{4B1B0330-DC0F-2708-0D92-8633721B8074}"/>
              </a:ext>
            </a:extLst>
          </p:cNvPr>
          <p:cNvSpPr/>
          <p:nvPr/>
        </p:nvSpPr>
        <p:spPr>
          <a:xfrm>
            <a:off x="762185" y="2742691"/>
            <a:ext cx="1287300" cy="576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Creditors</a:t>
            </a:r>
            <a:endParaRPr sz="1200">
              <a:solidFill>
                <a:schemeClr val="lt1"/>
              </a:solidFill>
              <a:latin typeface="Roboto"/>
              <a:ea typeface="Roboto"/>
              <a:cs typeface="Roboto"/>
              <a:sym typeface="Roboto"/>
            </a:endParaRPr>
          </a:p>
        </p:txBody>
      </p:sp>
      <p:sp>
        <p:nvSpPr>
          <p:cNvPr id="10" name="Google Shape;181;p22">
            <a:extLst>
              <a:ext uri="{FF2B5EF4-FFF2-40B4-BE49-F238E27FC236}">
                <a16:creationId xmlns:a16="http://schemas.microsoft.com/office/drawing/2014/main" id="{54F32028-7F08-08F0-AE1C-43EF179B52D3}"/>
              </a:ext>
            </a:extLst>
          </p:cNvPr>
          <p:cNvSpPr txBox="1"/>
          <p:nvPr/>
        </p:nvSpPr>
        <p:spPr>
          <a:xfrm>
            <a:off x="496357" y="2154728"/>
            <a:ext cx="1132428" cy="25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Financial Guarantee</a:t>
            </a:r>
            <a:endParaRPr sz="1200">
              <a:solidFill>
                <a:schemeClr val="dk2"/>
              </a:solidFill>
              <a:latin typeface="Roboto"/>
              <a:ea typeface="Roboto"/>
              <a:cs typeface="Roboto"/>
              <a:sym typeface="Roboto"/>
            </a:endParaRPr>
          </a:p>
        </p:txBody>
      </p:sp>
      <p:sp>
        <p:nvSpPr>
          <p:cNvPr id="12" name="Google Shape;183;p22">
            <a:extLst>
              <a:ext uri="{FF2B5EF4-FFF2-40B4-BE49-F238E27FC236}">
                <a16:creationId xmlns:a16="http://schemas.microsoft.com/office/drawing/2014/main" id="{A11CD9F5-B63C-46F9-3DE0-772ACF0F4790}"/>
              </a:ext>
            </a:extLst>
          </p:cNvPr>
          <p:cNvSpPr txBox="1"/>
          <p:nvPr/>
        </p:nvSpPr>
        <p:spPr>
          <a:xfrm>
            <a:off x="1443980" y="3545096"/>
            <a:ext cx="1287300" cy="47051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Risk Insurance</a:t>
            </a:r>
            <a:endParaRPr sz="1200">
              <a:solidFill>
                <a:schemeClr val="dk2"/>
              </a:solidFill>
              <a:latin typeface="Roboto"/>
              <a:ea typeface="Roboto"/>
              <a:cs typeface="Roboto"/>
              <a:sym typeface="Roboto"/>
            </a:endParaRPr>
          </a:p>
        </p:txBody>
      </p:sp>
      <p:sp>
        <p:nvSpPr>
          <p:cNvPr id="13" name="Google Shape;184;p22">
            <a:extLst>
              <a:ext uri="{FF2B5EF4-FFF2-40B4-BE49-F238E27FC236}">
                <a16:creationId xmlns:a16="http://schemas.microsoft.com/office/drawing/2014/main" id="{466165A6-0F84-73FE-6BF0-D29955C9F07F}"/>
              </a:ext>
            </a:extLst>
          </p:cNvPr>
          <p:cNvSpPr/>
          <p:nvPr/>
        </p:nvSpPr>
        <p:spPr>
          <a:xfrm>
            <a:off x="762185" y="4015615"/>
            <a:ext cx="1287300" cy="576600"/>
          </a:xfrm>
          <a:prstGeom prst="rect">
            <a:avLst/>
          </a:prstGeom>
          <a:solidFill>
            <a:srgbClr val="B02C20"/>
          </a:solid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US DFC</a:t>
            </a:r>
            <a:endParaRPr sz="1200">
              <a:solidFill>
                <a:schemeClr val="lt1"/>
              </a:solidFill>
              <a:latin typeface="Roboto"/>
              <a:ea typeface="Roboto"/>
              <a:cs typeface="Roboto"/>
              <a:sym typeface="Roboto"/>
            </a:endParaRPr>
          </a:p>
        </p:txBody>
      </p:sp>
      <p:sp>
        <p:nvSpPr>
          <p:cNvPr id="15" name="Google Shape;187;p22">
            <a:extLst>
              <a:ext uri="{FF2B5EF4-FFF2-40B4-BE49-F238E27FC236}">
                <a16:creationId xmlns:a16="http://schemas.microsoft.com/office/drawing/2014/main" id="{814DA7EF-9A0B-4D61-CE6F-40B7248F9387}"/>
              </a:ext>
            </a:extLst>
          </p:cNvPr>
          <p:cNvSpPr/>
          <p:nvPr/>
        </p:nvSpPr>
        <p:spPr>
          <a:xfrm>
            <a:off x="762185" y="1566925"/>
            <a:ext cx="1287300" cy="5766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IDB</a:t>
            </a:r>
            <a:endParaRPr sz="1200">
              <a:solidFill>
                <a:schemeClr val="lt1"/>
              </a:solidFill>
              <a:latin typeface="Roboto"/>
              <a:ea typeface="Roboto"/>
              <a:cs typeface="Roboto"/>
              <a:sym typeface="Roboto"/>
            </a:endParaRPr>
          </a:p>
        </p:txBody>
      </p:sp>
      <p:sp>
        <p:nvSpPr>
          <p:cNvPr id="16" name="Google Shape;188;p22">
            <a:extLst>
              <a:ext uri="{FF2B5EF4-FFF2-40B4-BE49-F238E27FC236}">
                <a16:creationId xmlns:a16="http://schemas.microsoft.com/office/drawing/2014/main" id="{2DF996B5-E4F2-87D3-6255-9BA7CCC64370}"/>
              </a:ext>
            </a:extLst>
          </p:cNvPr>
          <p:cNvSpPr txBox="1"/>
          <p:nvPr/>
        </p:nvSpPr>
        <p:spPr>
          <a:xfrm rot="-2688">
            <a:off x="3749678" y="3489282"/>
            <a:ext cx="767400" cy="44118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New Funds</a:t>
            </a:r>
            <a:endParaRPr sz="1200">
              <a:solidFill>
                <a:schemeClr val="dk2"/>
              </a:solidFill>
              <a:latin typeface="Roboto"/>
              <a:ea typeface="Roboto"/>
              <a:cs typeface="Roboto"/>
              <a:sym typeface="Roboto"/>
            </a:endParaRPr>
          </a:p>
        </p:txBody>
      </p:sp>
      <p:sp>
        <p:nvSpPr>
          <p:cNvPr id="20" name="Google Shape;184;p22">
            <a:extLst>
              <a:ext uri="{FF2B5EF4-FFF2-40B4-BE49-F238E27FC236}">
                <a16:creationId xmlns:a16="http://schemas.microsoft.com/office/drawing/2014/main" id="{84FE63D8-4515-DD75-02FB-3AB9A3958B32}"/>
              </a:ext>
            </a:extLst>
          </p:cNvPr>
          <p:cNvSpPr/>
          <p:nvPr/>
        </p:nvSpPr>
        <p:spPr>
          <a:xfrm>
            <a:off x="3086798" y="4061287"/>
            <a:ext cx="1287300" cy="576600"/>
          </a:xfrm>
          <a:prstGeom prst="rect">
            <a:avLst/>
          </a:prstGeom>
          <a:solidFill>
            <a:schemeClr val="accent6">
              <a:lumMod val="25000"/>
            </a:schemeClr>
          </a:solidFill>
          <a:ln w="9525" cap="flat" cmpd="sng">
            <a:solidFill>
              <a:schemeClr val="accent6">
                <a:lumMod val="2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Conservation Efforts</a:t>
            </a:r>
            <a:endParaRPr sz="1200">
              <a:solidFill>
                <a:schemeClr val="lt1"/>
              </a:solidFill>
              <a:latin typeface="Roboto"/>
              <a:ea typeface="Roboto"/>
              <a:cs typeface="Roboto"/>
              <a:sym typeface="Roboto"/>
            </a:endParaRPr>
          </a:p>
        </p:txBody>
      </p:sp>
      <p:sp>
        <p:nvSpPr>
          <p:cNvPr id="21" name="Google Shape;182;p22">
            <a:extLst>
              <a:ext uri="{FF2B5EF4-FFF2-40B4-BE49-F238E27FC236}">
                <a16:creationId xmlns:a16="http://schemas.microsoft.com/office/drawing/2014/main" id="{EB7C4E5D-F13D-8181-C231-964214386851}"/>
              </a:ext>
            </a:extLst>
          </p:cNvPr>
          <p:cNvSpPr/>
          <p:nvPr/>
        </p:nvSpPr>
        <p:spPr>
          <a:xfrm rot="5400000">
            <a:off x="3387493" y="3594861"/>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4" name="Google Shape;182;p22">
            <a:extLst>
              <a:ext uri="{FF2B5EF4-FFF2-40B4-BE49-F238E27FC236}">
                <a16:creationId xmlns:a16="http://schemas.microsoft.com/office/drawing/2014/main" id="{EAD5F9B7-33C2-EF6F-6004-77060A497371}"/>
              </a:ext>
            </a:extLst>
          </p:cNvPr>
          <p:cNvSpPr/>
          <p:nvPr/>
        </p:nvSpPr>
        <p:spPr>
          <a:xfrm rot="10800000">
            <a:off x="2084653" y="2910913"/>
            <a:ext cx="1085373" cy="160533"/>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6" name="Google Shape;182;p22">
            <a:extLst>
              <a:ext uri="{FF2B5EF4-FFF2-40B4-BE49-F238E27FC236}">
                <a16:creationId xmlns:a16="http://schemas.microsoft.com/office/drawing/2014/main" id="{9BABFA65-1F5A-DBB0-CB3A-4D9AF90105F3}"/>
              </a:ext>
            </a:extLst>
          </p:cNvPr>
          <p:cNvSpPr/>
          <p:nvPr/>
        </p:nvSpPr>
        <p:spPr>
          <a:xfrm rot="5400000">
            <a:off x="1085893" y="2229812"/>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7" name="Google Shape;182;p22">
            <a:extLst>
              <a:ext uri="{FF2B5EF4-FFF2-40B4-BE49-F238E27FC236}">
                <a16:creationId xmlns:a16="http://schemas.microsoft.com/office/drawing/2014/main" id="{348B57A8-B5E4-C9B8-3455-A04B7D7717DD}"/>
              </a:ext>
            </a:extLst>
          </p:cNvPr>
          <p:cNvSpPr/>
          <p:nvPr/>
        </p:nvSpPr>
        <p:spPr>
          <a:xfrm rot="16200000">
            <a:off x="1071263" y="3687204"/>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8" name="Google Shape;182;p22">
            <a:extLst>
              <a:ext uri="{FF2B5EF4-FFF2-40B4-BE49-F238E27FC236}">
                <a16:creationId xmlns:a16="http://schemas.microsoft.com/office/drawing/2014/main" id="{913B24F5-38DB-F870-9AE3-98A676B39382}"/>
              </a:ext>
            </a:extLst>
          </p:cNvPr>
          <p:cNvSpPr/>
          <p:nvPr/>
        </p:nvSpPr>
        <p:spPr>
          <a:xfrm rot="19249176">
            <a:off x="1805067" y="3829088"/>
            <a:ext cx="1379067" cy="136340"/>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0" name="Google Shape;188;p22">
            <a:extLst>
              <a:ext uri="{FF2B5EF4-FFF2-40B4-BE49-F238E27FC236}">
                <a16:creationId xmlns:a16="http://schemas.microsoft.com/office/drawing/2014/main" id="{EFF34AA5-0B90-C78D-B726-55067F37C3FA}"/>
              </a:ext>
            </a:extLst>
          </p:cNvPr>
          <p:cNvSpPr txBox="1"/>
          <p:nvPr/>
        </p:nvSpPr>
        <p:spPr>
          <a:xfrm rot="-2688">
            <a:off x="2013946" y="2272757"/>
            <a:ext cx="1091503" cy="369492"/>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AU" sz="1200">
                <a:solidFill>
                  <a:schemeClr val="dk2"/>
                </a:solidFill>
                <a:latin typeface="Roboto"/>
                <a:ea typeface="Roboto"/>
                <a:cs typeface="Roboto"/>
                <a:sym typeface="Roboto"/>
              </a:rPr>
              <a:t>Repays debt at cheaper rate</a:t>
            </a:r>
            <a:endParaRPr sz="1200">
              <a:solidFill>
                <a:schemeClr val="dk2"/>
              </a:solidFill>
              <a:latin typeface="Roboto"/>
              <a:ea typeface="Roboto"/>
              <a:cs typeface="Roboto"/>
              <a:sym typeface="Roboto"/>
            </a:endParaRPr>
          </a:p>
        </p:txBody>
      </p:sp>
    </p:spTree>
    <p:extLst>
      <p:ext uri="{BB962C8B-B14F-4D97-AF65-F5344CB8AC3E}">
        <p14:creationId xmlns:p14="http://schemas.microsoft.com/office/powerpoint/2010/main" val="208364229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4" name="Subtitle 3">
            <a:extLst>
              <a:ext uri="{FF2B5EF4-FFF2-40B4-BE49-F238E27FC236}">
                <a16:creationId xmlns:a16="http://schemas.microsoft.com/office/drawing/2014/main" id="{F1BF0C33-6DD2-57A1-EA7E-CDC31C59B973}"/>
              </a:ext>
            </a:extLst>
          </p:cNvPr>
          <p:cNvSpPr>
            <a:spLocks noGrp="1"/>
          </p:cNvSpPr>
          <p:nvPr>
            <p:ph type="subTitle" idx="1"/>
          </p:nvPr>
        </p:nvSpPr>
        <p:spPr>
          <a:xfrm>
            <a:off x="3318782" y="3799490"/>
            <a:ext cx="5825218" cy="1111469"/>
          </a:xfrm>
        </p:spPr>
        <p:txBody>
          <a:bodyPr>
            <a:normAutofit fontScale="92500"/>
          </a:bodyPr>
          <a:lstStyle/>
          <a:p>
            <a:pPr lvl="0"/>
            <a:r>
              <a:rPr lang="en-US" dirty="0"/>
              <a:t> </a:t>
            </a:r>
            <a:r>
              <a:rPr lang="en-GB" dirty="0"/>
              <a:t>SLIDIs:</a:t>
            </a:r>
          </a:p>
          <a:p>
            <a:pPr lvl="0"/>
            <a:r>
              <a:rPr lang="en-GB" dirty="0"/>
              <a:t>Pros and Cons of the Two Options</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9D5D7312-659C-669E-FA5C-652B310EEA7D}"/>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84223B5E-A7F6-9A48-5DC5-450DAEF343BC}"/>
              </a:ext>
            </a:extLst>
          </p:cNvPr>
          <p:cNvSpPr>
            <a:spLocks noGrp="1"/>
          </p:cNvSpPr>
          <p:nvPr>
            <p:ph type="subTitle" idx="1"/>
          </p:nvPr>
        </p:nvSpPr>
        <p:spPr/>
        <p:txBody>
          <a:bodyPr>
            <a:normAutofit fontScale="92500" lnSpcReduction="20000"/>
          </a:bodyPr>
          <a:lstStyle/>
          <a:p>
            <a:pPr lvl="0"/>
            <a:r>
              <a:rPr lang="en-US"/>
              <a:t>Implementing SLIDIs</a:t>
            </a:r>
          </a:p>
          <a:p>
            <a:pPr lvl="0"/>
            <a:r>
              <a:rPr lang="en-US"/>
              <a:t>Option One: WB Side Payments</a:t>
            </a:r>
          </a:p>
        </p:txBody>
      </p:sp>
    </p:spTree>
    <p:extLst>
      <p:ext uri="{BB962C8B-B14F-4D97-AF65-F5344CB8AC3E}">
        <p14:creationId xmlns:p14="http://schemas.microsoft.com/office/powerpoint/2010/main" val="17787291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366">
          <a:extLst>
            <a:ext uri="{FF2B5EF4-FFF2-40B4-BE49-F238E27FC236}">
              <a16:creationId xmlns:a16="http://schemas.microsoft.com/office/drawing/2014/main" id="{5C045800-8120-171E-4329-E46830803B70}"/>
            </a:ext>
          </a:extLst>
        </p:cNvPr>
        <p:cNvGrpSpPr/>
        <p:nvPr/>
      </p:nvGrpSpPr>
      <p:grpSpPr>
        <a:xfrm>
          <a:off x="0" y="0"/>
          <a:ext cx="0" cy="0"/>
          <a:chOff x="0" y="0"/>
          <a:chExt cx="0" cy="0"/>
        </a:xfrm>
      </p:grpSpPr>
      <p:sp>
        <p:nvSpPr>
          <p:cNvPr id="367" name="Google Shape;367;p37">
            <a:extLst>
              <a:ext uri="{FF2B5EF4-FFF2-40B4-BE49-F238E27FC236}">
                <a16:creationId xmlns:a16="http://schemas.microsoft.com/office/drawing/2014/main" id="{CD96BF15-7BCC-0D5E-922F-29D954930892}"/>
              </a:ext>
            </a:extLst>
          </p:cNvPr>
          <p:cNvSpPr txBox="1">
            <a:spLocks noGrp="1"/>
          </p:cNvSpPr>
          <p:nvPr>
            <p:ph type="title"/>
          </p:nvPr>
        </p:nvSpPr>
        <p:spPr>
          <a:xfrm>
            <a:off x="311300" y="500925"/>
            <a:ext cx="3704400" cy="4496744"/>
          </a:xfrm>
          <a:prstGeom prst="rect">
            <a:avLst/>
          </a:prstGeom>
          <a:noFill/>
        </p:spPr>
        <p:txBody>
          <a:bodyPr spcFirstLastPara="1" wrap="square" lIns="91425" tIns="91425" rIns="91425" bIns="91425" anchor="t" anchorCtr="0">
            <a:normAutofit/>
          </a:bodyPr>
          <a:lstStyle/>
          <a:p>
            <a:pPr marL="0" lvl="0" indent="0" algn="l" rtl="0">
              <a:spcBef>
                <a:spcPts val="0"/>
              </a:spcBef>
              <a:spcAft>
                <a:spcPts val="0"/>
              </a:spcAft>
              <a:buNone/>
            </a:pPr>
            <a:r>
              <a:rPr lang="en" sz="2000" dirty="0">
                <a:solidFill>
                  <a:schemeClr val="tx1"/>
                </a:solidFill>
                <a:latin typeface="Roboto" panose="02000000000000000000" pitchFamily="2" charset="0"/>
                <a:ea typeface="Roboto" panose="02000000000000000000" pitchFamily="2" charset="0"/>
              </a:rPr>
              <a:t>Pros and Cons of Option One: WB-Managed Results-Based Payments</a:t>
            </a:r>
            <a:endParaRPr sz="2000" dirty="0">
              <a:solidFill>
                <a:schemeClr val="tx1"/>
              </a:solidFill>
              <a:latin typeface="Roboto" panose="02000000000000000000" pitchFamily="2" charset="0"/>
              <a:ea typeface="Roboto" panose="02000000000000000000" pitchFamily="2" charset="0"/>
            </a:endParaRPr>
          </a:p>
        </p:txBody>
      </p:sp>
      <p:sp>
        <p:nvSpPr>
          <p:cNvPr id="368" name="Google Shape;368;p37">
            <a:extLst>
              <a:ext uri="{FF2B5EF4-FFF2-40B4-BE49-F238E27FC236}">
                <a16:creationId xmlns:a16="http://schemas.microsoft.com/office/drawing/2014/main" id="{EAA08A4B-4E5B-3DE0-8E60-076DCA028420}"/>
              </a:ext>
            </a:extLst>
          </p:cNvPr>
          <p:cNvSpPr txBox="1">
            <a:spLocks noGrp="1"/>
          </p:cNvSpPr>
          <p:nvPr>
            <p:ph type="body" idx="2"/>
          </p:nvPr>
        </p:nvSpPr>
        <p:spPr>
          <a:xfrm>
            <a:off x="4878700" y="500925"/>
            <a:ext cx="3954000" cy="2561855"/>
          </a:xfrm>
          <a:prstGeom prst="rect">
            <a:avLst/>
          </a:prstGeom>
          <a:solidFill>
            <a:srgbClr val="92D050"/>
          </a:solidFill>
        </p:spPr>
        <p:txBody>
          <a:bodyPr spcFirstLastPara="1" wrap="square" lIns="91425" tIns="91425" rIns="91425" bIns="91425" anchor="t" anchorCtr="0">
            <a:normAutofit/>
          </a:bodyPr>
          <a:lstStyle/>
          <a:p>
            <a:pPr marL="0" lvl="0" indent="0" algn="l" rtl="0">
              <a:spcBef>
                <a:spcPts val="0"/>
              </a:spcBef>
              <a:spcAft>
                <a:spcPts val="0"/>
              </a:spcAft>
              <a:buNone/>
            </a:pPr>
            <a:r>
              <a:rPr lang="en" sz="1200" dirty="0">
                <a:solidFill>
                  <a:srgbClr val="002F4A"/>
                </a:solidFill>
                <a:latin typeface="Roboto" panose="02000000000000000000" pitchFamily="2" charset="0"/>
                <a:ea typeface="Roboto" panose="02000000000000000000" pitchFamily="2" charset="0"/>
              </a:rPr>
              <a:t>The first alternative involves a </a:t>
            </a:r>
            <a:r>
              <a:rPr lang="en-US" sz="1200" dirty="0">
                <a:solidFill>
                  <a:srgbClr val="002F4A"/>
                </a:solidFill>
                <a:latin typeface="Roboto" panose="02000000000000000000" pitchFamily="2" charset="0"/>
                <a:ea typeface="Roboto" panose="02000000000000000000" pitchFamily="2" charset="0"/>
              </a:rPr>
              <a:t>SLIDI</a:t>
            </a:r>
            <a:r>
              <a:rPr lang="en" sz="1200" dirty="0">
                <a:solidFill>
                  <a:srgbClr val="002F4A"/>
                </a:solidFill>
                <a:latin typeface="Roboto" panose="02000000000000000000" pitchFamily="2" charset="0"/>
                <a:ea typeface="Roboto" panose="02000000000000000000" pitchFamily="2" charset="0"/>
              </a:rPr>
              <a:t> operating similarly to an SLB, with an </a:t>
            </a:r>
            <a:r>
              <a:rPr lang="en" sz="1200" b="1" dirty="0">
                <a:solidFill>
                  <a:srgbClr val="002F4A"/>
                </a:solidFill>
                <a:latin typeface="Roboto" panose="02000000000000000000" pitchFamily="2" charset="0"/>
                <a:ea typeface="Roboto" panose="02000000000000000000" pitchFamily="2" charset="0"/>
              </a:rPr>
              <a:t>additional mechanism</a:t>
            </a:r>
            <a:r>
              <a:rPr lang="en" sz="1200" dirty="0">
                <a:solidFill>
                  <a:srgbClr val="002F4A"/>
                </a:solidFill>
                <a:latin typeface="Roboto" panose="02000000000000000000" pitchFamily="2" charset="0"/>
                <a:ea typeface="Roboto" panose="02000000000000000000" pitchFamily="2" charset="0"/>
              </a:rPr>
              <a:t>: a distinct fund that disburses subsidies to the sovereign when it successfully achieves its KPIs. </a:t>
            </a:r>
            <a:endParaRPr sz="1200" dirty="0">
              <a:solidFill>
                <a:srgbClr val="002F4A"/>
              </a:solidFill>
              <a:latin typeface="Roboto" panose="02000000000000000000" pitchFamily="2" charset="0"/>
              <a:ea typeface="Roboto" panose="02000000000000000000" pitchFamily="2" charset="0"/>
            </a:endParaRPr>
          </a:p>
          <a:p>
            <a:pPr marL="0" lvl="0" indent="0" algn="l" rtl="0">
              <a:spcBef>
                <a:spcPts val="1200"/>
              </a:spcBef>
              <a:spcAft>
                <a:spcPts val="0"/>
              </a:spcAft>
              <a:buNone/>
            </a:pPr>
            <a:r>
              <a:rPr lang="en" sz="1200" dirty="0">
                <a:solidFill>
                  <a:srgbClr val="002F4A"/>
                </a:solidFill>
                <a:latin typeface="Roboto" panose="02000000000000000000" pitchFamily="2" charset="0"/>
                <a:ea typeface="Roboto" panose="02000000000000000000" pitchFamily="2" charset="0"/>
              </a:rPr>
              <a:t>This fund would be</a:t>
            </a:r>
            <a:r>
              <a:rPr lang="en" sz="1200" b="1" dirty="0">
                <a:solidFill>
                  <a:srgbClr val="002F4A"/>
                </a:solidFill>
                <a:latin typeface="Roboto" panose="02000000000000000000" pitchFamily="2" charset="0"/>
                <a:ea typeface="Roboto" panose="02000000000000000000" pitchFamily="2" charset="0"/>
              </a:rPr>
              <a:t> loss-making</a:t>
            </a:r>
            <a:r>
              <a:rPr lang="en" sz="1200" dirty="0">
                <a:solidFill>
                  <a:srgbClr val="002F4A"/>
                </a:solidFill>
                <a:latin typeface="Roboto" panose="02000000000000000000" pitchFamily="2" charset="0"/>
                <a:ea typeface="Roboto" panose="02000000000000000000" pitchFamily="2" charset="0"/>
              </a:rPr>
              <a:t>, necessitating a sustainable source of funding. Potential options to consider for funding include:</a:t>
            </a:r>
            <a:endParaRPr sz="1200" dirty="0">
              <a:solidFill>
                <a:srgbClr val="002F4A"/>
              </a:solidFill>
              <a:latin typeface="Roboto" panose="02000000000000000000" pitchFamily="2" charset="0"/>
              <a:ea typeface="Roboto" panose="02000000000000000000" pitchFamily="2" charset="0"/>
            </a:endParaRPr>
          </a:p>
          <a:p>
            <a:pPr marL="457200" lvl="0" indent="-304800" algn="l" rtl="0">
              <a:spcBef>
                <a:spcPts val="1200"/>
              </a:spcBef>
              <a:spcAft>
                <a:spcPts val="0"/>
              </a:spcAft>
              <a:buClr>
                <a:schemeClr val="accent1"/>
              </a:buClr>
              <a:buSzPts val="1200"/>
              <a:buAutoNum type="arabicPeriod"/>
            </a:pPr>
            <a:r>
              <a:rPr lang="en" sz="1200" dirty="0">
                <a:solidFill>
                  <a:srgbClr val="002F4A"/>
                </a:solidFill>
                <a:latin typeface="Roboto" panose="02000000000000000000" pitchFamily="2" charset="0"/>
                <a:ea typeface="Roboto" panose="02000000000000000000" pitchFamily="2" charset="0"/>
              </a:rPr>
              <a:t>WB-administered subsidy</a:t>
            </a:r>
            <a:endParaRPr sz="1200" dirty="0">
              <a:solidFill>
                <a:srgbClr val="002F4A"/>
              </a:solidFill>
              <a:latin typeface="Roboto" panose="02000000000000000000" pitchFamily="2" charset="0"/>
              <a:ea typeface="Roboto" panose="02000000000000000000" pitchFamily="2" charset="0"/>
            </a:endParaRPr>
          </a:p>
          <a:p>
            <a:pPr marL="457200" lvl="0" indent="-304800" algn="l" rtl="0">
              <a:spcBef>
                <a:spcPts val="0"/>
              </a:spcBef>
              <a:spcAft>
                <a:spcPts val="0"/>
              </a:spcAft>
              <a:buClr>
                <a:schemeClr val="accent1"/>
              </a:buClr>
              <a:buSzPts val="1200"/>
              <a:buAutoNum type="arabicPeriod"/>
            </a:pPr>
            <a:r>
              <a:rPr lang="en" sz="1200" dirty="0">
                <a:solidFill>
                  <a:srgbClr val="002F4A"/>
                </a:solidFill>
                <a:latin typeface="Roboto" panose="02000000000000000000" pitchFamily="2" charset="0"/>
                <a:ea typeface="Roboto" panose="02000000000000000000" pitchFamily="2" charset="0"/>
              </a:rPr>
              <a:t>Direct support from donors</a:t>
            </a:r>
            <a:endParaRPr sz="1200" dirty="0">
              <a:solidFill>
                <a:srgbClr val="002F4A"/>
              </a:solidFill>
              <a:latin typeface="Roboto" panose="02000000000000000000" pitchFamily="2" charset="0"/>
              <a:ea typeface="Roboto" panose="02000000000000000000" pitchFamily="2" charset="0"/>
            </a:endParaRPr>
          </a:p>
          <a:p>
            <a:pPr marL="457200" lvl="0" indent="-304800" algn="l" rtl="0">
              <a:spcBef>
                <a:spcPts val="0"/>
              </a:spcBef>
              <a:spcAft>
                <a:spcPts val="0"/>
              </a:spcAft>
              <a:buClr>
                <a:schemeClr val="accent1"/>
              </a:buClr>
              <a:buSzPts val="1200"/>
              <a:buAutoNum type="arabicPeriod"/>
            </a:pPr>
            <a:r>
              <a:rPr lang="en" sz="1200" dirty="0">
                <a:solidFill>
                  <a:srgbClr val="002F4A"/>
                </a:solidFill>
                <a:latin typeface="Roboto" panose="02000000000000000000" pitchFamily="2" charset="0"/>
                <a:ea typeface="Roboto" panose="02000000000000000000" pitchFamily="2" charset="0"/>
              </a:rPr>
              <a:t>Carbon Market (i.e. donors give money in exchange for Certified Emissions Reductions)</a:t>
            </a:r>
            <a:endParaRPr sz="1200" dirty="0">
              <a:solidFill>
                <a:srgbClr val="002F4A"/>
              </a:solidFill>
              <a:latin typeface="Roboto" panose="02000000000000000000" pitchFamily="2" charset="0"/>
              <a:ea typeface="Roboto" panose="02000000000000000000" pitchFamily="2" charset="0"/>
            </a:endParaRPr>
          </a:p>
          <a:p>
            <a:pPr marL="0" lvl="0" indent="0" algn="l" rtl="0">
              <a:spcBef>
                <a:spcPts val="1200"/>
              </a:spcBef>
              <a:spcAft>
                <a:spcPts val="1200"/>
              </a:spcAft>
              <a:buNone/>
            </a:pPr>
            <a:endParaRPr dirty="0"/>
          </a:p>
        </p:txBody>
      </p:sp>
      <p:sp>
        <p:nvSpPr>
          <p:cNvPr id="369" name="Google Shape;369;p37">
            <a:extLst>
              <a:ext uri="{FF2B5EF4-FFF2-40B4-BE49-F238E27FC236}">
                <a16:creationId xmlns:a16="http://schemas.microsoft.com/office/drawing/2014/main" id="{4A320E9E-5AE8-51FD-7CB5-2EA1836FAF60}"/>
              </a:ext>
            </a:extLst>
          </p:cNvPr>
          <p:cNvSpPr/>
          <p:nvPr/>
        </p:nvSpPr>
        <p:spPr>
          <a:xfrm>
            <a:off x="6156259" y="4107525"/>
            <a:ext cx="2537400" cy="807000"/>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dirty="0">
                <a:solidFill>
                  <a:schemeClr val="lt1"/>
                </a:solidFill>
                <a:latin typeface="Roboto"/>
                <a:ea typeface="Roboto"/>
                <a:cs typeface="Roboto"/>
                <a:sym typeface="Roboto"/>
              </a:rPr>
              <a:t>Costly and does not fully leverage the institutional advantages of an institution to reduce costs</a:t>
            </a:r>
            <a:endParaRPr sz="1200" dirty="0">
              <a:solidFill>
                <a:schemeClr val="lt1"/>
              </a:solidFill>
              <a:latin typeface="Roboto"/>
              <a:ea typeface="Roboto"/>
              <a:cs typeface="Roboto"/>
              <a:sym typeface="Roboto"/>
            </a:endParaRPr>
          </a:p>
          <a:p>
            <a:pPr marL="457200" lvl="0" indent="0" algn="l" rtl="0">
              <a:lnSpc>
                <a:spcPct val="115000"/>
              </a:lnSpc>
              <a:spcBef>
                <a:spcPts val="1200"/>
              </a:spcBef>
              <a:spcAft>
                <a:spcPts val="0"/>
              </a:spcAft>
              <a:buNone/>
            </a:pPr>
            <a:endParaRPr sz="800" dirty="0">
              <a:solidFill>
                <a:srgbClr val="FFFFFF"/>
              </a:solidFill>
              <a:latin typeface="Roboto"/>
              <a:ea typeface="Roboto"/>
              <a:cs typeface="Roboto"/>
              <a:sym typeface="Roboto"/>
            </a:endParaRPr>
          </a:p>
        </p:txBody>
      </p:sp>
      <p:sp>
        <p:nvSpPr>
          <p:cNvPr id="370" name="Google Shape;370;p37">
            <a:extLst>
              <a:ext uri="{FF2B5EF4-FFF2-40B4-BE49-F238E27FC236}">
                <a16:creationId xmlns:a16="http://schemas.microsoft.com/office/drawing/2014/main" id="{1A639EBD-48DC-F895-270C-A93E82F9D120}"/>
              </a:ext>
            </a:extLst>
          </p:cNvPr>
          <p:cNvSpPr/>
          <p:nvPr/>
        </p:nvSpPr>
        <p:spPr>
          <a:xfrm>
            <a:off x="6156259" y="3402000"/>
            <a:ext cx="2175000" cy="611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lt1"/>
                </a:solidFill>
                <a:latin typeface="Roboto"/>
                <a:ea typeface="Roboto"/>
                <a:cs typeface="Roboto"/>
                <a:sym typeface="Roboto"/>
              </a:rPr>
              <a:t>Simple and could involve diversified funding sources</a:t>
            </a:r>
            <a:endParaRPr sz="1200" dirty="0">
              <a:solidFill>
                <a:schemeClr val="lt1"/>
              </a:solidFill>
              <a:latin typeface="Roboto"/>
              <a:ea typeface="Roboto"/>
              <a:cs typeface="Roboto"/>
              <a:sym typeface="Roboto"/>
            </a:endParaRPr>
          </a:p>
        </p:txBody>
      </p:sp>
      <p:sp>
        <p:nvSpPr>
          <p:cNvPr id="371" name="Google Shape;371;p37">
            <a:extLst>
              <a:ext uri="{FF2B5EF4-FFF2-40B4-BE49-F238E27FC236}">
                <a16:creationId xmlns:a16="http://schemas.microsoft.com/office/drawing/2014/main" id="{6E100011-69AA-486B-88CB-F7D54E14CD99}"/>
              </a:ext>
            </a:extLst>
          </p:cNvPr>
          <p:cNvSpPr/>
          <p:nvPr/>
        </p:nvSpPr>
        <p:spPr>
          <a:xfrm>
            <a:off x="4989184" y="4155825"/>
            <a:ext cx="703800" cy="563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7">
            <a:extLst>
              <a:ext uri="{FF2B5EF4-FFF2-40B4-BE49-F238E27FC236}">
                <a16:creationId xmlns:a16="http://schemas.microsoft.com/office/drawing/2014/main" id="{8EE2B1FF-9D4E-E7BA-DE96-A937A1B8978A}"/>
              </a:ext>
            </a:extLst>
          </p:cNvPr>
          <p:cNvSpPr/>
          <p:nvPr/>
        </p:nvSpPr>
        <p:spPr>
          <a:xfrm>
            <a:off x="4989159" y="3450225"/>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7">
            <a:extLst>
              <a:ext uri="{FF2B5EF4-FFF2-40B4-BE49-F238E27FC236}">
                <a16:creationId xmlns:a16="http://schemas.microsoft.com/office/drawing/2014/main" id="{4EAA064C-4D6E-DE26-F4A8-8CA33E9CB616}"/>
              </a:ext>
            </a:extLst>
          </p:cNvPr>
          <p:cNvSpPr/>
          <p:nvPr/>
        </p:nvSpPr>
        <p:spPr>
          <a:xfrm rot="-3020993">
            <a:off x="5213651" y="3659270"/>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7">
            <a:extLst>
              <a:ext uri="{FF2B5EF4-FFF2-40B4-BE49-F238E27FC236}">
                <a16:creationId xmlns:a16="http://schemas.microsoft.com/office/drawing/2014/main" id="{12B4F531-3EA4-BDC1-88B7-B6DF55ECD773}"/>
              </a:ext>
            </a:extLst>
          </p:cNvPr>
          <p:cNvSpPr/>
          <p:nvPr/>
        </p:nvSpPr>
        <p:spPr>
          <a:xfrm>
            <a:off x="5186892" y="4251373"/>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606A8B53-C3C9-40BA-DDD5-9C069A083756}"/>
              </a:ext>
            </a:extLst>
          </p:cNvPr>
          <p:cNvSpPr txBox="1"/>
          <p:nvPr/>
        </p:nvSpPr>
        <p:spPr>
          <a:xfrm>
            <a:off x="411943" y="1639092"/>
            <a:ext cx="3603757" cy="2561855"/>
          </a:xfrm>
          <a:prstGeom prst="rect">
            <a:avLst/>
          </a:prstGeom>
          <a:solidFill>
            <a:srgbClr val="92D050"/>
          </a:solidFill>
        </p:spPr>
        <p:txBody>
          <a:bodyPr wrap="square">
            <a:spAutoFit/>
          </a:bodyPr>
          <a:lstStyle/>
          <a:p>
            <a:pPr indent="7938">
              <a:lnSpc>
                <a:spcPct val="150000"/>
              </a:lnSpc>
              <a:spcBef>
                <a:spcPts val="1200"/>
              </a:spcBef>
              <a:buSzPts val="1018"/>
            </a:pPr>
            <a:r>
              <a:rPr lang="en-US" sz="1400" dirty="0">
                <a:latin typeface="Roboto" panose="02000000000000000000" pitchFamily="2" charset="0"/>
                <a:ea typeface="Roboto" panose="02000000000000000000" pitchFamily="2" charset="0"/>
              </a:rPr>
              <a:t>The WB could offer a </a:t>
            </a:r>
            <a:r>
              <a:rPr lang="en-US" sz="1400" b="1" dirty="0">
                <a:latin typeface="Roboto" panose="02000000000000000000" pitchFamily="2" charset="0"/>
                <a:ea typeface="Roboto" panose="02000000000000000000" pitchFamily="2" charset="0"/>
              </a:rPr>
              <a:t>subsidy payments </a:t>
            </a:r>
            <a:r>
              <a:rPr lang="en-US" sz="1400" dirty="0">
                <a:latin typeface="Roboto" panose="02000000000000000000" pitchFamily="2" charset="0"/>
                <a:ea typeface="Roboto" panose="02000000000000000000" pitchFamily="2" charset="0"/>
              </a:rPr>
              <a:t>to a country if it achieves agreed sustainability performance targets</a:t>
            </a:r>
          </a:p>
          <a:p>
            <a:pPr indent="7938">
              <a:lnSpc>
                <a:spcPct val="150000"/>
              </a:lnSpc>
              <a:spcBef>
                <a:spcPts val="1200"/>
              </a:spcBef>
              <a:buSzPts val="1018"/>
            </a:pPr>
            <a:r>
              <a:rPr lang="en-US" sz="1400" dirty="0">
                <a:latin typeface="Roboto" panose="02000000000000000000" pitchFamily="2" charset="0"/>
                <a:ea typeface="Roboto" panose="02000000000000000000" pitchFamily="2" charset="0"/>
              </a:rPr>
              <a:t>In other words, some </a:t>
            </a:r>
            <a:r>
              <a:rPr lang="en-US" sz="1400" b="1" dirty="0">
                <a:latin typeface="Roboto" panose="02000000000000000000" pitchFamily="2" charset="0"/>
                <a:ea typeface="Roboto" panose="02000000000000000000" pitchFamily="2" charset="0"/>
              </a:rPr>
              <a:t>sustainability KPIs </a:t>
            </a:r>
            <a:r>
              <a:rPr lang="en-US" sz="1400" dirty="0">
                <a:latin typeface="Roboto" panose="02000000000000000000" pitchFamily="2" charset="0"/>
                <a:ea typeface="Roboto" panose="02000000000000000000" pitchFamily="2" charset="0"/>
              </a:rPr>
              <a:t>and</a:t>
            </a:r>
            <a:r>
              <a:rPr lang="en-US" sz="1400" b="1" dirty="0">
                <a:latin typeface="Roboto" panose="02000000000000000000" pitchFamily="2" charset="0"/>
                <a:ea typeface="Roboto" panose="02000000000000000000" pitchFamily="2" charset="0"/>
              </a:rPr>
              <a:t> results-based funding or DPI-financing</a:t>
            </a:r>
            <a:r>
              <a:rPr lang="en-US" sz="1400" dirty="0">
                <a:latin typeface="Roboto" panose="02000000000000000000" pitchFamily="2" charset="0"/>
                <a:ea typeface="Roboto" panose="02000000000000000000" pitchFamily="2" charset="0"/>
              </a:rPr>
              <a:t> could be added-on to a client country’s sovereign bond issuance </a:t>
            </a:r>
          </a:p>
        </p:txBody>
      </p:sp>
    </p:spTree>
    <p:extLst>
      <p:ext uri="{BB962C8B-B14F-4D97-AF65-F5344CB8AC3E}">
        <p14:creationId xmlns:p14="http://schemas.microsoft.com/office/powerpoint/2010/main" val="2472807728"/>
      </p:ext>
    </p:extLst>
  </p:cSld>
  <p:clrMapOvr>
    <a:masterClrMapping/>
  </p:clrMapOvr>
  <mc:AlternateContent xmlns:mc="http://schemas.openxmlformats.org/markup-compatibility/2006" xmlns:p14="http://schemas.microsoft.com/office/powerpoint/2010/main">
    <mc:Choice Requires="p14">
      <p:transition spd="slow" p14:dur="1700">
        <p14:prism/>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D1BA6-B51F-8902-0A21-FF433A0608CF}"/>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34B401A4-F19C-B499-98C5-BF9AF0546267}"/>
              </a:ext>
            </a:extLst>
          </p:cNvPr>
          <p:cNvSpPr/>
          <p:nvPr/>
        </p:nvSpPr>
        <p:spPr>
          <a:xfrm>
            <a:off x="4754056" y="1337036"/>
            <a:ext cx="4096647" cy="3574821"/>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8B56DBD-11B7-9C3A-2AA1-4811E9EE3213}"/>
              </a:ext>
            </a:extLst>
          </p:cNvPr>
          <p:cNvSpPr/>
          <p:nvPr/>
        </p:nvSpPr>
        <p:spPr>
          <a:xfrm>
            <a:off x="293299" y="1314680"/>
            <a:ext cx="4096647" cy="3574821"/>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C9CCFFA8-1FFA-B544-B19B-C119715DD60B}"/>
              </a:ext>
            </a:extLst>
          </p:cNvPr>
          <p:cNvSpPr>
            <a:spLocks noGrp="1"/>
          </p:cNvSpPr>
          <p:nvPr>
            <p:ph type="subTitle" idx="1"/>
          </p:nvPr>
        </p:nvSpPr>
        <p:spPr>
          <a:xfrm>
            <a:off x="293300" y="554416"/>
            <a:ext cx="8557402" cy="481076"/>
          </a:xfrm>
        </p:spPr>
        <p:txBody>
          <a:bodyPr>
            <a:normAutofit/>
          </a:bodyPr>
          <a:lstStyle/>
          <a:p>
            <a:pPr lvl="0"/>
            <a:r>
              <a:rPr lang="en-US" dirty="0"/>
              <a:t>Operationalizing Subsidy-based SLIDI model</a:t>
            </a:r>
          </a:p>
        </p:txBody>
      </p:sp>
      <p:sp>
        <p:nvSpPr>
          <p:cNvPr id="4" name="Text Placeholder 3">
            <a:extLst>
              <a:ext uri="{FF2B5EF4-FFF2-40B4-BE49-F238E27FC236}">
                <a16:creationId xmlns:a16="http://schemas.microsoft.com/office/drawing/2014/main" id="{F54D5858-A5D5-B73E-8F59-10343FDD2F07}"/>
              </a:ext>
            </a:extLst>
          </p:cNvPr>
          <p:cNvSpPr>
            <a:spLocks noGrp="1"/>
          </p:cNvSpPr>
          <p:nvPr>
            <p:ph type="body" idx="4294967295"/>
          </p:nvPr>
        </p:nvSpPr>
        <p:spPr>
          <a:xfrm>
            <a:off x="4799905" y="1337036"/>
            <a:ext cx="4000500" cy="2354038"/>
          </a:xfrm>
        </p:spPr>
        <p:txBody>
          <a:bodyPr>
            <a:normAutofit fontScale="92500" lnSpcReduction="10000"/>
          </a:bodyPr>
          <a:lstStyle/>
          <a:p>
            <a:pPr marL="0" marR="0" lvl="0" indent="0" algn="l" defTabSz="914400" rtl="0" eaLnBrk="1" fontAlgn="auto" latinLnBrk="0" hangingPunct="1">
              <a:lnSpc>
                <a:spcPct val="150000"/>
              </a:lnSpc>
              <a:spcBef>
                <a:spcPts val="0"/>
              </a:spcBef>
              <a:spcAft>
                <a:spcPts val="0"/>
              </a:spcAft>
              <a:buClr>
                <a:srgbClr val="666666"/>
              </a:buClr>
              <a:buSzPts val="1300"/>
              <a:buFont typeface="Roboto"/>
              <a:buNone/>
              <a:tabLst/>
              <a:defRPr/>
            </a:pPr>
            <a:r>
              <a:rPr kumimoji="0" lang="en" sz="1200" b="1" i="0" u="none" strike="noStrike" kern="0" cap="none" spc="0" normalizeH="0" baseline="0" noProof="0" dirty="0">
                <a:ln>
                  <a:noFill/>
                </a:ln>
                <a:solidFill>
                  <a:srgbClr val="B85741"/>
                </a:solidFill>
                <a:effectLst/>
                <a:uLnTx/>
                <a:uFillTx/>
                <a:latin typeface="Roboto"/>
                <a:ea typeface="Roboto"/>
                <a:cs typeface="Roboto"/>
                <a:sym typeface="Roboto"/>
              </a:rPr>
              <a:t>Option: Results-Based Coupon Reduction</a:t>
            </a:r>
            <a:endParaRPr kumimoji="0" lang="en-US" sz="1200" b="1" i="0" u="none" strike="noStrike" kern="0" cap="none" spc="0" normalizeH="0" baseline="0" noProof="0" dirty="0">
              <a:ln>
                <a:noFill/>
              </a:ln>
              <a:solidFill>
                <a:srgbClr val="B85741"/>
              </a:solidFill>
              <a:effectLst/>
              <a:uLnTx/>
              <a:uFillTx/>
              <a:latin typeface="Roboto"/>
              <a:ea typeface="Roboto"/>
              <a:cs typeface="Roboto"/>
              <a:sym typeface="Roboto"/>
            </a:endParaRPr>
          </a:p>
          <a:p>
            <a:pPr marL="457200" marR="0" lvl="0" indent="-304800" algn="l" defTabSz="914400" rtl="0" eaLnBrk="1" fontAlgn="auto" latinLnBrk="0" hangingPunct="1">
              <a:lnSpc>
                <a:spcPct val="150000"/>
              </a:lnSpc>
              <a:spcBef>
                <a:spcPts val="600"/>
              </a:spcBef>
              <a:spcAft>
                <a:spcPts val="0"/>
              </a:spcAft>
              <a:buClr>
                <a:srgbClr val="002F4A"/>
              </a:buClr>
              <a:buSzPts val="1200"/>
              <a:buFont typeface="Roboto"/>
              <a:buChar char="●"/>
              <a:tabLst/>
              <a:defRPr/>
            </a:pPr>
            <a:r>
              <a:rPr kumimoji="0" lang="en" sz="1200" b="0" i="0" u="none" strike="noStrike" kern="0" cap="none" spc="0" normalizeH="0" baseline="0" noProof="0" dirty="0">
                <a:ln>
                  <a:noFill/>
                </a:ln>
                <a:solidFill>
                  <a:srgbClr val="002F4A"/>
                </a:solidFill>
                <a:effectLst/>
                <a:uLnTx/>
                <a:uFillTx/>
                <a:latin typeface="Roboto"/>
                <a:ea typeface="Roboto"/>
                <a:cs typeface="Roboto"/>
                <a:sym typeface="Roboto"/>
              </a:rPr>
              <a:t>Ongoing coupon rate reductions as targets are met. Main option: WB disbursement at concessional rate (or grants) as KPIs are achieved</a:t>
            </a:r>
          </a:p>
          <a:p>
            <a:pPr marL="457200" marR="0" lvl="0" indent="-304800" algn="l" defTabSz="914400" rtl="0" eaLnBrk="1" fontAlgn="auto" latinLnBrk="0" hangingPunct="1">
              <a:lnSpc>
                <a:spcPct val="150000"/>
              </a:lnSpc>
              <a:spcBef>
                <a:spcPts val="600"/>
              </a:spcBef>
              <a:spcAft>
                <a:spcPts val="0"/>
              </a:spcAft>
              <a:buClr>
                <a:srgbClr val="002F4A"/>
              </a:buClr>
              <a:buSzPts val="1200"/>
              <a:buFont typeface="Roboto"/>
              <a:buChar char="●"/>
              <a:tabLst/>
              <a:defRPr/>
            </a:pPr>
            <a:r>
              <a:rPr lang="en-US" sz="1200" dirty="0">
                <a:solidFill>
                  <a:srgbClr val="002F4A"/>
                </a:solidFill>
              </a:rPr>
              <a:t>Alternatively, </a:t>
            </a:r>
            <a:r>
              <a:rPr lang="en-US" sz="1200" dirty="0" err="1">
                <a:solidFill>
                  <a:srgbClr val="002F4A"/>
                </a:solidFill>
              </a:rPr>
              <a:t>i</a:t>
            </a:r>
            <a:r>
              <a:rPr kumimoji="0" lang="en-US" sz="1200" b="0" i="0" u="none" strike="noStrike" kern="0" cap="none" spc="0" normalizeH="0" baseline="0" noProof="0" dirty="0" err="1">
                <a:ln>
                  <a:noFill/>
                </a:ln>
                <a:solidFill>
                  <a:srgbClr val="002F4A"/>
                </a:solidFill>
                <a:effectLst/>
                <a:uLnTx/>
                <a:uFillTx/>
                <a:latin typeface="Roboto"/>
                <a:ea typeface="Roboto"/>
                <a:cs typeface="Roboto"/>
                <a:sym typeface="Roboto"/>
              </a:rPr>
              <a:t>nterest</a:t>
            </a:r>
            <a:r>
              <a:rPr kumimoji="0" lang="en-US" sz="1200" b="0" i="0" u="none" strike="noStrike" kern="0" cap="none" spc="0" normalizeH="0" baseline="0" noProof="0" dirty="0">
                <a:ln>
                  <a:noFill/>
                </a:ln>
                <a:solidFill>
                  <a:srgbClr val="002F4A"/>
                </a:solidFill>
                <a:effectLst/>
                <a:uLnTx/>
                <a:uFillTx/>
                <a:latin typeface="Roboto"/>
                <a:ea typeface="Roboto"/>
                <a:cs typeface="Roboto"/>
                <a:sym typeface="Roboto"/>
              </a:rPr>
              <a:t> rate changes linked to KPI target accomplishments</a:t>
            </a:r>
          </a:p>
          <a:p>
            <a:pPr marL="457200" marR="0" lvl="0" indent="-304800" algn="l" defTabSz="914400" rtl="0" eaLnBrk="1" fontAlgn="auto" latinLnBrk="0" hangingPunct="1">
              <a:lnSpc>
                <a:spcPct val="150000"/>
              </a:lnSpc>
              <a:spcBef>
                <a:spcPts val="600"/>
              </a:spcBef>
              <a:spcAft>
                <a:spcPts val="0"/>
              </a:spcAft>
              <a:buClr>
                <a:srgbClr val="002F4A"/>
              </a:buClr>
              <a:buSzPts val="1200"/>
              <a:buFont typeface="Roboto"/>
              <a:buChar char="●"/>
              <a:tabLst/>
              <a:defRPr/>
            </a:pPr>
            <a:r>
              <a:rPr kumimoji="0" lang="en-US" sz="1200" b="0" i="0" u="none" strike="noStrike" kern="0" cap="none" spc="0" normalizeH="0" baseline="0" noProof="0" dirty="0">
                <a:ln>
                  <a:noFill/>
                </a:ln>
                <a:solidFill>
                  <a:srgbClr val="002F4A"/>
                </a:solidFill>
                <a:effectLst/>
                <a:uLnTx/>
                <a:uFillTx/>
                <a:latin typeface="Roboto"/>
                <a:ea typeface="Roboto"/>
                <a:cs typeface="Roboto"/>
                <a:sym typeface="Roboto"/>
              </a:rPr>
              <a:t>P for R Model </a:t>
            </a:r>
            <a:r>
              <a:rPr lang="en-US" sz="1200" dirty="0">
                <a:solidFill>
                  <a:srgbClr val="002F4A"/>
                </a:solidFill>
              </a:rPr>
              <a:t>reference framework </a:t>
            </a:r>
            <a:r>
              <a:rPr kumimoji="0" lang="en-US" sz="1200" b="0" i="0" u="none" strike="noStrike" kern="0" cap="none" spc="0" normalizeH="0" baseline="0" noProof="0" dirty="0">
                <a:ln>
                  <a:noFill/>
                </a:ln>
                <a:solidFill>
                  <a:srgbClr val="002F4A"/>
                </a:solidFill>
                <a:effectLst/>
                <a:uLnTx/>
                <a:uFillTx/>
                <a:latin typeface="Roboto"/>
                <a:ea typeface="Roboto"/>
                <a:cs typeface="Roboto"/>
                <a:sym typeface="Roboto"/>
              </a:rPr>
              <a:t>e.g. Ci-Dev</a:t>
            </a:r>
          </a:p>
          <a:p>
            <a:pPr indent="-304800">
              <a:lnSpc>
                <a:spcPct val="150000"/>
              </a:lnSpc>
              <a:spcBef>
                <a:spcPts val="600"/>
              </a:spcBef>
              <a:buClr>
                <a:srgbClr val="002F4A"/>
              </a:buClr>
              <a:buSzPts val="1200"/>
              <a:defRPr/>
            </a:pPr>
            <a:r>
              <a:rPr lang="en" sz="1200" dirty="0">
                <a:solidFill>
                  <a:srgbClr val="002F4A"/>
                </a:solidFill>
              </a:rPr>
              <a:t>Can be linked to Carbon credits (CERs).</a:t>
            </a:r>
          </a:p>
          <a:p>
            <a:pPr marL="152400" marR="0" lvl="0" indent="0" algn="l" defTabSz="914400" rtl="0" eaLnBrk="1" fontAlgn="auto" latinLnBrk="0" hangingPunct="1">
              <a:lnSpc>
                <a:spcPct val="150000"/>
              </a:lnSpc>
              <a:spcBef>
                <a:spcPts val="600"/>
              </a:spcBef>
              <a:spcAft>
                <a:spcPts val="0"/>
              </a:spcAft>
              <a:buClr>
                <a:srgbClr val="002F4A"/>
              </a:buClr>
              <a:buSzPts val="1200"/>
              <a:buNone/>
              <a:tabLst/>
              <a:defRPr/>
            </a:pPr>
            <a:endParaRPr kumimoji="0" lang="en-US" sz="1100" b="0" i="0" u="none" strike="noStrike" kern="0" cap="none" spc="0" normalizeH="0" baseline="0" noProof="0" dirty="0">
              <a:ln>
                <a:noFill/>
              </a:ln>
              <a:solidFill>
                <a:srgbClr val="002F4A"/>
              </a:solidFill>
              <a:effectLst/>
              <a:uLnTx/>
              <a:uFillTx/>
              <a:latin typeface="Roboto"/>
              <a:ea typeface="Roboto"/>
              <a:cs typeface="Roboto"/>
              <a:sym typeface="Roboto"/>
            </a:endParaRPr>
          </a:p>
          <a:p>
            <a:pPr marL="146050" indent="0">
              <a:buNone/>
            </a:pPr>
            <a:endParaRPr lang="en-US" dirty="0"/>
          </a:p>
        </p:txBody>
      </p:sp>
      <p:sp>
        <p:nvSpPr>
          <p:cNvPr id="6" name="Google Shape;280;p29">
            <a:extLst>
              <a:ext uri="{FF2B5EF4-FFF2-40B4-BE49-F238E27FC236}">
                <a16:creationId xmlns:a16="http://schemas.microsoft.com/office/drawing/2014/main" id="{22B2BBE9-5E66-0789-9206-EB0773917FFA}"/>
              </a:ext>
            </a:extLst>
          </p:cNvPr>
          <p:cNvSpPr/>
          <p:nvPr/>
        </p:nvSpPr>
        <p:spPr>
          <a:xfrm>
            <a:off x="1418671" y="4170398"/>
            <a:ext cx="2825783" cy="600714"/>
          </a:xfrm>
          <a:prstGeom prst="rect">
            <a:avLst/>
          </a:prstGeom>
          <a:solidFill>
            <a:schemeClr val="accent4"/>
          </a:solidFill>
          <a:ln>
            <a:noFill/>
          </a:ln>
        </p:spPr>
        <p:txBody>
          <a:bodyPr spcFirstLastPara="1" wrap="square" lIns="91425" tIns="91425" rIns="91425" bIns="91425" anchor="t" anchorCtr="0">
            <a:noAutofit/>
          </a:bodyPr>
          <a:lstStyle/>
          <a:p>
            <a:pPr>
              <a:lnSpc>
                <a:spcPct val="115000"/>
              </a:lnSpc>
            </a:pPr>
            <a:r>
              <a:rPr lang="en" sz="1100">
                <a:solidFill>
                  <a:schemeClr val="lt1"/>
                </a:solidFill>
                <a:latin typeface="Roboto"/>
                <a:ea typeface="Roboto"/>
                <a:cs typeface="Roboto"/>
                <a:sym typeface="Roboto"/>
              </a:rPr>
              <a:t>Overemphasis on achieving minimum threshold, neglecting broader goals</a:t>
            </a:r>
            <a:endParaRPr lang="en" sz="1100">
              <a:solidFill>
                <a:schemeClr val="lt1"/>
              </a:solidFill>
              <a:latin typeface="Roboto"/>
              <a:ea typeface="Roboto"/>
              <a:cs typeface="Roboto"/>
            </a:endParaRPr>
          </a:p>
          <a:p>
            <a:pPr marL="457200" lvl="0" indent="0" algn="l" rtl="0">
              <a:lnSpc>
                <a:spcPct val="115000"/>
              </a:lnSpc>
              <a:spcBef>
                <a:spcPts val="1200"/>
              </a:spcBef>
              <a:spcAft>
                <a:spcPts val="0"/>
              </a:spcAft>
              <a:buNone/>
            </a:pPr>
            <a:endParaRPr sz="800">
              <a:solidFill>
                <a:srgbClr val="FFFFFF"/>
              </a:solidFill>
              <a:latin typeface="Roboto"/>
              <a:ea typeface="Roboto"/>
              <a:cs typeface="Roboto"/>
              <a:sym typeface="Roboto"/>
            </a:endParaRPr>
          </a:p>
        </p:txBody>
      </p:sp>
      <p:sp>
        <p:nvSpPr>
          <p:cNvPr id="7" name="Google Shape;281;p29">
            <a:extLst>
              <a:ext uri="{FF2B5EF4-FFF2-40B4-BE49-F238E27FC236}">
                <a16:creationId xmlns:a16="http://schemas.microsoft.com/office/drawing/2014/main" id="{304FEC41-D9E6-1562-BC4D-CC182BD6376C}"/>
              </a:ext>
            </a:extLst>
          </p:cNvPr>
          <p:cNvSpPr/>
          <p:nvPr/>
        </p:nvSpPr>
        <p:spPr>
          <a:xfrm>
            <a:off x="1418671" y="3524798"/>
            <a:ext cx="2702067" cy="600714"/>
          </a:xfrm>
          <a:prstGeom prst="rect">
            <a:avLst/>
          </a:prstGeom>
          <a:solidFill>
            <a:schemeClr val="accent5"/>
          </a:solidFill>
          <a:ln>
            <a:noFill/>
          </a:ln>
        </p:spPr>
        <p:txBody>
          <a:bodyPr spcFirstLastPara="1" wrap="square" lIns="91425" tIns="91425" rIns="91425" bIns="91425" anchor="ctr" anchorCtr="0">
            <a:noAutofit/>
          </a:bodyPr>
          <a:lstStyle/>
          <a:p>
            <a:r>
              <a:rPr lang="en" sz="1100">
                <a:solidFill>
                  <a:schemeClr val="lt1"/>
                </a:solidFill>
                <a:latin typeface="Roboto"/>
                <a:ea typeface="Roboto"/>
                <a:cs typeface="Roboto"/>
                <a:sym typeface="Roboto"/>
              </a:rPr>
              <a:t>Financing conditional on meeting targets; risk reduced.</a:t>
            </a:r>
            <a:endParaRPr lang="en" sz="1100">
              <a:solidFill>
                <a:schemeClr val="lt1"/>
              </a:solidFill>
              <a:latin typeface="Roboto"/>
              <a:ea typeface="Roboto"/>
              <a:cs typeface="Roboto"/>
            </a:endParaRPr>
          </a:p>
        </p:txBody>
      </p:sp>
      <p:sp>
        <p:nvSpPr>
          <p:cNvPr id="8" name="Google Shape;282;p29">
            <a:extLst>
              <a:ext uri="{FF2B5EF4-FFF2-40B4-BE49-F238E27FC236}">
                <a16:creationId xmlns:a16="http://schemas.microsoft.com/office/drawing/2014/main" id="{2BC91152-4443-DD5E-00A1-935011835CCE}"/>
              </a:ext>
            </a:extLst>
          </p:cNvPr>
          <p:cNvSpPr/>
          <p:nvPr/>
        </p:nvSpPr>
        <p:spPr>
          <a:xfrm>
            <a:off x="374074" y="4157744"/>
            <a:ext cx="703800" cy="635436"/>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83;p29">
            <a:extLst>
              <a:ext uri="{FF2B5EF4-FFF2-40B4-BE49-F238E27FC236}">
                <a16:creationId xmlns:a16="http://schemas.microsoft.com/office/drawing/2014/main" id="{557E2C2C-4370-201F-30AC-A020B155158D}"/>
              </a:ext>
            </a:extLst>
          </p:cNvPr>
          <p:cNvSpPr/>
          <p:nvPr/>
        </p:nvSpPr>
        <p:spPr>
          <a:xfrm>
            <a:off x="374074" y="3526351"/>
            <a:ext cx="703800" cy="599161"/>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84;p29">
            <a:extLst>
              <a:ext uri="{FF2B5EF4-FFF2-40B4-BE49-F238E27FC236}">
                <a16:creationId xmlns:a16="http://schemas.microsoft.com/office/drawing/2014/main" id="{AE786181-CA10-7815-419B-21492A27023C}"/>
              </a:ext>
            </a:extLst>
          </p:cNvPr>
          <p:cNvSpPr/>
          <p:nvPr/>
        </p:nvSpPr>
        <p:spPr>
          <a:xfrm rot="18579007">
            <a:off x="598566" y="3778334"/>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85;p29">
            <a:extLst>
              <a:ext uri="{FF2B5EF4-FFF2-40B4-BE49-F238E27FC236}">
                <a16:creationId xmlns:a16="http://schemas.microsoft.com/office/drawing/2014/main" id="{60D815C0-E109-2697-A4B2-15200A518B42}"/>
              </a:ext>
            </a:extLst>
          </p:cNvPr>
          <p:cNvSpPr/>
          <p:nvPr/>
        </p:nvSpPr>
        <p:spPr>
          <a:xfrm>
            <a:off x="571782" y="4289312"/>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95;p30">
            <a:extLst>
              <a:ext uri="{FF2B5EF4-FFF2-40B4-BE49-F238E27FC236}">
                <a16:creationId xmlns:a16="http://schemas.microsoft.com/office/drawing/2014/main" id="{B805D687-D0AD-20AE-CD95-7E60B52B62EF}"/>
              </a:ext>
            </a:extLst>
          </p:cNvPr>
          <p:cNvSpPr/>
          <p:nvPr/>
        </p:nvSpPr>
        <p:spPr>
          <a:xfrm>
            <a:off x="5910233" y="3907223"/>
            <a:ext cx="2853862" cy="563532"/>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chemeClr val="lt1"/>
                </a:solidFill>
                <a:latin typeface="Roboto"/>
                <a:ea typeface="Roboto"/>
                <a:cs typeface="Roboto"/>
                <a:sym typeface="Roboto"/>
              </a:rPr>
              <a:t>Continuous incentives increase likelihood of sustained commitment to targets</a:t>
            </a:r>
            <a:endParaRPr sz="1100">
              <a:solidFill>
                <a:schemeClr val="lt1"/>
              </a:solidFill>
              <a:latin typeface="Roboto"/>
              <a:ea typeface="Roboto"/>
              <a:cs typeface="Roboto"/>
              <a:sym typeface="Roboto"/>
            </a:endParaRPr>
          </a:p>
        </p:txBody>
      </p:sp>
      <p:sp>
        <p:nvSpPr>
          <p:cNvPr id="13" name="Google Shape;297;p30">
            <a:extLst>
              <a:ext uri="{FF2B5EF4-FFF2-40B4-BE49-F238E27FC236}">
                <a16:creationId xmlns:a16="http://schemas.microsoft.com/office/drawing/2014/main" id="{615AB3A1-A9D6-D7FD-060C-FA193599E23C}"/>
              </a:ext>
            </a:extLst>
          </p:cNvPr>
          <p:cNvSpPr/>
          <p:nvPr/>
        </p:nvSpPr>
        <p:spPr>
          <a:xfrm>
            <a:off x="4824415" y="3907355"/>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98;p30">
            <a:extLst>
              <a:ext uri="{FF2B5EF4-FFF2-40B4-BE49-F238E27FC236}">
                <a16:creationId xmlns:a16="http://schemas.microsoft.com/office/drawing/2014/main" id="{AE233B66-ACA9-C380-AB14-C6D2D22DFAF6}"/>
              </a:ext>
            </a:extLst>
          </p:cNvPr>
          <p:cNvSpPr/>
          <p:nvPr/>
        </p:nvSpPr>
        <p:spPr>
          <a:xfrm rot="18579007">
            <a:off x="5080082" y="4076941"/>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Text Placeholder 3">
            <a:extLst>
              <a:ext uri="{FF2B5EF4-FFF2-40B4-BE49-F238E27FC236}">
                <a16:creationId xmlns:a16="http://schemas.microsoft.com/office/drawing/2014/main" id="{9AE14CCA-B710-C97D-39DC-1C507570F4E2}"/>
              </a:ext>
            </a:extLst>
          </p:cNvPr>
          <p:cNvSpPr txBox="1">
            <a:spLocks/>
          </p:cNvSpPr>
          <p:nvPr/>
        </p:nvSpPr>
        <p:spPr>
          <a:xfrm>
            <a:off x="341372" y="1337036"/>
            <a:ext cx="4000500" cy="2220960"/>
          </a:xfrm>
          <a:prstGeom prst="rect">
            <a:avLst/>
          </a:prstGeom>
          <a:noFill/>
          <a:ln>
            <a:no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lvl="0" indent="0" algn="l" rtl="0">
              <a:lnSpc>
                <a:spcPct val="160000"/>
              </a:lnSpc>
              <a:spcBef>
                <a:spcPts val="0"/>
              </a:spcBef>
              <a:spcAft>
                <a:spcPts val="0"/>
              </a:spcAft>
              <a:buNone/>
            </a:pPr>
            <a:r>
              <a:rPr lang="en-US" b="1" dirty="0">
                <a:solidFill>
                  <a:srgbClr val="B85741"/>
                </a:solidFill>
              </a:rPr>
              <a:t>Option: </a:t>
            </a:r>
            <a:r>
              <a:rPr lang="en-US" b="1" dirty="0">
                <a:solidFill>
                  <a:schemeClr val="accent4"/>
                </a:solidFill>
              </a:rPr>
              <a:t>Prior Actions</a:t>
            </a:r>
            <a:endParaRPr lang="en-US" dirty="0"/>
          </a:p>
          <a:p>
            <a:pPr indent="-299720">
              <a:lnSpc>
                <a:spcPct val="160000"/>
              </a:lnSpc>
              <a:spcBef>
                <a:spcPts val="1200"/>
              </a:spcBef>
              <a:buClr>
                <a:schemeClr val="accent1"/>
              </a:buClr>
              <a:buSzPts val="1120"/>
            </a:pPr>
            <a:r>
              <a:rPr lang="en-US" sz="1200" dirty="0">
                <a:solidFill>
                  <a:srgbClr val="002F4A"/>
                </a:solidFill>
              </a:rPr>
              <a:t>Similar to Development Policy Frameworks, but all parameters are specified in bond prospectus</a:t>
            </a:r>
          </a:p>
          <a:p>
            <a:pPr marL="457200" lvl="0" indent="-299720" algn="l" rtl="0">
              <a:lnSpc>
                <a:spcPct val="160000"/>
              </a:lnSpc>
              <a:spcBef>
                <a:spcPts val="0"/>
              </a:spcBef>
              <a:spcAft>
                <a:spcPts val="0"/>
              </a:spcAft>
              <a:buClr>
                <a:schemeClr val="accent1"/>
              </a:buClr>
              <a:buSzPts val="1120"/>
              <a:buChar char="●"/>
            </a:pPr>
            <a:r>
              <a:rPr lang="en-US" sz="1200" dirty="0">
                <a:solidFill>
                  <a:srgbClr val="002F4A"/>
                </a:solidFill>
              </a:rPr>
              <a:t>Low-cost interest rates are contingent on agreed-upon prior actions</a:t>
            </a:r>
          </a:p>
          <a:p>
            <a:pPr marL="457200" lvl="0" indent="-299720" algn="l" rtl="0">
              <a:lnSpc>
                <a:spcPct val="160000"/>
              </a:lnSpc>
              <a:spcBef>
                <a:spcPts val="0"/>
              </a:spcBef>
              <a:spcAft>
                <a:spcPts val="0"/>
              </a:spcAft>
              <a:buClr>
                <a:schemeClr val="accent1"/>
              </a:buClr>
              <a:buSzPts val="1120"/>
              <a:buChar char="●"/>
            </a:pPr>
            <a:r>
              <a:rPr lang="en-US" sz="1200" dirty="0">
                <a:solidFill>
                  <a:srgbClr val="002F4A"/>
                </a:solidFill>
              </a:rPr>
              <a:t>Second financing round conditional on meeting minimum achievement thresholds</a:t>
            </a:r>
            <a:endParaRPr lang="en-US" sz="1100" dirty="0">
              <a:solidFill>
                <a:srgbClr val="002F4A"/>
              </a:solidFill>
            </a:endParaRPr>
          </a:p>
          <a:p>
            <a:pPr marL="146050" indent="0">
              <a:buFont typeface="Roboto"/>
              <a:buNone/>
            </a:pPr>
            <a:endParaRPr lang="en-US" dirty="0"/>
          </a:p>
        </p:txBody>
      </p:sp>
    </p:spTree>
    <p:extLst>
      <p:ext uri="{BB962C8B-B14F-4D97-AF65-F5344CB8AC3E}">
        <p14:creationId xmlns:p14="http://schemas.microsoft.com/office/powerpoint/2010/main" val="127492886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4B9CEE40-C7ED-5F57-AD3D-60F4A50F2F3C}"/>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AE9BF3A1-8884-4D4A-29B3-AEDABE3795A1}"/>
              </a:ext>
            </a:extLst>
          </p:cNvPr>
          <p:cNvSpPr>
            <a:spLocks noGrp="1"/>
          </p:cNvSpPr>
          <p:nvPr>
            <p:ph type="subTitle" idx="1"/>
          </p:nvPr>
        </p:nvSpPr>
        <p:spPr/>
        <p:txBody>
          <a:bodyPr>
            <a:normAutofit fontScale="77500" lnSpcReduction="20000"/>
          </a:bodyPr>
          <a:lstStyle/>
          <a:p>
            <a:pPr lvl="0"/>
            <a:r>
              <a:rPr lang="en-US"/>
              <a:t>Implementing SLIDIs</a:t>
            </a:r>
          </a:p>
          <a:p>
            <a:pPr lvl="0"/>
            <a:r>
              <a:rPr lang="en-US"/>
              <a:t>Option Two: Trusted Intermediary Model</a:t>
            </a:r>
          </a:p>
        </p:txBody>
      </p:sp>
    </p:spTree>
    <p:extLst>
      <p:ext uri="{BB962C8B-B14F-4D97-AF65-F5344CB8AC3E}">
        <p14:creationId xmlns:p14="http://schemas.microsoft.com/office/powerpoint/2010/main" val="277250616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D1029096-2D44-DCEE-CE92-8D46F9315E00}"/>
            </a:ext>
          </a:extLst>
        </p:cNvPr>
        <p:cNvGrpSpPr/>
        <p:nvPr/>
      </p:nvGrpSpPr>
      <p:grpSpPr>
        <a:xfrm>
          <a:off x="0" y="0"/>
          <a:ext cx="0" cy="0"/>
          <a:chOff x="0" y="0"/>
          <a:chExt cx="0" cy="0"/>
        </a:xfrm>
      </p:grpSpPr>
      <p:sp>
        <p:nvSpPr>
          <p:cNvPr id="379" name="Google Shape;379;p38">
            <a:extLst>
              <a:ext uri="{FF2B5EF4-FFF2-40B4-BE49-F238E27FC236}">
                <a16:creationId xmlns:a16="http://schemas.microsoft.com/office/drawing/2014/main" id="{D1C96F6F-6A14-C8B7-2CFC-7AF8F11A1922}"/>
              </a:ext>
            </a:extLst>
          </p:cNvPr>
          <p:cNvSpPr txBox="1">
            <a:spLocks noGrp="1"/>
          </p:cNvSpPr>
          <p:nvPr>
            <p:ph type="title"/>
          </p:nvPr>
        </p:nvSpPr>
        <p:spPr>
          <a:xfrm>
            <a:off x="311300" y="500925"/>
            <a:ext cx="3704400" cy="870675"/>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Option Two: </a:t>
            </a:r>
            <a:r>
              <a:rPr lang="en" sz="2250">
                <a:solidFill>
                  <a:schemeClr val="bg1"/>
                </a:solidFill>
              </a:rPr>
              <a:t>Trusted </a:t>
            </a:r>
            <a:endParaRPr sz="2250">
              <a:solidFill>
                <a:schemeClr val="bg1"/>
              </a:solidFill>
            </a:endParaRPr>
          </a:p>
          <a:p>
            <a:pPr marL="0" lvl="0" indent="0" algn="l" rtl="0">
              <a:spcBef>
                <a:spcPts val="0"/>
              </a:spcBef>
              <a:spcAft>
                <a:spcPts val="0"/>
              </a:spcAft>
              <a:buNone/>
            </a:pPr>
            <a:r>
              <a:rPr lang="en" sz="2250">
                <a:solidFill>
                  <a:schemeClr val="bg1"/>
                </a:solidFill>
              </a:rPr>
              <a:t>Intermediary</a:t>
            </a:r>
            <a:endParaRPr sz="2250">
              <a:solidFill>
                <a:schemeClr val="bg1"/>
              </a:solidFill>
            </a:endParaRPr>
          </a:p>
        </p:txBody>
      </p:sp>
      <p:sp>
        <p:nvSpPr>
          <p:cNvPr id="380" name="Google Shape;380;p38">
            <a:extLst>
              <a:ext uri="{FF2B5EF4-FFF2-40B4-BE49-F238E27FC236}">
                <a16:creationId xmlns:a16="http://schemas.microsoft.com/office/drawing/2014/main" id="{E44FADED-FE6F-4AA7-151A-12E1228BDACB}"/>
              </a:ext>
            </a:extLst>
          </p:cNvPr>
          <p:cNvSpPr txBox="1">
            <a:spLocks noGrp="1"/>
          </p:cNvSpPr>
          <p:nvPr>
            <p:ph type="body" idx="2"/>
          </p:nvPr>
        </p:nvSpPr>
        <p:spPr>
          <a:prstGeom prst="rect">
            <a:avLst/>
          </a:prstGeom>
        </p:spPr>
        <p:txBody>
          <a:bodyPr spcFirstLastPara="1" wrap="square" lIns="91425" tIns="91425" rIns="91425" bIns="91425" anchor="t" anchorCtr="0">
            <a:normAutofit/>
          </a:bodyPr>
          <a:lstStyle/>
          <a:p>
            <a:pPr marL="0" indent="0">
              <a:buNone/>
            </a:pPr>
            <a:r>
              <a:rPr lang="en" sz="1400" dirty="0">
                <a:solidFill>
                  <a:srgbClr val="002F4A"/>
                </a:solidFill>
              </a:rPr>
              <a:t>The second option involves a </a:t>
            </a:r>
            <a:r>
              <a:rPr lang="en" sz="1400" b="1" dirty="0">
                <a:solidFill>
                  <a:srgbClr val="002F4A"/>
                </a:solidFill>
              </a:rPr>
              <a:t>trusted intermediary</a:t>
            </a:r>
            <a:r>
              <a:rPr lang="en" sz="1400" dirty="0">
                <a:solidFill>
                  <a:srgbClr val="002F4A"/>
                </a:solidFill>
              </a:rPr>
              <a:t>, such as the World Bank or a special purpose vehicle, backed by guarantees from a creditworthy third party, e.g., a coalition of wealthy sovereigns </a:t>
            </a:r>
          </a:p>
          <a:p>
            <a:pPr marL="0" indent="0">
              <a:buNone/>
            </a:pPr>
            <a:endParaRPr lang="en" sz="1400" dirty="0">
              <a:solidFill>
                <a:srgbClr val="002F4A"/>
              </a:solidFill>
            </a:endParaRPr>
          </a:p>
          <a:p>
            <a:pPr marL="0" indent="0">
              <a:buNone/>
            </a:pPr>
            <a:r>
              <a:rPr lang="en" sz="1400" dirty="0">
                <a:solidFill>
                  <a:srgbClr val="002F4A"/>
                </a:solidFill>
              </a:rPr>
              <a:t>Crucial aspect is ensuring the intermediary is adequately capitalized or possesses sufficient guarantees to maintain a low-risk profile.</a:t>
            </a:r>
            <a:endParaRPr sz="1400" dirty="0">
              <a:solidFill>
                <a:srgbClr val="002F4A"/>
              </a:solidFill>
            </a:endParaRPr>
          </a:p>
          <a:p>
            <a:pPr marL="0" lvl="0" indent="0" algn="l" rtl="0">
              <a:spcBef>
                <a:spcPts val="1200"/>
              </a:spcBef>
              <a:spcAft>
                <a:spcPts val="1200"/>
              </a:spcAft>
              <a:buNone/>
            </a:pPr>
            <a:endParaRPr dirty="0">
              <a:solidFill>
                <a:schemeClr val="accent1"/>
              </a:solidFill>
            </a:endParaRPr>
          </a:p>
        </p:txBody>
      </p:sp>
      <p:sp>
        <p:nvSpPr>
          <p:cNvPr id="381" name="Google Shape;381;p38">
            <a:extLst>
              <a:ext uri="{FF2B5EF4-FFF2-40B4-BE49-F238E27FC236}">
                <a16:creationId xmlns:a16="http://schemas.microsoft.com/office/drawing/2014/main" id="{E4C0AD42-13E4-D672-74D5-E7BE0C7FEEA2}"/>
              </a:ext>
            </a:extLst>
          </p:cNvPr>
          <p:cNvSpPr/>
          <p:nvPr/>
        </p:nvSpPr>
        <p:spPr>
          <a:xfrm>
            <a:off x="6190157" y="4003425"/>
            <a:ext cx="2465400" cy="563400"/>
          </a:xfrm>
          <a:prstGeom prst="rect">
            <a:avLst/>
          </a:prstGeom>
          <a:solidFill>
            <a:schemeClr val="accent4"/>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Possible funding limitations and added complexity</a:t>
            </a:r>
            <a:endParaRPr kumimoji="0" sz="1200" b="0" i="0" u="none" strike="noStrike" kern="0" cap="none" spc="0" normalizeH="0" baseline="0" noProof="0">
              <a:ln>
                <a:noFill/>
              </a:ln>
              <a:solidFill>
                <a:srgbClr val="FFFFFF"/>
              </a:solidFill>
              <a:effectLst/>
              <a:uLnTx/>
              <a:uFillTx/>
              <a:latin typeface="Roboto"/>
              <a:ea typeface="Roboto"/>
              <a:cs typeface="Roboto"/>
              <a:sym typeface="Roboto"/>
            </a:endParaRPr>
          </a:p>
        </p:txBody>
      </p:sp>
      <p:sp>
        <p:nvSpPr>
          <p:cNvPr id="382" name="Google Shape;382;p38">
            <a:extLst>
              <a:ext uri="{FF2B5EF4-FFF2-40B4-BE49-F238E27FC236}">
                <a16:creationId xmlns:a16="http://schemas.microsoft.com/office/drawing/2014/main" id="{4F89E409-9E0A-9DDC-DF68-C708850433BC}"/>
              </a:ext>
            </a:extLst>
          </p:cNvPr>
          <p:cNvSpPr/>
          <p:nvPr/>
        </p:nvSpPr>
        <p:spPr>
          <a:xfrm>
            <a:off x="5027182" y="4003425"/>
            <a:ext cx="703800" cy="563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3" name="Google Shape;383;p38">
            <a:extLst>
              <a:ext uri="{FF2B5EF4-FFF2-40B4-BE49-F238E27FC236}">
                <a16:creationId xmlns:a16="http://schemas.microsoft.com/office/drawing/2014/main" id="{98683F97-DC3C-E14A-EDCA-F57240A30A4F}"/>
              </a:ext>
            </a:extLst>
          </p:cNvPr>
          <p:cNvSpPr/>
          <p:nvPr/>
        </p:nvSpPr>
        <p:spPr>
          <a:xfrm>
            <a:off x="5027157" y="3069225"/>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4" name="Google Shape;384;p38">
            <a:extLst>
              <a:ext uri="{FF2B5EF4-FFF2-40B4-BE49-F238E27FC236}">
                <a16:creationId xmlns:a16="http://schemas.microsoft.com/office/drawing/2014/main" id="{CFAE74A1-3FC0-4D49-FADC-3B7CCBA32957}"/>
              </a:ext>
            </a:extLst>
          </p:cNvPr>
          <p:cNvSpPr/>
          <p:nvPr/>
        </p:nvSpPr>
        <p:spPr>
          <a:xfrm rot="-3020993">
            <a:off x="5251649" y="3278270"/>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5" name="Google Shape;385;p38">
            <a:extLst>
              <a:ext uri="{FF2B5EF4-FFF2-40B4-BE49-F238E27FC236}">
                <a16:creationId xmlns:a16="http://schemas.microsoft.com/office/drawing/2014/main" id="{BCF3EB51-4280-8324-A697-D110C106632E}"/>
              </a:ext>
            </a:extLst>
          </p:cNvPr>
          <p:cNvSpPr/>
          <p:nvPr/>
        </p:nvSpPr>
        <p:spPr>
          <a:xfrm>
            <a:off x="5224890" y="4098973"/>
            <a:ext cx="308400" cy="372300"/>
          </a:xfrm>
          <a:prstGeom prst="mathMultiply">
            <a:avLst>
              <a:gd name="adj1" fmla="val 5080"/>
            </a:avLst>
          </a:pr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6" name="Google Shape;386;p38">
            <a:extLst>
              <a:ext uri="{FF2B5EF4-FFF2-40B4-BE49-F238E27FC236}">
                <a16:creationId xmlns:a16="http://schemas.microsoft.com/office/drawing/2014/main" id="{79099830-D71F-B400-A8AA-D65C3F5A0A4D}"/>
              </a:ext>
            </a:extLst>
          </p:cNvPr>
          <p:cNvSpPr/>
          <p:nvPr/>
        </p:nvSpPr>
        <p:spPr>
          <a:xfrm>
            <a:off x="6190157" y="3069300"/>
            <a:ext cx="2460750" cy="563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Expertise of intermediary and risk mitigation  </a:t>
            </a:r>
            <a:endParaRPr kumimoji="0" sz="1200" b="0" i="0" u="none" strike="noStrike" kern="0" cap="none" spc="0" normalizeH="0" baseline="0" noProof="0">
              <a:ln>
                <a:noFill/>
              </a:ln>
              <a:solidFill>
                <a:srgbClr val="FFFFFF"/>
              </a:solidFill>
              <a:effectLst/>
              <a:uLnTx/>
              <a:uFillTx/>
              <a:latin typeface="Roboto"/>
              <a:ea typeface="Roboto"/>
              <a:cs typeface="Roboto"/>
              <a:sym typeface="Roboto"/>
            </a:endParaRPr>
          </a:p>
        </p:txBody>
      </p:sp>
    </p:spTree>
    <p:extLst>
      <p:ext uri="{BB962C8B-B14F-4D97-AF65-F5344CB8AC3E}">
        <p14:creationId xmlns:p14="http://schemas.microsoft.com/office/powerpoint/2010/main" val="17374299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88E2D76C-4BB5-C9D6-0327-F22B1CA81CDE}"/>
            </a:ext>
          </a:extLst>
        </p:cNvPr>
        <p:cNvGrpSpPr/>
        <p:nvPr/>
      </p:nvGrpSpPr>
      <p:grpSpPr>
        <a:xfrm>
          <a:off x="0" y="0"/>
          <a:ext cx="0" cy="0"/>
          <a:chOff x="0" y="0"/>
          <a:chExt cx="0" cy="0"/>
        </a:xfrm>
      </p:grpSpPr>
      <p:sp>
        <p:nvSpPr>
          <p:cNvPr id="317" name="Google Shape;317;p33">
            <a:extLst>
              <a:ext uri="{FF2B5EF4-FFF2-40B4-BE49-F238E27FC236}">
                <a16:creationId xmlns:a16="http://schemas.microsoft.com/office/drawing/2014/main" id="{31BC723C-9BD2-98D7-A391-0B8604C953F2}"/>
              </a:ext>
            </a:extLst>
          </p:cNvPr>
          <p:cNvSpPr txBox="1">
            <a:spLocks noGrp="1"/>
          </p:cNvSpPr>
          <p:nvPr>
            <p:ph type="body" sz="quarter" idx="11"/>
          </p:nvPr>
        </p:nvSpPr>
        <p:spPr>
          <a:xfrm>
            <a:off x="293300" y="1445455"/>
            <a:ext cx="2650791" cy="3375927"/>
          </a:xfrm>
          <a:prstGeom prst="rect">
            <a:avLst/>
          </a:prstGeom>
        </p:spPr>
        <p:txBody>
          <a:bodyPr spcFirstLastPara="1" wrap="square" lIns="91425" tIns="91425" rIns="91425" bIns="91425" anchor="t" anchorCtr="0">
            <a:noAutofit/>
          </a:bodyPr>
          <a:lstStyle/>
          <a:p>
            <a:pPr marL="0" indent="0">
              <a:lnSpc>
                <a:spcPct val="150000"/>
              </a:lnSpc>
              <a:buNone/>
            </a:pPr>
            <a:r>
              <a:rPr lang="en-US" sz="1400" b="1" dirty="0">
                <a:solidFill>
                  <a:schemeClr val="accent4"/>
                </a:solidFill>
              </a:rPr>
              <a:t>SLIDIs would consist of two components</a:t>
            </a:r>
            <a:r>
              <a:rPr lang="en" sz="1400" b="1" dirty="0">
                <a:solidFill>
                  <a:schemeClr val="accent4"/>
                </a:solidFill>
              </a:rPr>
              <a:t>:</a:t>
            </a:r>
          </a:p>
          <a:p>
            <a:pPr marL="285750" indent="-285750">
              <a:lnSpc>
                <a:spcPct val="150000"/>
              </a:lnSpc>
              <a:buFont typeface="+mj-lt"/>
              <a:buAutoNum type="arabicPeriod"/>
            </a:pPr>
            <a:r>
              <a:rPr lang="en-US" sz="1200" dirty="0">
                <a:solidFill>
                  <a:srgbClr val="002F4A"/>
                </a:solidFill>
              </a:rPr>
              <a:t>Standard sovereign bonds with fixed coupons, but tagged ‘green’ (because of second component…)</a:t>
            </a:r>
          </a:p>
          <a:p>
            <a:pPr marL="285750" indent="-285750">
              <a:lnSpc>
                <a:spcPct val="150000"/>
              </a:lnSpc>
              <a:buFont typeface="+mj-lt"/>
              <a:buAutoNum type="arabicPeriod"/>
            </a:pPr>
            <a:r>
              <a:rPr lang="en-US" sz="1200" dirty="0">
                <a:solidFill>
                  <a:srgbClr val="002F4A"/>
                </a:solidFill>
              </a:rPr>
              <a:t>WB payments conditional on a) achievement of KPIs and b) sufficient private sector interest in the first component</a:t>
            </a:r>
          </a:p>
          <a:p>
            <a:pPr marL="285750" indent="-285750">
              <a:lnSpc>
                <a:spcPct val="150000"/>
              </a:lnSpc>
              <a:buFont typeface="+mj-lt"/>
              <a:buAutoNum type="arabicPeriod"/>
            </a:pPr>
            <a:endParaRPr lang="en-US" sz="1200" dirty="0">
              <a:solidFill>
                <a:srgbClr val="002F4A"/>
              </a:solidFill>
            </a:endParaRPr>
          </a:p>
        </p:txBody>
      </p:sp>
      <p:sp>
        <p:nvSpPr>
          <p:cNvPr id="3" name="Subtitle 2">
            <a:extLst>
              <a:ext uri="{FF2B5EF4-FFF2-40B4-BE49-F238E27FC236}">
                <a16:creationId xmlns:a16="http://schemas.microsoft.com/office/drawing/2014/main" id="{934D4685-0435-B7D7-A875-DED68C183999}"/>
              </a:ext>
            </a:extLst>
          </p:cNvPr>
          <p:cNvSpPr>
            <a:spLocks noGrp="1"/>
          </p:cNvSpPr>
          <p:nvPr>
            <p:ph type="subTitle" idx="1"/>
          </p:nvPr>
        </p:nvSpPr>
        <p:spPr/>
        <p:txBody>
          <a:bodyPr>
            <a:normAutofit fontScale="92500" lnSpcReduction="20000"/>
          </a:bodyPr>
          <a:lstStyle/>
          <a:p>
            <a:r>
              <a:rPr lang="en"/>
              <a:t>How To Implement </a:t>
            </a:r>
            <a:r>
              <a:rPr lang="en-US"/>
              <a:t>SLIDIs</a:t>
            </a:r>
            <a:r>
              <a:rPr lang="en"/>
              <a:t>: Option Two – Trusted Intermediary</a:t>
            </a:r>
          </a:p>
          <a:p>
            <a:endParaRPr lang="en-US"/>
          </a:p>
        </p:txBody>
      </p:sp>
      <p:grpSp>
        <p:nvGrpSpPr>
          <p:cNvPr id="8" name="Google Shape;230;p26">
            <a:extLst>
              <a:ext uri="{FF2B5EF4-FFF2-40B4-BE49-F238E27FC236}">
                <a16:creationId xmlns:a16="http://schemas.microsoft.com/office/drawing/2014/main" id="{B07A8872-3874-373C-E702-D8A8C4FEDE7D}"/>
              </a:ext>
            </a:extLst>
          </p:cNvPr>
          <p:cNvGrpSpPr/>
          <p:nvPr/>
        </p:nvGrpSpPr>
        <p:grpSpPr>
          <a:xfrm>
            <a:off x="5144611" y="2543982"/>
            <a:ext cx="1332390" cy="1220886"/>
            <a:chOff x="5040038" y="2459523"/>
            <a:chExt cx="1718739" cy="966655"/>
          </a:xfrm>
        </p:grpSpPr>
        <p:sp>
          <p:nvSpPr>
            <p:cNvPr id="9" name="Google Shape;231;p26">
              <a:extLst>
                <a:ext uri="{FF2B5EF4-FFF2-40B4-BE49-F238E27FC236}">
                  <a16:creationId xmlns:a16="http://schemas.microsoft.com/office/drawing/2014/main" id="{F51CD341-7FC2-BE14-967D-4E506F7475A9}"/>
                </a:ext>
              </a:extLst>
            </p:cNvPr>
            <p:cNvSpPr/>
            <p:nvPr/>
          </p:nvSpPr>
          <p:spPr>
            <a:xfrm>
              <a:off x="5040038" y="2707678"/>
              <a:ext cx="1718738" cy="718500"/>
            </a:xfrm>
            <a:prstGeom prst="rect">
              <a:avLst/>
            </a:prstGeom>
            <a:solidFill>
              <a:schemeClr val="accent5"/>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cs typeface="Arial"/>
                  <a:sym typeface="Arial"/>
                </a:rPr>
                <a:t>Borrows at AAA financing rate thanks to guarantees. Receives 5-7%</a:t>
              </a:r>
              <a:endParaRPr kumimoji="0" sz="1000" b="0" i="0" u="none" strike="noStrike" kern="0" cap="none" spc="0" normalizeH="0" baseline="0" noProof="0" dirty="0">
                <a:ln>
                  <a:noFill/>
                </a:ln>
                <a:solidFill>
                  <a:srgbClr val="FFFFFF"/>
                </a:solidFill>
                <a:effectLst/>
                <a:uLnTx/>
                <a:uFillTx/>
                <a:latin typeface="Arial"/>
                <a:cs typeface="Arial"/>
                <a:sym typeface="Arial"/>
              </a:endParaRPr>
            </a:p>
          </p:txBody>
        </p:sp>
        <p:sp>
          <p:nvSpPr>
            <p:cNvPr id="10" name="Google Shape;232;p26">
              <a:extLst>
                <a:ext uri="{FF2B5EF4-FFF2-40B4-BE49-F238E27FC236}">
                  <a16:creationId xmlns:a16="http://schemas.microsoft.com/office/drawing/2014/main" id="{E7FCB302-6711-7661-651C-7F4CB1605C91}"/>
                </a:ext>
              </a:extLst>
            </p:cNvPr>
            <p:cNvSpPr/>
            <p:nvPr/>
          </p:nvSpPr>
          <p:spPr>
            <a:xfrm>
              <a:off x="5040038" y="2459523"/>
              <a:ext cx="1718739"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SPV or WB</a:t>
              </a:r>
              <a:endParaRPr kumimoji="0" sz="1200" b="0" i="0" u="none" strike="noStrike" kern="0" cap="none" spc="0" normalizeH="0" baseline="0" noProof="0">
                <a:ln>
                  <a:noFill/>
                </a:ln>
                <a:solidFill>
                  <a:srgbClr val="FFFFFF"/>
                </a:solidFill>
                <a:effectLst/>
                <a:uLnTx/>
                <a:uFillTx/>
                <a:latin typeface="Arial"/>
                <a:cs typeface="Arial"/>
                <a:sym typeface="Arial"/>
              </a:endParaRPr>
            </a:p>
          </p:txBody>
        </p:sp>
      </p:grpSp>
      <p:grpSp>
        <p:nvGrpSpPr>
          <p:cNvPr id="11" name="Google Shape;233;p26">
            <a:extLst>
              <a:ext uri="{FF2B5EF4-FFF2-40B4-BE49-F238E27FC236}">
                <a16:creationId xmlns:a16="http://schemas.microsoft.com/office/drawing/2014/main" id="{23F78598-C81B-C3A6-57AF-F4F1384FF8C0}"/>
              </a:ext>
            </a:extLst>
          </p:cNvPr>
          <p:cNvGrpSpPr/>
          <p:nvPr/>
        </p:nvGrpSpPr>
        <p:grpSpPr>
          <a:xfrm>
            <a:off x="7855527" y="1382570"/>
            <a:ext cx="1073728" cy="1295717"/>
            <a:chOff x="4432886" y="647329"/>
            <a:chExt cx="873020" cy="1052915"/>
          </a:xfrm>
        </p:grpSpPr>
        <p:sp>
          <p:nvSpPr>
            <p:cNvPr id="12" name="Google Shape;234;p26">
              <a:extLst>
                <a:ext uri="{FF2B5EF4-FFF2-40B4-BE49-F238E27FC236}">
                  <a16:creationId xmlns:a16="http://schemas.microsoft.com/office/drawing/2014/main" id="{19172850-CD93-0629-820A-DADE1EBD12FC}"/>
                </a:ext>
              </a:extLst>
            </p:cNvPr>
            <p:cNvSpPr/>
            <p:nvPr/>
          </p:nvSpPr>
          <p:spPr>
            <a:xfrm>
              <a:off x="4432886" y="932329"/>
              <a:ext cx="873019" cy="767915"/>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FFFFFF"/>
                  </a:solidFill>
                  <a:effectLst/>
                  <a:uLnTx/>
                  <a:uFillTx/>
                  <a:latin typeface="Roboto"/>
                  <a:ea typeface="Roboto"/>
                  <a:cs typeface="Roboto"/>
                  <a:sym typeface="Roboto"/>
                </a:rPr>
                <a:t>Achieves KPI</a:t>
              </a:r>
              <a:endParaRPr kumimoji="0" sz="1000" b="0" i="0" u="none" strike="noStrike" kern="0" cap="none" spc="0" normalizeH="0" baseline="0" noProof="0">
                <a:ln>
                  <a:noFill/>
                </a:ln>
                <a:solidFill>
                  <a:srgbClr val="FFFFFF"/>
                </a:solidFill>
                <a:effectLst/>
                <a:uLnTx/>
                <a:uFillTx/>
                <a:latin typeface="Arial"/>
                <a:cs typeface="Arial"/>
                <a:sym typeface="Arial"/>
              </a:endParaRPr>
            </a:p>
          </p:txBody>
        </p:sp>
        <p:sp>
          <p:nvSpPr>
            <p:cNvPr id="13" name="Google Shape;235;p26">
              <a:extLst>
                <a:ext uri="{FF2B5EF4-FFF2-40B4-BE49-F238E27FC236}">
                  <a16:creationId xmlns:a16="http://schemas.microsoft.com/office/drawing/2014/main" id="{C65E950C-E9CB-4514-2BAF-1146735DE660}"/>
                </a:ext>
              </a:extLst>
            </p:cNvPr>
            <p:cNvSpPr/>
            <p:nvPr/>
          </p:nvSpPr>
          <p:spPr>
            <a:xfrm>
              <a:off x="4432886" y="647329"/>
              <a:ext cx="87302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Sovereign 1</a:t>
              </a:r>
              <a:endParaRPr kumimoji="0" sz="1200" b="0" i="0" u="none" strike="noStrike" kern="0" cap="none" spc="0" normalizeH="0" baseline="0" noProof="0">
                <a:ln>
                  <a:noFill/>
                </a:ln>
                <a:solidFill>
                  <a:srgbClr val="FFFFFF"/>
                </a:solidFill>
                <a:effectLst/>
                <a:uLnTx/>
                <a:uFillTx/>
                <a:latin typeface="Arial"/>
                <a:cs typeface="Arial"/>
                <a:sym typeface="Arial"/>
              </a:endParaRPr>
            </a:p>
          </p:txBody>
        </p:sp>
      </p:grpSp>
      <p:grpSp>
        <p:nvGrpSpPr>
          <p:cNvPr id="14" name="Google Shape;236;p26">
            <a:extLst>
              <a:ext uri="{FF2B5EF4-FFF2-40B4-BE49-F238E27FC236}">
                <a16:creationId xmlns:a16="http://schemas.microsoft.com/office/drawing/2014/main" id="{F5928925-377E-D0B5-71D2-402B23EDC091}"/>
              </a:ext>
            </a:extLst>
          </p:cNvPr>
          <p:cNvGrpSpPr/>
          <p:nvPr/>
        </p:nvGrpSpPr>
        <p:grpSpPr>
          <a:xfrm>
            <a:off x="3108419" y="2522975"/>
            <a:ext cx="1176007" cy="1220885"/>
            <a:chOff x="2465775" y="2422675"/>
            <a:chExt cx="1332300" cy="914658"/>
          </a:xfrm>
        </p:grpSpPr>
        <p:sp>
          <p:nvSpPr>
            <p:cNvPr id="15" name="Google Shape;237;p26">
              <a:extLst>
                <a:ext uri="{FF2B5EF4-FFF2-40B4-BE49-F238E27FC236}">
                  <a16:creationId xmlns:a16="http://schemas.microsoft.com/office/drawing/2014/main" id="{490E2C86-682B-EC96-7C62-22EF3B85C458}"/>
                </a:ext>
              </a:extLst>
            </p:cNvPr>
            <p:cNvSpPr/>
            <p:nvPr/>
          </p:nvSpPr>
          <p:spPr>
            <a:xfrm>
              <a:off x="2465775" y="2707674"/>
              <a:ext cx="1332300" cy="629659"/>
            </a:xfrm>
            <a:prstGeom prst="rect">
              <a:avLst/>
            </a:prstGeom>
            <a:solidFill>
              <a:schemeClr val="accent4"/>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1" i="0" u="none" strike="noStrike" kern="0" cap="none" spc="0" normalizeH="0" baseline="0" noProof="0">
                  <a:ln>
                    <a:noFill/>
                  </a:ln>
                  <a:solidFill>
                    <a:srgbClr val="FFFFFF"/>
                  </a:solidFill>
                  <a:effectLst/>
                  <a:uLnTx/>
                  <a:uFillTx/>
                  <a:latin typeface="Roboto"/>
                  <a:ea typeface="Roboto"/>
                  <a:cs typeface="Roboto"/>
                  <a:sym typeface="Roboto"/>
                </a:rPr>
                <a:t>Receives</a:t>
              </a:r>
              <a:r>
                <a:rPr kumimoji="0" lang="en" sz="1000" b="0" i="0" u="none" strike="noStrike" kern="0" cap="none" spc="0" normalizeH="0" baseline="0" noProof="0">
                  <a:ln>
                    <a:noFill/>
                  </a:ln>
                  <a:solidFill>
                    <a:srgbClr val="FFFFFF"/>
                  </a:solidFill>
                  <a:effectLst/>
                  <a:uLnTx/>
                  <a:uFillTx/>
                  <a:latin typeface="Roboto"/>
                  <a:ea typeface="Roboto"/>
                  <a:cs typeface="Roboto"/>
                  <a:sym typeface="Roboto"/>
                </a:rPr>
                <a:t> stable payment of coupon from SPV</a:t>
              </a:r>
              <a:endParaRPr kumimoji="0" sz="1000" b="0" i="0" u="none" strike="noStrike" kern="0" cap="none" spc="0" normalizeH="0" baseline="0" noProof="0">
                <a:ln>
                  <a:noFill/>
                </a:ln>
                <a:solidFill>
                  <a:srgbClr val="FFFFFF"/>
                </a:solidFill>
                <a:effectLst/>
                <a:uLnTx/>
                <a:uFillTx/>
                <a:latin typeface="Arial"/>
                <a:cs typeface="Arial"/>
                <a:sym typeface="Arial"/>
              </a:endParaRPr>
            </a:p>
          </p:txBody>
        </p:sp>
        <p:sp>
          <p:nvSpPr>
            <p:cNvPr id="16" name="Google Shape;238;p26">
              <a:extLst>
                <a:ext uri="{FF2B5EF4-FFF2-40B4-BE49-F238E27FC236}">
                  <a16:creationId xmlns:a16="http://schemas.microsoft.com/office/drawing/2014/main" id="{D1A98517-0668-0C13-AF6E-6B777E289284}"/>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FFFFFF"/>
                  </a:solidFill>
                  <a:effectLst/>
                  <a:uLnTx/>
                  <a:uFillTx/>
                  <a:latin typeface="Roboto"/>
                  <a:ea typeface="Roboto"/>
                  <a:cs typeface="Roboto"/>
                  <a:sym typeface="Roboto"/>
                </a:rPr>
                <a:t>Investor</a:t>
              </a:r>
              <a:endParaRPr kumimoji="0" sz="1200" b="0" i="0" u="none" strike="noStrike" kern="0" cap="none" spc="0" normalizeH="0" baseline="0" noProof="0" dirty="0">
                <a:ln>
                  <a:noFill/>
                </a:ln>
                <a:solidFill>
                  <a:srgbClr val="FFFFFF"/>
                </a:solidFill>
                <a:effectLst/>
                <a:uLnTx/>
                <a:uFillTx/>
                <a:latin typeface="Arial"/>
                <a:cs typeface="Arial"/>
                <a:sym typeface="Arial"/>
              </a:endParaRPr>
            </a:p>
          </p:txBody>
        </p:sp>
      </p:grpSp>
      <p:grpSp>
        <p:nvGrpSpPr>
          <p:cNvPr id="4" name="Google Shape;233;p26">
            <a:extLst>
              <a:ext uri="{FF2B5EF4-FFF2-40B4-BE49-F238E27FC236}">
                <a16:creationId xmlns:a16="http://schemas.microsoft.com/office/drawing/2014/main" id="{6C344702-7599-F974-CDD6-4F6BF24B5F27}"/>
              </a:ext>
            </a:extLst>
          </p:cNvPr>
          <p:cNvGrpSpPr/>
          <p:nvPr/>
        </p:nvGrpSpPr>
        <p:grpSpPr>
          <a:xfrm>
            <a:off x="7855528" y="3154425"/>
            <a:ext cx="1073727" cy="1295717"/>
            <a:chOff x="4432886" y="647329"/>
            <a:chExt cx="873019" cy="1052915"/>
          </a:xfrm>
        </p:grpSpPr>
        <p:sp>
          <p:nvSpPr>
            <p:cNvPr id="5" name="Google Shape;234;p26">
              <a:extLst>
                <a:ext uri="{FF2B5EF4-FFF2-40B4-BE49-F238E27FC236}">
                  <a16:creationId xmlns:a16="http://schemas.microsoft.com/office/drawing/2014/main" id="{836836A5-DF28-54B3-50B4-1E9ED31E0F65}"/>
                </a:ext>
              </a:extLst>
            </p:cNvPr>
            <p:cNvSpPr/>
            <p:nvPr/>
          </p:nvSpPr>
          <p:spPr>
            <a:xfrm>
              <a:off x="4432886" y="932329"/>
              <a:ext cx="873019" cy="767915"/>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cs typeface="Arial"/>
                  <a:sym typeface="Arial"/>
                </a:rPr>
                <a:t>Does not achieve KPI </a:t>
              </a:r>
            </a:p>
          </p:txBody>
        </p:sp>
        <p:sp>
          <p:nvSpPr>
            <p:cNvPr id="6" name="Google Shape;235;p26">
              <a:extLst>
                <a:ext uri="{FF2B5EF4-FFF2-40B4-BE49-F238E27FC236}">
                  <a16:creationId xmlns:a16="http://schemas.microsoft.com/office/drawing/2014/main" id="{6BA75934-F008-47EF-CA28-825610C3C554}"/>
                </a:ext>
              </a:extLst>
            </p:cNvPr>
            <p:cNvSpPr/>
            <p:nvPr/>
          </p:nvSpPr>
          <p:spPr>
            <a:xfrm>
              <a:off x="4432886" y="647329"/>
              <a:ext cx="873017"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Sovereign 2</a:t>
              </a:r>
              <a:endParaRPr kumimoji="0" sz="1200" b="0" i="0" u="none" strike="noStrike" kern="0" cap="none" spc="0" normalizeH="0" baseline="0" noProof="0">
                <a:ln>
                  <a:noFill/>
                </a:ln>
                <a:solidFill>
                  <a:srgbClr val="FFFFFF"/>
                </a:solidFill>
                <a:effectLst/>
                <a:uLnTx/>
                <a:uFillTx/>
                <a:latin typeface="Arial"/>
                <a:cs typeface="Arial"/>
                <a:sym typeface="Arial"/>
              </a:endParaRPr>
            </a:p>
          </p:txBody>
        </p:sp>
      </p:grpSp>
      <p:sp>
        <p:nvSpPr>
          <p:cNvPr id="7" name="Google Shape;251;p27">
            <a:extLst>
              <a:ext uri="{FF2B5EF4-FFF2-40B4-BE49-F238E27FC236}">
                <a16:creationId xmlns:a16="http://schemas.microsoft.com/office/drawing/2014/main" id="{E56A3200-81F4-6282-23E4-9A0CA27CBC50}"/>
              </a:ext>
            </a:extLst>
          </p:cNvPr>
          <p:cNvSpPr/>
          <p:nvPr/>
        </p:nvSpPr>
        <p:spPr>
          <a:xfrm rot="9036882">
            <a:off x="6499020" y="2478653"/>
            <a:ext cx="1377375" cy="18841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Roboto"/>
              <a:ea typeface="Roboto"/>
              <a:cs typeface="Roboto"/>
              <a:sym typeface="Roboto"/>
            </a:endParaRPr>
          </a:p>
        </p:txBody>
      </p:sp>
      <p:sp>
        <p:nvSpPr>
          <p:cNvPr id="23" name="Google Shape;251;p27">
            <a:extLst>
              <a:ext uri="{FF2B5EF4-FFF2-40B4-BE49-F238E27FC236}">
                <a16:creationId xmlns:a16="http://schemas.microsoft.com/office/drawing/2014/main" id="{0B6B40AB-1C67-4CED-98A6-6E1D2D9D6045}"/>
              </a:ext>
            </a:extLst>
          </p:cNvPr>
          <p:cNvSpPr/>
          <p:nvPr/>
        </p:nvSpPr>
        <p:spPr>
          <a:xfrm rot="12622189">
            <a:off x="6430128" y="3586555"/>
            <a:ext cx="1377375" cy="18841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Roboto"/>
              <a:ea typeface="Roboto"/>
              <a:cs typeface="Roboto"/>
              <a:sym typeface="Roboto"/>
            </a:endParaRPr>
          </a:p>
        </p:txBody>
      </p:sp>
      <p:sp>
        <p:nvSpPr>
          <p:cNvPr id="24" name="Google Shape;250;p27">
            <a:extLst>
              <a:ext uri="{FF2B5EF4-FFF2-40B4-BE49-F238E27FC236}">
                <a16:creationId xmlns:a16="http://schemas.microsoft.com/office/drawing/2014/main" id="{77CD7E4A-3740-A876-9850-BF0671336A6F}"/>
              </a:ext>
            </a:extLst>
          </p:cNvPr>
          <p:cNvSpPr txBox="1"/>
          <p:nvPr/>
        </p:nvSpPr>
        <p:spPr>
          <a:xfrm rot="19840705">
            <a:off x="6484710" y="2201041"/>
            <a:ext cx="1173621" cy="33852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31394D"/>
                </a:solidFill>
                <a:effectLst/>
                <a:uLnTx/>
                <a:uFillTx/>
                <a:latin typeface="Roboto"/>
                <a:ea typeface="Roboto"/>
                <a:cs typeface="Roboto"/>
                <a:sym typeface="Roboto"/>
              </a:rPr>
              <a:t>Pays 5% p.a. </a:t>
            </a:r>
            <a:endParaRPr kumimoji="0" sz="1000" b="0" i="0" u="none" strike="noStrike" kern="0" cap="none" spc="0" normalizeH="0" baseline="0" noProof="0" dirty="0">
              <a:ln>
                <a:noFill/>
              </a:ln>
              <a:solidFill>
                <a:srgbClr val="31394D"/>
              </a:solidFill>
              <a:effectLst/>
              <a:uLnTx/>
              <a:uFillTx/>
              <a:latin typeface="Arial"/>
              <a:cs typeface="Arial"/>
              <a:sym typeface="Arial"/>
            </a:endParaRPr>
          </a:p>
        </p:txBody>
      </p:sp>
      <p:sp>
        <p:nvSpPr>
          <p:cNvPr id="26" name="Google Shape;250;p27">
            <a:extLst>
              <a:ext uri="{FF2B5EF4-FFF2-40B4-BE49-F238E27FC236}">
                <a16:creationId xmlns:a16="http://schemas.microsoft.com/office/drawing/2014/main" id="{B51516B3-93A2-D03C-3197-858BED84E142}"/>
              </a:ext>
            </a:extLst>
          </p:cNvPr>
          <p:cNvSpPr txBox="1"/>
          <p:nvPr/>
        </p:nvSpPr>
        <p:spPr>
          <a:xfrm rot="1762067">
            <a:off x="6600896" y="3329696"/>
            <a:ext cx="1173621" cy="33852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31394D"/>
                </a:solidFill>
                <a:effectLst/>
                <a:uLnTx/>
                <a:uFillTx/>
                <a:latin typeface="Roboto"/>
                <a:ea typeface="Roboto"/>
                <a:cs typeface="Roboto"/>
                <a:sym typeface="Roboto"/>
              </a:rPr>
              <a:t>Pays 7% p.a. </a:t>
            </a:r>
            <a:endParaRPr kumimoji="0" sz="1000" b="0" i="0" u="none" strike="noStrike" kern="0" cap="none" spc="0" normalizeH="0" baseline="0" noProof="0">
              <a:ln>
                <a:noFill/>
              </a:ln>
              <a:solidFill>
                <a:srgbClr val="31394D"/>
              </a:solidFill>
              <a:effectLst/>
              <a:uLnTx/>
              <a:uFillTx/>
              <a:latin typeface="Arial"/>
              <a:cs typeface="Arial"/>
              <a:sym typeface="Arial"/>
            </a:endParaRPr>
          </a:p>
        </p:txBody>
      </p:sp>
      <p:sp>
        <p:nvSpPr>
          <p:cNvPr id="29" name="Google Shape;251;p27">
            <a:extLst>
              <a:ext uri="{FF2B5EF4-FFF2-40B4-BE49-F238E27FC236}">
                <a16:creationId xmlns:a16="http://schemas.microsoft.com/office/drawing/2014/main" id="{FDED149C-8A98-9A9F-991D-2D46CC76B45D}"/>
              </a:ext>
            </a:extLst>
          </p:cNvPr>
          <p:cNvSpPr/>
          <p:nvPr/>
        </p:nvSpPr>
        <p:spPr>
          <a:xfrm rot="10800000">
            <a:off x="4285394" y="3154425"/>
            <a:ext cx="858249" cy="18841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Roboto"/>
              <a:ea typeface="Roboto"/>
              <a:cs typeface="Roboto"/>
              <a:sym typeface="Roboto"/>
            </a:endParaRPr>
          </a:p>
        </p:txBody>
      </p:sp>
      <p:sp>
        <p:nvSpPr>
          <p:cNvPr id="30" name="Google Shape;250;p27">
            <a:extLst>
              <a:ext uri="{FF2B5EF4-FFF2-40B4-BE49-F238E27FC236}">
                <a16:creationId xmlns:a16="http://schemas.microsoft.com/office/drawing/2014/main" id="{1E1ED4DF-DEBD-C536-9E91-8E01C50FBEE3}"/>
              </a:ext>
            </a:extLst>
          </p:cNvPr>
          <p:cNvSpPr txBox="1"/>
          <p:nvPr/>
        </p:nvSpPr>
        <p:spPr>
          <a:xfrm rot="3823">
            <a:off x="4271085" y="2876706"/>
            <a:ext cx="975817" cy="33852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31394D"/>
                </a:solidFill>
                <a:effectLst/>
                <a:uLnTx/>
                <a:uFillTx/>
                <a:latin typeface="Roboto"/>
                <a:ea typeface="Roboto"/>
                <a:cs typeface="Roboto"/>
                <a:sym typeface="Roboto"/>
              </a:rPr>
              <a:t>Pays 4% p.a. </a:t>
            </a:r>
            <a:endParaRPr kumimoji="0" sz="1000" b="0" i="0" u="none" strike="noStrike" kern="0" cap="none" spc="0" normalizeH="0" baseline="0" noProof="0">
              <a:ln>
                <a:noFill/>
              </a:ln>
              <a:solidFill>
                <a:srgbClr val="31394D"/>
              </a:solidFill>
              <a:effectLst/>
              <a:uLnTx/>
              <a:uFillTx/>
              <a:latin typeface="Arial"/>
              <a:cs typeface="Arial"/>
              <a:sym typeface="Arial"/>
            </a:endParaRPr>
          </a:p>
        </p:txBody>
      </p:sp>
    </p:spTree>
    <p:extLst>
      <p:ext uri="{BB962C8B-B14F-4D97-AF65-F5344CB8AC3E}">
        <p14:creationId xmlns:p14="http://schemas.microsoft.com/office/powerpoint/2010/main" val="71072531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D0093-C0CD-FA75-86AE-68E6DE7CB0E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976B511-2DE4-2032-CB03-01621CE22CC9}"/>
              </a:ext>
            </a:extLst>
          </p:cNvPr>
          <p:cNvSpPr>
            <a:spLocks noGrp="1"/>
          </p:cNvSpPr>
          <p:nvPr>
            <p:ph type="body" sz="quarter" idx="11"/>
          </p:nvPr>
        </p:nvSpPr>
        <p:spPr>
          <a:xfrm>
            <a:off x="293300" y="1273628"/>
            <a:ext cx="3921513" cy="3698045"/>
          </a:xfrm>
        </p:spPr>
        <p:txBody>
          <a:bodyPr>
            <a:noAutofit/>
          </a:bodyPr>
          <a:lstStyle/>
          <a:p>
            <a:pPr marL="285750" indent="-285750"/>
            <a:r>
              <a:rPr lang="en-US" sz="1600" dirty="0">
                <a:solidFill>
                  <a:srgbClr val="002F4A"/>
                </a:solidFill>
              </a:rPr>
              <a:t>Facilitate the design and </a:t>
            </a:r>
            <a:r>
              <a:rPr lang="en-US" sz="1600" b="1" dirty="0">
                <a:solidFill>
                  <a:srgbClr val="002F4A"/>
                </a:solidFill>
              </a:rPr>
              <a:t>structure of KPIs</a:t>
            </a:r>
            <a:endParaRPr lang="en-US" sz="1600" dirty="0">
              <a:solidFill>
                <a:srgbClr val="002F4A"/>
              </a:solidFill>
            </a:endParaRPr>
          </a:p>
          <a:p>
            <a:pPr marL="285750" indent="-285750"/>
            <a:r>
              <a:rPr lang="en-US" sz="1600" dirty="0">
                <a:solidFill>
                  <a:srgbClr val="002F4A"/>
                </a:solidFill>
              </a:rPr>
              <a:t>Perhaps provide additional </a:t>
            </a:r>
            <a:r>
              <a:rPr lang="en-US" sz="1600" b="1" dirty="0">
                <a:solidFill>
                  <a:srgbClr val="002F4A"/>
                </a:solidFill>
              </a:rPr>
              <a:t>financial guarantees</a:t>
            </a:r>
            <a:r>
              <a:rPr lang="en-US" sz="1600" dirty="0">
                <a:solidFill>
                  <a:srgbClr val="002F4A"/>
                </a:solidFill>
              </a:rPr>
              <a:t> to reassure investors</a:t>
            </a:r>
          </a:p>
          <a:p>
            <a:pPr marL="285750" indent="-285750"/>
            <a:r>
              <a:rPr lang="en-US" sz="1600" dirty="0">
                <a:solidFill>
                  <a:srgbClr val="002F4A"/>
                </a:solidFill>
              </a:rPr>
              <a:t>Assist in </a:t>
            </a:r>
            <a:r>
              <a:rPr lang="en-US" sz="1600" b="1" dirty="0">
                <a:solidFill>
                  <a:srgbClr val="002F4A"/>
                </a:solidFill>
              </a:rPr>
              <a:t>monitoring and evaluating </a:t>
            </a:r>
            <a:r>
              <a:rPr lang="en-US" sz="1600" dirty="0">
                <a:solidFill>
                  <a:srgbClr val="002F4A"/>
                </a:solidFill>
              </a:rPr>
              <a:t>KPIs</a:t>
            </a:r>
          </a:p>
          <a:p>
            <a:pPr marL="285750" indent="-285750"/>
            <a:r>
              <a:rPr lang="en-US" sz="1600" dirty="0">
                <a:solidFill>
                  <a:srgbClr val="002F4A"/>
                </a:solidFill>
              </a:rPr>
              <a:t>Provide </a:t>
            </a:r>
            <a:r>
              <a:rPr lang="en-US" sz="1600" b="1" dirty="0">
                <a:solidFill>
                  <a:srgbClr val="002F4A"/>
                </a:solidFill>
              </a:rPr>
              <a:t>technical assistance </a:t>
            </a:r>
            <a:r>
              <a:rPr lang="en-US" sz="1600" dirty="0">
                <a:solidFill>
                  <a:srgbClr val="002F4A"/>
                </a:solidFill>
              </a:rPr>
              <a:t>and </a:t>
            </a:r>
            <a:r>
              <a:rPr lang="en-US" sz="1600" b="1" dirty="0">
                <a:solidFill>
                  <a:srgbClr val="002F4A"/>
                </a:solidFill>
              </a:rPr>
              <a:t>capacity building </a:t>
            </a:r>
            <a:r>
              <a:rPr lang="en-US" sz="1600" dirty="0">
                <a:solidFill>
                  <a:srgbClr val="002F4A"/>
                </a:solidFill>
              </a:rPr>
              <a:t>to assist sovereigns in achieving KPIs</a:t>
            </a:r>
          </a:p>
          <a:p>
            <a:pPr indent="0">
              <a:buNone/>
            </a:pPr>
            <a:endParaRPr lang="en-US" dirty="0"/>
          </a:p>
        </p:txBody>
      </p:sp>
      <p:sp>
        <p:nvSpPr>
          <p:cNvPr id="3" name="Subtitle 2">
            <a:extLst>
              <a:ext uri="{FF2B5EF4-FFF2-40B4-BE49-F238E27FC236}">
                <a16:creationId xmlns:a16="http://schemas.microsoft.com/office/drawing/2014/main" id="{007FEF88-4CEC-1943-EB1E-7F0CC161CD06}"/>
              </a:ext>
            </a:extLst>
          </p:cNvPr>
          <p:cNvSpPr>
            <a:spLocks noGrp="1"/>
          </p:cNvSpPr>
          <p:nvPr>
            <p:ph type="subTitle" idx="1"/>
          </p:nvPr>
        </p:nvSpPr>
        <p:spPr/>
        <p:txBody>
          <a:bodyPr>
            <a:normAutofit/>
          </a:bodyPr>
          <a:lstStyle/>
          <a:p>
            <a:r>
              <a:rPr lang="en-US" dirty="0"/>
              <a:t>Development Partner Roles (e.g., </a:t>
            </a:r>
            <a:r>
              <a:rPr lang="en-US" dirty="0" err="1"/>
              <a:t>GiZ</a:t>
            </a:r>
            <a:r>
              <a:rPr lang="en-US" dirty="0"/>
              <a:t> or AFD)</a:t>
            </a:r>
          </a:p>
        </p:txBody>
      </p:sp>
      <p:sp>
        <p:nvSpPr>
          <p:cNvPr id="5" name="Rectangle 4">
            <a:extLst>
              <a:ext uri="{FF2B5EF4-FFF2-40B4-BE49-F238E27FC236}">
                <a16:creationId xmlns:a16="http://schemas.microsoft.com/office/drawing/2014/main" id="{BF4BEDEE-F758-A84C-DB9E-E0C7E00C8C50}"/>
              </a:ext>
            </a:extLst>
          </p:cNvPr>
          <p:cNvSpPr/>
          <p:nvPr/>
        </p:nvSpPr>
        <p:spPr>
          <a:xfrm>
            <a:off x="4724399" y="1400175"/>
            <a:ext cx="4278701" cy="335416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oogle Shape;230;p26">
            <a:extLst>
              <a:ext uri="{FF2B5EF4-FFF2-40B4-BE49-F238E27FC236}">
                <a16:creationId xmlns:a16="http://schemas.microsoft.com/office/drawing/2014/main" id="{8CA87BE6-503F-EE70-26E3-54B56828FBCA}"/>
              </a:ext>
            </a:extLst>
          </p:cNvPr>
          <p:cNvGrpSpPr/>
          <p:nvPr/>
        </p:nvGrpSpPr>
        <p:grpSpPr>
          <a:xfrm>
            <a:off x="4838199" y="3361884"/>
            <a:ext cx="2196033" cy="1220887"/>
            <a:chOff x="5040038" y="2459523"/>
            <a:chExt cx="1718739" cy="966656"/>
          </a:xfrm>
        </p:grpSpPr>
        <p:sp>
          <p:nvSpPr>
            <p:cNvPr id="7" name="Google Shape;231;p26">
              <a:extLst>
                <a:ext uri="{FF2B5EF4-FFF2-40B4-BE49-F238E27FC236}">
                  <a16:creationId xmlns:a16="http://schemas.microsoft.com/office/drawing/2014/main" id="{CCB1262A-5AD6-0B48-4C3C-D4836E286614}"/>
                </a:ext>
              </a:extLst>
            </p:cNvPr>
            <p:cNvSpPr/>
            <p:nvPr/>
          </p:nvSpPr>
          <p:spPr>
            <a:xfrm>
              <a:off x="5040039" y="2707679"/>
              <a:ext cx="1718738" cy="718500"/>
            </a:xfrm>
            <a:prstGeom prst="rect">
              <a:avLst/>
            </a:prstGeom>
            <a:solidFill>
              <a:schemeClr val="accent5"/>
            </a:solidFill>
            <a:ln>
              <a:noFill/>
            </a:ln>
          </p:spPr>
          <p:txBody>
            <a:bodyPr spcFirstLastPara="1" wrap="square" lIns="91425" tIns="91425" rIns="91425" bIns="91425" anchor="t" anchorCtr="0">
              <a:noAutofit/>
            </a:bodyPr>
            <a:lstStyle/>
            <a:p>
              <a:r>
                <a:rPr lang="en" sz="1000" b="1">
                  <a:solidFill>
                    <a:srgbClr val="FFFFFF"/>
                  </a:solidFill>
                  <a:latin typeface="Roboto"/>
                  <a:ea typeface="Roboto"/>
                  <a:cs typeface="Roboto"/>
                  <a:sym typeface="Roboto"/>
                </a:rPr>
                <a:t>Guarantees</a:t>
              </a:r>
              <a:r>
                <a:rPr lang="en" sz="1000">
                  <a:solidFill>
                    <a:srgbClr val="FFFFFF"/>
                  </a:solidFill>
                  <a:latin typeface="Roboto"/>
                  <a:ea typeface="Roboto"/>
                  <a:cs typeface="Roboto"/>
                  <a:sym typeface="Roboto"/>
                </a:rPr>
                <a:t> the coupon rate for the investor and </a:t>
              </a:r>
              <a:r>
                <a:rPr lang="en" sz="1000" b="1">
                  <a:solidFill>
                    <a:srgbClr val="FFFFFF"/>
                  </a:solidFill>
                  <a:latin typeface="Roboto"/>
                  <a:ea typeface="Roboto"/>
                  <a:cs typeface="Roboto"/>
                  <a:sym typeface="Roboto"/>
                </a:rPr>
                <a:t>lowers the rate </a:t>
              </a:r>
              <a:r>
                <a:rPr lang="en" sz="1000">
                  <a:solidFill>
                    <a:srgbClr val="FFFFFF"/>
                  </a:solidFill>
                  <a:latin typeface="Roboto"/>
                  <a:ea typeface="Roboto"/>
                  <a:cs typeface="Roboto"/>
                  <a:sym typeface="Roboto"/>
                </a:rPr>
                <a:t>for the sovereign depending on target achievement. </a:t>
              </a:r>
              <a:endParaRPr sz="1000">
                <a:solidFill>
                  <a:srgbClr val="FFFFFF"/>
                </a:solidFill>
              </a:endParaRPr>
            </a:p>
          </p:txBody>
        </p:sp>
        <p:sp>
          <p:nvSpPr>
            <p:cNvPr id="8" name="Google Shape;232;p26">
              <a:extLst>
                <a:ext uri="{FF2B5EF4-FFF2-40B4-BE49-F238E27FC236}">
                  <a16:creationId xmlns:a16="http://schemas.microsoft.com/office/drawing/2014/main" id="{8166F170-93D2-B476-D496-252E77B07462}"/>
                </a:ext>
              </a:extLst>
            </p:cNvPr>
            <p:cNvSpPr/>
            <p:nvPr/>
          </p:nvSpPr>
          <p:spPr>
            <a:xfrm>
              <a:off x="5040038" y="2459523"/>
              <a:ext cx="1718739"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r>
                <a:rPr lang="en" sz="1200">
                  <a:solidFill>
                    <a:srgbClr val="FFFFFF"/>
                  </a:solidFill>
                  <a:latin typeface="Roboto"/>
                  <a:ea typeface="Roboto"/>
                  <a:cs typeface="Roboto"/>
                  <a:sym typeface="Roboto"/>
                </a:rPr>
                <a:t>WB</a:t>
              </a:r>
              <a:endParaRPr sz="1200">
                <a:solidFill>
                  <a:srgbClr val="FFFFFF"/>
                </a:solidFill>
              </a:endParaRPr>
            </a:p>
          </p:txBody>
        </p:sp>
      </p:grpSp>
      <p:grpSp>
        <p:nvGrpSpPr>
          <p:cNvPr id="9" name="Google Shape;233;p26">
            <a:extLst>
              <a:ext uri="{FF2B5EF4-FFF2-40B4-BE49-F238E27FC236}">
                <a16:creationId xmlns:a16="http://schemas.microsoft.com/office/drawing/2014/main" id="{D3738589-3488-56B0-8D64-60A04156EE4D}"/>
              </a:ext>
            </a:extLst>
          </p:cNvPr>
          <p:cNvGrpSpPr/>
          <p:nvPr/>
        </p:nvGrpSpPr>
        <p:grpSpPr>
          <a:xfrm>
            <a:off x="7212104" y="1586869"/>
            <a:ext cx="1638596" cy="1295717"/>
            <a:chOff x="3798075" y="647329"/>
            <a:chExt cx="1332300" cy="1052915"/>
          </a:xfrm>
        </p:grpSpPr>
        <p:sp>
          <p:nvSpPr>
            <p:cNvPr id="10" name="Google Shape;234;p26">
              <a:extLst>
                <a:ext uri="{FF2B5EF4-FFF2-40B4-BE49-F238E27FC236}">
                  <a16:creationId xmlns:a16="http://schemas.microsoft.com/office/drawing/2014/main" id="{C6701D46-5DB9-0653-DC14-5B7AA46DCD47}"/>
                </a:ext>
              </a:extLst>
            </p:cNvPr>
            <p:cNvSpPr/>
            <p:nvPr/>
          </p:nvSpPr>
          <p:spPr>
            <a:xfrm>
              <a:off x="3798075" y="932329"/>
              <a:ext cx="1332300" cy="767915"/>
            </a:xfrm>
            <a:prstGeom prst="rect">
              <a:avLst/>
            </a:prstGeom>
            <a:solidFill>
              <a:schemeClr val="accent1"/>
            </a:solidFill>
            <a:ln>
              <a:noFill/>
            </a:ln>
          </p:spPr>
          <p:txBody>
            <a:bodyPr spcFirstLastPara="1" wrap="square" lIns="91425" tIns="91425" rIns="91425" bIns="91425" anchor="t" anchorCtr="0">
              <a:noAutofit/>
            </a:bodyPr>
            <a:lstStyle/>
            <a:p>
              <a:r>
                <a:rPr lang="en" sz="1000">
                  <a:solidFill>
                    <a:srgbClr val="FFFFFF"/>
                  </a:solidFill>
                  <a:latin typeface="Roboto"/>
                  <a:ea typeface="Roboto"/>
                  <a:cs typeface="Roboto"/>
                  <a:sym typeface="Roboto"/>
                </a:rPr>
                <a:t>Pays </a:t>
              </a:r>
              <a:r>
                <a:rPr lang="en" sz="1000" b="1">
                  <a:solidFill>
                    <a:srgbClr val="FFFFFF"/>
                  </a:solidFill>
                  <a:latin typeface="Roboto"/>
                  <a:ea typeface="Roboto"/>
                  <a:cs typeface="Roboto"/>
                  <a:sym typeface="Roboto"/>
                </a:rPr>
                <a:t>lower coupon </a:t>
              </a:r>
              <a:r>
                <a:rPr lang="en" sz="1000">
                  <a:solidFill>
                    <a:srgbClr val="FFFFFF"/>
                  </a:solidFill>
                  <a:latin typeface="Roboto"/>
                  <a:ea typeface="Roboto"/>
                  <a:cs typeface="Roboto"/>
                  <a:sym typeface="Roboto"/>
                </a:rPr>
                <a:t>payments when certain targets are met. Is incentivized to pursue climate action.</a:t>
              </a:r>
              <a:endParaRPr sz="1000">
                <a:solidFill>
                  <a:srgbClr val="FFFFFF"/>
                </a:solidFill>
              </a:endParaRPr>
            </a:p>
          </p:txBody>
        </p:sp>
        <p:sp>
          <p:nvSpPr>
            <p:cNvPr id="11" name="Google Shape;235;p26">
              <a:extLst>
                <a:ext uri="{FF2B5EF4-FFF2-40B4-BE49-F238E27FC236}">
                  <a16:creationId xmlns:a16="http://schemas.microsoft.com/office/drawing/2014/main" id="{C3D3E535-5394-0AAC-DC2D-83EBFA0E76EC}"/>
                </a:ext>
              </a:extLst>
            </p:cNvPr>
            <p:cNvSpPr/>
            <p:nvPr/>
          </p:nvSpPr>
          <p:spPr>
            <a:xfrm>
              <a:off x="3798075" y="647329"/>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Sovereign</a:t>
              </a:r>
              <a:endParaRPr sz="1200">
                <a:solidFill>
                  <a:srgbClr val="FFFFFF"/>
                </a:solidFill>
              </a:endParaRPr>
            </a:p>
          </p:txBody>
        </p:sp>
      </p:grpSp>
      <p:grpSp>
        <p:nvGrpSpPr>
          <p:cNvPr id="12" name="Google Shape;236;p26">
            <a:extLst>
              <a:ext uri="{FF2B5EF4-FFF2-40B4-BE49-F238E27FC236}">
                <a16:creationId xmlns:a16="http://schemas.microsoft.com/office/drawing/2014/main" id="{CB3C142E-ACA1-98E6-B323-3049A4E949A6}"/>
              </a:ext>
            </a:extLst>
          </p:cNvPr>
          <p:cNvGrpSpPr/>
          <p:nvPr/>
        </p:nvGrpSpPr>
        <p:grpSpPr>
          <a:xfrm>
            <a:off x="4838199" y="1552239"/>
            <a:ext cx="1638596" cy="1325411"/>
            <a:chOff x="2465775" y="2422675"/>
            <a:chExt cx="1332300" cy="992966"/>
          </a:xfrm>
        </p:grpSpPr>
        <p:sp>
          <p:nvSpPr>
            <p:cNvPr id="13" name="Google Shape;237;p26">
              <a:extLst>
                <a:ext uri="{FF2B5EF4-FFF2-40B4-BE49-F238E27FC236}">
                  <a16:creationId xmlns:a16="http://schemas.microsoft.com/office/drawing/2014/main" id="{D2131379-6BD2-E583-A990-9A7A4B6BF9E0}"/>
                </a:ext>
              </a:extLst>
            </p:cNvPr>
            <p:cNvSpPr/>
            <p:nvPr/>
          </p:nvSpPr>
          <p:spPr>
            <a:xfrm>
              <a:off x="2465775" y="2707674"/>
              <a:ext cx="1332300" cy="707967"/>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rgbClr val="FFFFFF"/>
                  </a:solidFill>
                  <a:latin typeface="Roboto"/>
                  <a:ea typeface="Roboto"/>
                  <a:cs typeface="Roboto"/>
                  <a:sym typeface="Roboto"/>
                </a:rPr>
                <a:t>Guaranteed</a:t>
              </a:r>
              <a:r>
                <a:rPr lang="en" sz="1000">
                  <a:solidFill>
                    <a:srgbClr val="FFFFFF"/>
                  </a:solidFill>
                  <a:latin typeface="Roboto"/>
                  <a:ea typeface="Roboto"/>
                  <a:cs typeface="Roboto"/>
                  <a:sym typeface="Roboto"/>
                </a:rPr>
                <a:t> to receive stable returns and is incentivized to invest.</a:t>
              </a:r>
              <a:endParaRPr sz="1000">
                <a:solidFill>
                  <a:srgbClr val="FFFFFF"/>
                </a:solidFill>
              </a:endParaRPr>
            </a:p>
          </p:txBody>
        </p:sp>
        <p:sp>
          <p:nvSpPr>
            <p:cNvPr id="14" name="Google Shape;238;p26">
              <a:extLst>
                <a:ext uri="{FF2B5EF4-FFF2-40B4-BE49-F238E27FC236}">
                  <a16:creationId xmlns:a16="http://schemas.microsoft.com/office/drawing/2014/main" id="{34F7055B-101E-924D-F030-9596C49151D6}"/>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Investor</a:t>
              </a:r>
              <a:endParaRPr sz="1200">
                <a:solidFill>
                  <a:srgbClr val="FFFFFF"/>
                </a:solidFill>
              </a:endParaRPr>
            </a:p>
          </p:txBody>
        </p:sp>
      </p:grpSp>
      <p:grpSp>
        <p:nvGrpSpPr>
          <p:cNvPr id="15" name="Google Shape;236;p26">
            <a:extLst>
              <a:ext uri="{FF2B5EF4-FFF2-40B4-BE49-F238E27FC236}">
                <a16:creationId xmlns:a16="http://schemas.microsoft.com/office/drawing/2014/main" id="{1461DBDF-84AA-26DC-CA83-13BFEC725160}"/>
              </a:ext>
            </a:extLst>
          </p:cNvPr>
          <p:cNvGrpSpPr/>
          <p:nvPr/>
        </p:nvGrpSpPr>
        <p:grpSpPr>
          <a:xfrm>
            <a:off x="7246788" y="3242058"/>
            <a:ext cx="1638596" cy="1325411"/>
            <a:chOff x="2465775" y="2422675"/>
            <a:chExt cx="1332300" cy="992966"/>
          </a:xfrm>
        </p:grpSpPr>
        <p:sp>
          <p:nvSpPr>
            <p:cNvPr id="16" name="Google Shape;237;p26">
              <a:extLst>
                <a:ext uri="{FF2B5EF4-FFF2-40B4-BE49-F238E27FC236}">
                  <a16:creationId xmlns:a16="http://schemas.microsoft.com/office/drawing/2014/main" id="{6D49BAE1-0FA5-BED3-8BE4-BFA000D0E634}"/>
                </a:ext>
              </a:extLst>
            </p:cNvPr>
            <p:cNvSpPr/>
            <p:nvPr/>
          </p:nvSpPr>
          <p:spPr>
            <a:xfrm>
              <a:off x="2465775" y="2707674"/>
              <a:ext cx="1332300" cy="707967"/>
            </a:xfrm>
            <a:prstGeom prst="rect">
              <a:avLst/>
            </a:prstGeom>
            <a:solidFill>
              <a:schemeClr val="accent6">
                <a:lumMod val="25000"/>
              </a:schemeClr>
            </a:solidFill>
            <a:ln>
              <a:solidFill>
                <a:schemeClr val="accent6">
                  <a:lumMod val="25000"/>
                </a:schemeClr>
              </a:solid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FFFF"/>
                  </a:solidFill>
                  <a:latin typeface="Roboto"/>
                  <a:ea typeface="Roboto"/>
                  <a:cs typeface="Roboto"/>
                  <a:sym typeface="Roboto"/>
                </a:rPr>
                <a:t>Provides</a:t>
              </a:r>
              <a:r>
                <a:rPr lang="en" sz="1000" b="1">
                  <a:solidFill>
                    <a:srgbClr val="FFFFFF"/>
                  </a:solidFill>
                  <a:latin typeface="Roboto"/>
                  <a:ea typeface="Roboto"/>
                  <a:cs typeface="Roboto"/>
                  <a:sym typeface="Roboto"/>
                </a:rPr>
                <a:t> technical assistance </a:t>
              </a:r>
              <a:r>
                <a:rPr lang="en" sz="1000">
                  <a:solidFill>
                    <a:srgbClr val="FFFFFF"/>
                  </a:solidFill>
                  <a:latin typeface="Roboto"/>
                  <a:ea typeface="Roboto"/>
                  <a:cs typeface="Roboto"/>
                  <a:sym typeface="Roboto"/>
                </a:rPr>
                <a:t>to ensure KPIs are met.</a:t>
              </a:r>
              <a:endParaRPr sz="1000">
                <a:solidFill>
                  <a:srgbClr val="FFFFFF"/>
                </a:solidFill>
              </a:endParaRPr>
            </a:p>
          </p:txBody>
        </p:sp>
        <p:sp>
          <p:nvSpPr>
            <p:cNvPr id="17" name="Google Shape;238;p26">
              <a:extLst>
                <a:ext uri="{FF2B5EF4-FFF2-40B4-BE49-F238E27FC236}">
                  <a16:creationId xmlns:a16="http://schemas.microsoft.com/office/drawing/2014/main" id="{BFE1F1FF-6543-165F-D29B-5F76EB0D1C9C}"/>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Partner Agency</a:t>
              </a:r>
              <a:endParaRPr sz="1200">
                <a:solidFill>
                  <a:srgbClr val="FFFFFF"/>
                </a:solidFill>
              </a:endParaRPr>
            </a:p>
          </p:txBody>
        </p:sp>
      </p:grpSp>
      <p:sp>
        <p:nvSpPr>
          <p:cNvPr id="18" name="Google Shape;182;p22">
            <a:extLst>
              <a:ext uri="{FF2B5EF4-FFF2-40B4-BE49-F238E27FC236}">
                <a16:creationId xmlns:a16="http://schemas.microsoft.com/office/drawing/2014/main" id="{009E4B5F-8749-874A-D616-DD7C0B415F97}"/>
              </a:ext>
            </a:extLst>
          </p:cNvPr>
          <p:cNvSpPr/>
          <p:nvPr/>
        </p:nvSpPr>
        <p:spPr>
          <a:xfrm rot="16200000">
            <a:off x="5481364" y="3026722"/>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9" name="Google Shape;182;p22">
            <a:extLst>
              <a:ext uri="{FF2B5EF4-FFF2-40B4-BE49-F238E27FC236}">
                <a16:creationId xmlns:a16="http://schemas.microsoft.com/office/drawing/2014/main" id="{DCD28330-9354-AF12-39FC-76FEAB9F2B8E}"/>
              </a:ext>
            </a:extLst>
          </p:cNvPr>
          <p:cNvSpPr/>
          <p:nvPr/>
        </p:nvSpPr>
        <p:spPr>
          <a:xfrm rot="8031831">
            <a:off x="6700987" y="2968218"/>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0" name="Google Shape;182;p22">
            <a:extLst>
              <a:ext uri="{FF2B5EF4-FFF2-40B4-BE49-F238E27FC236}">
                <a16:creationId xmlns:a16="http://schemas.microsoft.com/office/drawing/2014/main" id="{87EA4C7C-B02E-509F-44F6-9B7F590881B6}"/>
              </a:ext>
            </a:extLst>
          </p:cNvPr>
          <p:cNvSpPr/>
          <p:nvPr/>
        </p:nvSpPr>
        <p:spPr>
          <a:xfrm rot="16200000">
            <a:off x="8331100" y="3169465"/>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extLst>
      <p:ext uri="{BB962C8B-B14F-4D97-AF65-F5344CB8AC3E}">
        <p14:creationId xmlns:p14="http://schemas.microsoft.com/office/powerpoint/2010/main" val="14978380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3261F-FAEA-7D51-8E8F-C120E8257D9A}"/>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7BD4E397-D301-474E-4FAB-E4E4D312EAD9}"/>
              </a:ext>
            </a:extLst>
          </p:cNvPr>
          <p:cNvSpPr>
            <a:spLocks noGrp="1"/>
          </p:cNvSpPr>
          <p:nvPr>
            <p:ph type="subTitle" idx="1"/>
          </p:nvPr>
        </p:nvSpPr>
        <p:spPr/>
        <p:txBody>
          <a:bodyPr/>
          <a:lstStyle/>
          <a:p>
            <a:r>
              <a:rPr lang="en-US"/>
              <a:t>Structuring KPIs</a:t>
            </a:r>
          </a:p>
        </p:txBody>
      </p:sp>
    </p:spTree>
    <p:extLst>
      <p:ext uri="{BB962C8B-B14F-4D97-AF65-F5344CB8AC3E}">
        <p14:creationId xmlns:p14="http://schemas.microsoft.com/office/powerpoint/2010/main" val="256309458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6">
          <a:extLst>
            <a:ext uri="{FF2B5EF4-FFF2-40B4-BE49-F238E27FC236}">
              <a16:creationId xmlns:a16="http://schemas.microsoft.com/office/drawing/2014/main" id="{DC531D5D-E7CD-772A-C910-1ACF4034FF50}"/>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A8FA1F08-EC83-E586-7B5D-C8D1B4AE6A51}"/>
              </a:ext>
            </a:extLst>
          </p:cNvPr>
          <p:cNvSpPr>
            <a:spLocks noGrp="1"/>
          </p:cNvSpPr>
          <p:nvPr>
            <p:ph type="subTitle" idx="1"/>
          </p:nvPr>
        </p:nvSpPr>
        <p:spPr/>
        <p:txBody>
          <a:bodyPr>
            <a:normAutofit/>
          </a:bodyPr>
          <a:lstStyle/>
          <a:p>
            <a:r>
              <a:rPr lang="en" sz="2000"/>
              <a:t>How to Structure KPIs?</a:t>
            </a:r>
            <a:endParaRPr lang="en-US"/>
          </a:p>
        </p:txBody>
      </p:sp>
      <p:sp>
        <p:nvSpPr>
          <p:cNvPr id="4" name="Text Placeholder 3">
            <a:extLst>
              <a:ext uri="{FF2B5EF4-FFF2-40B4-BE49-F238E27FC236}">
                <a16:creationId xmlns:a16="http://schemas.microsoft.com/office/drawing/2014/main" id="{38417233-964A-D216-1969-F5A9C4FAF07B}"/>
              </a:ext>
            </a:extLst>
          </p:cNvPr>
          <p:cNvSpPr>
            <a:spLocks noGrp="1"/>
          </p:cNvSpPr>
          <p:nvPr>
            <p:ph type="body" sz="quarter" idx="10"/>
          </p:nvPr>
        </p:nvSpPr>
        <p:spPr>
          <a:xfrm>
            <a:off x="293300" y="1205234"/>
            <a:ext cx="4278700" cy="3465738"/>
          </a:xfrm>
        </p:spPr>
        <p:txBody>
          <a:bodyPr>
            <a:noAutofit/>
          </a:bodyPr>
          <a:lstStyle/>
          <a:p>
            <a:pPr marL="0" lvl="0" indent="0" algn="l" rtl="0">
              <a:spcBef>
                <a:spcPts val="0"/>
              </a:spcBef>
              <a:spcAft>
                <a:spcPts val="0"/>
              </a:spcAft>
              <a:buNone/>
            </a:pPr>
            <a:r>
              <a:rPr lang="en-GB" sz="1400" b="1" dirty="0">
                <a:solidFill>
                  <a:schemeClr val="accent4"/>
                </a:solidFill>
              </a:rPr>
              <a:t>Capacity Assessment:</a:t>
            </a:r>
          </a:p>
          <a:p>
            <a:pPr marL="457200" lvl="0" indent="-293687" algn="l" rtl="0">
              <a:spcBef>
                <a:spcPts val="1200"/>
              </a:spcBef>
              <a:spcAft>
                <a:spcPts val="0"/>
              </a:spcAft>
              <a:buClr>
                <a:srgbClr val="000000"/>
              </a:buClr>
              <a:buSzPct val="100000"/>
              <a:buChar char="●"/>
            </a:pPr>
            <a:r>
              <a:rPr lang="en-GB" sz="1200" dirty="0">
                <a:solidFill>
                  <a:srgbClr val="002F4A"/>
                </a:solidFill>
              </a:rPr>
              <a:t>Evaluate the issuer's capability to deliver on ambitious climate targets and sustainable infrastructure projects</a:t>
            </a:r>
          </a:p>
          <a:p>
            <a:pPr marL="457200" lvl="0" indent="-293687" algn="l" rtl="0">
              <a:spcBef>
                <a:spcPts val="0"/>
              </a:spcBef>
              <a:spcAft>
                <a:spcPts val="0"/>
              </a:spcAft>
              <a:buClr>
                <a:srgbClr val="000000"/>
              </a:buClr>
              <a:buSzPct val="100000"/>
              <a:buChar char="●"/>
            </a:pPr>
            <a:r>
              <a:rPr lang="en-GB" sz="1200" dirty="0">
                <a:solidFill>
                  <a:srgbClr val="002F4A"/>
                </a:solidFill>
              </a:rPr>
              <a:t>Consider technical expertise, institutional capacity, and historical performance</a:t>
            </a:r>
          </a:p>
          <a:p>
            <a:pPr marL="457200" lvl="0" indent="-293687" algn="l" rtl="0">
              <a:spcBef>
                <a:spcPts val="0"/>
              </a:spcBef>
              <a:spcAft>
                <a:spcPts val="0"/>
              </a:spcAft>
              <a:buClr>
                <a:srgbClr val="000000"/>
              </a:buClr>
              <a:buSzPct val="100000"/>
              <a:buChar char="●"/>
            </a:pPr>
            <a:endParaRPr lang="en-GB" sz="1100" dirty="0">
              <a:solidFill>
                <a:srgbClr val="002F4A"/>
              </a:solidFill>
            </a:endParaRPr>
          </a:p>
          <a:p>
            <a:pPr marL="0" lvl="0" indent="0" algn="l" rtl="0">
              <a:spcAft>
                <a:spcPts val="0"/>
              </a:spcAft>
              <a:buNone/>
            </a:pPr>
            <a:r>
              <a:rPr lang="en-GB" sz="1400" b="1" dirty="0">
                <a:solidFill>
                  <a:schemeClr val="accent4"/>
                </a:solidFill>
              </a:rPr>
              <a:t>Negotiations with Stakeholders:</a:t>
            </a:r>
          </a:p>
          <a:p>
            <a:pPr marL="457200" lvl="0" indent="-293687" algn="l" rtl="0">
              <a:spcBef>
                <a:spcPts val="0"/>
              </a:spcBef>
              <a:spcAft>
                <a:spcPts val="0"/>
              </a:spcAft>
              <a:buClr>
                <a:srgbClr val="000000"/>
              </a:buClr>
              <a:buSzPct val="100000"/>
              <a:buChar char="●"/>
            </a:pPr>
            <a:endParaRPr lang="en-GB" sz="1100" dirty="0">
              <a:solidFill>
                <a:srgbClr val="002F4A"/>
              </a:solidFill>
            </a:endParaRPr>
          </a:p>
          <a:p>
            <a:pPr marL="457200" lvl="0" indent="-293687" algn="l" rtl="0">
              <a:spcBef>
                <a:spcPts val="0"/>
              </a:spcBef>
              <a:spcAft>
                <a:spcPts val="0"/>
              </a:spcAft>
              <a:buClr>
                <a:srgbClr val="000000"/>
              </a:buClr>
              <a:buSzPct val="100000"/>
              <a:buChar char="●"/>
            </a:pPr>
            <a:r>
              <a:rPr lang="en-GB" sz="1200" dirty="0">
                <a:solidFill>
                  <a:srgbClr val="002F4A"/>
                </a:solidFill>
              </a:rPr>
              <a:t>Align KPIs with both issuer's climate goals and partner's expectations</a:t>
            </a:r>
          </a:p>
          <a:p>
            <a:pPr marL="163513" lvl="0" indent="0" algn="l" rtl="0">
              <a:spcBef>
                <a:spcPts val="0"/>
              </a:spcBef>
              <a:spcAft>
                <a:spcPts val="0"/>
              </a:spcAft>
              <a:buClr>
                <a:srgbClr val="000000"/>
              </a:buClr>
              <a:buSzPct val="100000"/>
              <a:buNone/>
            </a:pPr>
            <a:endParaRPr lang="en-GB" sz="1050" dirty="0">
              <a:solidFill>
                <a:srgbClr val="002F4A"/>
              </a:solidFill>
            </a:endParaRPr>
          </a:p>
          <a:p>
            <a:endParaRPr lang="en-US" dirty="0"/>
          </a:p>
        </p:txBody>
      </p:sp>
      <p:sp>
        <p:nvSpPr>
          <p:cNvPr id="2" name="Text Placeholder 1">
            <a:extLst>
              <a:ext uri="{FF2B5EF4-FFF2-40B4-BE49-F238E27FC236}">
                <a16:creationId xmlns:a16="http://schemas.microsoft.com/office/drawing/2014/main" id="{35AB4EE9-5840-B01D-3844-8CFDD1574828}"/>
              </a:ext>
            </a:extLst>
          </p:cNvPr>
          <p:cNvSpPr>
            <a:spLocks noGrp="1"/>
          </p:cNvSpPr>
          <p:nvPr>
            <p:ph type="body" sz="quarter" idx="11"/>
          </p:nvPr>
        </p:nvSpPr>
        <p:spPr>
          <a:xfrm>
            <a:off x="4296103" y="1123346"/>
            <a:ext cx="4278701" cy="3465738"/>
          </a:xfrm>
        </p:spPr>
        <p:txBody>
          <a:bodyPr>
            <a:noAutofit/>
          </a:bodyPr>
          <a:lstStyle/>
          <a:p>
            <a:pPr marL="0" lvl="0" indent="0" algn="l" rtl="0">
              <a:spcAft>
                <a:spcPts val="0"/>
              </a:spcAft>
              <a:buSzPts val="770"/>
              <a:buNone/>
            </a:pPr>
            <a:r>
              <a:rPr lang="en-GB" sz="1400" b="1" dirty="0">
                <a:solidFill>
                  <a:schemeClr val="accent4"/>
                </a:solidFill>
              </a:rPr>
              <a:t>Nature of KPIs:</a:t>
            </a:r>
          </a:p>
          <a:p>
            <a:pPr marL="457200" lvl="0" indent="-292735" algn="l" rtl="0">
              <a:spcBef>
                <a:spcPts val="1200"/>
              </a:spcBef>
              <a:spcAft>
                <a:spcPts val="0"/>
              </a:spcAft>
              <a:buClr>
                <a:schemeClr val="accent1"/>
              </a:buClr>
              <a:buSzPts val="1010"/>
              <a:buChar char="●"/>
            </a:pPr>
            <a:r>
              <a:rPr lang="en-GB" sz="1200" dirty="0">
                <a:solidFill>
                  <a:srgbClr val="3366FF"/>
                </a:solidFill>
              </a:rPr>
              <a:t>Define KPIs that are specific, measurable, achievable, relevant, and time-bound (SMART)</a:t>
            </a:r>
          </a:p>
          <a:p>
            <a:pPr marL="457200" lvl="0" indent="-292735" algn="l" rtl="0">
              <a:spcBef>
                <a:spcPts val="0"/>
              </a:spcBef>
              <a:spcAft>
                <a:spcPts val="0"/>
              </a:spcAft>
              <a:buClr>
                <a:schemeClr val="accent1"/>
              </a:buClr>
              <a:buSzPts val="1010"/>
              <a:buChar char="●"/>
            </a:pPr>
            <a:r>
              <a:rPr lang="en-GB" sz="1200" dirty="0">
                <a:solidFill>
                  <a:srgbClr val="3366FF"/>
                </a:solidFill>
              </a:rPr>
              <a:t>Tailor KPIs to reflect both short-term milestones and long-term climate impact</a:t>
            </a:r>
          </a:p>
          <a:p>
            <a:pPr marL="457200" indent="-292735">
              <a:buClr>
                <a:schemeClr val="accent1"/>
              </a:buClr>
              <a:buSzPts val="1010"/>
            </a:pPr>
            <a:r>
              <a:rPr lang="en-GB" sz="1200" dirty="0">
                <a:solidFill>
                  <a:srgbClr val="3366FF"/>
                </a:solidFill>
              </a:rPr>
              <a:t>KPIs need to be achievable within the bond's life, reflecting longer-term policy goals and ensuring consistency across political administrations</a:t>
            </a:r>
          </a:p>
          <a:p>
            <a:pPr marL="914400" lvl="1" indent="-293687" algn="l" rtl="0">
              <a:spcBef>
                <a:spcPts val="0"/>
              </a:spcBef>
              <a:spcAft>
                <a:spcPts val="0"/>
              </a:spcAft>
              <a:buClr>
                <a:srgbClr val="000000"/>
              </a:buClr>
              <a:buSzPct val="100000"/>
              <a:buChar char="○"/>
            </a:pPr>
            <a:endParaRPr lang="en-GB" sz="1400" dirty="0">
              <a:solidFill>
                <a:srgbClr val="000000"/>
              </a:solidFill>
            </a:endParaRPr>
          </a:p>
          <a:p>
            <a:endParaRPr lang="en-US" dirty="0"/>
          </a:p>
        </p:txBody>
      </p:sp>
    </p:spTree>
    <p:extLst>
      <p:ext uri="{BB962C8B-B14F-4D97-AF65-F5344CB8AC3E}">
        <p14:creationId xmlns:p14="http://schemas.microsoft.com/office/powerpoint/2010/main" val="340343587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396">
          <a:extLst>
            <a:ext uri="{FF2B5EF4-FFF2-40B4-BE49-F238E27FC236}">
              <a16:creationId xmlns:a16="http://schemas.microsoft.com/office/drawing/2014/main" id="{5B148762-D60F-F55D-AE0C-9BA6798C37D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C38EE1B-515C-6A49-B614-83CD867EB0DD}"/>
              </a:ext>
            </a:extLst>
          </p:cNvPr>
          <p:cNvSpPr>
            <a:spLocks noGrp="1"/>
          </p:cNvSpPr>
          <p:nvPr>
            <p:ph type="subTitle" idx="1"/>
          </p:nvPr>
        </p:nvSpPr>
        <p:spPr/>
        <p:txBody>
          <a:bodyPr>
            <a:normAutofit fontScale="92500"/>
          </a:bodyPr>
          <a:lstStyle/>
          <a:p>
            <a:r>
              <a:rPr lang="en-US"/>
              <a:t>Structuring KPIs and Capitalizing Intermediaries: Further Proposals</a:t>
            </a:r>
          </a:p>
        </p:txBody>
      </p:sp>
      <p:graphicFrame>
        <p:nvGraphicFramePr>
          <p:cNvPr id="7" name="Table 7">
            <a:extLst>
              <a:ext uri="{FF2B5EF4-FFF2-40B4-BE49-F238E27FC236}">
                <a16:creationId xmlns:a16="http://schemas.microsoft.com/office/drawing/2014/main" id="{37EC8159-55F3-27C5-5844-9EB9B380591D}"/>
              </a:ext>
            </a:extLst>
          </p:cNvPr>
          <p:cNvGraphicFramePr>
            <a:graphicFrameLocks noGrp="1"/>
          </p:cNvGraphicFramePr>
          <p:nvPr>
            <p:extLst>
              <p:ext uri="{D42A27DB-BD31-4B8C-83A1-F6EECF244321}">
                <p14:modId xmlns:p14="http://schemas.microsoft.com/office/powerpoint/2010/main" val="2755574834"/>
              </p:ext>
            </p:extLst>
          </p:nvPr>
        </p:nvGraphicFramePr>
        <p:xfrm>
          <a:off x="475956" y="1423513"/>
          <a:ext cx="8049066" cy="3436504"/>
        </p:xfrm>
        <a:graphic>
          <a:graphicData uri="http://schemas.openxmlformats.org/drawingml/2006/table">
            <a:tbl>
              <a:tblPr firstRow="1" bandRow="1">
                <a:tableStyleId>{5C22544A-7EE6-4342-B048-85BDC9FD1C3A}</a:tableStyleId>
              </a:tblPr>
              <a:tblGrid>
                <a:gridCol w="2683022">
                  <a:extLst>
                    <a:ext uri="{9D8B030D-6E8A-4147-A177-3AD203B41FA5}">
                      <a16:colId xmlns:a16="http://schemas.microsoft.com/office/drawing/2014/main" val="1278786295"/>
                    </a:ext>
                  </a:extLst>
                </a:gridCol>
                <a:gridCol w="3741225">
                  <a:extLst>
                    <a:ext uri="{9D8B030D-6E8A-4147-A177-3AD203B41FA5}">
                      <a16:colId xmlns:a16="http://schemas.microsoft.com/office/drawing/2014/main" val="26124143"/>
                    </a:ext>
                  </a:extLst>
                </a:gridCol>
                <a:gridCol w="1624819">
                  <a:extLst>
                    <a:ext uri="{9D8B030D-6E8A-4147-A177-3AD203B41FA5}">
                      <a16:colId xmlns:a16="http://schemas.microsoft.com/office/drawing/2014/main" val="1018346668"/>
                    </a:ext>
                  </a:extLst>
                </a:gridCol>
              </a:tblGrid>
              <a:tr h="388504">
                <a:tc>
                  <a:txBody>
                    <a:bodyPr/>
                    <a:lstStyle/>
                    <a:p>
                      <a:r>
                        <a:rPr lang="en-US">
                          <a:latin typeface="Roboto"/>
                        </a:rPr>
                        <a:t>Issue</a:t>
                      </a:r>
                    </a:p>
                  </a:txBody>
                  <a:tcPr>
                    <a:solidFill>
                      <a:srgbClr val="A72A1E"/>
                    </a:solidFill>
                  </a:tcPr>
                </a:tc>
                <a:tc>
                  <a:txBody>
                    <a:bodyPr/>
                    <a:lstStyle/>
                    <a:p>
                      <a:r>
                        <a:rPr lang="en-US">
                          <a:latin typeface="Roboto"/>
                        </a:rPr>
                        <a:t>Solution</a:t>
                      </a:r>
                    </a:p>
                  </a:txBody>
                  <a:tcPr>
                    <a:solidFill>
                      <a:srgbClr val="A72A1E"/>
                    </a:solidFill>
                  </a:tcPr>
                </a:tc>
                <a:tc>
                  <a:txBody>
                    <a:bodyPr/>
                    <a:lstStyle/>
                    <a:p>
                      <a:r>
                        <a:rPr lang="en-US">
                          <a:latin typeface="Roboto"/>
                        </a:rPr>
                        <a:t>Proposal</a:t>
                      </a:r>
                    </a:p>
                  </a:txBody>
                  <a:tcPr>
                    <a:solidFill>
                      <a:srgbClr val="A72A1E"/>
                    </a:solidFill>
                  </a:tcPr>
                </a:tc>
                <a:extLst>
                  <a:ext uri="{0D108BD9-81ED-4DB2-BD59-A6C34878D82A}">
                    <a16:rowId xmlns:a16="http://schemas.microsoft.com/office/drawing/2014/main" val="2800248201"/>
                  </a:ext>
                </a:extLst>
              </a:tr>
              <a:tr h="115190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400" dirty="0">
                          <a:solidFill>
                            <a:schemeClr val="tx1"/>
                          </a:solidFill>
                          <a:latin typeface="Roboto"/>
                        </a:rPr>
                        <a:t>KPI approaches need to reflect the </a:t>
                      </a:r>
                      <a:r>
                        <a:rPr lang="en" sz="1400" b="1" dirty="0">
                          <a:solidFill>
                            <a:schemeClr val="tx1"/>
                          </a:solidFill>
                          <a:latin typeface="Roboto"/>
                        </a:rPr>
                        <a:t>stocks </a:t>
                      </a:r>
                      <a:r>
                        <a:rPr lang="en" sz="1400" dirty="0">
                          <a:solidFill>
                            <a:schemeClr val="tx1"/>
                          </a:solidFill>
                          <a:latin typeface="Roboto"/>
                        </a:rPr>
                        <a:t>of carbon, not just flows. Carbon markets can give </a:t>
                      </a:r>
                      <a:r>
                        <a:rPr lang="en" sz="1400" b="1" dirty="0">
                          <a:solidFill>
                            <a:schemeClr val="tx1"/>
                          </a:solidFill>
                          <a:latin typeface="Roboto"/>
                        </a:rPr>
                        <a:t>perverse incentives </a:t>
                      </a:r>
                      <a:r>
                        <a:rPr lang="en" sz="1400" dirty="0">
                          <a:solidFill>
                            <a:schemeClr val="tx1"/>
                          </a:solidFill>
                          <a:latin typeface="Roboto"/>
                        </a:rPr>
                        <a:t>because of lack of permanence</a:t>
                      </a:r>
                      <a:endParaRPr lang="en-US" dirty="0">
                        <a:latin typeface="Roboto"/>
                      </a:endParaRPr>
                    </a:p>
                  </a:txBody>
                  <a:tcPr>
                    <a:solidFill>
                      <a:schemeClr val="accent4">
                        <a:lumMod val="20000"/>
                        <a:lumOff val="80000"/>
                      </a:schemeClr>
                    </a:solidFill>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a:solidFill>
                            <a:schemeClr val="tx1"/>
                          </a:solidFill>
                          <a:latin typeface="Roboto"/>
                        </a:rPr>
                        <a:t>Define a permanent ‘</a:t>
                      </a:r>
                      <a:r>
                        <a:rPr lang="en" sz="1400" b="1">
                          <a:solidFill>
                            <a:schemeClr val="tx1"/>
                          </a:solidFill>
                          <a:latin typeface="Roboto"/>
                        </a:rPr>
                        <a:t>Notional Capitalized Value</a:t>
                      </a:r>
                      <a:r>
                        <a:rPr lang="en" sz="1400">
                          <a:solidFill>
                            <a:schemeClr val="tx1"/>
                          </a:solidFill>
                          <a:latin typeface="Roboto"/>
                        </a:rPr>
                        <a:t>’ (NCV) of the stock of forest in each country and pay an ‘interest rate’ (e.g. to begin 0.1% pa) on those values globally according to available funds.</a:t>
                      </a:r>
                    </a:p>
                  </a:txBody>
                  <a:tcPr>
                    <a:solidFill>
                      <a:schemeClr val="accent4">
                        <a:lumMod val="20000"/>
                        <a:lumOff val="80000"/>
                      </a:schemeClr>
                    </a:solidFill>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b="1">
                          <a:solidFill>
                            <a:schemeClr val="tx1"/>
                          </a:solidFill>
                          <a:latin typeface="Roboto"/>
                        </a:rPr>
                        <a:t>Notional Capitalized Value KPIs</a:t>
                      </a:r>
                    </a:p>
                  </a:txBody>
                  <a:tcPr>
                    <a:solidFill>
                      <a:schemeClr val="accent4">
                        <a:lumMod val="20000"/>
                        <a:lumOff val="80000"/>
                      </a:schemeClr>
                    </a:solidFill>
                  </a:tcPr>
                </a:tc>
                <a:extLst>
                  <a:ext uri="{0D108BD9-81ED-4DB2-BD59-A6C34878D82A}">
                    <a16:rowId xmlns:a16="http://schemas.microsoft.com/office/drawing/2014/main" val="1521048234"/>
                  </a:ext>
                </a:extLst>
              </a:tr>
              <a:tr h="416757">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US" sz="1400" b="1" dirty="0">
                          <a:solidFill>
                            <a:schemeClr val="tx1"/>
                          </a:solidFill>
                          <a:latin typeface="Roboto"/>
                        </a:rPr>
                        <a:t>SLIDIs</a:t>
                      </a:r>
                      <a:r>
                        <a:rPr lang="en" sz="1400" b="1" dirty="0">
                          <a:solidFill>
                            <a:schemeClr val="tx1"/>
                          </a:solidFill>
                          <a:latin typeface="Roboto"/>
                        </a:rPr>
                        <a:t> via non-WB Trusted-Intermediary </a:t>
                      </a:r>
                      <a:r>
                        <a:rPr lang="en" sz="1400" dirty="0">
                          <a:solidFill>
                            <a:schemeClr val="tx1"/>
                          </a:solidFill>
                          <a:latin typeface="Roboto"/>
                        </a:rPr>
                        <a:t>option needs an </a:t>
                      </a:r>
                      <a:r>
                        <a:rPr lang="en" sz="1400" b="1" dirty="0">
                          <a:solidFill>
                            <a:schemeClr val="tx1"/>
                          </a:solidFill>
                          <a:latin typeface="Roboto"/>
                        </a:rPr>
                        <a:t>additional capital buffer </a:t>
                      </a:r>
                      <a:r>
                        <a:rPr lang="en" sz="1400" b="0" dirty="0">
                          <a:solidFill>
                            <a:schemeClr val="tx1"/>
                          </a:solidFill>
                          <a:latin typeface="Roboto"/>
                        </a:rPr>
                        <a:t>and/or </a:t>
                      </a:r>
                      <a:r>
                        <a:rPr lang="en" sz="1400" b="1" dirty="0">
                          <a:solidFill>
                            <a:schemeClr val="tx1"/>
                          </a:solidFill>
                          <a:latin typeface="Roboto"/>
                        </a:rPr>
                        <a:t>guarantees</a:t>
                      </a: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400" b="1" dirty="0">
                          <a:solidFill>
                            <a:schemeClr val="tx1"/>
                          </a:solidFill>
                          <a:latin typeface="Roboto"/>
                        </a:rPr>
                        <a:t>Climate Incentive Trusts (CIT)</a:t>
                      </a:r>
                      <a:r>
                        <a:rPr lang="en" sz="1400" dirty="0">
                          <a:solidFill>
                            <a:schemeClr val="tx1"/>
                          </a:solidFill>
                          <a:latin typeface="Roboto"/>
                        </a:rPr>
                        <a:t> could provide equity funds at national level to provide collateral for SLIDI lending</a:t>
                      </a:r>
                    </a:p>
                  </a:txBody>
                  <a:tcPr>
                    <a:solidFill>
                      <a:schemeClr val="accent2">
                        <a:lumMod val="20000"/>
                        <a:lumOff val="80000"/>
                      </a:schemeClr>
                    </a:solidFill>
                  </a:tcPr>
                </a:tc>
                <a:tc rowSpan="2">
                  <a:txBody>
                    <a:bodyPr/>
                    <a:lstStyle/>
                    <a:p>
                      <a:r>
                        <a:rPr lang="en" sz="1400" b="1" dirty="0">
                          <a:solidFill>
                            <a:schemeClr val="tx1"/>
                          </a:solidFill>
                          <a:latin typeface="Roboto"/>
                        </a:rPr>
                        <a:t>Climate Incentive Trusts </a:t>
                      </a:r>
                      <a:r>
                        <a:rPr lang="en" sz="1400" dirty="0">
                          <a:solidFill>
                            <a:schemeClr val="tx1"/>
                          </a:solidFill>
                          <a:latin typeface="Roboto"/>
                        </a:rPr>
                        <a:t> </a:t>
                      </a:r>
                      <a:endParaRPr lang="en-US" dirty="0">
                        <a:latin typeface="Roboto"/>
                      </a:endParaRPr>
                    </a:p>
                  </a:txBody>
                  <a:tcPr>
                    <a:solidFill>
                      <a:schemeClr val="accent2">
                        <a:lumMod val="20000"/>
                        <a:lumOff val="80000"/>
                      </a:schemeClr>
                    </a:solidFill>
                  </a:tcPr>
                </a:tc>
                <a:extLst>
                  <a:ext uri="{0D108BD9-81ED-4DB2-BD59-A6C34878D82A}">
                    <a16:rowId xmlns:a16="http://schemas.microsoft.com/office/drawing/2014/main" val="2346238512"/>
                  </a:ext>
                </a:extLst>
              </a:tr>
              <a:tr h="416757">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dirty="0">
                          <a:solidFill>
                            <a:schemeClr val="tx1"/>
                          </a:solidFill>
                          <a:latin typeface="Roboto"/>
                        </a:rPr>
                        <a:t>Forest protection (including NCV) and maintenance of CIT needs source of </a:t>
                      </a:r>
                      <a:r>
                        <a:rPr lang="en" sz="1400" b="1" dirty="0">
                          <a:solidFill>
                            <a:schemeClr val="tx1"/>
                          </a:solidFill>
                          <a:latin typeface="Roboto"/>
                        </a:rPr>
                        <a:t>funding </a:t>
                      </a:r>
                      <a:r>
                        <a:rPr lang="en" sz="1400" dirty="0">
                          <a:solidFill>
                            <a:schemeClr val="tx1"/>
                          </a:solidFill>
                          <a:latin typeface="Roboto"/>
                        </a:rPr>
                        <a:t>or financial </a:t>
                      </a:r>
                      <a:r>
                        <a:rPr lang="en" sz="1400" b="1" dirty="0">
                          <a:solidFill>
                            <a:schemeClr val="tx1"/>
                          </a:solidFill>
                          <a:latin typeface="Roboto"/>
                        </a:rPr>
                        <a:t>returns</a:t>
                      </a:r>
                    </a:p>
                  </a:txBody>
                  <a:tcPr>
                    <a:solidFill>
                      <a:schemeClr val="accent4">
                        <a:lumMod val="20000"/>
                        <a:lumOff val="80000"/>
                      </a:schemeClr>
                    </a:solidFill>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b="1" dirty="0">
                          <a:solidFill>
                            <a:schemeClr val="tx1"/>
                          </a:solidFill>
                          <a:latin typeface="Roboto"/>
                        </a:rPr>
                        <a:t>Invest </a:t>
                      </a:r>
                      <a:r>
                        <a:rPr lang="en" sz="1400" dirty="0">
                          <a:solidFill>
                            <a:schemeClr val="tx1"/>
                          </a:solidFill>
                          <a:latin typeface="Roboto"/>
                        </a:rPr>
                        <a:t>the CIT funds in the construction stage of Renewable Energy projects that are </a:t>
                      </a:r>
                      <a:r>
                        <a:rPr lang="en" sz="1400" b="1" dirty="0">
                          <a:solidFill>
                            <a:schemeClr val="tx1"/>
                          </a:solidFill>
                          <a:latin typeface="Roboto"/>
                        </a:rPr>
                        <a:t>refinanced </a:t>
                      </a:r>
                      <a:r>
                        <a:rPr lang="en" sz="1400" dirty="0">
                          <a:solidFill>
                            <a:schemeClr val="tx1"/>
                          </a:solidFill>
                          <a:latin typeface="Roboto"/>
                        </a:rPr>
                        <a:t>at low financing cost when complete</a:t>
                      </a:r>
                      <a:endParaRPr lang="en" sz="1400" b="1" dirty="0">
                        <a:solidFill>
                          <a:schemeClr val="tx1"/>
                        </a:solidFill>
                        <a:latin typeface="Roboto"/>
                      </a:endParaRPr>
                    </a:p>
                  </a:txBody>
                  <a:tcPr>
                    <a:solidFill>
                      <a:schemeClr val="accent4">
                        <a:lumMod val="20000"/>
                        <a:lumOff val="80000"/>
                      </a:schemeClr>
                    </a:solidFill>
                  </a:tcPr>
                </a:tc>
                <a:tc vMerge="1">
                  <a:txBody>
                    <a:bodyPr/>
                    <a:lstStyle/>
                    <a:p>
                      <a:endParaRPr lang="en-US"/>
                    </a:p>
                  </a:txBody>
                  <a:tcPr/>
                </a:tc>
                <a:extLst>
                  <a:ext uri="{0D108BD9-81ED-4DB2-BD59-A6C34878D82A}">
                    <a16:rowId xmlns:a16="http://schemas.microsoft.com/office/drawing/2014/main" val="958560927"/>
                  </a:ext>
                </a:extLst>
              </a:tr>
            </a:tbl>
          </a:graphicData>
        </a:graphic>
      </p:graphicFrame>
    </p:spTree>
    <p:extLst>
      <p:ext uri="{BB962C8B-B14F-4D97-AF65-F5344CB8AC3E}">
        <p14:creationId xmlns:p14="http://schemas.microsoft.com/office/powerpoint/2010/main" val="175051369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B9018FA3249548A5BDA34FD45E4298" ma:contentTypeVersion="20" ma:contentTypeDescription="Create a new document." ma:contentTypeScope="" ma:versionID="7be92835e16f41697ccac75a263c081e">
  <xsd:schema xmlns:xsd="http://www.w3.org/2001/XMLSchema" xmlns:xs="http://www.w3.org/2001/XMLSchema" xmlns:p="http://schemas.microsoft.com/office/2006/metadata/properties" xmlns:ns1="http://schemas.microsoft.com/sharepoint/v3" xmlns:ns3="a2575f19-ccfc-4947-a811-9b717af3c709" xmlns:ns4="404e9e9c-15d8-4aca-92ae-5f86d37582cd" targetNamespace="http://schemas.microsoft.com/office/2006/metadata/properties" ma:root="true" ma:fieldsID="7ad49b465ab6f4fc995392a8b7010ed0" ns1:_="" ns3:_="" ns4:_="">
    <xsd:import namespace="http://schemas.microsoft.com/sharepoint/v3"/>
    <xsd:import namespace="a2575f19-ccfc-4947-a811-9b717af3c709"/>
    <xsd:import namespace="404e9e9c-15d8-4aca-92ae-5f86d37582cd"/>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575f19-ccfc-4947-a811-9b717af3c7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04e9e9c-15d8-4aca-92ae-5f86d37582cd"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a2575f19-ccfc-4947-a811-9b717af3c709" xsi:nil="true"/>
  </documentManagement>
</p:properties>
</file>

<file path=customXml/itemProps1.xml><?xml version="1.0" encoding="utf-8"?>
<ds:datastoreItem xmlns:ds="http://schemas.openxmlformats.org/officeDocument/2006/customXml" ds:itemID="{8A035E8A-9DE3-4785-AF76-F1078CBCC5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2575f19-ccfc-4947-a811-9b717af3c709"/>
    <ds:schemaRef ds:uri="404e9e9c-15d8-4aca-92ae-5f86d37582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5F9D67E-8A72-4093-BAEB-50D662CD2AC4}">
  <ds:schemaRefs>
    <ds:schemaRef ds:uri="http://schemas.microsoft.com/sharepoint/v3/contenttype/forms"/>
  </ds:schemaRefs>
</ds:datastoreItem>
</file>

<file path=customXml/itemProps3.xml><?xml version="1.0" encoding="utf-8"?>
<ds:datastoreItem xmlns:ds="http://schemas.openxmlformats.org/officeDocument/2006/customXml" ds:itemID="{4C7D7837-F8D7-4813-A753-AD88A8236BF1}">
  <ds:schemaRefs>
    <ds:schemaRef ds:uri="http://purl.org/dc/dcmitype/"/>
    <ds:schemaRef ds:uri="http://www.w3.org/XML/1998/namespace"/>
    <ds:schemaRef ds:uri="http://purl.org/dc/elements/1.1/"/>
    <ds:schemaRef ds:uri="a2575f19-ccfc-4947-a811-9b717af3c709"/>
    <ds:schemaRef ds:uri="404e9e9c-15d8-4aca-92ae-5f86d37582cd"/>
    <ds:schemaRef ds:uri="http://schemas.microsoft.com/office/2006/metadata/properties"/>
    <ds:schemaRef ds:uri="http://schemas.openxmlformats.org/package/2006/metadata/core-properties"/>
    <ds:schemaRef ds:uri="http://schemas.microsoft.com/office/2006/documentManagement/types"/>
    <ds:schemaRef ds:uri="http://schemas.microsoft.com/sharepoint/v3"/>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TM03090434[[fn=Wood Type]]</Template>
  <TotalTime>646</TotalTime>
  <Words>3903</Words>
  <Application>Microsoft Office PowerPoint</Application>
  <PresentationFormat>On-screen Show (16:9)</PresentationFormat>
  <Paragraphs>335</Paragraphs>
  <Slides>37</Slides>
  <Notes>31</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37</vt:i4>
      </vt:variant>
    </vt:vector>
  </HeadingPairs>
  <TitlesOfParts>
    <vt:vector size="49" baseType="lpstr">
      <vt:lpstr>Abadi</vt:lpstr>
      <vt:lpstr>Roboto</vt:lpstr>
      <vt:lpstr>Wingdings</vt:lpstr>
      <vt:lpstr>Merriweather</vt:lpstr>
      <vt:lpstr>Arial,Sans-Serif</vt:lpstr>
      <vt:lpstr>Arial</vt:lpstr>
      <vt:lpstr>Courier New</vt:lpstr>
      <vt:lpstr>Rockwell</vt:lpstr>
      <vt:lpstr>Rockwell Condensed</vt:lpstr>
      <vt:lpstr>Wood Type</vt:lpstr>
      <vt:lpstr>Paradigm</vt:lpstr>
      <vt:lpstr>1_Paradigm</vt:lpstr>
      <vt:lpstr>THEN, HE SAID WE WOULD GO TO THE MOON.  What would jfk say today? </vt:lpstr>
      <vt:lpstr>PowerPoint Presentation</vt:lpstr>
      <vt:lpstr> DESIGN OPTIONS FOR Sustainability-Linked  Intermediated Debt Instruments  (SLIDIs)</vt:lpstr>
      <vt:lpstr>PowerPoint Presentation</vt:lpstr>
      <vt:lpstr>PowerPoint Presentation</vt:lpstr>
      <vt:lpstr>PowerPoint Presentation</vt:lpstr>
      <vt:lpstr>PowerPoint Presentation</vt:lpstr>
      <vt:lpstr> </vt:lpstr>
      <vt:lpstr>PowerPoint Presentation</vt:lpstr>
      <vt:lpstr>PowerPoint Presentation</vt:lpstr>
      <vt:lpstr>Existing SLBs’ Shortcomings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Pros and Cons of Option One: WB-Managed Results-Based Payments</vt:lpstr>
      <vt:lpstr>PowerPoint Presentation</vt:lpstr>
      <vt:lpstr>PowerPoint Presentation</vt:lpstr>
      <vt:lpstr>Option Two: Trusted  Intermediary</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KPI Bonds</dc:title>
  <dc:creator>Nils Burkhard Patrik Zimmermann</dc:creator>
  <cp:lastModifiedBy>Nils Burkhard Patrik Zimmermann</cp:lastModifiedBy>
  <cp:revision>11</cp:revision>
  <dcterms:modified xsi:type="dcterms:W3CDTF">2024-10-03T05:12:22Z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0x0101006AB9018FA3249548A5BDA34FD45E4298</vt:lpwstr>
  </property>
</Properties>
</file>