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59" r:id="rId7"/>
    <p:sldId id="267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77ACDE-E2EC-440C-AF38-36BBAF543EE8}" v="9" dt="2025-07-02T14:00:42.8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24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phen John Stretton" userId="da8c780b-1aa2-4e36-94fb-871dc8111504" providerId="ADAL" clId="{AD77ACDE-E2EC-440C-AF38-36BBAF543EE8}"/>
    <pc:docChg chg="custSel addSld delSld modSld sldOrd">
      <pc:chgData name="Stephen John Stretton" userId="da8c780b-1aa2-4e36-94fb-871dc8111504" providerId="ADAL" clId="{AD77ACDE-E2EC-440C-AF38-36BBAF543EE8}" dt="2025-07-02T15:48:48.292" v="2469" actId="20577"/>
      <pc:docMkLst>
        <pc:docMk/>
      </pc:docMkLst>
      <pc:sldChg chg="modSp mod">
        <pc:chgData name="Stephen John Stretton" userId="da8c780b-1aa2-4e36-94fb-871dc8111504" providerId="ADAL" clId="{AD77ACDE-E2EC-440C-AF38-36BBAF543EE8}" dt="2025-07-02T15:48:13.993" v="2460" actId="20577"/>
        <pc:sldMkLst>
          <pc:docMk/>
          <pc:sldMk cId="2837814224" sldId="258"/>
        </pc:sldMkLst>
        <pc:spChg chg="mod">
          <ac:chgData name="Stephen John Stretton" userId="da8c780b-1aa2-4e36-94fb-871dc8111504" providerId="ADAL" clId="{AD77ACDE-E2EC-440C-AF38-36BBAF543EE8}" dt="2025-07-02T13:47:55.144" v="180" actId="313"/>
          <ac:spMkLst>
            <pc:docMk/>
            <pc:sldMk cId="2837814224" sldId="258"/>
            <ac:spMk id="2" creationId="{6B54356A-EEB4-891D-E060-93046816256E}"/>
          </ac:spMkLst>
        </pc:spChg>
        <pc:spChg chg="mod">
          <ac:chgData name="Stephen John Stretton" userId="da8c780b-1aa2-4e36-94fb-871dc8111504" providerId="ADAL" clId="{AD77ACDE-E2EC-440C-AF38-36BBAF543EE8}" dt="2025-07-02T15:48:13.993" v="2460" actId="20577"/>
          <ac:spMkLst>
            <pc:docMk/>
            <pc:sldMk cId="2837814224" sldId="258"/>
            <ac:spMk id="3" creationId="{A6003206-3E61-604C-F2BA-744808569307}"/>
          </ac:spMkLst>
        </pc:spChg>
      </pc:sldChg>
      <pc:sldChg chg="modSp mod ord">
        <pc:chgData name="Stephen John Stretton" userId="da8c780b-1aa2-4e36-94fb-871dc8111504" providerId="ADAL" clId="{AD77ACDE-E2EC-440C-AF38-36BBAF543EE8}" dt="2025-07-02T15:46:13.497" v="2455" actId="313"/>
        <pc:sldMkLst>
          <pc:docMk/>
          <pc:sldMk cId="1291141525" sldId="259"/>
        </pc:sldMkLst>
        <pc:spChg chg="mod">
          <ac:chgData name="Stephen John Stretton" userId="da8c780b-1aa2-4e36-94fb-871dc8111504" providerId="ADAL" clId="{AD77ACDE-E2EC-440C-AF38-36BBAF543EE8}" dt="2025-07-02T15:46:13.497" v="2455" actId="313"/>
          <ac:spMkLst>
            <pc:docMk/>
            <pc:sldMk cId="1291141525" sldId="259"/>
            <ac:spMk id="3" creationId="{45918A02-C5BC-F221-796B-D4FDFCB4BC39}"/>
          </ac:spMkLst>
        </pc:spChg>
      </pc:sldChg>
      <pc:sldChg chg="modSp add del mod ord chgLayout">
        <pc:chgData name="Stephen John Stretton" userId="da8c780b-1aa2-4e36-94fb-871dc8111504" providerId="ADAL" clId="{AD77ACDE-E2EC-440C-AF38-36BBAF543EE8}" dt="2025-07-02T13:57:08.447" v="1765" actId="47"/>
        <pc:sldMkLst>
          <pc:docMk/>
          <pc:sldMk cId="585463015" sldId="260"/>
        </pc:sldMkLst>
        <pc:spChg chg="mod ord">
          <ac:chgData name="Stephen John Stretton" userId="da8c780b-1aa2-4e36-94fb-871dc8111504" providerId="ADAL" clId="{AD77ACDE-E2EC-440C-AF38-36BBAF543EE8}" dt="2025-07-02T13:55:17.663" v="1441" actId="700"/>
          <ac:spMkLst>
            <pc:docMk/>
            <pc:sldMk cId="585463015" sldId="260"/>
            <ac:spMk id="2" creationId="{B8B922AB-1ED5-E4DE-9C98-05F4791FBFBC}"/>
          </ac:spMkLst>
        </pc:spChg>
        <pc:spChg chg="mod ord">
          <ac:chgData name="Stephen John Stretton" userId="da8c780b-1aa2-4e36-94fb-871dc8111504" providerId="ADAL" clId="{AD77ACDE-E2EC-440C-AF38-36BBAF543EE8}" dt="2025-07-02T13:55:17.663" v="1441" actId="700"/>
          <ac:spMkLst>
            <pc:docMk/>
            <pc:sldMk cId="585463015" sldId="260"/>
            <ac:spMk id="3" creationId="{2A3A326E-5757-9B1B-D938-6FA347587294}"/>
          </ac:spMkLst>
        </pc:spChg>
      </pc:sldChg>
      <pc:sldChg chg="modSp add mod ord">
        <pc:chgData name="Stephen John Stretton" userId="da8c780b-1aa2-4e36-94fb-871dc8111504" providerId="ADAL" clId="{AD77ACDE-E2EC-440C-AF38-36BBAF543EE8}" dt="2025-07-02T15:48:36.552" v="2461" actId="313"/>
        <pc:sldMkLst>
          <pc:docMk/>
          <pc:sldMk cId="1134921797" sldId="261"/>
        </pc:sldMkLst>
        <pc:spChg chg="mod">
          <ac:chgData name="Stephen John Stretton" userId="da8c780b-1aa2-4e36-94fb-871dc8111504" providerId="ADAL" clId="{AD77ACDE-E2EC-440C-AF38-36BBAF543EE8}" dt="2025-07-02T13:51:59.286" v="898" actId="20577"/>
          <ac:spMkLst>
            <pc:docMk/>
            <pc:sldMk cId="1134921797" sldId="261"/>
            <ac:spMk id="2" creationId="{86DBF6D0-52CB-F029-F71F-25DFF81DFE65}"/>
          </ac:spMkLst>
        </pc:spChg>
        <pc:spChg chg="mod">
          <ac:chgData name="Stephen John Stretton" userId="da8c780b-1aa2-4e36-94fb-871dc8111504" providerId="ADAL" clId="{AD77ACDE-E2EC-440C-AF38-36BBAF543EE8}" dt="2025-07-02T15:48:36.552" v="2461" actId="313"/>
          <ac:spMkLst>
            <pc:docMk/>
            <pc:sldMk cId="1134921797" sldId="261"/>
            <ac:spMk id="3" creationId="{5B55F18B-D38A-267B-9EF2-11EB2EC5AD6B}"/>
          </ac:spMkLst>
        </pc:spChg>
      </pc:sldChg>
      <pc:sldChg chg="modSp add mod ord">
        <pc:chgData name="Stephen John Stretton" userId="da8c780b-1aa2-4e36-94fb-871dc8111504" providerId="ADAL" clId="{AD77ACDE-E2EC-440C-AF38-36BBAF543EE8}" dt="2025-07-02T15:48:48.292" v="2469" actId="20577"/>
        <pc:sldMkLst>
          <pc:docMk/>
          <pc:sldMk cId="2120855902" sldId="262"/>
        </pc:sldMkLst>
        <pc:spChg chg="mod">
          <ac:chgData name="Stephen John Stretton" userId="da8c780b-1aa2-4e36-94fb-871dc8111504" providerId="ADAL" clId="{AD77ACDE-E2EC-440C-AF38-36BBAF543EE8}" dt="2025-07-02T13:53:06.616" v="1031" actId="20577"/>
          <ac:spMkLst>
            <pc:docMk/>
            <pc:sldMk cId="2120855902" sldId="262"/>
            <ac:spMk id="2" creationId="{10206B0F-AE2F-FDD6-7565-D75D157EB8D9}"/>
          </ac:spMkLst>
        </pc:spChg>
        <pc:spChg chg="mod">
          <ac:chgData name="Stephen John Stretton" userId="da8c780b-1aa2-4e36-94fb-871dc8111504" providerId="ADAL" clId="{AD77ACDE-E2EC-440C-AF38-36BBAF543EE8}" dt="2025-07-02T15:48:48.292" v="2469" actId="20577"/>
          <ac:spMkLst>
            <pc:docMk/>
            <pc:sldMk cId="2120855902" sldId="262"/>
            <ac:spMk id="3" creationId="{261A1607-D61E-FDA0-AF3F-DA61CD9B44E7}"/>
          </ac:spMkLst>
        </pc:spChg>
      </pc:sldChg>
      <pc:sldChg chg="modSp new mod">
        <pc:chgData name="Stephen John Stretton" userId="da8c780b-1aa2-4e36-94fb-871dc8111504" providerId="ADAL" clId="{AD77ACDE-E2EC-440C-AF38-36BBAF543EE8}" dt="2025-07-02T13:57:37.040" v="1805" actId="20577"/>
        <pc:sldMkLst>
          <pc:docMk/>
          <pc:sldMk cId="406201475" sldId="263"/>
        </pc:sldMkLst>
        <pc:spChg chg="mod">
          <ac:chgData name="Stephen John Stretton" userId="da8c780b-1aa2-4e36-94fb-871dc8111504" providerId="ADAL" clId="{AD77ACDE-E2EC-440C-AF38-36BBAF543EE8}" dt="2025-07-02T13:57:37.040" v="1805" actId="20577"/>
          <ac:spMkLst>
            <pc:docMk/>
            <pc:sldMk cId="406201475" sldId="263"/>
            <ac:spMk id="2" creationId="{0310ABDC-602F-19CF-9B5F-3CECC4773ED1}"/>
          </ac:spMkLst>
        </pc:spChg>
        <pc:spChg chg="mod">
          <ac:chgData name="Stephen John Stretton" userId="da8c780b-1aa2-4e36-94fb-871dc8111504" providerId="ADAL" clId="{AD77ACDE-E2EC-440C-AF38-36BBAF543EE8}" dt="2025-07-02T13:57:28.991" v="1780" actId="6549"/>
          <ac:spMkLst>
            <pc:docMk/>
            <pc:sldMk cId="406201475" sldId="263"/>
            <ac:spMk id="3" creationId="{A7867F53-C0C6-9B26-3A7B-EF03C5BBA361}"/>
          </ac:spMkLst>
        </pc:spChg>
      </pc:sldChg>
      <pc:sldChg chg="addSp modSp add mod">
        <pc:chgData name="Stephen John Stretton" userId="da8c780b-1aa2-4e36-94fb-871dc8111504" providerId="ADAL" clId="{AD77ACDE-E2EC-440C-AF38-36BBAF543EE8}" dt="2025-07-02T15:46:43.950" v="2456" actId="313"/>
        <pc:sldMkLst>
          <pc:docMk/>
          <pc:sldMk cId="1730341451" sldId="264"/>
        </pc:sldMkLst>
        <pc:spChg chg="mod">
          <ac:chgData name="Stephen John Stretton" userId="da8c780b-1aa2-4e36-94fb-871dc8111504" providerId="ADAL" clId="{AD77ACDE-E2EC-440C-AF38-36BBAF543EE8}" dt="2025-07-02T15:46:43.950" v="2456" actId="313"/>
          <ac:spMkLst>
            <pc:docMk/>
            <pc:sldMk cId="1730341451" sldId="264"/>
            <ac:spMk id="3" creationId="{C7D0C817-3682-DBAE-ABC4-93AD83B89CB4}"/>
          </ac:spMkLst>
        </pc:spChg>
        <pc:spChg chg="add mod">
          <ac:chgData name="Stephen John Stretton" userId="da8c780b-1aa2-4e36-94fb-871dc8111504" providerId="ADAL" clId="{AD77ACDE-E2EC-440C-AF38-36BBAF543EE8}" dt="2025-07-02T13:58:23.386" v="1858" actId="5793"/>
          <ac:spMkLst>
            <pc:docMk/>
            <pc:sldMk cId="1730341451" sldId="264"/>
            <ac:spMk id="4" creationId="{315E78B9-43EA-87EE-266D-6596F6797B0D}"/>
          </ac:spMkLst>
        </pc:spChg>
        <pc:spChg chg="add mod">
          <ac:chgData name="Stephen John Stretton" userId="da8c780b-1aa2-4e36-94fb-871dc8111504" providerId="ADAL" clId="{AD77ACDE-E2EC-440C-AF38-36BBAF543EE8}" dt="2025-07-02T13:58:36.477" v="1875" actId="20577"/>
          <ac:spMkLst>
            <pc:docMk/>
            <pc:sldMk cId="1730341451" sldId="264"/>
            <ac:spMk id="5" creationId="{6517B5EB-8B49-3251-4760-4A6335802A0C}"/>
          </ac:spMkLst>
        </pc:spChg>
      </pc:sldChg>
      <pc:sldChg chg="modSp add mod">
        <pc:chgData name="Stephen John Stretton" userId="da8c780b-1aa2-4e36-94fb-871dc8111504" providerId="ADAL" clId="{AD77ACDE-E2EC-440C-AF38-36BBAF543EE8}" dt="2025-07-02T15:46:49.433" v="2457" actId="313"/>
        <pc:sldMkLst>
          <pc:docMk/>
          <pc:sldMk cId="3308994562" sldId="265"/>
        </pc:sldMkLst>
        <pc:spChg chg="mod">
          <ac:chgData name="Stephen John Stretton" userId="da8c780b-1aa2-4e36-94fb-871dc8111504" providerId="ADAL" clId="{AD77ACDE-E2EC-440C-AF38-36BBAF543EE8}" dt="2025-07-02T15:46:49.433" v="2457" actId="313"/>
          <ac:spMkLst>
            <pc:docMk/>
            <pc:sldMk cId="3308994562" sldId="265"/>
            <ac:spMk id="2" creationId="{44C22E20-1F9F-3A5C-A558-64FB8275E318}"/>
          </ac:spMkLst>
        </pc:spChg>
        <pc:spChg chg="mod">
          <ac:chgData name="Stephen John Stretton" userId="da8c780b-1aa2-4e36-94fb-871dc8111504" providerId="ADAL" clId="{AD77ACDE-E2EC-440C-AF38-36BBAF543EE8}" dt="2025-07-02T14:00:38.352" v="2212" actId="113"/>
          <ac:spMkLst>
            <pc:docMk/>
            <pc:sldMk cId="3308994562" sldId="265"/>
            <ac:spMk id="3" creationId="{A13BC073-590F-4502-7C1F-CEE1C7E5AFCA}"/>
          </ac:spMkLst>
        </pc:spChg>
      </pc:sldChg>
      <pc:sldChg chg="modSp add mod">
        <pc:chgData name="Stephen John Stretton" userId="da8c780b-1aa2-4e36-94fb-871dc8111504" providerId="ADAL" clId="{AD77ACDE-E2EC-440C-AF38-36BBAF543EE8}" dt="2025-07-02T14:17:31.207" v="2454" actId="20577"/>
        <pc:sldMkLst>
          <pc:docMk/>
          <pc:sldMk cId="2140279013" sldId="266"/>
        </pc:sldMkLst>
        <pc:spChg chg="mod">
          <ac:chgData name="Stephen John Stretton" userId="da8c780b-1aa2-4e36-94fb-871dc8111504" providerId="ADAL" clId="{AD77ACDE-E2EC-440C-AF38-36BBAF543EE8}" dt="2025-07-02T14:00:24.616" v="2192" actId="20577"/>
          <ac:spMkLst>
            <pc:docMk/>
            <pc:sldMk cId="2140279013" sldId="266"/>
            <ac:spMk id="2" creationId="{7A3A398D-A386-2EEA-17D1-50F69B19B249}"/>
          </ac:spMkLst>
        </pc:spChg>
        <pc:spChg chg="mod">
          <ac:chgData name="Stephen John Stretton" userId="da8c780b-1aa2-4e36-94fb-871dc8111504" providerId="ADAL" clId="{AD77ACDE-E2EC-440C-AF38-36BBAF543EE8}" dt="2025-07-02T14:17:31.207" v="2454" actId="20577"/>
          <ac:spMkLst>
            <pc:docMk/>
            <pc:sldMk cId="2140279013" sldId="266"/>
            <ac:spMk id="3" creationId="{31A42BF1-7B3A-FFA3-46B3-0BD811E7FF43}"/>
          </ac:spMkLst>
        </pc:spChg>
      </pc:sldChg>
      <pc:sldChg chg="modSp add mod ord">
        <pc:chgData name="Stephen John Stretton" userId="da8c780b-1aa2-4e36-94fb-871dc8111504" providerId="ADAL" clId="{AD77ACDE-E2EC-440C-AF38-36BBAF543EE8}" dt="2025-07-02T14:17:06.651" v="2405"/>
        <pc:sldMkLst>
          <pc:docMk/>
          <pc:sldMk cId="979521193" sldId="267"/>
        </pc:sldMkLst>
        <pc:spChg chg="mod">
          <ac:chgData name="Stephen John Stretton" userId="da8c780b-1aa2-4e36-94fb-871dc8111504" providerId="ADAL" clId="{AD77ACDE-E2EC-440C-AF38-36BBAF543EE8}" dt="2025-07-02T14:00:50.017" v="2238" actId="20577"/>
          <ac:spMkLst>
            <pc:docMk/>
            <pc:sldMk cId="979521193" sldId="267"/>
            <ac:spMk id="2" creationId="{D02B3BB1-C0C6-E887-75CB-AF51C721B344}"/>
          </ac:spMkLst>
        </pc:spChg>
        <pc:spChg chg="mod">
          <ac:chgData name="Stephen John Stretton" userId="da8c780b-1aa2-4e36-94fb-871dc8111504" providerId="ADAL" clId="{AD77ACDE-E2EC-440C-AF38-36BBAF543EE8}" dt="2025-07-02T14:04:10.969" v="2402" actId="20577"/>
          <ac:spMkLst>
            <pc:docMk/>
            <pc:sldMk cId="979521193" sldId="267"/>
            <ac:spMk id="3" creationId="{71DDF956-343E-CD35-63B1-03E9CE1818C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CDDEA-F4F9-128A-1277-705417AAEF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09D2CF-1843-F4B0-0172-46ABDB287A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D7F4C8-992C-AA4A-C8B1-2C3B4F32E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27547-A546-4EF5-9B68-271187BB7AF9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E9BFBF-DA33-8455-64A2-15A1BB544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3A6E1B-A4AA-535F-44F2-5148D8384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F9BB4-1D9C-45A6-9FD9-E541A008A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269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37149-0773-0544-CA3D-FEF01D0D1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92AB6-C069-C2E7-50AF-5B083FF462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1318BF-BC54-DCD9-AC45-92554F124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27547-A546-4EF5-9B68-271187BB7AF9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CBF61-AE3F-796D-0ADA-6892A3279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88E83-5FA0-2BF1-B52A-F7ED1452F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F9BB4-1D9C-45A6-9FD9-E541A008A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196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161BA-AB9D-3BB9-2BFA-EFD244050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C3381F-B992-0361-C99E-CB319203C7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1EB8B-52D6-CEE9-0DF5-1CA45704C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27547-A546-4EF5-9B68-271187BB7AF9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80CF4-5903-42F4-2E21-E852B97CF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0047F-F9B8-C0CC-D1D3-39C3C51E1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F9BB4-1D9C-45A6-9FD9-E541A008A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787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64840-094F-D700-46B3-4E97D7A26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8A56D-5D10-CC75-F368-2AAFC53487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186840-9096-A0AC-C7FF-0ADBDC4AE9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5B5E38-C04E-A755-9B8E-5F9C52F0D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27547-A546-4EF5-9B68-271187BB7AF9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850728-CADD-6E8F-59C5-57BA3F3F5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50F34E-9B96-74D2-6259-AE822DB62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F9BB4-1D9C-45A6-9FD9-E541A008A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989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680C9-CC14-4D8C-F22F-9F8C5149B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551986-F80D-C521-81B7-5A8905D50B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7ABC39-CF04-8A5E-7F79-42CBDCA364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513592-0990-CAB0-4886-3AA8D12428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4D5A5D-70C2-4ED1-7409-F5CA3B4E24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645461-FDD1-4B24-6B80-3A106C8F5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27547-A546-4EF5-9B68-271187BB7AF9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71DFB2-4FEC-8F7A-6226-520FAAAFA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2AFADD-7BAF-1317-F8C9-EE74532F2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F9BB4-1D9C-45A6-9FD9-E541A008A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217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0CD40-AB26-FC09-A2BB-C0BA6170D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246980-21B2-5BE6-A7AA-A6B6DA2E9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27547-A546-4EF5-9B68-271187BB7AF9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C2F740-C37D-4FD6-4C3A-A467B26C4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34BD80-496F-24B9-9D9D-3129C2F4C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F9BB4-1D9C-45A6-9FD9-E541A008A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505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7D1F31-DAAC-161B-D330-6EFA58FF0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27547-A546-4EF5-9B68-271187BB7AF9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F27269-81E5-E0BB-C5D4-1E5053A69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1CA996-8E9C-7AFE-1489-3414CA101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F9BB4-1D9C-45A6-9FD9-E541A008A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504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24E52-BE8A-8A7A-6800-B5ED70F1A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C806A-863A-3BC1-1AAF-A88F659FB0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A2E2C7-0302-15E2-7EC4-008323577E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46F53B-FE76-7581-A596-EF0A6B276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27547-A546-4EF5-9B68-271187BB7AF9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071F34-51A5-749A-452B-615C98D1B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6EA69B-95F8-699B-0D5B-834043CE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F9BB4-1D9C-45A6-9FD9-E541A008A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635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4B953-81D5-E252-5A37-A4746E691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8865D0-CAE6-B474-E55B-F7C7E81A9B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8145EC-19CD-DBB4-0C23-3D8DDD24D3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81C126-4301-4B5C-DDA7-F6E96D490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27547-A546-4EF5-9B68-271187BB7AF9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08BF5D-4E8C-B3FC-69A7-F36990663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FFA151-76F2-6829-206E-14B5F4E35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F9BB4-1D9C-45A6-9FD9-E541A008A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825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9A1F3-8EBD-9A03-D715-FA09FB57E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CE2448-AFDF-F211-F535-162010145E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F6432E-D4FD-DADE-0AAB-10F764D06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27547-A546-4EF5-9B68-271187BB7AF9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0C255-35B1-39FD-7C73-30331F74E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F0F69-FB11-14A1-2082-35442B2C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F9BB4-1D9C-45A6-9FD9-E541A008A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387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1233C5-A631-2D89-4DAF-97A4BA2A38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004808-F104-62DA-024F-6A0A71F66E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09AEA6-5E31-EE21-6DAB-03EDEEF00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27547-A546-4EF5-9B68-271187BB7AF9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1DA298-0758-8D9C-5934-46831239F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85D518-8877-CBC1-A3E6-DE0ADE5A0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F9BB4-1D9C-45A6-9FD9-E541A008A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759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87920D-8B80-5EC1-B63C-ADD9CEF86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A2A265-A966-ACE7-170B-58E7796C18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A0C37D-4E26-60FF-A7D8-89A43F258B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127547-A546-4EF5-9B68-271187BB7AF9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8E927-4A09-45EF-B11A-A9D290F1F5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6E336B-1160-A381-24D1-EBFFCDC2FD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BF9BB4-1D9C-45A6-9FD9-E541A008AD8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FB5BFD-D10A-7D18-51A1-76536DFF526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280775" y="6642100"/>
            <a:ext cx="8763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Official Use Only</a:t>
            </a:r>
          </a:p>
        </p:txBody>
      </p:sp>
    </p:spTree>
    <p:extLst>
      <p:ext uri="{BB962C8B-B14F-4D97-AF65-F5344CB8AC3E}">
        <p14:creationId xmlns:p14="http://schemas.microsoft.com/office/powerpoint/2010/main" val="3534785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9CE45-EDD1-D29E-5272-C43A87BA22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Updating Carbon Pricing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33D0BC-88D2-6FCC-9220-803FDC464D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659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6749E-2319-6B0B-B362-17697A00E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BBF05-12FB-0896-97C3-D28E0BD2A1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Most Economists Think Carbon Pricing is a Key Instrument in Reducing Emissions</a:t>
            </a:r>
          </a:p>
          <a:p>
            <a:r>
              <a:rPr lang="en-US" dirty="0"/>
              <a:t>However, raising fuel costs can be </a:t>
            </a:r>
            <a:r>
              <a:rPr lang="en-US" b="1" dirty="0"/>
              <a:t>unpopular</a:t>
            </a:r>
            <a:r>
              <a:rPr lang="en-US" dirty="0"/>
              <a:t>, and raising fuel prices a lot can have </a:t>
            </a:r>
            <a:r>
              <a:rPr lang="en-US" b="1" dirty="0"/>
              <a:t>competitiveness concerns</a:t>
            </a:r>
          </a:p>
          <a:p>
            <a:r>
              <a:rPr lang="en-US" dirty="0"/>
              <a:t>We have to think about the economics of an economy where </a:t>
            </a:r>
            <a:r>
              <a:rPr lang="en-US" b="1" dirty="0"/>
              <a:t>policies can be reversed</a:t>
            </a:r>
          </a:p>
          <a:p>
            <a:r>
              <a:rPr lang="en-US" b="1" dirty="0" err="1"/>
              <a:t>Stylised</a:t>
            </a:r>
            <a:r>
              <a:rPr lang="en-US" b="1" dirty="0"/>
              <a:t> facts</a:t>
            </a:r>
          </a:p>
          <a:p>
            <a:pPr lvl="1"/>
            <a:r>
              <a:rPr lang="en-US" dirty="0" err="1"/>
              <a:t>Decarbonisation</a:t>
            </a:r>
            <a:r>
              <a:rPr lang="en-US" dirty="0"/>
              <a:t> requires a shift in </a:t>
            </a:r>
            <a:r>
              <a:rPr lang="en-US" i="1" dirty="0"/>
              <a:t>energy vector</a:t>
            </a:r>
            <a:r>
              <a:rPr lang="en-US" dirty="0"/>
              <a:t> towards electricity</a:t>
            </a:r>
          </a:p>
          <a:p>
            <a:pPr lvl="1"/>
            <a:r>
              <a:rPr lang="en-US" dirty="0" err="1"/>
              <a:t>Decarbonisation</a:t>
            </a:r>
            <a:r>
              <a:rPr lang="en-US" dirty="0"/>
              <a:t> must exist in </a:t>
            </a:r>
            <a:r>
              <a:rPr lang="en-US" i="1" dirty="0"/>
              <a:t>open</a:t>
            </a:r>
            <a:r>
              <a:rPr lang="en-US" dirty="0"/>
              <a:t> economies.</a:t>
            </a:r>
          </a:p>
          <a:p>
            <a:pPr lvl="1"/>
            <a:r>
              <a:rPr lang="en-US" dirty="0"/>
              <a:t>Elasticities are highest between close substitutes.</a:t>
            </a:r>
          </a:p>
          <a:p>
            <a:pPr lvl="1"/>
            <a:r>
              <a:rPr lang="en-US" dirty="0"/>
              <a:t>Capital stock takes time to adjust and needs long term incentives</a:t>
            </a:r>
          </a:p>
          <a:p>
            <a:r>
              <a:rPr lang="en-US" dirty="0"/>
              <a:t>General point: the more objectives a policy instrument has, the harder it is to achieve.</a:t>
            </a:r>
          </a:p>
        </p:txBody>
      </p:sp>
    </p:spTree>
    <p:extLst>
      <p:ext uri="{BB962C8B-B14F-4D97-AF65-F5344CB8AC3E}">
        <p14:creationId xmlns:p14="http://schemas.microsoft.com/office/powerpoint/2010/main" val="1807140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708E9-5369-F0CA-9187-58CEA7CE2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4356A-EEB4-891D-E060-930468162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Context: International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03206-3E61-604C-F2BA-7448085693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Where international agreement is needed, we need </a:t>
            </a:r>
            <a:r>
              <a:rPr lang="en-US" b="1" dirty="0"/>
              <a:t>positive framing </a:t>
            </a:r>
            <a:r>
              <a:rPr lang="en-US" dirty="0"/>
              <a:t>and </a:t>
            </a:r>
            <a:r>
              <a:rPr lang="en-US" b="1" dirty="0"/>
              <a:t>enforcement/lock in</a:t>
            </a:r>
          </a:p>
          <a:p>
            <a:pPr lvl="1"/>
            <a:r>
              <a:rPr lang="en-US" b="1" dirty="0"/>
              <a:t>Positive framing </a:t>
            </a:r>
            <a:r>
              <a:rPr lang="en-US" dirty="0"/>
              <a:t>means that countries sign up for things that are in their own perceived interests (meaning, usually, that policies are popular)</a:t>
            </a:r>
          </a:p>
          <a:p>
            <a:pPr lvl="1"/>
            <a:r>
              <a:rPr lang="en-US" b="1" dirty="0"/>
              <a:t>Enforcement/lock in </a:t>
            </a:r>
            <a:r>
              <a:rPr lang="en-US" dirty="0"/>
              <a:t>means that policies are </a:t>
            </a:r>
            <a:r>
              <a:rPr lang="en-US" i="1" dirty="0"/>
              <a:t>long term commitments that cannot easily be reversed</a:t>
            </a:r>
          </a:p>
          <a:p>
            <a:r>
              <a:rPr lang="en-US" dirty="0"/>
              <a:t>We need </a:t>
            </a:r>
            <a:r>
              <a:rPr lang="en-US" b="1" dirty="0"/>
              <a:t>robust policies</a:t>
            </a:r>
            <a:r>
              <a:rPr lang="en-US" dirty="0"/>
              <a:t>, meaning if one policy does not work, or if one country does not decarbonize other policies or systems step in.</a:t>
            </a:r>
          </a:p>
          <a:p>
            <a:r>
              <a:rPr lang="en-US" dirty="0"/>
              <a:t>Need to deal with overshoot: i.e. we may need funds to such CO2 out of the atmosphere again.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7814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2DC04-E71B-3E53-ACB4-9932A6503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BF6D0-52CB-F029-F71F-25DFF81DF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of Carbon Pricing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55F18B-D38A-267B-9EF2-11EB2EC5A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505700" cy="4351338"/>
          </a:xfrm>
        </p:spPr>
        <p:txBody>
          <a:bodyPr/>
          <a:lstStyle/>
          <a:p>
            <a:r>
              <a:rPr lang="en-US" dirty="0"/>
              <a:t>Decarbonization (main purpose)</a:t>
            </a:r>
          </a:p>
          <a:p>
            <a:r>
              <a:rPr lang="en-US" dirty="0"/>
              <a:t>‘Polluter Pays’ and Revenue Raising</a:t>
            </a:r>
          </a:p>
          <a:p>
            <a:r>
              <a:rPr lang="en-US" dirty="0"/>
              <a:t>[New!] Remediation and overshoot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921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69AB3-6FEC-1E6C-4BC5-3EE4D8DBE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06B0F-AE2F-FDD6-7565-D75D157EB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Existing forms of Carbon Pricing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A1607-D61E-FDA0-AF3F-DA61CD9B44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232571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Carbon pricing instruments already exist, and they are great as far as they go. </a:t>
            </a:r>
          </a:p>
          <a:p>
            <a:r>
              <a:rPr lang="en-US" dirty="0"/>
              <a:t>ETS (quantity)</a:t>
            </a:r>
          </a:p>
          <a:p>
            <a:r>
              <a:rPr lang="en-US" dirty="0"/>
              <a:t>Carbon Tax </a:t>
            </a:r>
            <a:r>
              <a:rPr lang="en-US"/>
              <a:t>(price)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Issues with these:</a:t>
            </a:r>
          </a:p>
          <a:p>
            <a:pPr marL="514350" indent="-514350">
              <a:buAutoNum type="arabicParenR"/>
            </a:pPr>
            <a:r>
              <a:rPr lang="en-US" dirty="0"/>
              <a:t>Unpopular to raise prices a lot (with industry and consumers)</a:t>
            </a:r>
          </a:p>
          <a:p>
            <a:pPr marL="514350" indent="-514350">
              <a:buAutoNum type="arabicParenR"/>
            </a:pPr>
            <a:r>
              <a:rPr lang="en-US" dirty="0"/>
              <a:t>Spot prices; not long-term commitment device</a:t>
            </a:r>
          </a:p>
          <a:p>
            <a:pPr marL="514350" indent="-514350">
              <a:buAutoNum type="arabicParenR"/>
            </a:pPr>
            <a:r>
              <a:rPr lang="en-US" dirty="0"/>
              <a:t>Does not separate the supply side from the demand side</a:t>
            </a:r>
          </a:p>
          <a:p>
            <a:pPr marL="514350" indent="-514350">
              <a:buAutoNum type="arabicParenR"/>
            </a:pPr>
            <a:r>
              <a:rPr lang="en-US" dirty="0"/>
              <a:t>Does not focus on relative prices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rabicParenR"/>
            </a:pPr>
            <a:endParaRPr lang="en-US" dirty="0"/>
          </a:p>
          <a:p>
            <a:pPr marL="514350" indent="-514350">
              <a:buAutoNum type="arabicParenR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855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F89A1-DCE3-2B61-C290-6A7876FFB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FB986-0985-14C2-0C04-A3F5C4AC1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18A02-C5BC-F221-796B-D4FDFCB4BC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carbon pricing instrument that is:</a:t>
            </a:r>
          </a:p>
          <a:p>
            <a:pPr lvl="1"/>
            <a:r>
              <a:rPr lang="en-US" dirty="0"/>
              <a:t>a) popular within countries, </a:t>
            </a:r>
          </a:p>
          <a:p>
            <a:pPr lvl="1"/>
            <a:r>
              <a:rPr lang="en-US" dirty="0"/>
              <a:t>b) deals with the stylized facts (electrification, open economy, competitiveness, high elasticity between substitutes)</a:t>
            </a:r>
          </a:p>
          <a:p>
            <a:pPr lvl="1"/>
            <a:r>
              <a:rPr lang="en-US" dirty="0"/>
              <a:t>C) considers the global context too (overshoot)</a:t>
            </a:r>
          </a:p>
          <a:p>
            <a:pPr marL="0" indent="0">
              <a:buNone/>
            </a:pPr>
            <a:r>
              <a:rPr lang="en-US" dirty="0"/>
              <a:t>Main principles:</a:t>
            </a:r>
          </a:p>
          <a:p>
            <a:pPr lvl="1"/>
            <a:r>
              <a:rPr lang="en-US" dirty="0"/>
              <a:t>Maximize effectiveness (maximize relative prices) and minimize resistance (do not raise revenue)</a:t>
            </a:r>
          </a:p>
          <a:p>
            <a:pPr lvl="1"/>
            <a:r>
              <a:rPr lang="en-US" dirty="0"/>
              <a:t>Consider product supply side separately from product demand side.</a:t>
            </a:r>
          </a:p>
          <a:p>
            <a:pPr lvl="1"/>
            <a:r>
              <a:rPr lang="en-US" dirty="0"/>
              <a:t>Consider power supply side separately from power demand side.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1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44ADA-4610-76A1-478C-9A99030C8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B3BB1-C0C6-E887-75CB-AF51C721B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Framework: Robustness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DF956-343E-CD35-63B1-03E9CE1818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robust framework is one that works to decarbonize the power supply even without carbon pricing</a:t>
            </a:r>
          </a:p>
          <a:p>
            <a:r>
              <a:rPr lang="en-US" b="1" dirty="0"/>
              <a:t>A robust framework internationally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9521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0ABDC-602F-19CF-9B5F-3CECC4773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Case For Feebates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67F53-C0C6-9B26-3A7B-EF03C5BBA3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/>
              <a:t>Consider product supply side separately from product demand side.</a:t>
            </a:r>
          </a:p>
          <a:p>
            <a:pPr lvl="1"/>
            <a:r>
              <a:rPr lang="en-US" dirty="0"/>
              <a:t>Consider power supply side separately from power demand side.</a:t>
            </a:r>
          </a:p>
          <a:p>
            <a:r>
              <a:rPr lang="en-US" dirty="0"/>
              <a:t>On the power supply </a:t>
            </a:r>
          </a:p>
          <a:p>
            <a:pPr lvl="1"/>
            <a:r>
              <a:rPr lang="en-US" dirty="0"/>
              <a:t>Commit to decarbonization! Encourage users to switch to power.	</a:t>
            </a:r>
          </a:p>
          <a:p>
            <a:r>
              <a:rPr lang="en-US" dirty="0"/>
              <a:t>On the product supply </a:t>
            </a:r>
          </a:p>
          <a:p>
            <a:pPr lvl="1"/>
            <a:r>
              <a:rPr lang="en-US" dirty="0"/>
              <a:t>Encourage users to switch to power.</a:t>
            </a:r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014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2D38D-FCCD-D201-9C7F-7D873CC5E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7AAA2-7234-F87F-6E27-0D4A63D7E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of Carbon Pricing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0C817-3682-DBAE-ABC4-93AD83B89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889171" cy="4351338"/>
          </a:xfrm>
        </p:spPr>
        <p:txBody>
          <a:bodyPr/>
          <a:lstStyle/>
          <a:p>
            <a:r>
              <a:rPr lang="en-US" dirty="0"/>
              <a:t>Decarbonization (main purpose)</a:t>
            </a:r>
          </a:p>
          <a:p>
            <a:endParaRPr lang="en-US" dirty="0"/>
          </a:p>
          <a:p>
            <a:r>
              <a:rPr lang="en-US" dirty="0"/>
              <a:t>‘Polluter Pays’ and Revenue Raising</a:t>
            </a:r>
          </a:p>
          <a:p>
            <a:endParaRPr lang="en-US" dirty="0"/>
          </a:p>
          <a:p>
            <a:r>
              <a:rPr lang="en-US" dirty="0"/>
              <a:t>[New!] Remediation and overshoot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15E78B9-43EA-87EE-266D-6596F6797B0D}"/>
              </a:ext>
            </a:extLst>
          </p:cNvPr>
          <p:cNvSpPr txBox="1">
            <a:spLocks/>
          </p:cNvSpPr>
          <p:nvPr/>
        </p:nvSpPr>
        <p:spPr>
          <a:xfrm>
            <a:off x="7102929" y="2596243"/>
            <a:ext cx="4577441" cy="10695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Existing Carbon Pricing</a:t>
            </a:r>
          </a:p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517B5EB-8B49-3251-4760-4A6335802A0C}"/>
              </a:ext>
            </a:extLst>
          </p:cNvPr>
          <p:cNvSpPr txBox="1">
            <a:spLocks/>
          </p:cNvSpPr>
          <p:nvPr/>
        </p:nvSpPr>
        <p:spPr>
          <a:xfrm>
            <a:off x="7102928" y="3810000"/>
            <a:ext cx="4577441" cy="10695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Ignored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3414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9E00B-DCED-7914-4FEB-C3AFA59BB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22E20-1F9F-3A5C-A558-64FB8275E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Instruments (1): Decarbonization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BC073-590F-4502-7C1F-CEE1C7E5AF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Feebate / Output Based Rebates: For supply side decarbonization</a:t>
            </a:r>
          </a:p>
          <a:p>
            <a:pPr lvl="1"/>
            <a:r>
              <a:rPr lang="en-US" dirty="0"/>
              <a:t>Main instrument to ensure decarbonization of energy system</a:t>
            </a:r>
          </a:p>
          <a:p>
            <a:pPr lvl="1"/>
            <a:r>
              <a:rPr lang="en-US" dirty="0"/>
              <a:t>Needs to be supported by </a:t>
            </a:r>
            <a:r>
              <a:rPr lang="en-US" b="1" dirty="0"/>
              <a:t>long-term contracts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89945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50E78-9DC7-7B12-843F-A7A76C83F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A398D-A386-2EEA-17D1-50F69B19B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Instruments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42BF1-7B3A-FFA3-46B3-0BD811E7F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Legal liability: Polluter pays with remediation</a:t>
            </a:r>
          </a:p>
        </p:txBody>
      </p:sp>
    </p:spTree>
    <p:extLst>
      <p:ext uri="{BB962C8B-B14F-4D97-AF65-F5344CB8AC3E}">
        <p14:creationId xmlns:p14="http://schemas.microsoft.com/office/powerpoint/2010/main" val="21402790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533</Words>
  <Application>Microsoft Office PowerPoint</Application>
  <PresentationFormat>Widescreen</PresentationFormat>
  <Paragraphs>65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Theme</vt:lpstr>
      <vt:lpstr>Updating Carbon Pricing</vt:lpstr>
      <vt:lpstr>Overview</vt:lpstr>
      <vt:lpstr>Context: International</vt:lpstr>
      <vt:lpstr>Functions of Carbon Pricing</vt:lpstr>
      <vt:lpstr>Existing forms of Carbon Pricing</vt:lpstr>
      <vt:lpstr>Problem Definition</vt:lpstr>
      <vt:lpstr>Framework: Robustness</vt:lpstr>
      <vt:lpstr>The Case For Feebates</vt:lpstr>
      <vt:lpstr>Functions of Carbon Pricing</vt:lpstr>
      <vt:lpstr>Main Instruments (1): Decarbonization</vt:lpstr>
      <vt:lpstr>Main Instruments (2)</vt:lpstr>
    </vt:vector>
  </TitlesOfParts>
  <Company>WBG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John Stretton</dc:creator>
  <cp:lastModifiedBy>Stephen John Stretton</cp:lastModifiedBy>
  <cp:revision>1</cp:revision>
  <dcterms:created xsi:type="dcterms:W3CDTF">2025-07-02T13:34:08Z</dcterms:created>
  <dcterms:modified xsi:type="dcterms:W3CDTF">2025-07-02T15:48:49Z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1bf45b6-5649-4236-82a3-f45024cd282e_Enabled">
    <vt:lpwstr>true</vt:lpwstr>
  </property>
  <property fmtid="{D5CDD505-2E9C-101B-9397-08002B2CF9AE}" pid="3" name="MSIP_Label_f1bf45b6-5649-4236-82a3-f45024cd282e_SetDate">
    <vt:lpwstr>2025-07-02T13:39:41Z</vt:lpwstr>
  </property>
  <property fmtid="{D5CDD505-2E9C-101B-9397-08002B2CF9AE}" pid="4" name="MSIP_Label_f1bf45b6-5649-4236-82a3-f45024cd282e_Method">
    <vt:lpwstr>Standard</vt:lpwstr>
  </property>
  <property fmtid="{D5CDD505-2E9C-101B-9397-08002B2CF9AE}" pid="5" name="MSIP_Label_f1bf45b6-5649-4236-82a3-f45024cd282e_Name">
    <vt:lpwstr>Official Use Only</vt:lpwstr>
  </property>
  <property fmtid="{D5CDD505-2E9C-101B-9397-08002B2CF9AE}" pid="6" name="MSIP_Label_f1bf45b6-5649-4236-82a3-f45024cd282e_SiteId">
    <vt:lpwstr>31a2fec0-266b-4c67-b56e-2796d8f59c36</vt:lpwstr>
  </property>
  <property fmtid="{D5CDD505-2E9C-101B-9397-08002B2CF9AE}" pid="7" name="MSIP_Label_f1bf45b6-5649-4236-82a3-f45024cd282e_ActionId">
    <vt:lpwstr>af9bb1d6-7bba-45fb-813e-bcb955916870</vt:lpwstr>
  </property>
  <property fmtid="{D5CDD505-2E9C-101B-9397-08002B2CF9AE}" pid="8" name="MSIP_Label_f1bf45b6-5649-4236-82a3-f45024cd282e_ContentBits">
    <vt:lpwstr>2</vt:lpwstr>
  </property>
  <property fmtid="{D5CDD505-2E9C-101B-9397-08002B2CF9AE}" pid="9" name="MSIP_Label_f1bf45b6-5649-4236-82a3-f45024cd282e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Official Use Only</vt:lpwstr>
  </property>
</Properties>
</file>