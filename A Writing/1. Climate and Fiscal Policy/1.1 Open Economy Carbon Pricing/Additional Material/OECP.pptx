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notesSlides/notesSlide2.xml" ContentType="application/vnd.openxmlformats-officedocument.presentationml.notesSlide+xml"/>
  <Override PartName="/ppt/tags/tag386.xml" ContentType="application/vnd.openxmlformats-officedocument.presentationml.tags+xml"/>
  <Override PartName="/ppt/tags/tag387.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3" r:id="rId1"/>
    <p:sldMasterId id="2147483865" r:id="rId2"/>
  </p:sldMasterIdLst>
  <p:notesMasterIdLst>
    <p:notesMasterId r:id="rId29"/>
  </p:notesMasterIdLst>
  <p:handoutMasterIdLst>
    <p:handoutMasterId r:id="rId30"/>
  </p:handoutMasterIdLst>
  <p:sldIdLst>
    <p:sldId id="2147471567" r:id="rId3"/>
    <p:sldId id="2147471597" r:id="rId4"/>
    <p:sldId id="2147471585" r:id="rId5"/>
    <p:sldId id="2147471578" r:id="rId6"/>
    <p:sldId id="2147471519" r:id="rId7"/>
    <p:sldId id="2147471510" r:id="rId8"/>
    <p:sldId id="2147471580" r:id="rId9"/>
    <p:sldId id="2147471579" r:id="rId10"/>
    <p:sldId id="2147471509" r:id="rId11"/>
    <p:sldId id="2147471572" r:id="rId12"/>
    <p:sldId id="2147471573" r:id="rId13"/>
    <p:sldId id="2147471584" r:id="rId14"/>
    <p:sldId id="2147471571" r:id="rId15"/>
    <p:sldId id="2147471570" r:id="rId16"/>
    <p:sldId id="2147471575" r:id="rId17"/>
    <p:sldId id="2147471581" r:id="rId18"/>
    <p:sldId id="2147471583" r:id="rId19"/>
    <p:sldId id="257" r:id="rId20"/>
    <p:sldId id="2147471574" r:id="rId21"/>
    <p:sldId id="2147471582" r:id="rId22"/>
    <p:sldId id="2147471587" r:id="rId23"/>
    <p:sldId id="2147471576" r:id="rId24"/>
    <p:sldId id="2147471586" r:id="rId25"/>
    <p:sldId id="2147471568" r:id="rId26"/>
    <p:sldId id="2147471588" r:id="rId27"/>
    <p:sldId id="2147471589" r:id="rId28"/>
  </p:sldIdLst>
  <p:sldSz cx="12192000" cy="6858000"/>
  <p:notesSz cx="6858000" cy="9144000"/>
  <p:custDataLst>
    <p:tags r:id="rId31"/>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E1E"/>
    <a:srgbClr val="061F32"/>
    <a:srgbClr val="00B050"/>
    <a:srgbClr val="FFF2D9"/>
    <a:srgbClr val="73F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80F503-8F70-4812-81EB-1FD1237360F5}" v="23" dt="2025-11-28T16:57:57.5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71"/>
    <p:restoredTop sz="72404" autoAdjust="0"/>
  </p:normalViewPr>
  <p:slideViewPr>
    <p:cSldViewPr snapToGrid="0" showGuides="1">
      <p:cViewPr varScale="1">
        <p:scale>
          <a:sx n="46" d="100"/>
          <a:sy n="46" d="100"/>
        </p:scale>
        <p:origin x="1605" y="258"/>
      </p:cViewPr>
      <p:guideLst>
        <p:guide orient="horz" pos="2137"/>
        <p:guide pos="3817"/>
      </p:guideLst>
    </p:cSldViewPr>
  </p:slideViewPr>
  <p:outlineViewPr>
    <p:cViewPr>
      <p:scale>
        <a:sx n="33" d="100"/>
        <a:sy n="33" d="100"/>
      </p:scale>
      <p:origin x="0" y="-8536"/>
    </p:cViewPr>
  </p:outlineViewPr>
  <p:notesTextViewPr>
    <p:cViewPr>
      <p:scale>
        <a:sx n="90" d="100"/>
        <a:sy n="90" d="100"/>
      </p:scale>
      <p:origin x="0" y="0"/>
    </p:cViewPr>
  </p:notesTextViewPr>
  <p:sorterViewPr>
    <p:cViewPr varScale="1">
      <p:scale>
        <a:sx n="1" d="1"/>
        <a:sy n="1" d="1"/>
      </p:scale>
      <p:origin x="0" y="0"/>
    </p:cViewPr>
  </p:sorter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Stretton" userId="d46b5d2afcd4ceb0" providerId="LiveId" clId="{461C8D16-F91C-40AB-8163-8272BCB3CEB6}"/>
    <pc:docChg chg="undo custSel addSld delSld modSld sldOrd">
      <pc:chgData name="Stephen Stretton" userId="d46b5d2afcd4ceb0" providerId="LiveId" clId="{461C8D16-F91C-40AB-8163-8272BCB3CEB6}" dt="2025-12-12T18:12:44.817" v="3960" actId="47"/>
      <pc:docMkLst>
        <pc:docMk/>
      </pc:docMkLst>
      <pc:sldChg chg="modSp add mod ord">
        <pc:chgData name="Stephen Stretton" userId="d46b5d2afcd4ceb0" providerId="LiveId" clId="{461C8D16-F91C-40AB-8163-8272BCB3CEB6}" dt="2025-11-28T16:41:26.563" v="2797"/>
        <pc:sldMkLst>
          <pc:docMk/>
          <pc:sldMk cId="2133057680" sldId="257"/>
        </pc:sldMkLst>
        <pc:spChg chg="mod">
          <ac:chgData name="Stephen Stretton" userId="d46b5d2afcd4ceb0" providerId="LiveId" clId="{461C8D16-F91C-40AB-8163-8272BCB3CEB6}" dt="2025-11-28T16:41:18.012" v="2795" actId="12"/>
          <ac:spMkLst>
            <pc:docMk/>
            <pc:sldMk cId="2133057680" sldId="257"/>
            <ac:spMk id="3" creationId="{D6FE6460-81CD-41BE-A26A-34AD6AB97806}"/>
          </ac:spMkLst>
        </pc:spChg>
      </pc:sldChg>
      <pc:sldChg chg="ord">
        <pc:chgData name="Stephen Stretton" userId="d46b5d2afcd4ceb0" providerId="LiveId" clId="{461C8D16-F91C-40AB-8163-8272BCB3CEB6}" dt="2025-11-28T16:26:02.189" v="920"/>
        <pc:sldMkLst>
          <pc:docMk/>
          <pc:sldMk cId="385528706" sldId="2147471509"/>
        </pc:sldMkLst>
      </pc:sldChg>
      <pc:sldChg chg="modSp add del mod ord">
        <pc:chgData name="Stephen Stretton" userId="d46b5d2afcd4ceb0" providerId="LiveId" clId="{461C8D16-F91C-40AB-8163-8272BCB3CEB6}" dt="2025-11-28T16:39:58.743" v="2738"/>
        <pc:sldMkLst>
          <pc:docMk/>
          <pc:sldMk cId="3257885552" sldId="2147471510"/>
        </pc:sldMkLst>
        <pc:spChg chg="mod">
          <ac:chgData name="Stephen Stretton" userId="d46b5d2afcd4ceb0" providerId="LiveId" clId="{461C8D16-F91C-40AB-8163-8272BCB3CEB6}" dt="2025-11-28T16:19:55.251" v="408" actId="20577"/>
          <ac:spMkLst>
            <pc:docMk/>
            <pc:sldMk cId="3257885552" sldId="2147471510"/>
            <ac:spMk id="42" creationId="{ED078EFE-C57C-2CC9-E519-7FCA7579EB70}"/>
          </ac:spMkLst>
        </pc:spChg>
        <pc:spChg chg="mod">
          <ac:chgData name="Stephen Stretton" userId="d46b5d2afcd4ceb0" providerId="LiveId" clId="{461C8D16-F91C-40AB-8163-8272BCB3CEB6}" dt="2025-11-28T16:20:16.843" v="425" actId="20577"/>
          <ac:spMkLst>
            <pc:docMk/>
            <pc:sldMk cId="3257885552" sldId="2147471510"/>
            <ac:spMk id="50" creationId="{6C34E257-5907-9669-3ACA-8C009620719C}"/>
          </ac:spMkLst>
        </pc:spChg>
        <pc:spChg chg="mod">
          <ac:chgData name="Stephen Stretton" userId="d46b5d2afcd4ceb0" providerId="LiveId" clId="{461C8D16-F91C-40AB-8163-8272BCB3CEB6}" dt="2025-11-28T16:20:26.779" v="434" actId="20577"/>
          <ac:spMkLst>
            <pc:docMk/>
            <pc:sldMk cId="3257885552" sldId="2147471510"/>
            <ac:spMk id="57" creationId="{18B75537-9FD6-8792-C5DB-253CE74B62F0}"/>
          </ac:spMkLst>
        </pc:spChg>
        <pc:spChg chg="mod">
          <ac:chgData name="Stephen Stretton" userId="d46b5d2afcd4ceb0" providerId="LiveId" clId="{461C8D16-F91C-40AB-8163-8272BCB3CEB6}" dt="2025-11-28T16:21:38.645" v="780" actId="20577"/>
          <ac:spMkLst>
            <pc:docMk/>
            <pc:sldMk cId="3257885552" sldId="2147471510"/>
            <ac:spMk id="58" creationId="{A8E10BA8-B2F5-BE4F-A3B9-451ACA8B1BD7}"/>
          </ac:spMkLst>
        </pc:spChg>
      </pc:sldChg>
      <pc:sldChg chg="modSp add mod">
        <pc:chgData name="Stephen Stretton" userId="d46b5d2afcd4ceb0" providerId="LiveId" clId="{461C8D16-F91C-40AB-8163-8272BCB3CEB6}" dt="2025-11-28T16:50:43.963" v="3663" actId="20577"/>
        <pc:sldMkLst>
          <pc:docMk/>
          <pc:sldMk cId="2894552140" sldId="2147471519"/>
        </pc:sldMkLst>
        <pc:spChg chg="mod">
          <ac:chgData name="Stephen Stretton" userId="d46b5d2afcd4ceb0" providerId="LiveId" clId="{461C8D16-F91C-40AB-8163-8272BCB3CEB6}" dt="2025-11-28T16:50:40.765" v="3655" actId="14100"/>
          <ac:spMkLst>
            <pc:docMk/>
            <pc:sldMk cId="2894552140" sldId="2147471519"/>
            <ac:spMk id="4" creationId="{116BDA26-A946-376D-3145-1FA4E8486EFA}"/>
          </ac:spMkLst>
        </pc:spChg>
        <pc:spChg chg="mod">
          <ac:chgData name="Stephen Stretton" userId="d46b5d2afcd4ceb0" providerId="LiveId" clId="{461C8D16-F91C-40AB-8163-8272BCB3CEB6}" dt="2025-11-28T16:50:43.963" v="3663" actId="20577"/>
          <ac:spMkLst>
            <pc:docMk/>
            <pc:sldMk cId="2894552140" sldId="2147471519"/>
            <ac:spMk id="14" creationId="{E3238F37-DDF7-838C-B8D8-174F56DC20C8}"/>
          </ac:spMkLst>
        </pc:spChg>
      </pc:sldChg>
      <pc:sldChg chg="add del">
        <pc:chgData name="Stephen Stretton" userId="d46b5d2afcd4ceb0" providerId="LiveId" clId="{461C8D16-F91C-40AB-8163-8272BCB3CEB6}" dt="2025-12-12T16:40:31.004" v="3959" actId="2696"/>
        <pc:sldMkLst>
          <pc:docMk/>
          <pc:sldMk cId="917601184" sldId="2147471521"/>
        </pc:sldMkLst>
      </pc:sldChg>
      <pc:sldChg chg="modNotesTx">
        <pc:chgData name="Stephen Stretton" userId="d46b5d2afcd4ceb0" providerId="LiveId" clId="{461C8D16-F91C-40AB-8163-8272BCB3CEB6}" dt="2025-11-28T16:56:12.980" v="3705" actId="6549"/>
        <pc:sldMkLst>
          <pc:docMk/>
          <pc:sldMk cId="1353597985" sldId="2147471567"/>
        </pc:sldMkLst>
      </pc:sldChg>
      <pc:sldChg chg="modSp mod ord">
        <pc:chgData name="Stephen Stretton" userId="d46b5d2afcd4ceb0" providerId="LiveId" clId="{461C8D16-F91C-40AB-8163-8272BCB3CEB6}" dt="2025-11-28T16:45:35.889" v="3653" actId="403"/>
        <pc:sldMkLst>
          <pc:docMk/>
          <pc:sldMk cId="4254926652" sldId="2147471568"/>
        </pc:sldMkLst>
        <pc:spChg chg="mod">
          <ac:chgData name="Stephen Stretton" userId="d46b5d2afcd4ceb0" providerId="LiveId" clId="{461C8D16-F91C-40AB-8163-8272BCB3CEB6}" dt="2025-11-28T16:45:35.889" v="3653" actId="403"/>
          <ac:spMkLst>
            <pc:docMk/>
            <pc:sldMk cId="4254926652" sldId="2147471568"/>
            <ac:spMk id="6" creationId="{DD265E3B-9853-BCE9-7BB6-8D594783F4B2}"/>
          </ac:spMkLst>
        </pc:spChg>
      </pc:sldChg>
      <pc:sldChg chg="del">
        <pc:chgData name="Stephen Stretton" userId="d46b5d2afcd4ceb0" providerId="LiveId" clId="{461C8D16-F91C-40AB-8163-8272BCB3CEB6}" dt="2025-11-22T19:46:46.641" v="404" actId="47"/>
        <pc:sldMkLst>
          <pc:docMk/>
          <pc:sldMk cId="1706869166" sldId="2147471569"/>
        </pc:sldMkLst>
      </pc:sldChg>
      <pc:sldChg chg="addSp modSp mod ord">
        <pc:chgData name="Stephen Stretton" userId="d46b5d2afcd4ceb0" providerId="LiveId" clId="{461C8D16-F91C-40AB-8163-8272BCB3CEB6}" dt="2025-11-28T16:25:37.091" v="917" actId="6549"/>
        <pc:sldMkLst>
          <pc:docMk/>
          <pc:sldMk cId="87089021" sldId="2147471572"/>
        </pc:sldMkLst>
        <pc:spChg chg="add mod">
          <ac:chgData name="Stephen Stretton" userId="d46b5d2afcd4ceb0" providerId="LiveId" clId="{461C8D16-F91C-40AB-8163-8272BCB3CEB6}" dt="2025-11-28T16:25:27.339" v="914" actId="20577"/>
          <ac:spMkLst>
            <pc:docMk/>
            <pc:sldMk cId="87089021" sldId="2147471572"/>
            <ac:spMk id="3" creationId="{2301F5DA-432D-DB3C-47AC-D1B0C61278AC}"/>
          </ac:spMkLst>
        </pc:spChg>
        <pc:spChg chg="add mod">
          <ac:chgData name="Stephen Stretton" userId="d46b5d2afcd4ceb0" providerId="LiveId" clId="{461C8D16-F91C-40AB-8163-8272BCB3CEB6}" dt="2025-11-28T16:25:37.091" v="917" actId="6549"/>
          <ac:spMkLst>
            <pc:docMk/>
            <pc:sldMk cId="87089021" sldId="2147471572"/>
            <ac:spMk id="6" creationId="{DF340CA9-8D75-95F6-D73E-9E10FC626BC4}"/>
          </ac:spMkLst>
        </pc:spChg>
      </pc:sldChg>
      <pc:sldChg chg="addSp modSp ord">
        <pc:chgData name="Stephen Stretton" userId="d46b5d2afcd4ceb0" providerId="LiveId" clId="{461C8D16-F91C-40AB-8163-8272BCB3CEB6}" dt="2025-11-28T16:25:50.561" v="918"/>
        <pc:sldMkLst>
          <pc:docMk/>
          <pc:sldMk cId="1759882783" sldId="2147471573"/>
        </pc:sldMkLst>
        <pc:spChg chg="add mod">
          <ac:chgData name="Stephen Stretton" userId="d46b5d2afcd4ceb0" providerId="LiveId" clId="{461C8D16-F91C-40AB-8163-8272BCB3CEB6}" dt="2025-11-28T16:25:50.561" v="918"/>
          <ac:spMkLst>
            <pc:docMk/>
            <pc:sldMk cId="1759882783" sldId="2147471573"/>
            <ac:spMk id="7" creationId="{511BA407-B731-2B5F-E803-E172E685549F}"/>
          </ac:spMkLst>
        </pc:spChg>
        <pc:spChg chg="add mod">
          <ac:chgData name="Stephen Stretton" userId="d46b5d2afcd4ceb0" providerId="LiveId" clId="{461C8D16-F91C-40AB-8163-8272BCB3CEB6}" dt="2025-11-28T16:25:50.561" v="918"/>
          <ac:spMkLst>
            <pc:docMk/>
            <pc:sldMk cId="1759882783" sldId="2147471573"/>
            <ac:spMk id="8" creationId="{254AB6BF-EADF-3C5C-A46A-AE1058E06958}"/>
          </ac:spMkLst>
        </pc:spChg>
      </pc:sldChg>
      <pc:sldChg chg="ord">
        <pc:chgData name="Stephen Stretton" userId="d46b5d2afcd4ceb0" providerId="LiveId" clId="{461C8D16-F91C-40AB-8163-8272BCB3CEB6}" dt="2025-11-28T16:44:42.762" v="3543"/>
        <pc:sldMkLst>
          <pc:docMk/>
          <pc:sldMk cId="2488998969" sldId="2147471574"/>
        </pc:sldMkLst>
      </pc:sldChg>
      <pc:sldChg chg="modSp mod ord">
        <pc:chgData name="Stephen Stretton" userId="d46b5d2afcd4ceb0" providerId="LiveId" clId="{461C8D16-F91C-40AB-8163-8272BCB3CEB6}" dt="2025-11-28T16:45:06.005" v="3572" actId="20577"/>
        <pc:sldMkLst>
          <pc:docMk/>
          <pc:sldMk cId="2306898625" sldId="2147471576"/>
        </pc:sldMkLst>
        <pc:spChg chg="mod">
          <ac:chgData name="Stephen Stretton" userId="d46b5d2afcd4ceb0" providerId="LiveId" clId="{461C8D16-F91C-40AB-8163-8272BCB3CEB6}" dt="2025-11-28T16:45:06.005" v="3572" actId="20577"/>
          <ac:spMkLst>
            <pc:docMk/>
            <pc:sldMk cId="2306898625" sldId="2147471576"/>
            <ac:spMk id="6" creationId="{2637EC9B-A496-4C20-D48D-EC7B05FED97E}"/>
          </ac:spMkLst>
        </pc:spChg>
      </pc:sldChg>
      <pc:sldChg chg="modSp del mod">
        <pc:chgData name="Stephen Stretton" userId="d46b5d2afcd4ceb0" providerId="LiveId" clId="{461C8D16-F91C-40AB-8163-8272BCB3CEB6}" dt="2025-11-28T16:45:29.514" v="3650" actId="47"/>
        <pc:sldMkLst>
          <pc:docMk/>
          <pc:sldMk cId="2720923308" sldId="2147471577"/>
        </pc:sldMkLst>
      </pc:sldChg>
      <pc:sldChg chg="delSp modSp add mod ord">
        <pc:chgData name="Stephen Stretton" userId="d46b5d2afcd4ceb0" providerId="LiveId" clId="{461C8D16-F91C-40AB-8163-8272BCB3CEB6}" dt="2025-11-28T16:50:48.808" v="3665"/>
        <pc:sldMkLst>
          <pc:docMk/>
          <pc:sldMk cId="1217645319" sldId="2147471578"/>
        </pc:sldMkLst>
        <pc:spChg chg="mod">
          <ac:chgData name="Stephen Stretton" userId="d46b5d2afcd4ceb0" providerId="LiveId" clId="{461C8D16-F91C-40AB-8163-8272BCB3CEB6}" dt="2025-11-28T16:26:48.015" v="965" actId="20577"/>
          <ac:spMkLst>
            <pc:docMk/>
            <pc:sldMk cId="1217645319" sldId="2147471578"/>
            <ac:spMk id="2" creationId="{5FCD5E33-D620-46F1-88AB-94CC6F4D3DE4}"/>
          </ac:spMkLst>
        </pc:spChg>
        <pc:spChg chg="mod">
          <ac:chgData name="Stephen Stretton" userId="d46b5d2afcd4ceb0" providerId="LiveId" clId="{461C8D16-F91C-40AB-8163-8272BCB3CEB6}" dt="2025-11-28T16:27:09.024" v="1048" actId="20577"/>
          <ac:spMkLst>
            <pc:docMk/>
            <pc:sldMk cId="1217645319" sldId="2147471578"/>
            <ac:spMk id="3" creationId="{45F7BC43-089A-FC6D-7AB1-AC435472BB74}"/>
          </ac:spMkLst>
        </pc:spChg>
        <pc:spChg chg="mod">
          <ac:chgData name="Stephen Stretton" userId="d46b5d2afcd4ceb0" providerId="LiveId" clId="{461C8D16-F91C-40AB-8163-8272BCB3CEB6}" dt="2025-11-28T16:28:43.508" v="1254" actId="20577"/>
          <ac:spMkLst>
            <pc:docMk/>
            <pc:sldMk cId="1217645319" sldId="2147471578"/>
            <ac:spMk id="7" creationId="{D7CA64D6-78F5-B768-77A0-EF5F40126C27}"/>
          </ac:spMkLst>
        </pc:spChg>
        <pc:spChg chg="mod">
          <ac:chgData name="Stephen Stretton" userId="d46b5d2afcd4ceb0" providerId="LiveId" clId="{461C8D16-F91C-40AB-8163-8272BCB3CEB6}" dt="2025-11-28T16:28:17.907" v="1201" actId="20577"/>
          <ac:spMkLst>
            <pc:docMk/>
            <pc:sldMk cId="1217645319" sldId="2147471578"/>
            <ac:spMk id="11" creationId="{5143FE27-3426-3303-BC56-0247149ECE54}"/>
          </ac:spMkLst>
        </pc:spChg>
        <pc:spChg chg="mod">
          <ac:chgData name="Stephen Stretton" userId="d46b5d2afcd4ceb0" providerId="LiveId" clId="{461C8D16-F91C-40AB-8163-8272BCB3CEB6}" dt="2025-11-28T16:31:58.644" v="1749" actId="20577"/>
          <ac:spMkLst>
            <pc:docMk/>
            <pc:sldMk cId="1217645319" sldId="2147471578"/>
            <ac:spMk id="12" creationId="{FB89337F-DC23-440D-22D4-4E5DBCC3C623}"/>
          </ac:spMkLst>
        </pc:spChg>
        <pc:spChg chg="mod">
          <ac:chgData name="Stephen Stretton" userId="d46b5d2afcd4ceb0" providerId="LiveId" clId="{461C8D16-F91C-40AB-8163-8272BCB3CEB6}" dt="2025-11-28T16:32:36.275" v="1803" actId="20577"/>
          <ac:spMkLst>
            <pc:docMk/>
            <pc:sldMk cId="1217645319" sldId="2147471578"/>
            <ac:spMk id="13" creationId="{14472A90-45B0-098C-19AA-B36CBB455451}"/>
          </ac:spMkLst>
        </pc:spChg>
        <pc:spChg chg="mod">
          <ac:chgData name="Stephen Stretton" userId="d46b5d2afcd4ceb0" providerId="LiveId" clId="{461C8D16-F91C-40AB-8163-8272BCB3CEB6}" dt="2025-11-28T16:37:51.289" v="2387" actId="14100"/>
          <ac:spMkLst>
            <pc:docMk/>
            <pc:sldMk cId="1217645319" sldId="2147471578"/>
            <ac:spMk id="14" creationId="{F5D7E39A-3E05-72D6-7118-BF4FA316682A}"/>
          </ac:spMkLst>
        </pc:spChg>
        <pc:spChg chg="mod">
          <ac:chgData name="Stephen Stretton" userId="d46b5d2afcd4ceb0" providerId="LiveId" clId="{461C8D16-F91C-40AB-8163-8272BCB3CEB6}" dt="2025-11-28T16:32:43.383" v="1804" actId="313"/>
          <ac:spMkLst>
            <pc:docMk/>
            <pc:sldMk cId="1217645319" sldId="2147471578"/>
            <ac:spMk id="20" creationId="{1E4A50DC-C9B8-8D9A-FB6D-16949D01F09A}"/>
          </ac:spMkLst>
        </pc:spChg>
        <pc:spChg chg="mod">
          <ac:chgData name="Stephen Stretton" userId="d46b5d2afcd4ceb0" providerId="LiveId" clId="{461C8D16-F91C-40AB-8163-8272BCB3CEB6}" dt="2025-11-28T16:29:59.862" v="1432" actId="20577"/>
          <ac:spMkLst>
            <pc:docMk/>
            <pc:sldMk cId="1217645319" sldId="2147471578"/>
            <ac:spMk id="21" creationId="{533FD094-1319-BB34-3F1B-46D3BE760348}"/>
          </ac:spMkLst>
        </pc:spChg>
      </pc:sldChg>
      <pc:sldChg chg="modSp new mod ord">
        <pc:chgData name="Stephen Stretton" userId="d46b5d2afcd4ceb0" providerId="LiveId" clId="{461C8D16-F91C-40AB-8163-8272BCB3CEB6}" dt="2025-11-28T16:39:52.033" v="2736" actId="113"/>
        <pc:sldMkLst>
          <pc:docMk/>
          <pc:sldMk cId="1363914814" sldId="2147471579"/>
        </pc:sldMkLst>
        <pc:spChg chg="mod">
          <ac:chgData name="Stephen Stretton" userId="d46b5d2afcd4ceb0" providerId="LiveId" clId="{461C8D16-F91C-40AB-8163-8272BCB3CEB6}" dt="2025-11-28T16:34:08.002" v="2016" actId="20577"/>
          <ac:spMkLst>
            <pc:docMk/>
            <pc:sldMk cId="1363914814" sldId="2147471579"/>
            <ac:spMk id="2" creationId="{6DB62B02-02EE-C93A-29DD-78BC24E094B2}"/>
          </ac:spMkLst>
        </pc:spChg>
        <pc:spChg chg="mod">
          <ac:chgData name="Stephen Stretton" userId="d46b5d2afcd4ceb0" providerId="LiveId" clId="{461C8D16-F91C-40AB-8163-8272BCB3CEB6}" dt="2025-11-28T16:39:52.033" v="2736" actId="113"/>
          <ac:spMkLst>
            <pc:docMk/>
            <pc:sldMk cId="1363914814" sldId="2147471579"/>
            <ac:spMk id="3" creationId="{92382F3A-09E8-96C4-6550-5DFA7A36799B}"/>
          </ac:spMkLst>
        </pc:spChg>
      </pc:sldChg>
      <pc:sldChg chg="addSp delSp modSp new mod modClrScheme chgLayout">
        <pc:chgData name="Stephen Stretton" userId="d46b5d2afcd4ceb0" providerId="LiveId" clId="{461C8D16-F91C-40AB-8163-8272BCB3CEB6}" dt="2025-11-28T16:38:07.637" v="2403" actId="20577"/>
        <pc:sldMkLst>
          <pc:docMk/>
          <pc:sldMk cId="73404155" sldId="2147471580"/>
        </pc:sldMkLst>
        <pc:spChg chg="add mod ord">
          <ac:chgData name="Stephen Stretton" userId="d46b5d2afcd4ceb0" providerId="LiveId" clId="{461C8D16-F91C-40AB-8163-8272BCB3CEB6}" dt="2025-11-28T16:38:07.637" v="2403" actId="20577"/>
          <ac:spMkLst>
            <pc:docMk/>
            <pc:sldMk cId="73404155" sldId="2147471580"/>
            <ac:spMk id="5" creationId="{0ED120C8-6108-A23D-266C-7B192F56C1DB}"/>
          </ac:spMkLst>
        </pc:spChg>
        <pc:spChg chg="add mod ord">
          <ac:chgData name="Stephen Stretton" userId="d46b5d2afcd4ceb0" providerId="LiveId" clId="{461C8D16-F91C-40AB-8163-8272BCB3CEB6}" dt="2025-11-28T16:38:03.407" v="2389" actId="700"/>
          <ac:spMkLst>
            <pc:docMk/>
            <pc:sldMk cId="73404155" sldId="2147471580"/>
            <ac:spMk id="6" creationId="{CA0CB426-B518-BAE6-9392-CB3DB9DCACAF}"/>
          </ac:spMkLst>
        </pc:spChg>
      </pc:sldChg>
      <pc:sldChg chg="modSp add mod ord">
        <pc:chgData name="Stephen Stretton" userId="d46b5d2afcd4ceb0" providerId="LiveId" clId="{461C8D16-F91C-40AB-8163-8272BCB3CEB6}" dt="2025-11-28T16:38:23.819" v="2428" actId="20577"/>
        <pc:sldMkLst>
          <pc:docMk/>
          <pc:sldMk cId="1565130425" sldId="2147471581"/>
        </pc:sldMkLst>
        <pc:spChg chg="mod">
          <ac:chgData name="Stephen Stretton" userId="d46b5d2afcd4ceb0" providerId="LiveId" clId="{461C8D16-F91C-40AB-8163-8272BCB3CEB6}" dt="2025-11-28T16:38:23.819" v="2428" actId="20577"/>
          <ac:spMkLst>
            <pc:docMk/>
            <pc:sldMk cId="1565130425" sldId="2147471581"/>
            <ac:spMk id="5" creationId="{0E1A2B2A-0F4B-2F67-D9A3-DBDF28459DBC}"/>
          </ac:spMkLst>
        </pc:spChg>
      </pc:sldChg>
      <pc:sldChg chg="modSp add mod">
        <pc:chgData name="Stephen Stretton" userId="d46b5d2afcd4ceb0" providerId="LiveId" clId="{461C8D16-F91C-40AB-8163-8272BCB3CEB6}" dt="2025-11-28T16:57:47.795" v="3810" actId="1076"/>
        <pc:sldMkLst>
          <pc:docMk/>
          <pc:sldMk cId="3629131195" sldId="2147471582"/>
        </pc:sldMkLst>
        <pc:spChg chg="mod">
          <ac:chgData name="Stephen Stretton" userId="d46b5d2afcd4ceb0" providerId="LiveId" clId="{461C8D16-F91C-40AB-8163-8272BCB3CEB6}" dt="2025-11-28T16:57:47.795" v="3810" actId="1076"/>
          <ac:spMkLst>
            <pc:docMk/>
            <pc:sldMk cId="3629131195" sldId="2147471582"/>
            <ac:spMk id="5" creationId="{4D3BA923-0CC4-2C9A-C3F2-D551E19526BB}"/>
          </ac:spMkLst>
        </pc:spChg>
      </pc:sldChg>
      <pc:sldChg chg="modSp add mod">
        <pc:chgData name="Stephen Stretton" userId="d46b5d2afcd4ceb0" providerId="LiveId" clId="{461C8D16-F91C-40AB-8163-8272BCB3CEB6}" dt="2025-11-28T16:43:05.443" v="3167" actId="403"/>
        <pc:sldMkLst>
          <pc:docMk/>
          <pc:sldMk cId="3605916741" sldId="2147471583"/>
        </pc:sldMkLst>
        <pc:spChg chg="mod">
          <ac:chgData name="Stephen Stretton" userId="d46b5d2afcd4ceb0" providerId="LiveId" clId="{461C8D16-F91C-40AB-8163-8272BCB3CEB6}" dt="2025-11-28T16:38:45.716" v="2497" actId="20577"/>
          <ac:spMkLst>
            <pc:docMk/>
            <pc:sldMk cId="3605916741" sldId="2147471583"/>
            <ac:spMk id="5" creationId="{0E0F00C3-67D1-2EF8-0DA9-779280C186E4}"/>
          </ac:spMkLst>
        </pc:spChg>
        <pc:spChg chg="mod">
          <ac:chgData name="Stephen Stretton" userId="d46b5d2afcd4ceb0" providerId="LiveId" clId="{461C8D16-F91C-40AB-8163-8272BCB3CEB6}" dt="2025-11-28T16:43:05.443" v="3167" actId="403"/>
          <ac:spMkLst>
            <pc:docMk/>
            <pc:sldMk cId="3605916741" sldId="2147471583"/>
            <ac:spMk id="6" creationId="{490574F1-2FE6-C4D5-BF55-74E372F40B36}"/>
          </ac:spMkLst>
        </pc:spChg>
      </pc:sldChg>
      <pc:sldChg chg="modSp add mod">
        <pc:chgData name="Stephen Stretton" userId="d46b5d2afcd4ceb0" providerId="LiveId" clId="{461C8D16-F91C-40AB-8163-8272BCB3CEB6}" dt="2025-11-28T16:39:12.996" v="2616" actId="20577"/>
        <pc:sldMkLst>
          <pc:docMk/>
          <pc:sldMk cId="3906106433" sldId="2147471584"/>
        </pc:sldMkLst>
        <pc:spChg chg="mod">
          <ac:chgData name="Stephen Stretton" userId="d46b5d2afcd4ceb0" providerId="LiveId" clId="{461C8D16-F91C-40AB-8163-8272BCB3CEB6}" dt="2025-11-28T16:39:12.996" v="2616" actId="20577"/>
          <ac:spMkLst>
            <pc:docMk/>
            <pc:sldMk cId="3906106433" sldId="2147471584"/>
            <ac:spMk id="5" creationId="{57BAD463-BBED-CA0D-0FF3-9886B3E661B2}"/>
          </ac:spMkLst>
        </pc:spChg>
      </pc:sldChg>
      <pc:sldChg chg="modSp add mod">
        <pc:chgData name="Stephen Stretton" userId="d46b5d2afcd4ceb0" providerId="LiveId" clId="{461C8D16-F91C-40AB-8163-8272BCB3CEB6}" dt="2025-11-28T16:40:11.089" v="2767" actId="20577"/>
        <pc:sldMkLst>
          <pc:docMk/>
          <pc:sldMk cId="1608766845" sldId="2147471585"/>
        </pc:sldMkLst>
        <pc:spChg chg="mod">
          <ac:chgData name="Stephen Stretton" userId="d46b5d2afcd4ceb0" providerId="LiveId" clId="{461C8D16-F91C-40AB-8163-8272BCB3CEB6}" dt="2025-11-28T16:40:11.089" v="2767" actId="20577"/>
          <ac:spMkLst>
            <pc:docMk/>
            <pc:sldMk cId="1608766845" sldId="2147471585"/>
            <ac:spMk id="5" creationId="{94CD8B96-79C3-5597-79E5-440117FCA46D}"/>
          </ac:spMkLst>
        </pc:spChg>
      </pc:sldChg>
      <pc:sldChg chg="modSp add mod">
        <pc:chgData name="Stephen Stretton" userId="d46b5d2afcd4ceb0" providerId="LiveId" clId="{461C8D16-F91C-40AB-8163-8272BCB3CEB6}" dt="2025-11-28T16:41:55.919" v="2904" actId="20577"/>
        <pc:sldMkLst>
          <pc:docMk/>
          <pc:sldMk cId="1783600566" sldId="2147471586"/>
        </pc:sldMkLst>
        <pc:spChg chg="mod">
          <ac:chgData name="Stephen Stretton" userId="d46b5d2afcd4ceb0" providerId="LiveId" clId="{461C8D16-F91C-40AB-8163-8272BCB3CEB6}" dt="2025-11-28T16:41:55.919" v="2904" actId="20577"/>
          <ac:spMkLst>
            <pc:docMk/>
            <pc:sldMk cId="1783600566" sldId="2147471586"/>
            <ac:spMk id="5" creationId="{B2E7289A-D3C0-6143-BB1B-50C24808C8A6}"/>
          </ac:spMkLst>
        </pc:spChg>
      </pc:sldChg>
      <pc:sldChg chg="modSp add mod">
        <pc:chgData name="Stephen Stretton" userId="d46b5d2afcd4ceb0" providerId="LiveId" clId="{461C8D16-F91C-40AB-8163-8272BCB3CEB6}" dt="2025-11-28T16:45:24.908" v="3648" actId="113"/>
        <pc:sldMkLst>
          <pc:docMk/>
          <pc:sldMk cId="238289557" sldId="2147471587"/>
        </pc:sldMkLst>
        <pc:spChg chg="mod">
          <ac:chgData name="Stephen Stretton" userId="d46b5d2afcd4ceb0" providerId="LiveId" clId="{461C8D16-F91C-40AB-8163-8272BCB3CEB6}" dt="2025-11-28T16:43:16.266" v="3202" actId="20577"/>
          <ac:spMkLst>
            <pc:docMk/>
            <pc:sldMk cId="238289557" sldId="2147471587"/>
            <ac:spMk id="5" creationId="{BC769557-02B8-2D9E-9C4F-8928C3BC5302}"/>
          </ac:spMkLst>
        </pc:spChg>
        <pc:spChg chg="mod">
          <ac:chgData name="Stephen Stretton" userId="d46b5d2afcd4ceb0" providerId="LiveId" clId="{461C8D16-F91C-40AB-8163-8272BCB3CEB6}" dt="2025-11-28T16:45:24.908" v="3648" actId="113"/>
          <ac:spMkLst>
            <pc:docMk/>
            <pc:sldMk cId="238289557" sldId="2147471587"/>
            <ac:spMk id="6" creationId="{52C492AA-FD39-AC34-DF45-AD6D97286518}"/>
          </ac:spMkLst>
        </pc:spChg>
      </pc:sldChg>
      <pc:sldChg chg="modSp add mod">
        <pc:chgData name="Stephen Stretton" userId="d46b5d2afcd4ceb0" providerId="LiveId" clId="{461C8D16-F91C-40AB-8163-8272BCB3CEB6}" dt="2025-11-28T16:55:23.307" v="3688" actId="20577"/>
        <pc:sldMkLst>
          <pc:docMk/>
          <pc:sldMk cId="2228701652" sldId="2147471588"/>
        </pc:sldMkLst>
        <pc:spChg chg="mod">
          <ac:chgData name="Stephen Stretton" userId="d46b5d2afcd4ceb0" providerId="LiveId" clId="{461C8D16-F91C-40AB-8163-8272BCB3CEB6}" dt="2025-11-28T16:55:23.307" v="3688" actId="20577"/>
          <ac:spMkLst>
            <pc:docMk/>
            <pc:sldMk cId="2228701652" sldId="2147471588"/>
            <ac:spMk id="5" creationId="{8DDAB311-A440-4D33-4AFA-B24ED87F15EC}"/>
          </ac:spMkLst>
        </pc:spChg>
      </pc:sldChg>
      <pc:sldChg chg="modSp add mod">
        <pc:chgData name="Stephen Stretton" userId="d46b5d2afcd4ceb0" providerId="LiveId" clId="{461C8D16-F91C-40AB-8163-8272BCB3CEB6}" dt="2025-11-28T16:55:44.138" v="3702" actId="20577"/>
        <pc:sldMkLst>
          <pc:docMk/>
          <pc:sldMk cId="3230745077" sldId="2147471589"/>
        </pc:sldMkLst>
        <pc:spChg chg="mod">
          <ac:chgData name="Stephen Stretton" userId="d46b5d2afcd4ceb0" providerId="LiveId" clId="{461C8D16-F91C-40AB-8163-8272BCB3CEB6}" dt="2025-11-28T16:55:44.138" v="3702" actId="20577"/>
          <ac:spMkLst>
            <pc:docMk/>
            <pc:sldMk cId="3230745077" sldId="2147471589"/>
            <ac:spMk id="2" creationId="{ADAEF9F6-D491-E8E2-75B9-B03992F48DEB}"/>
          </ac:spMkLst>
        </pc:spChg>
      </pc:sldChg>
      <pc:sldChg chg="add del">
        <pc:chgData name="Stephen Stretton" userId="d46b5d2afcd4ceb0" providerId="LiveId" clId="{461C8D16-F91C-40AB-8163-8272BCB3CEB6}" dt="2025-12-12T16:40:31.004" v="3959" actId="2696"/>
        <pc:sldMkLst>
          <pc:docMk/>
          <pc:sldMk cId="3706387149" sldId="2147471593"/>
        </pc:sldMkLst>
      </pc:sldChg>
      <pc:sldChg chg="add del">
        <pc:chgData name="Stephen Stretton" userId="d46b5d2afcd4ceb0" providerId="LiveId" clId="{461C8D16-F91C-40AB-8163-8272BCB3CEB6}" dt="2025-12-12T16:40:31.004" v="3959" actId="2696"/>
        <pc:sldMkLst>
          <pc:docMk/>
          <pc:sldMk cId="2262735711" sldId="2147471594"/>
        </pc:sldMkLst>
      </pc:sldChg>
      <pc:sldChg chg="add del">
        <pc:chgData name="Stephen Stretton" userId="d46b5d2afcd4ceb0" providerId="LiveId" clId="{461C8D16-F91C-40AB-8163-8272BCB3CEB6}" dt="2025-12-12T16:40:31.004" v="3959" actId="2696"/>
        <pc:sldMkLst>
          <pc:docMk/>
          <pc:sldMk cId="1864356177" sldId="2147471595"/>
        </pc:sldMkLst>
      </pc:sldChg>
      <pc:sldChg chg="add del">
        <pc:chgData name="Stephen Stretton" userId="d46b5d2afcd4ceb0" providerId="LiveId" clId="{461C8D16-F91C-40AB-8163-8272BCB3CEB6}" dt="2025-12-12T18:12:44.817" v="3960" actId="47"/>
        <pc:sldMkLst>
          <pc:docMk/>
          <pc:sldMk cId="434453369" sldId="2147471596"/>
        </pc:sldMkLst>
      </pc:sldChg>
      <pc:sldChg chg="modSp add mod">
        <pc:chgData name="Stephen Stretton" userId="d46b5d2afcd4ceb0" providerId="LiveId" clId="{461C8D16-F91C-40AB-8163-8272BCB3CEB6}" dt="2025-11-28T16:58:36.226" v="3958" actId="20577"/>
        <pc:sldMkLst>
          <pc:docMk/>
          <pc:sldMk cId="1933903405" sldId="2147471597"/>
        </pc:sldMkLst>
        <pc:spChg chg="mod">
          <ac:chgData name="Stephen Stretton" userId="d46b5d2afcd4ceb0" providerId="LiveId" clId="{461C8D16-F91C-40AB-8163-8272BCB3CEB6}" dt="2025-11-28T16:57:00.177" v="3720" actId="20577"/>
          <ac:spMkLst>
            <pc:docMk/>
            <pc:sldMk cId="1933903405" sldId="2147471597"/>
            <ac:spMk id="2" creationId="{13337EC1-5A00-4AE9-B720-6A0971A2E1D8}"/>
          </ac:spMkLst>
        </pc:spChg>
        <pc:spChg chg="mod">
          <ac:chgData name="Stephen Stretton" userId="d46b5d2afcd4ceb0" providerId="LiveId" clId="{461C8D16-F91C-40AB-8163-8272BCB3CEB6}" dt="2025-11-28T16:58:36.226" v="3958" actId="20577"/>
          <ac:spMkLst>
            <pc:docMk/>
            <pc:sldMk cId="1933903405" sldId="2147471597"/>
            <ac:spMk id="3" creationId="{E3A8BECA-C627-B6BD-3459-66CAFDBC57B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A3AEA8-7145-3B46-467D-FE8035BB5B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latin typeface="Arial" panose="020B0604020202020204" pitchFamily="34" charset="0"/>
            </a:endParaRPr>
          </a:p>
        </p:txBody>
      </p:sp>
      <p:sp>
        <p:nvSpPr>
          <p:cNvPr id="3" name="Date Placeholder 2">
            <a:extLst>
              <a:ext uri="{FF2B5EF4-FFF2-40B4-BE49-F238E27FC236}">
                <a16:creationId xmlns:a16="http://schemas.microsoft.com/office/drawing/2014/main" id="{5DDDF294-DA80-FE06-BE5D-61F0381D9C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5CE297-58AE-AB45-BA01-DE87D03C6280}" type="datetimeFigureOut">
              <a:rPr lang="en-DK" smtClean="0">
                <a:latin typeface="Arial" panose="020B0604020202020204" pitchFamily="34" charset="0"/>
              </a:rPr>
              <a:t>12/12/2025</a:t>
            </a:fld>
            <a:endParaRPr lang="en-DK">
              <a:latin typeface="Arial" panose="020B0604020202020204" pitchFamily="34" charset="0"/>
            </a:endParaRPr>
          </a:p>
        </p:txBody>
      </p:sp>
      <p:sp>
        <p:nvSpPr>
          <p:cNvPr id="4" name="Footer Placeholder 3">
            <a:extLst>
              <a:ext uri="{FF2B5EF4-FFF2-40B4-BE49-F238E27FC236}">
                <a16:creationId xmlns:a16="http://schemas.microsoft.com/office/drawing/2014/main" id="{35EBDDF6-2C4B-DDB9-1B91-0FF64E49D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latin typeface="Arial" panose="020B0604020202020204" pitchFamily="34" charset="0"/>
            </a:endParaRPr>
          </a:p>
        </p:txBody>
      </p:sp>
      <p:sp>
        <p:nvSpPr>
          <p:cNvPr id="5" name="Slide Number Placeholder 4">
            <a:extLst>
              <a:ext uri="{FF2B5EF4-FFF2-40B4-BE49-F238E27FC236}">
                <a16:creationId xmlns:a16="http://schemas.microsoft.com/office/drawing/2014/main" id="{EFD591D7-7EBB-B29F-E28A-D976E9102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5D3F3-CF65-F84F-94C3-BE9E59EB410B}" type="slidenum">
              <a:rPr lang="en-DK" smtClean="0">
                <a:latin typeface="Arial" panose="020B0604020202020204" pitchFamily="34" charset="0"/>
              </a:rPr>
              <a:t>‹#›</a:t>
            </a:fld>
            <a:endParaRPr lang="en-DK">
              <a:latin typeface="Arial" panose="020B0604020202020204" pitchFamily="34" charset="0"/>
            </a:endParaRPr>
          </a:p>
        </p:txBody>
      </p:sp>
    </p:spTree>
    <p:extLst>
      <p:ext uri="{BB962C8B-B14F-4D97-AF65-F5344CB8AC3E}">
        <p14:creationId xmlns:p14="http://schemas.microsoft.com/office/powerpoint/2010/main" val="1743824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DF2B39A-E3F6-634C-B40F-EA6B645C08D7}" type="datetimeFigureOut">
              <a:rPr lang="en-DK" smtClean="0"/>
              <a:pPr/>
              <a:t>12/12/2025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CF1CD82C-8186-9E41-8B8B-F66E4066A413}" type="slidenum">
              <a:rPr lang="en-DK" smtClean="0"/>
              <a:pPr/>
              <a:t>‹#›</a:t>
            </a:fld>
            <a:endParaRPr lang="en-DK"/>
          </a:p>
        </p:txBody>
      </p:sp>
    </p:spTree>
    <p:extLst>
      <p:ext uri="{BB962C8B-B14F-4D97-AF65-F5344CB8AC3E}">
        <p14:creationId xmlns:p14="http://schemas.microsoft.com/office/powerpoint/2010/main" val="80491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1</a:t>
            </a:fld>
            <a:endParaRPr lang="en-DK"/>
          </a:p>
        </p:txBody>
      </p:sp>
    </p:spTree>
    <p:extLst>
      <p:ext uri="{BB962C8B-B14F-4D97-AF65-F5344CB8AC3E}">
        <p14:creationId xmlns:p14="http://schemas.microsoft.com/office/powerpoint/2010/main" val="622667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Arial"/>
                <a:ea typeface="+mn-ea"/>
                <a:cs typeface="+mn-cs"/>
              </a:rPr>
              <a:t>Situation: </a:t>
            </a:r>
            <a:r>
              <a:rPr lang="en-GB" sz="1200" b="1" dirty="0">
                <a:solidFill>
                  <a:srgbClr val="FFFFFF"/>
                </a:solidFill>
                <a:latin typeface="Arial"/>
              </a:rPr>
              <a:t>Carbon Pricing is Central</a:t>
            </a: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Arial"/>
                <a:ea typeface="+mn-ea"/>
                <a:cs typeface="+mn-cs"/>
              </a:rPr>
              <a:t>Problem: Carbon Pricing Drives Production to Dirtier Locations – counterproductive &amp; motivation deficit.</a:t>
            </a:r>
          </a:p>
          <a:p>
            <a:r>
              <a:rPr kumimoji="0" lang="en-GB" sz="1200" b="1" i="0" u="none" strike="noStrike" kern="1200" cap="none" spc="0" normalizeH="0" baseline="0" noProof="0" dirty="0">
                <a:ln>
                  <a:noFill/>
                </a:ln>
                <a:solidFill>
                  <a:srgbClr val="FFFFFF"/>
                </a:solidFill>
                <a:effectLst/>
                <a:uLnTx/>
                <a:uFillTx/>
                <a:latin typeface="Arial"/>
                <a:ea typeface="+mn-ea"/>
                <a:cs typeface="+mn-cs"/>
              </a:rPr>
              <a:t>Solution: Production and consumption policies separate</a:t>
            </a:r>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6</a:t>
            </a:fld>
            <a:endParaRPr lang="en-DK"/>
          </a:p>
        </p:txBody>
      </p:sp>
    </p:spTree>
    <p:extLst>
      <p:ext uri="{BB962C8B-B14F-4D97-AF65-F5344CB8AC3E}">
        <p14:creationId xmlns:p14="http://schemas.microsoft.com/office/powerpoint/2010/main" val="1608777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3110-6B4C-9B8A-4558-E5ABACFC3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5FCBF-D49C-4327-2D27-3A2EB69A2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8C0E7-9659-BF68-E54E-0C47AAF425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Arial"/>
                <a:ea typeface="+mn-ea"/>
                <a:cs typeface="+mn-cs"/>
              </a:rPr>
              <a:t>Situation: </a:t>
            </a:r>
            <a:r>
              <a:rPr lang="en-GB" sz="1200" b="1" dirty="0">
                <a:solidFill>
                  <a:srgbClr val="FFFFFF"/>
                </a:solidFill>
                <a:latin typeface="Arial"/>
              </a:rPr>
              <a:t>Carbon Pricing is Central</a:t>
            </a: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Arial"/>
                <a:ea typeface="+mn-ea"/>
                <a:cs typeface="+mn-cs"/>
              </a:rPr>
              <a:t>Problem: Carbon Pricing Drives Production to Dirtier Locations – counterproductive &amp; motivation deficit.</a:t>
            </a:r>
          </a:p>
          <a:p>
            <a:r>
              <a:rPr kumimoji="0" lang="en-GB" sz="1200" b="1" i="0" u="none" strike="noStrike" kern="1200" cap="none" spc="0" normalizeH="0" baseline="0" noProof="0" dirty="0">
                <a:ln>
                  <a:noFill/>
                </a:ln>
                <a:solidFill>
                  <a:srgbClr val="FFFFFF"/>
                </a:solidFill>
                <a:effectLst/>
                <a:uLnTx/>
                <a:uFillTx/>
                <a:latin typeface="Arial"/>
                <a:ea typeface="+mn-ea"/>
                <a:cs typeface="+mn-cs"/>
              </a:rPr>
              <a:t>Solution: Production and consumption policies separate</a:t>
            </a:r>
            <a:endParaRPr lang="en-US" dirty="0"/>
          </a:p>
        </p:txBody>
      </p:sp>
      <p:sp>
        <p:nvSpPr>
          <p:cNvPr id="4" name="Slide Number Placeholder 3">
            <a:extLst>
              <a:ext uri="{FF2B5EF4-FFF2-40B4-BE49-F238E27FC236}">
                <a16:creationId xmlns:a16="http://schemas.microsoft.com/office/drawing/2014/main" id="{51D5E911-2509-2D97-C6F1-977F2118C625}"/>
              </a:ext>
            </a:extLst>
          </p:cNvPr>
          <p:cNvSpPr>
            <a:spLocks noGrp="1"/>
          </p:cNvSpPr>
          <p:nvPr>
            <p:ph type="sldNum" sz="quarter" idx="5"/>
          </p:nvPr>
        </p:nvSpPr>
        <p:spPr/>
        <p:txBody>
          <a:bodyPr/>
          <a:lstStyle/>
          <a:p>
            <a:fld id="{CF1CD82C-8186-9E41-8B8B-F66E4066A413}" type="slidenum">
              <a:rPr lang="en-DK" smtClean="0"/>
              <a:pPr/>
              <a:t>26</a:t>
            </a:fld>
            <a:endParaRPr lang="en-DK"/>
          </a:p>
        </p:txBody>
      </p:sp>
    </p:spTree>
    <p:extLst>
      <p:ext uri="{BB962C8B-B14F-4D97-AF65-F5344CB8AC3E}">
        <p14:creationId xmlns:p14="http://schemas.microsoft.com/office/powerpoint/2010/main" val="51442662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image" Target="../media/image2.emf"/><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oleObject" Target="../embeddings/oleObject2.bin"/><Relationship Id="rId5" Type="http://schemas.openxmlformats.org/officeDocument/2006/relationships/tags" Target="../tags/tag52.xml"/><Relationship Id="rId10" Type="http://schemas.openxmlformats.org/officeDocument/2006/relationships/slideMaster" Target="../slideMasters/slideMaster1.xml"/><Relationship Id="rId4" Type="http://schemas.openxmlformats.org/officeDocument/2006/relationships/tags" Target="../tags/tag51.xml"/><Relationship Id="rId9" Type="http://schemas.openxmlformats.org/officeDocument/2006/relationships/tags" Target="../tags/tag56.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oleObject" Target="../embeddings/oleObject3.bin"/><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slideMaster" Target="../slideMasters/slideMaster1.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3.emf"/><Relationship Id="rId5" Type="http://schemas.openxmlformats.org/officeDocument/2006/relationships/tags" Target="../tags/tag72.xml"/><Relationship Id="rId10" Type="http://schemas.openxmlformats.org/officeDocument/2006/relationships/oleObject" Target="../embeddings/oleObject4.bin"/><Relationship Id="rId4" Type="http://schemas.openxmlformats.org/officeDocument/2006/relationships/tags" Target="../tags/tag71.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slideMaster" Target="../slideMasters/slideMaster1.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tags" Target="../tags/tag105.xml"/><Relationship Id="rId26" Type="http://schemas.openxmlformats.org/officeDocument/2006/relationships/image" Target="../media/image1.emf"/><Relationship Id="rId3" Type="http://schemas.openxmlformats.org/officeDocument/2006/relationships/tags" Target="../tags/tag90.xml"/><Relationship Id="rId21" Type="http://schemas.openxmlformats.org/officeDocument/2006/relationships/tags" Target="../tags/tag108.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5" Type="http://schemas.openxmlformats.org/officeDocument/2006/relationships/oleObject" Target="../embeddings/oleObject5.bin"/><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24" Type="http://schemas.openxmlformats.org/officeDocument/2006/relationships/slideMaster" Target="../slideMasters/slideMaster1.xml"/><Relationship Id="rId5" Type="http://schemas.openxmlformats.org/officeDocument/2006/relationships/tags" Target="../tags/tag92.xml"/><Relationship Id="rId15" Type="http://schemas.openxmlformats.org/officeDocument/2006/relationships/tags" Target="../tags/tag102.xml"/><Relationship Id="rId23" Type="http://schemas.openxmlformats.org/officeDocument/2006/relationships/tags" Target="../tags/tag110.xml"/><Relationship Id="rId10" Type="http://schemas.openxmlformats.org/officeDocument/2006/relationships/tags" Target="../tags/tag97.xml"/><Relationship Id="rId19" Type="http://schemas.openxmlformats.org/officeDocument/2006/relationships/tags" Target="../tags/tag106.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tags" Target="../tags/tag109.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tags" Target="../tags/tag123.xml"/><Relationship Id="rId18" Type="http://schemas.openxmlformats.org/officeDocument/2006/relationships/tags" Target="../tags/tag128.xml"/><Relationship Id="rId26" Type="http://schemas.openxmlformats.org/officeDocument/2006/relationships/image" Target="../media/image1.emf"/><Relationship Id="rId3" Type="http://schemas.openxmlformats.org/officeDocument/2006/relationships/tags" Target="../tags/tag113.xml"/><Relationship Id="rId21" Type="http://schemas.openxmlformats.org/officeDocument/2006/relationships/tags" Target="../tags/tag131.xml"/><Relationship Id="rId7" Type="http://schemas.openxmlformats.org/officeDocument/2006/relationships/tags" Target="../tags/tag117.xml"/><Relationship Id="rId12" Type="http://schemas.openxmlformats.org/officeDocument/2006/relationships/tags" Target="../tags/tag122.xml"/><Relationship Id="rId17" Type="http://schemas.openxmlformats.org/officeDocument/2006/relationships/tags" Target="../tags/tag127.xml"/><Relationship Id="rId25" Type="http://schemas.openxmlformats.org/officeDocument/2006/relationships/oleObject" Target="../embeddings/oleObject6.bin"/><Relationship Id="rId2" Type="http://schemas.openxmlformats.org/officeDocument/2006/relationships/tags" Target="../tags/tag112.xml"/><Relationship Id="rId16" Type="http://schemas.openxmlformats.org/officeDocument/2006/relationships/tags" Target="../tags/tag126.xml"/><Relationship Id="rId20" Type="http://schemas.openxmlformats.org/officeDocument/2006/relationships/tags" Target="../tags/tag130.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tags" Target="../tags/tag121.xml"/><Relationship Id="rId24" Type="http://schemas.openxmlformats.org/officeDocument/2006/relationships/slideMaster" Target="../slideMasters/slideMaster1.xml"/><Relationship Id="rId5" Type="http://schemas.openxmlformats.org/officeDocument/2006/relationships/tags" Target="../tags/tag115.xml"/><Relationship Id="rId15" Type="http://schemas.openxmlformats.org/officeDocument/2006/relationships/tags" Target="../tags/tag125.xml"/><Relationship Id="rId23" Type="http://schemas.openxmlformats.org/officeDocument/2006/relationships/tags" Target="../tags/tag133.xml"/><Relationship Id="rId10" Type="http://schemas.openxmlformats.org/officeDocument/2006/relationships/tags" Target="../tags/tag120.xml"/><Relationship Id="rId19" Type="http://schemas.openxmlformats.org/officeDocument/2006/relationships/tags" Target="../tags/tag129.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tags" Target="../tags/tag124.xml"/><Relationship Id="rId22" Type="http://schemas.openxmlformats.org/officeDocument/2006/relationships/tags" Target="../tags/tag132.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18" Type="http://schemas.openxmlformats.org/officeDocument/2006/relationships/tags" Target="../tags/tag151.xml"/><Relationship Id="rId26" Type="http://schemas.openxmlformats.org/officeDocument/2006/relationships/slideMaster" Target="../slideMasters/slideMaster1.xml"/><Relationship Id="rId3" Type="http://schemas.openxmlformats.org/officeDocument/2006/relationships/tags" Target="../tags/tag136.xml"/><Relationship Id="rId21" Type="http://schemas.openxmlformats.org/officeDocument/2006/relationships/tags" Target="../tags/tag154.xml"/><Relationship Id="rId7" Type="http://schemas.openxmlformats.org/officeDocument/2006/relationships/tags" Target="../tags/tag140.xml"/><Relationship Id="rId12" Type="http://schemas.openxmlformats.org/officeDocument/2006/relationships/tags" Target="../tags/tag145.xml"/><Relationship Id="rId17" Type="http://schemas.openxmlformats.org/officeDocument/2006/relationships/tags" Target="../tags/tag150.xml"/><Relationship Id="rId25" Type="http://schemas.openxmlformats.org/officeDocument/2006/relationships/tags" Target="../tags/tag158.xml"/><Relationship Id="rId2" Type="http://schemas.openxmlformats.org/officeDocument/2006/relationships/tags" Target="../tags/tag135.xml"/><Relationship Id="rId16" Type="http://schemas.openxmlformats.org/officeDocument/2006/relationships/tags" Target="../tags/tag149.xml"/><Relationship Id="rId20" Type="http://schemas.openxmlformats.org/officeDocument/2006/relationships/tags" Target="../tags/tag153.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24" Type="http://schemas.openxmlformats.org/officeDocument/2006/relationships/tags" Target="../tags/tag157.xml"/><Relationship Id="rId5" Type="http://schemas.openxmlformats.org/officeDocument/2006/relationships/tags" Target="../tags/tag138.xml"/><Relationship Id="rId15" Type="http://schemas.openxmlformats.org/officeDocument/2006/relationships/tags" Target="../tags/tag148.xml"/><Relationship Id="rId23" Type="http://schemas.openxmlformats.org/officeDocument/2006/relationships/tags" Target="../tags/tag156.xml"/><Relationship Id="rId28" Type="http://schemas.openxmlformats.org/officeDocument/2006/relationships/image" Target="../media/image1.emf"/><Relationship Id="rId10" Type="http://schemas.openxmlformats.org/officeDocument/2006/relationships/tags" Target="../tags/tag143.xml"/><Relationship Id="rId19" Type="http://schemas.openxmlformats.org/officeDocument/2006/relationships/tags" Target="../tags/tag152.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 Id="rId22" Type="http://schemas.openxmlformats.org/officeDocument/2006/relationships/tags" Target="../tags/tag155.xml"/><Relationship Id="rId27" Type="http://schemas.openxmlformats.org/officeDocument/2006/relationships/oleObject" Target="../embeddings/oleObject7.bin"/></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tags" Target="../tags/tag176.xml"/><Relationship Id="rId26" Type="http://schemas.openxmlformats.org/officeDocument/2006/relationships/slideMaster" Target="../slideMasters/slideMaster1.xml"/><Relationship Id="rId3" Type="http://schemas.openxmlformats.org/officeDocument/2006/relationships/tags" Target="../tags/tag161.xml"/><Relationship Id="rId21" Type="http://schemas.openxmlformats.org/officeDocument/2006/relationships/tags" Target="../tags/tag179.xml"/><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tags" Target="../tags/tag175.xml"/><Relationship Id="rId25" Type="http://schemas.openxmlformats.org/officeDocument/2006/relationships/tags" Target="../tags/tag183.xml"/><Relationship Id="rId2" Type="http://schemas.openxmlformats.org/officeDocument/2006/relationships/tags" Target="../tags/tag160.xml"/><Relationship Id="rId16" Type="http://schemas.openxmlformats.org/officeDocument/2006/relationships/tags" Target="../tags/tag174.xml"/><Relationship Id="rId20" Type="http://schemas.openxmlformats.org/officeDocument/2006/relationships/tags" Target="../tags/tag178.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24" Type="http://schemas.openxmlformats.org/officeDocument/2006/relationships/tags" Target="../tags/tag182.xml"/><Relationship Id="rId5" Type="http://schemas.openxmlformats.org/officeDocument/2006/relationships/tags" Target="../tags/tag163.xml"/><Relationship Id="rId15" Type="http://schemas.openxmlformats.org/officeDocument/2006/relationships/tags" Target="../tags/tag173.xml"/><Relationship Id="rId23" Type="http://schemas.openxmlformats.org/officeDocument/2006/relationships/tags" Target="../tags/tag181.xml"/><Relationship Id="rId28" Type="http://schemas.openxmlformats.org/officeDocument/2006/relationships/image" Target="../media/image1.emf"/><Relationship Id="rId10" Type="http://schemas.openxmlformats.org/officeDocument/2006/relationships/tags" Target="../tags/tag168.xml"/><Relationship Id="rId19" Type="http://schemas.openxmlformats.org/officeDocument/2006/relationships/tags" Target="../tags/tag177.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 Id="rId22" Type="http://schemas.openxmlformats.org/officeDocument/2006/relationships/tags" Target="../tags/tag180.xml"/><Relationship Id="rId27" Type="http://schemas.openxmlformats.org/officeDocument/2006/relationships/oleObject" Target="../embeddings/oleObject7.bin"/></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91.xml"/><Relationship Id="rId13" Type="http://schemas.openxmlformats.org/officeDocument/2006/relationships/tags" Target="../tags/tag196.xml"/><Relationship Id="rId18" Type="http://schemas.openxmlformats.org/officeDocument/2006/relationships/tags" Target="../tags/tag201.xml"/><Relationship Id="rId26" Type="http://schemas.openxmlformats.org/officeDocument/2006/relationships/slideMaster" Target="../slideMasters/slideMaster1.xml"/><Relationship Id="rId3" Type="http://schemas.openxmlformats.org/officeDocument/2006/relationships/tags" Target="../tags/tag186.xml"/><Relationship Id="rId21" Type="http://schemas.openxmlformats.org/officeDocument/2006/relationships/tags" Target="../tags/tag204.xml"/><Relationship Id="rId7" Type="http://schemas.openxmlformats.org/officeDocument/2006/relationships/tags" Target="../tags/tag190.xml"/><Relationship Id="rId12" Type="http://schemas.openxmlformats.org/officeDocument/2006/relationships/tags" Target="../tags/tag195.xml"/><Relationship Id="rId17" Type="http://schemas.openxmlformats.org/officeDocument/2006/relationships/tags" Target="../tags/tag200.xml"/><Relationship Id="rId25" Type="http://schemas.openxmlformats.org/officeDocument/2006/relationships/tags" Target="../tags/tag208.xml"/><Relationship Id="rId2" Type="http://schemas.openxmlformats.org/officeDocument/2006/relationships/tags" Target="../tags/tag185.xml"/><Relationship Id="rId16" Type="http://schemas.openxmlformats.org/officeDocument/2006/relationships/tags" Target="../tags/tag199.xml"/><Relationship Id="rId20" Type="http://schemas.openxmlformats.org/officeDocument/2006/relationships/tags" Target="../tags/tag203.xml"/><Relationship Id="rId1" Type="http://schemas.openxmlformats.org/officeDocument/2006/relationships/tags" Target="../tags/tag184.xml"/><Relationship Id="rId6" Type="http://schemas.openxmlformats.org/officeDocument/2006/relationships/tags" Target="../tags/tag189.xml"/><Relationship Id="rId11" Type="http://schemas.openxmlformats.org/officeDocument/2006/relationships/tags" Target="../tags/tag194.xml"/><Relationship Id="rId24" Type="http://schemas.openxmlformats.org/officeDocument/2006/relationships/tags" Target="../tags/tag207.xml"/><Relationship Id="rId5" Type="http://schemas.openxmlformats.org/officeDocument/2006/relationships/tags" Target="../tags/tag188.xml"/><Relationship Id="rId15" Type="http://schemas.openxmlformats.org/officeDocument/2006/relationships/tags" Target="../tags/tag198.xml"/><Relationship Id="rId23" Type="http://schemas.openxmlformats.org/officeDocument/2006/relationships/tags" Target="../tags/tag206.xml"/><Relationship Id="rId28" Type="http://schemas.openxmlformats.org/officeDocument/2006/relationships/image" Target="../media/image4.emf"/><Relationship Id="rId10" Type="http://schemas.openxmlformats.org/officeDocument/2006/relationships/tags" Target="../tags/tag193.xml"/><Relationship Id="rId19" Type="http://schemas.openxmlformats.org/officeDocument/2006/relationships/tags" Target="../tags/tag202.xml"/><Relationship Id="rId4" Type="http://schemas.openxmlformats.org/officeDocument/2006/relationships/tags" Target="../tags/tag187.xml"/><Relationship Id="rId9" Type="http://schemas.openxmlformats.org/officeDocument/2006/relationships/tags" Target="../tags/tag192.xml"/><Relationship Id="rId14" Type="http://schemas.openxmlformats.org/officeDocument/2006/relationships/tags" Target="../tags/tag197.xml"/><Relationship Id="rId22" Type="http://schemas.openxmlformats.org/officeDocument/2006/relationships/tags" Target="../tags/tag205.xml"/><Relationship Id="rId27" Type="http://schemas.openxmlformats.org/officeDocument/2006/relationships/oleObject" Target="../embeddings/oleObject8.bin"/></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216.xml"/><Relationship Id="rId13" Type="http://schemas.openxmlformats.org/officeDocument/2006/relationships/tags" Target="../tags/tag221.xml"/><Relationship Id="rId18" Type="http://schemas.openxmlformats.org/officeDocument/2006/relationships/tags" Target="../tags/tag226.xml"/><Relationship Id="rId3" Type="http://schemas.openxmlformats.org/officeDocument/2006/relationships/tags" Target="../tags/tag211.xml"/><Relationship Id="rId21" Type="http://schemas.openxmlformats.org/officeDocument/2006/relationships/tags" Target="../tags/tag229.xml"/><Relationship Id="rId7" Type="http://schemas.openxmlformats.org/officeDocument/2006/relationships/tags" Target="../tags/tag215.xml"/><Relationship Id="rId12" Type="http://schemas.openxmlformats.org/officeDocument/2006/relationships/tags" Target="../tags/tag220.xml"/><Relationship Id="rId17" Type="http://schemas.openxmlformats.org/officeDocument/2006/relationships/tags" Target="../tags/tag225.xml"/><Relationship Id="rId2" Type="http://schemas.openxmlformats.org/officeDocument/2006/relationships/tags" Target="../tags/tag210.xml"/><Relationship Id="rId16" Type="http://schemas.openxmlformats.org/officeDocument/2006/relationships/tags" Target="../tags/tag224.xml"/><Relationship Id="rId20" Type="http://schemas.openxmlformats.org/officeDocument/2006/relationships/tags" Target="../tags/tag228.xml"/><Relationship Id="rId1" Type="http://schemas.openxmlformats.org/officeDocument/2006/relationships/tags" Target="../tags/tag209.xml"/><Relationship Id="rId6" Type="http://schemas.openxmlformats.org/officeDocument/2006/relationships/tags" Target="../tags/tag214.xml"/><Relationship Id="rId11" Type="http://schemas.openxmlformats.org/officeDocument/2006/relationships/tags" Target="../tags/tag219.xml"/><Relationship Id="rId24" Type="http://schemas.openxmlformats.org/officeDocument/2006/relationships/image" Target="../media/image1.emf"/><Relationship Id="rId5" Type="http://schemas.openxmlformats.org/officeDocument/2006/relationships/tags" Target="../tags/tag213.xml"/><Relationship Id="rId15" Type="http://schemas.openxmlformats.org/officeDocument/2006/relationships/tags" Target="../tags/tag223.xml"/><Relationship Id="rId23" Type="http://schemas.openxmlformats.org/officeDocument/2006/relationships/oleObject" Target="../embeddings/oleObject9.bin"/><Relationship Id="rId10" Type="http://schemas.openxmlformats.org/officeDocument/2006/relationships/tags" Target="../tags/tag218.xml"/><Relationship Id="rId19" Type="http://schemas.openxmlformats.org/officeDocument/2006/relationships/tags" Target="../tags/tag227.xml"/><Relationship Id="rId4" Type="http://schemas.openxmlformats.org/officeDocument/2006/relationships/tags" Target="../tags/tag212.xml"/><Relationship Id="rId9" Type="http://schemas.openxmlformats.org/officeDocument/2006/relationships/tags" Target="../tags/tag217.xml"/><Relationship Id="rId14" Type="http://schemas.openxmlformats.org/officeDocument/2006/relationships/tags" Target="../tags/tag222.xml"/><Relationship Id="rId2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32.xml"/><Relationship Id="rId7" Type="http://schemas.openxmlformats.org/officeDocument/2006/relationships/oleObject" Target="../embeddings/oleObject10.bin"/><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slideMaster" Target="../slideMasters/slideMaster1.xml"/><Relationship Id="rId5" Type="http://schemas.openxmlformats.org/officeDocument/2006/relationships/tags" Target="../tags/tag234.xml"/><Relationship Id="rId4" Type="http://schemas.openxmlformats.org/officeDocument/2006/relationships/tags" Target="../tags/tag233.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242.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11" Type="http://schemas.openxmlformats.org/officeDocument/2006/relationships/image" Target="../media/image5.emf"/><Relationship Id="rId5" Type="http://schemas.openxmlformats.org/officeDocument/2006/relationships/tags" Target="../tags/tag239.xml"/><Relationship Id="rId10" Type="http://schemas.openxmlformats.org/officeDocument/2006/relationships/oleObject" Target="../embeddings/oleObject11.bin"/><Relationship Id="rId4" Type="http://schemas.openxmlformats.org/officeDocument/2006/relationships/tags" Target="../tags/tag238.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0.xml"/><Relationship Id="rId1" Type="http://schemas.openxmlformats.org/officeDocument/2006/relationships/tags" Target="../tags/tag24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253.xml"/><Relationship Id="rId7" Type="http://schemas.openxmlformats.org/officeDocument/2006/relationships/image" Target="../media/image6.png"/><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slideMaster" Target="../slideMasters/slideMaster1.xml"/><Relationship Id="rId11" Type="http://schemas.openxmlformats.org/officeDocument/2006/relationships/image" Target="../media/image2.emf"/><Relationship Id="rId5" Type="http://schemas.openxmlformats.org/officeDocument/2006/relationships/tags" Target="../tags/tag255.xml"/><Relationship Id="rId10" Type="http://schemas.openxmlformats.org/officeDocument/2006/relationships/oleObject" Target="../embeddings/oleObject12.bin"/><Relationship Id="rId4" Type="http://schemas.openxmlformats.org/officeDocument/2006/relationships/tags" Target="../tags/tag254.xml"/><Relationship Id="rId9"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282.xml"/><Relationship Id="rId7" Type="http://schemas.openxmlformats.org/officeDocument/2006/relationships/slideMaster" Target="../slideMasters/slideMaster2.xml"/><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9"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88.xml"/><Relationship Id="rId7" Type="http://schemas.openxmlformats.org/officeDocument/2006/relationships/tags" Target="../tags/tag292.xml"/><Relationship Id="rId2" Type="http://schemas.openxmlformats.org/officeDocument/2006/relationships/tags" Target="../tags/tag287.xml"/><Relationship Id="rId1" Type="http://schemas.openxmlformats.org/officeDocument/2006/relationships/tags" Target="../tags/tag286.xml"/><Relationship Id="rId6" Type="http://schemas.openxmlformats.org/officeDocument/2006/relationships/tags" Target="../tags/tag291.xml"/><Relationship Id="rId5" Type="http://schemas.openxmlformats.org/officeDocument/2006/relationships/tags" Target="../tags/tag290.xml"/><Relationship Id="rId10" Type="http://schemas.openxmlformats.org/officeDocument/2006/relationships/image" Target="../media/image1.emf"/><Relationship Id="rId4" Type="http://schemas.openxmlformats.org/officeDocument/2006/relationships/tags" Target="../tags/tag289.xml"/><Relationship Id="rId9" Type="http://schemas.openxmlformats.org/officeDocument/2006/relationships/oleObject" Target="../embeddings/oleObject15.bin"/></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295.xml"/><Relationship Id="rId7" Type="http://schemas.openxmlformats.org/officeDocument/2006/relationships/oleObject" Target="../embeddings/oleObject16.bin"/><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slideMaster" Target="../slideMasters/slideMaster2.xml"/><Relationship Id="rId5" Type="http://schemas.openxmlformats.org/officeDocument/2006/relationships/tags" Target="../tags/tag297.xml"/><Relationship Id="rId4" Type="http://schemas.openxmlformats.org/officeDocument/2006/relationships/tags" Target="../tags/tag296.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 Id="rId5" Type="http://schemas.openxmlformats.org/officeDocument/2006/relationships/slideMaster" Target="../slideMasters/slideMaster2.xml"/><Relationship Id="rId4" Type="http://schemas.openxmlformats.org/officeDocument/2006/relationships/tags" Target="../tags/tag30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 Id="rId5" Type="http://schemas.openxmlformats.org/officeDocument/2006/relationships/slideMaster" Target="../slideMasters/slideMaster2.xml"/><Relationship Id="rId4" Type="http://schemas.openxmlformats.org/officeDocument/2006/relationships/tags" Target="../tags/tag305.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313.xml"/><Relationship Id="rId13" Type="http://schemas.openxmlformats.org/officeDocument/2006/relationships/tags" Target="../tags/tag318.xml"/><Relationship Id="rId3" Type="http://schemas.openxmlformats.org/officeDocument/2006/relationships/tags" Target="../tags/tag308.xml"/><Relationship Id="rId7" Type="http://schemas.openxmlformats.org/officeDocument/2006/relationships/tags" Target="../tags/tag312.xml"/><Relationship Id="rId12" Type="http://schemas.openxmlformats.org/officeDocument/2006/relationships/tags" Target="../tags/tag317.xml"/><Relationship Id="rId2" Type="http://schemas.openxmlformats.org/officeDocument/2006/relationships/tags" Target="../tags/tag307.xml"/><Relationship Id="rId16" Type="http://schemas.openxmlformats.org/officeDocument/2006/relationships/image" Target="../media/image1.emf"/><Relationship Id="rId1" Type="http://schemas.openxmlformats.org/officeDocument/2006/relationships/tags" Target="../tags/tag306.xml"/><Relationship Id="rId6" Type="http://schemas.openxmlformats.org/officeDocument/2006/relationships/tags" Target="../tags/tag311.xml"/><Relationship Id="rId11" Type="http://schemas.openxmlformats.org/officeDocument/2006/relationships/tags" Target="../tags/tag316.xml"/><Relationship Id="rId5" Type="http://schemas.openxmlformats.org/officeDocument/2006/relationships/tags" Target="../tags/tag310.xml"/><Relationship Id="rId15" Type="http://schemas.openxmlformats.org/officeDocument/2006/relationships/oleObject" Target="../embeddings/oleObject17.bin"/><Relationship Id="rId10" Type="http://schemas.openxmlformats.org/officeDocument/2006/relationships/tags" Target="../tags/tag315.xml"/><Relationship Id="rId4" Type="http://schemas.openxmlformats.org/officeDocument/2006/relationships/tags" Target="../tags/tag309.xml"/><Relationship Id="rId9" Type="http://schemas.openxmlformats.org/officeDocument/2006/relationships/tags" Target="../tags/tag314.xml"/><Relationship Id="rId1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326.xml"/><Relationship Id="rId13" Type="http://schemas.openxmlformats.org/officeDocument/2006/relationships/tags" Target="../tags/tag331.xml"/><Relationship Id="rId3" Type="http://schemas.openxmlformats.org/officeDocument/2006/relationships/tags" Target="../tags/tag321.xml"/><Relationship Id="rId7" Type="http://schemas.openxmlformats.org/officeDocument/2006/relationships/tags" Target="../tags/tag325.xml"/><Relationship Id="rId12" Type="http://schemas.openxmlformats.org/officeDocument/2006/relationships/tags" Target="../tags/tag330.xml"/><Relationship Id="rId2" Type="http://schemas.openxmlformats.org/officeDocument/2006/relationships/tags" Target="../tags/tag320.xml"/><Relationship Id="rId16" Type="http://schemas.openxmlformats.org/officeDocument/2006/relationships/image" Target="../media/image1.emf"/><Relationship Id="rId1" Type="http://schemas.openxmlformats.org/officeDocument/2006/relationships/tags" Target="../tags/tag319.xml"/><Relationship Id="rId6" Type="http://schemas.openxmlformats.org/officeDocument/2006/relationships/tags" Target="../tags/tag324.xml"/><Relationship Id="rId11" Type="http://schemas.openxmlformats.org/officeDocument/2006/relationships/tags" Target="../tags/tag329.xml"/><Relationship Id="rId5" Type="http://schemas.openxmlformats.org/officeDocument/2006/relationships/tags" Target="../tags/tag323.xml"/><Relationship Id="rId15" Type="http://schemas.openxmlformats.org/officeDocument/2006/relationships/oleObject" Target="../embeddings/oleObject18.bin"/><Relationship Id="rId10" Type="http://schemas.openxmlformats.org/officeDocument/2006/relationships/tags" Target="../tags/tag328.xml"/><Relationship Id="rId4" Type="http://schemas.openxmlformats.org/officeDocument/2006/relationships/tags" Target="../tags/tag322.xml"/><Relationship Id="rId9" Type="http://schemas.openxmlformats.org/officeDocument/2006/relationships/tags" Target="../tags/tag327.xml"/><Relationship Id="rId14"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slideMaster" Target="../slideMasters/slideMaster2.xml"/><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tags" Target="../tags/tag343.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tags" Target="../tags/tag342.xml"/><Relationship Id="rId5" Type="http://schemas.openxmlformats.org/officeDocument/2006/relationships/tags" Target="../tags/tag336.xml"/><Relationship Id="rId15" Type="http://schemas.openxmlformats.org/officeDocument/2006/relationships/image" Target="../media/image10.emf"/><Relationship Id="rId10" Type="http://schemas.openxmlformats.org/officeDocument/2006/relationships/tags" Target="../tags/tag341.xml"/><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oleObject" Target="../embeddings/oleObject19.bin"/></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351.xml"/><Relationship Id="rId13" Type="http://schemas.openxmlformats.org/officeDocument/2006/relationships/tags" Target="../tags/tag356.xml"/><Relationship Id="rId3" Type="http://schemas.openxmlformats.org/officeDocument/2006/relationships/tags" Target="../tags/tag346.xml"/><Relationship Id="rId7" Type="http://schemas.openxmlformats.org/officeDocument/2006/relationships/tags" Target="../tags/tag350.xml"/><Relationship Id="rId12" Type="http://schemas.openxmlformats.org/officeDocument/2006/relationships/tags" Target="../tags/tag355.xml"/><Relationship Id="rId2" Type="http://schemas.openxmlformats.org/officeDocument/2006/relationships/tags" Target="../tags/tag345.xml"/><Relationship Id="rId16" Type="http://schemas.openxmlformats.org/officeDocument/2006/relationships/image" Target="../media/image1.emf"/><Relationship Id="rId1" Type="http://schemas.openxmlformats.org/officeDocument/2006/relationships/tags" Target="../tags/tag344.xml"/><Relationship Id="rId6" Type="http://schemas.openxmlformats.org/officeDocument/2006/relationships/tags" Target="../tags/tag349.xml"/><Relationship Id="rId11" Type="http://schemas.openxmlformats.org/officeDocument/2006/relationships/tags" Target="../tags/tag354.xml"/><Relationship Id="rId5" Type="http://schemas.openxmlformats.org/officeDocument/2006/relationships/tags" Target="../tags/tag348.xml"/><Relationship Id="rId15" Type="http://schemas.openxmlformats.org/officeDocument/2006/relationships/oleObject" Target="../embeddings/oleObject20.bin"/><Relationship Id="rId10" Type="http://schemas.openxmlformats.org/officeDocument/2006/relationships/tags" Target="../tags/tag353.xml"/><Relationship Id="rId4" Type="http://schemas.openxmlformats.org/officeDocument/2006/relationships/tags" Target="../tags/tag347.xml"/><Relationship Id="rId9" Type="http://schemas.openxmlformats.org/officeDocument/2006/relationships/tags" Target="../tags/tag352.xml"/><Relationship Id="rId14"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364.xml"/><Relationship Id="rId13" Type="http://schemas.openxmlformats.org/officeDocument/2006/relationships/tags" Target="../tags/tag369.xml"/><Relationship Id="rId3" Type="http://schemas.openxmlformats.org/officeDocument/2006/relationships/tags" Target="../tags/tag359.xml"/><Relationship Id="rId7" Type="http://schemas.openxmlformats.org/officeDocument/2006/relationships/tags" Target="../tags/tag363.xml"/><Relationship Id="rId12" Type="http://schemas.openxmlformats.org/officeDocument/2006/relationships/tags" Target="../tags/tag368.xml"/><Relationship Id="rId2" Type="http://schemas.openxmlformats.org/officeDocument/2006/relationships/tags" Target="../tags/tag358.xml"/><Relationship Id="rId16" Type="http://schemas.openxmlformats.org/officeDocument/2006/relationships/image" Target="../media/image11.emf"/><Relationship Id="rId1" Type="http://schemas.openxmlformats.org/officeDocument/2006/relationships/tags" Target="../tags/tag357.xml"/><Relationship Id="rId6" Type="http://schemas.openxmlformats.org/officeDocument/2006/relationships/tags" Target="../tags/tag362.xml"/><Relationship Id="rId11" Type="http://schemas.openxmlformats.org/officeDocument/2006/relationships/tags" Target="../tags/tag367.xml"/><Relationship Id="rId5" Type="http://schemas.openxmlformats.org/officeDocument/2006/relationships/tags" Target="../tags/tag361.xml"/><Relationship Id="rId15" Type="http://schemas.openxmlformats.org/officeDocument/2006/relationships/oleObject" Target="../embeddings/oleObject21.bin"/><Relationship Id="rId10" Type="http://schemas.openxmlformats.org/officeDocument/2006/relationships/tags" Target="../tags/tag366.xml"/><Relationship Id="rId4" Type="http://schemas.openxmlformats.org/officeDocument/2006/relationships/tags" Target="../tags/tag360.xml"/><Relationship Id="rId9" Type="http://schemas.openxmlformats.org/officeDocument/2006/relationships/tags" Target="../tags/tag365.xml"/><Relationship Id="rId14"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tags" Target="../tags/tag370.xml"/><Relationship Id="rId5" Type="http://schemas.openxmlformats.org/officeDocument/2006/relationships/slideMaster" Target="../slideMasters/slideMaster2.xml"/><Relationship Id="rId4" Type="http://schemas.openxmlformats.org/officeDocument/2006/relationships/tags" Target="../tags/tag373.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5.xml"/><Relationship Id="rId1" Type="http://schemas.openxmlformats.org/officeDocument/2006/relationships/tags" Target="../tags/tag374.xml"/><Relationship Id="rId5" Type="http://schemas.openxmlformats.org/officeDocument/2006/relationships/image" Target="../media/image12.emf"/><Relationship Id="rId4" Type="http://schemas.openxmlformats.org/officeDocument/2006/relationships/oleObject" Target="../embeddings/oleObject22.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379.xml"/><Relationship Id="rId7" Type="http://schemas.openxmlformats.org/officeDocument/2006/relationships/slideMaster" Target="../slideMasters/slideMaster2.xml"/><Relationship Id="rId2" Type="http://schemas.openxmlformats.org/officeDocument/2006/relationships/tags" Target="../tags/tag378.xml"/><Relationship Id="rId1" Type="http://schemas.openxmlformats.org/officeDocument/2006/relationships/tags" Target="../tags/tag377.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9"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rontpage">
    <p:bg>
      <p:bgPr>
        <a:solidFill>
          <a:schemeClr val="tx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p:custDataLst>
              <p:tags r:id="rId1"/>
            </p:custDataLst>
            <p:extLst>
              <p:ext uri="{D42A27DB-BD31-4B8C-83A1-F6EECF244321}">
                <p14:modId xmlns:p14="http://schemas.microsoft.com/office/powerpoint/2010/main" val="191646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solidFill>
            <a:schemeClr val="tx1"/>
          </a:solidFill>
        </p:spPr>
        <p:txBody>
          <a:bodyPr wrap="square">
            <a:noAutofit/>
          </a:bodyPr>
          <a:lstStyle>
            <a:lvl1pPr>
              <a:buNone/>
              <a:defRPr sz="1400">
                <a:solidFill>
                  <a:schemeClr val="bg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solidFill>
            <a:schemeClr val="tx1"/>
          </a:solidFill>
        </p:spPr>
        <p:txBody>
          <a:bodyPr wrap="square">
            <a:no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solidFill>
            <a:schemeClr val="tx1"/>
          </a:solidFill>
        </p:spPr>
        <p:txBody>
          <a:bodyPr vert="horz" anchor="b">
            <a:normAutofit/>
          </a:bodyPr>
          <a:lstStyle>
            <a:lvl1pPr>
              <a:defRPr sz="4400" baseline="0">
                <a:ln w="6350" cap="flat">
                  <a:noFill/>
                  <a:miter lim="800000"/>
                </a:ln>
                <a:solidFill>
                  <a:schemeClr val="bg2"/>
                </a:solidFill>
              </a:defRPr>
            </a:lvl1pPr>
          </a:lstStyle>
          <a:p>
            <a:r>
              <a:rPr lang="en-US" dirty="0"/>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4" name="Object 3" hidden="1">
            <a:extLst>
              <a:ext uri="{FF2B5EF4-FFF2-40B4-BE49-F238E27FC236}">
                <a16:creationId xmlns:a16="http://schemas.microsoft.com/office/drawing/2014/main" id="{D2BEF2C9-830A-7BCC-551D-40C1D6F33846}"/>
              </a:ext>
            </a:extLst>
          </p:cNvPr>
          <p:cNvGraphicFramePr>
            <a:graphicFrameLocks noChangeAspect="1"/>
          </p:cNvGraphicFramePr>
          <p:nvPr userDrawn="1">
            <p:custDataLst>
              <p:tags r:id="rId8"/>
            </p:custDataLst>
            <p:extLst>
              <p:ext uri="{D42A27DB-BD31-4B8C-83A1-F6EECF244321}">
                <p14:modId xmlns:p14="http://schemas.microsoft.com/office/powerpoint/2010/main" val="191646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4" name="Object 3" hidden="1">
                        <a:extLst>
                          <a:ext uri="{FF2B5EF4-FFF2-40B4-BE49-F238E27FC236}">
                            <a16:creationId xmlns:a16="http://schemas.microsoft.com/office/drawing/2014/main" id="{D2BEF2C9-830A-7BCC-551D-40C1D6F3384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EAE8FF3-BC97-4DB9-EAFC-C926D7E88442}"/>
              </a:ext>
            </a:extLst>
          </p:cNvPr>
          <p:cNvSpPr/>
          <p:nvPr userDrawn="1">
            <p:custDataLst>
              <p:tags r:id="rId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Tree>
    <p:extLst>
      <p:ext uri="{BB962C8B-B14F-4D97-AF65-F5344CB8AC3E}">
        <p14:creationId xmlns:p14="http://schemas.microsoft.com/office/powerpoint/2010/main" val="2599749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3" imgH="416" progId="TCLayout.ActiveDocument.1">
                  <p:embed/>
                </p:oleObj>
              </mc:Choice>
              <mc:Fallback>
                <p:oleObj name="think-cell Slide" r:id="rId13"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4" name="Object 8" hidden="1">
            <a:extLst>
              <a:ext uri="{FF2B5EF4-FFF2-40B4-BE49-F238E27FC236}">
                <a16:creationId xmlns:a16="http://schemas.microsoft.com/office/drawing/2014/main" id="{C7B99614-496E-9D52-9CB7-8AF8C457CA80}"/>
              </a:ext>
            </a:extLst>
          </p:cNvPr>
          <p:cNvGraphicFramePr>
            <a:graphicFrameLocks noChangeAspect="1"/>
          </p:cNvGraphicFramePr>
          <p:nvPr userDrawn="1">
            <p:custDataLst>
              <p:tags r:id="rId8"/>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3" imgH="416" progId="TCLayout.ActiveDocument.1">
                  <p:embed/>
                </p:oleObj>
              </mc:Choice>
              <mc:Fallback>
                <p:oleObj name="think-cell Slide" r:id="rId13" imgW="413" imgH="416" progId="TCLayout.ActiveDocument.1">
                  <p:embed/>
                  <p:pic>
                    <p:nvPicPr>
                      <p:cNvPr id="4" name="Object 8" hidden="1">
                        <a:extLst>
                          <a:ext uri="{FF2B5EF4-FFF2-40B4-BE49-F238E27FC236}">
                            <a16:creationId xmlns:a16="http://schemas.microsoft.com/office/drawing/2014/main" id="{C7B99614-496E-9D52-9CB7-8AF8C457CA80}"/>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5" name="Rectangle 7" hidden="1">
            <a:extLst>
              <a:ext uri="{FF2B5EF4-FFF2-40B4-BE49-F238E27FC236}">
                <a16:creationId xmlns:a16="http://schemas.microsoft.com/office/drawing/2014/main" id="{C6304BC6-E0D8-2B14-0602-01A32566F1E7}"/>
              </a:ext>
            </a:extLst>
          </p:cNvPr>
          <p:cNvSpPr/>
          <p:nvPr userDrawn="1">
            <p:custDataLst>
              <p:tags r:id="rId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Slide Number">
            <a:extLst>
              <a:ext uri="{FF2B5EF4-FFF2-40B4-BE49-F238E27FC236}">
                <a16:creationId xmlns:a16="http://schemas.microsoft.com/office/drawing/2014/main" id="{C91ACE9F-87BC-41A4-94DD-8837944A6963}"/>
              </a:ext>
            </a:extLst>
          </p:cNvPr>
          <p:cNvSpPr>
            <a:spLocks noChangeArrowheads="1"/>
          </p:cNvSpPr>
          <p:nvPr userDrawn="1">
            <p:custDataLst>
              <p:tags r:id="rId10"/>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1971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left 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2279F3A-E785-A817-A43D-2AB5BBAC0C60}"/>
              </a:ext>
            </a:extLst>
          </p:cNvPr>
          <p:cNvGraphicFramePr>
            <a:graphicFrameLocks noChangeAspect="1"/>
          </p:cNvGraphicFramePr>
          <p:nvPr>
            <p:custDataLst>
              <p:tags r:id="rId1"/>
            </p:custDataLst>
            <p:extLst>
              <p:ext uri="{D42A27DB-BD31-4B8C-83A1-F6EECF244321}">
                <p14:modId xmlns:p14="http://schemas.microsoft.com/office/powerpoint/2010/main" val="36875721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5" name="Object 4" hidden="1">
                        <a:extLst>
                          <a:ext uri="{FF2B5EF4-FFF2-40B4-BE49-F238E27FC236}">
                            <a16:creationId xmlns:a16="http://schemas.microsoft.com/office/drawing/2014/main" id="{92279F3A-E785-A817-A43D-2AB5BBAC0C60}"/>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2" name="Object 1" hidden="1">
            <a:extLst>
              <a:ext uri="{FF2B5EF4-FFF2-40B4-BE49-F238E27FC236}">
                <a16:creationId xmlns:a16="http://schemas.microsoft.com/office/drawing/2014/main" id="{E2A136CB-A23C-4391-1201-587C6D97E949}"/>
              </a:ext>
            </a:extLst>
          </p:cNvPr>
          <p:cNvGraphicFramePr>
            <a:graphicFrameLocks noChangeAspect="1"/>
          </p:cNvGraphicFramePr>
          <p:nvPr userDrawn="1">
            <p:custDataLst>
              <p:tags r:id="rId6"/>
            </p:custDataLst>
            <p:extLst>
              <p:ext uri="{D42A27DB-BD31-4B8C-83A1-F6EECF244321}">
                <p14:modId xmlns:p14="http://schemas.microsoft.com/office/powerpoint/2010/main" val="36875721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2" name="Object 1" hidden="1">
                        <a:extLst>
                          <a:ext uri="{FF2B5EF4-FFF2-40B4-BE49-F238E27FC236}">
                            <a16:creationId xmlns:a16="http://schemas.microsoft.com/office/drawing/2014/main" id="{E2A136CB-A23C-4391-1201-587C6D97E949}"/>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7" name="Slide Number">
            <a:extLst>
              <a:ext uri="{FF2B5EF4-FFF2-40B4-BE49-F238E27FC236}">
                <a16:creationId xmlns:a16="http://schemas.microsoft.com/office/drawing/2014/main" id="{295262A3-4D06-C89D-05E2-AA97F9B5D0A2}"/>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29322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d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4" name="Slide Number">
            <a:extLst>
              <a:ext uri="{FF2B5EF4-FFF2-40B4-BE49-F238E27FC236}">
                <a16:creationId xmlns:a16="http://schemas.microsoft.com/office/drawing/2014/main" id="{763C9204-17AF-D260-3E5D-5C68D9E3609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633177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2" name="Slide Number">
            <a:extLst>
              <a:ext uri="{FF2B5EF4-FFF2-40B4-BE49-F238E27FC236}">
                <a16:creationId xmlns:a16="http://schemas.microsoft.com/office/drawing/2014/main" id="{9CECB623-1D43-BACC-0B29-06D5B8B56DCC}"/>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71287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p:custDataLst>
              <p:tags r:id="rId1"/>
            </p:custDataLst>
            <p:extLst>
              <p:ext uri="{D42A27DB-BD31-4B8C-83A1-F6EECF244321}">
                <p14:modId xmlns:p14="http://schemas.microsoft.com/office/powerpoint/2010/main" val="1975323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lumMod val="85000"/>
                </a:schemeClr>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6"/>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7"/>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133601"/>
            <a:ext cx="2514600" cy="1380210"/>
          </a:xfrm>
        </p:spPr>
        <p:txBody>
          <a:bodyPr vert="horz" anchor="b">
            <a:noAutofit/>
          </a:bodyPr>
          <a:lstStyle>
            <a:lvl1pPr>
              <a:defRPr>
                <a:solidFill>
                  <a:schemeClr val="bg2"/>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2C48F836-88DC-F214-AD85-8F81D4D10533}"/>
              </a:ext>
            </a:extLst>
          </p:cNvPr>
          <p:cNvGraphicFramePr>
            <a:graphicFrameLocks noChangeAspect="1"/>
          </p:cNvGraphicFramePr>
          <p:nvPr userDrawn="1">
            <p:custDataLst>
              <p:tags r:id="rId14"/>
            </p:custDataLst>
            <p:extLst>
              <p:ext uri="{D42A27DB-BD31-4B8C-83A1-F6EECF244321}">
                <p14:modId xmlns:p14="http://schemas.microsoft.com/office/powerpoint/2010/main" val="1975323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5" name="Object 4" hidden="1">
                        <a:extLst>
                          <a:ext uri="{FF2B5EF4-FFF2-40B4-BE49-F238E27FC236}">
                            <a16:creationId xmlns:a16="http://schemas.microsoft.com/office/drawing/2014/main" id="{2C48F836-88DC-F214-AD85-8F81D4D10533}"/>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F42DBC8D-7E78-2589-6F78-974DBD0D6E47}"/>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8" name="RectangleLight">
            <a:extLst>
              <a:ext uri="{FF2B5EF4-FFF2-40B4-BE49-F238E27FC236}">
                <a16:creationId xmlns:a16="http://schemas.microsoft.com/office/drawing/2014/main" id="{CCF04B58-9A1C-ACB8-F18C-5893C2FA8425}"/>
              </a:ext>
            </a:extLst>
          </p:cNvPr>
          <p:cNvSpPr/>
          <p:nvPr userDrawn="1">
            <p:custDataLst>
              <p:tags r:id="rId16"/>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lumMod val="85000"/>
                </a:schemeClr>
              </a:solidFill>
              <a:latin typeface="Arial" panose="020B0604020202020204" pitchFamily="34" charset="0"/>
            </a:endParaRP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7"/>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2" name="Slide Number">
            <a:extLst>
              <a:ext uri="{FF2B5EF4-FFF2-40B4-BE49-F238E27FC236}">
                <a16:creationId xmlns:a16="http://schemas.microsoft.com/office/drawing/2014/main" id="{C15F11AA-CB34-3DEE-239A-271A035907E4}"/>
              </a:ext>
            </a:extLst>
          </p:cNvPr>
          <p:cNvSpPr>
            <a:spLocks noChangeArrowheads="1"/>
          </p:cNvSpPr>
          <p:nvPr userDrawn="1">
            <p:custDataLst>
              <p:tags r:id="rId1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9"/>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20"/>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21"/>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22"/>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2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945171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p:custDataLst>
              <p:tags r:id="rId1"/>
            </p:custDataLst>
            <p:extLst>
              <p:ext uri="{D42A27DB-BD31-4B8C-83A1-F6EECF244321}">
                <p14:modId xmlns:p14="http://schemas.microsoft.com/office/powerpoint/2010/main" val="24383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6"/>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10"/>
            </p:custDataLst>
          </p:nvPr>
        </p:nvSpPr>
        <p:spPr>
          <a:xfrm>
            <a:off x="554736" y="2744369"/>
            <a:ext cx="3465576" cy="769441"/>
          </a:xfrm>
          <a:prstGeom prst="rect">
            <a:avLst/>
          </a:prstGeom>
        </p:spPr>
        <p:txBody>
          <a:bodyPr vert="horz" wrap="square" anchor="b">
            <a:noAutofit/>
          </a:bodyPr>
          <a:lstStyle>
            <a:lvl1pPr algn="l">
              <a:defRPr>
                <a:solidFill>
                  <a:schemeClr val="bg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3E2F5680-7343-03F0-F370-F962F5BFC158}"/>
              </a:ext>
            </a:extLst>
          </p:cNvPr>
          <p:cNvGraphicFramePr>
            <a:graphicFrameLocks noChangeAspect="1"/>
          </p:cNvGraphicFramePr>
          <p:nvPr userDrawn="1">
            <p:custDataLst>
              <p:tags r:id="rId14"/>
            </p:custDataLst>
            <p:extLst>
              <p:ext uri="{D42A27DB-BD31-4B8C-83A1-F6EECF244321}">
                <p14:modId xmlns:p14="http://schemas.microsoft.com/office/powerpoint/2010/main" val="24383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5" name="Object 4" hidden="1">
                        <a:extLst>
                          <a:ext uri="{FF2B5EF4-FFF2-40B4-BE49-F238E27FC236}">
                            <a16:creationId xmlns:a16="http://schemas.microsoft.com/office/drawing/2014/main" id="{3E2F5680-7343-03F0-F370-F962F5BFC158}"/>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E830410D-BD52-054A-F9C1-BCF6FBED59EC}"/>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8" name="RectangleLight">
            <a:extLst>
              <a:ext uri="{FF2B5EF4-FFF2-40B4-BE49-F238E27FC236}">
                <a16:creationId xmlns:a16="http://schemas.microsoft.com/office/drawing/2014/main" id="{2FA89E15-5D02-0617-3AA7-74A6D56FA911}"/>
              </a:ext>
            </a:extLst>
          </p:cNvPr>
          <p:cNvSpPr/>
          <p:nvPr userDrawn="1">
            <p:custDataLst>
              <p:tags r:id="rId16"/>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9" name="SlideLogoText">
            <a:extLst>
              <a:ext uri="{FF2B5EF4-FFF2-40B4-BE49-F238E27FC236}">
                <a16:creationId xmlns:a16="http://schemas.microsoft.com/office/drawing/2014/main" id="{E3C091A9-963C-2C5A-3FA3-C25CC81E7BFE}"/>
              </a:ext>
            </a:extLst>
          </p:cNvPr>
          <p:cNvSpPr txBox="1"/>
          <p:nvPr userDrawn="1">
            <p:custDataLst>
              <p:tags r:id="rId17"/>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2" name="Slide Number">
            <a:extLst>
              <a:ext uri="{FF2B5EF4-FFF2-40B4-BE49-F238E27FC236}">
                <a16:creationId xmlns:a16="http://schemas.microsoft.com/office/drawing/2014/main" id="{884BEC23-6187-85C3-A9DC-B7910E3A7449}"/>
              </a:ext>
            </a:extLst>
          </p:cNvPr>
          <p:cNvSpPr>
            <a:spLocks noChangeArrowheads="1"/>
          </p:cNvSpPr>
          <p:nvPr userDrawn="1">
            <p:custDataLst>
              <p:tags r:id="rId1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9"/>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20"/>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21"/>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22"/>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2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321313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355092"/>
            <a:ext cx="5065776" cy="731520"/>
          </a:xfrm>
        </p:spPr>
        <p:txBody>
          <a:bodyPr vert="horz"/>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6" name="Object 5" hidden="1">
            <a:extLst>
              <a:ext uri="{FF2B5EF4-FFF2-40B4-BE49-F238E27FC236}">
                <a16:creationId xmlns:a16="http://schemas.microsoft.com/office/drawing/2014/main" id="{5F25CC7B-2B50-6050-8562-3FBB4D4E4E6F}"/>
              </a:ext>
            </a:extLst>
          </p:cNvPr>
          <p:cNvGraphicFramePr>
            <a:graphicFrameLocks noChangeAspect="1"/>
          </p:cNvGraphicFramePr>
          <p:nvPr userDrawn="1">
            <p:custDataLst>
              <p:tags r:id="rId15"/>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6" name="Object 5" hidden="1">
                        <a:extLst>
                          <a:ext uri="{FF2B5EF4-FFF2-40B4-BE49-F238E27FC236}">
                            <a16:creationId xmlns:a16="http://schemas.microsoft.com/office/drawing/2014/main" id="{5F25CC7B-2B50-6050-8562-3FBB4D4E4E6F}"/>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D720CD-C1DE-D06E-C765-23D4AAE58616}"/>
              </a:ext>
            </a:extLst>
          </p:cNvPr>
          <p:cNvSpPr/>
          <p:nvPr userDrawn="1">
            <p:custDataLst>
              <p:tags r:id="rId1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RectangleLight">
            <a:extLst>
              <a:ext uri="{FF2B5EF4-FFF2-40B4-BE49-F238E27FC236}">
                <a16:creationId xmlns:a16="http://schemas.microsoft.com/office/drawing/2014/main" id="{944574D5-6D53-CA9B-E804-A005ED11F52C}"/>
              </a:ext>
            </a:extLst>
          </p:cNvPr>
          <p:cNvSpPr/>
          <p:nvPr userDrawn="1">
            <p:custDataLst>
              <p:tags r:id="rId17"/>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0" name="SlideLogoText">
            <a:extLst>
              <a:ext uri="{FF2B5EF4-FFF2-40B4-BE49-F238E27FC236}">
                <a16:creationId xmlns:a16="http://schemas.microsoft.com/office/drawing/2014/main" id="{88033E0C-2CF5-6BBA-1C85-008D0D4DB883}"/>
              </a:ext>
            </a:extLst>
          </p:cNvPr>
          <p:cNvSpPr txBox="1"/>
          <p:nvPr userDrawn="1">
            <p:custDataLst>
              <p:tags r:id="rId18"/>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1" name="Slide Number">
            <a:extLst>
              <a:ext uri="{FF2B5EF4-FFF2-40B4-BE49-F238E27FC236}">
                <a16:creationId xmlns:a16="http://schemas.microsoft.com/office/drawing/2014/main" id="{7A1712D4-D027-DC62-EB34-0D8EA518E292}"/>
              </a:ext>
            </a:extLst>
          </p:cNvPr>
          <p:cNvSpPr>
            <a:spLocks noChangeArrowheads="1"/>
          </p:cNvSpPr>
          <p:nvPr userDrawn="1">
            <p:custDataLst>
              <p:tags r:id="rId1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20"/>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21"/>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22"/>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23"/>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24"/>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2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335980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6573171" y="355092"/>
            <a:ext cx="5065776" cy="731520"/>
          </a:xfrm>
        </p:spPr>
        <p:txBody>
          <a:bodyPr vert="horz"/>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6573171"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6" name="Object 5" hidden="1">
            <a:extLst>
              <a:ext uri="{FF2B5EF4-FFF2-40B4-BE49-F238E27FC236}">
                <a16:creationId xmlns:a16="http://schemas.microsoft.com/office/drawing/2014/main" id="{79AFB607-0711-2378-8BDD-55E431E1524F}"/>
              </a:ext>
            </a:extLst>
          </p:cNvPr>
          <p:cNvGraphicFramePr>
            <a:graphicFrameLocks noChangeAspect="1"/>
          </p:cNvGraphicFramePr>
          <p:nvPr userDrawn="1">
            <p:custDataLst>
              <p:tags r:id="rId15"/>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3" imgH="416" progId="TCLayout.ActiveDocument.1">
                  <p:embed/>
                </p:oleObj>
              </mc:Choice>
              <mc:Fallback>
                <p:oleObj name="think-cell Slide" r:id="rId27" imgW="413" imgH="416" progId="TCLayout.ActiveDocument.1">
                  <p:embed/>
                  <p:pic>
                    <p:nvPicPr>
                      <p:cNvPr id="6" name="Object 5" hidden="1">
                        <a:extLst>
                          <a:ext uri="{FF2B5EF4-FFF2-40B4-BE49-F238E27FC236}">
                            <a16:creationId xmlns:a16="http://schemas.microsoft.com/office/drawing/2014/main" id="{79AFB607-0711-2378-8BDD-55E431E1524F}"/>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EB36E089-AC07-0E10-321B-C8389EA20604}"/>
              </a:ext>
            </a:extLst>
          </p:cNvPr>
          <p:cNvSpPr/>
          <p:nvPr userDrawn="1">
            <p:custDataLst>
              <p:tags r:id="rId1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RectangleLight">
            <a:extLst>
              <a:ext uri="{FF2B5EF4-FFF2-40B4-BE49-F238E27FC236}">
                <a16:creationId xmlns:a16="http://schemas.microsoft.com/office/drawing/2014/main" id="{AC9EDC97-D5A0-2AFA-BA78-378E117C754B}"/>
              </a:ext>
            </a:extLst>
          </p:cNvPr>
          <p:cNvSpPr/>
          <p:nvPr userDrawn="1">
            <p:custDataLst>
              <p:tags r:id="rId17"/>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0" name="SlideLogoText">
            <a:extLst>
              <a:ext uri="{FF2B5EF4-FFF2-40B4-BE49-F238E27FC236}">
                <a16:creationId xmlns:a16="http://schemas.microsoft.com/office/drawing/2014/main" id="{925478F7-EAB3-A58B-B985-950EC0C2976B}"/>
              </a:ext>
            </a:extLst>
          </p:cNvPr>
          <p:cNvSpPr txBox="1"/>
          <p:nvPr userDrawn="1">
            <p:custDataLst>
              <p:tags r:id="rId18"/>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1" name="Slide Number">
            <a:extLst>
              <a:ext uri="{FF2B5EF4-FFF2-40B4-BE49-F238E27FC236}">
                <a16:creationId xmlns:a16="http://schemas.microsoft.com/office/drawing/2014/main" id="{04A5939C-9231-020B-3E8F-9D11D2C7C85F}"/>
              </a:ext>
            </a:extLst>
          </p:cNvPr>
          <p:cNvSpPr>
            <a:spLocks noChangeArrowheads="1"/>
          </p:cNvSpPr>
          <p:nvPr userDrawn="1">
            <p:custDataLst>
              <p:tags r:id="rId1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20"/>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21"/>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22"/>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23"/>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24"/>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2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3646534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2/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p:custDataLst>
              <p:tags r:id="rId1"/>
            </p:custDataLst>
            <p:extLst>
              <p:ext uri="{D42A27DB-BD31-4B8C-83A1-F6EECF244321}">
                <p14:modId xmlns:p14="http://schemas.microsoft.com/office/powerpoint/2010/main" val="2879537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572" imgH="588" progId="TCLayout.ActiveDocument.1">
                  <p:embed/>
                </p:oleObj>
              </mc:Choice>
              <mc:Fallback>
                <p:oleObj name="think-cell Slide" r:id="rId27"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355092"/>
            <a:ext cx="6967728" cy="731520"/>
          </a:xfrm>
        </p:spPr>
        <p:txBody>
          <a:bodyPr vert="horz"/>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5"/>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7"/>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8"/>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9"/>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10"/>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11"/>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2"/>
            </p:custDataLst>
          </p:nvPr>
        </p:nvSpPr>
        <p:spPr>
          <a:xfrm>
            <a:off x="554736" y="1291125"/>
            <a:ext cx="6967728" cy="2769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628C4FA8-83C8-4060-E474-D0A1BAEEDF1B}"/>
              </a:ext>
            </a:extLst>
          </p:cNvPr>
          <p:cNvGraphicFramePr>
            <a:graphicFrameLocks noChangeAspect="1"/>
          </p:cNvGraphicFramePr>
          <p:nvPr userDrawn="1">
            <p:custDataLst>
              <p:tags r:id="rId15"/>
            </p:custDataLst>
            <p:extLst>
              <p:ext uri="{D42A27DB-BD31-4B8C-83A1-F6EECF244321}">
                <p14:modId xmlns:p14="http://schemas.microsoft.com/office/powerpoint/2010/main" val="2879537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572" imgH="588" progId="TCLayout.ActiveDocument.1">
                  <p:embed/>
                </p:oleObj>
              </mc:Choice>
              <mc:Fallback>
                <p:oleObj name="think-cell Slide" r:id="rId27" imgW="572" imgH="588" progId="TCLayout.ActiveDocument.1">
                  <p:embed/>
                  <p:pic>
                    <p:nvPicPr>
                      <p:cNvPr id="5" name="Object 4" hidden="1">
                        <a:extLst>
                          <a:ext uri="{FF2B5EF4-FFF2-40B4-BE49-F238E27FC236}">
                            <a16:creationId xmlns:a16="http://schemas.microsoft.com/office/drawing/2014/main" id="{628C4FA8-83C8-4060-E474-D0A1BAEEDF1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B55EB65-EDA4-492A-C74A-BD717ED40B01}"/>
              </a:ext>
            </a:extLst>
          </p:cNvPr>
          <p:cNvSpPr/>
          <p:nvPr userDrawn="1">
            <p:custDataLst>
              <p:tags r:id="rId1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RectangleLight">
            <a:extLst>
              <a:ext uri="{FF2B5EF4-FFF2-40B4-BE49-F238E27FC236}">
                <a16:creationId xmlns:a16="http://schemas.microsoft.com/office/drawing/2014/main" id="{3CA10899-AF45-F172-958C-F6C15A92CCAF}"/>
              </a:ext>
            </a:extLst>
          </p:cNvPr>
          <p:cNvSpPr/>
          <p:nvPr userDrawn="1">
            <p:custDataLst>
              <p:tags r:id="rId17"/>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0" name="SlideLogoText">
            <a:extLst>
              <a:ext uri="{FF2B5EF4-FFF2-40B4-BE49-F238E27FC236}">
                <a16:creationId xmlns:a16="http://schemas.microsoft.com/office/drawing/2014/main" id="{ED193EBB-5466-5BDD-AEFC-F0E9BB306421}"/>
              </a:ext>
            </a:extLst>
          </p:cNvPr>
          <p:cNvSpPr txBox="1"/>
          <p:nvPr userDrawn="1">
            <p:custDataLst>
              <p:tags r:id="rId18"/>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4" name="Slide Number">
            <a:extLst>
              <a:ext uri="{FF2B5EF4-FFF2-40B4-BE49-F238E27FC236}">
                <a16:creationId xmlns:a16="http://schemas.microsoft.com/office/drawing/2014/main" id="{3476D5BD-B182-CC58-60C7-F023EFC57250}"/>
              </a:ext>
            </a:extLst>
          </p:cNvPr>
          <p:cNvSpPr>
            <a:spLocks noChangeArrowheads="1"/>
          </p:cNvSpPr>
          <p:nvPr userDrawn="1">
            <p:custDataLst>
              <p:tags r:id="rId1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20"/>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21"/>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22"/>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23"/>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24"/>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2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05762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1481564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413" imgH="416" progId="TCLayout.ActiveDocument.1">
                  <p:embed/>
                </p:oleObj>
              </mc:Choice>
              <mc:Fallback>
                <p:oleObj name="think-cell Slide" r:id="rId23"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6"/>
            </p:custDataLst>
          </p:nvPr>
        </p:nvCxnSpPr>
        <p:spPr>
          <a:xfrm>
            <a:off x="9119861"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8"/>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4162"/>
            <a:ext cx="7918704" cy="731520"/>
          </a:xfrm>
        </p:spPr>
        <p:txBody>
          <a:bodyPr vert="horz"/>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91125"/>
            <a:ext cx="7918704" cy="297181"/>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5C700605-7CFA-F615-BD79-8E5FADB5B2B6}"/>
              </a:ext>
            </a:extLst>
          </p:cNvPr>
          <p:cNvGraphicFramePr>
            <a:graphicFrameLocks noChangeAspect="1"/>
          </p:cNvGraphicFramePr>
          <p:nvPr userDrawn="1">
            <p:custDataLst>
              <p:tags r:id="rId14"/>
            </p:custDataLst>
            <p:extLst>
              <p:ext uri="{D42A27DB-BD31-4B8C-83A1-F6EECF244321}">
                <p14:modId xmlns:p14="http://schemas.microsoft.com/office/powerpoint/2010/main" val="1481564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413" imgH="416" progId="TCLayout.ActiveDocument.1">
                  <p:embed/>
                </p:oleObj>
              </mc:Choice>
              <mc:Fallback>
                <p:oleObj name="think-cell Slide" r:id="rId23" imgW="413" imgH="416" progId="TCLayout.ActiveDocument.1">
                  <p:embed/>
                  <p:pic>
                    <p:nvPicPr>
                      <p:cNvPr id="5" name="Object 4" hidden="1">
                        <a:extLst>
                          <a:ext uri="{FF2B5EF4-FFF2-40B4-BE49-F238E27FC236}">
                            <a16:creationId xmlns:a16="http://schemas.microsoft.com/office/drawing/2014/main" id="{5C700605-7CFA-F615-BD79-8E5FADB5B2B6}"/>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6BC15D1-BF0E-18C6-0683-EEAB60921ECF}"/>
              </a:ext>
            </a:extLst>
          </p:cNvPr>
          <p:cNvSpPr/>
          <p:nvPr userDrawn="1">
            <p:custDataLst>
              <p:tags r:id="rId1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7" name="RectangleLight">
            <a:extLst>
              <a:ext uri="{FF2B5EF4-FFF2-40B4-BE49-F238E27FC236}">
                <a16:creationId xmlns:a16="http://schemas.microsoft.com/office/drawing/2014/main" id="{CD2FAB0B-AB63-C7F3-6E57-3803DCBF78EE}"/>
              </a:ext>
            </a:extLst>
          </p:cNvPr>
          <p:cNvSpPr/>
          <p:nvPr userDrawn="1">
            <p:custDataLst>
              <p:tags r:id="rId16"/>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8" name="SlideLogoText">
            <a:extLst>
              <a:ext uri="{FF2B5EF4-FFF2-40B4-BE49-F238E27FC236}">
                <a16:creationId xmlns:a16="http://schemas.microsoft.com/office/drawing/2014/main" id="{435ECA31-5088-DA4B-925C-8C9D5C5E1084}"/>
              </a:ext>
            </a:extLst>
          </p:cNvPr>
          <p:cNvSpPr txBox="1"/>
          <p:nvPr userDrawn="1">
            <p:custDataLst>
              <p:tags r:id="rId17"/>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sp>
        <p:nvSpPr>
          <p:cNvPr id="9" name="Slide Number">
            <a:extLst>
              <a:ext uri="{FF2B5EF4-FFF2-40B4-BE49-F238E27FC236}">
                <a16:creationId xmlns:a16="http://schemas.microsoft.com/office/drawing/2014/main" id="{36976213-E120-1313-5604-1F7468E9745E}"/>
              </a:ext>
            </a:extLst>
          </p:cNvPr>
          <p:cNvSpPr>
            <a:spLocks noChangeArrowheads="1"/>
          </p:cNvSpPr>
          <p:nvPr userDrawn="1">
            <p:custDataLst>
              <p:tags r:id="rId1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9"/>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20"/>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2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3813522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3"/>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graphicFrame>
        <p:nvGraphicFramePr>
          <p:cNvPr id="3" name="Object 2" hidden="1">
            <a:extLst>
              <a:ext uri="{FF2B5EF4-FFF2-40B4-BE49-F238E27FC236}">
                <a16:creationId xmlns:a16="http://schemas.microsoft.com/office/drawing/2014/main" id="{461A3593-6381-CCDE-F9E1-87C62E7E9553}"/>
              </a:ext>
            </a:extLst>
          </p:cNvPr>
          <p:cNvGraphicFramePr>
            <a:graphicFrameLocks noChangeAspect="1"/>
          </p:cNvGraphicFramePr>
          <p:nvPr userDrawn="1">
            <p:custDataLst>
              <p:tags r:id="rId4"/>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3" name="Object 2" hidden="1">
                        <a:extLst>
                          <a:ext uri="{FF2B5EF4-FFF2-40B4-BE49-F238E27FC236}">
                            <a16:creationId xmlns:a16="http://schemas.microsoft.com/office/drawing/2014/main" id="{461A3593-6381-CCDE-F9E1-87C62E7E955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5. Source" hidden="1">
            <a:extLst>
              <a:ext uri="{FF2B5EF4-FFF2-40B4-BE49-F238E27FC236}">
                <a16:creationId xmlns:a16="http://schemas.microsoft.com/office/drawing/2014/main" id="{9E557DC3-5BF2-4D79-84F4-12A1DDBC6D3C}"/>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053735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breaker blu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10C5396-A74C-51C3-AEC5-D35E7FDD26AD}"/>
              </a:ext>
            </a:extLst>
          </p:cNvPr>
          <p:cNvGraphicFramePr>
            <a:graphicFrameLocks noChangeAspect="1"/>
          </p:cNvGraphicFramePr>
          <p:nvPr>
            <p:custDataLst>
              <p:tags r:id="rId1"/>
            </p:custDataLst>
            <p:extLst>
              <p:ext uri="{D42A27DB-BD31-4B8C-83A1-F6EECF244321}">
                <p14:modId xmlns:p14="http://schemas.microsoft.com/office/powerpoint/2010/main" val="12000082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3" name="Object 2" hidden="1">
                        <a:extLst>
                          <a:ext uri="{FF2B5EF4-FFF2-40B4-BE49-F238E27FC236}">
                            <a16:creationId xmlns:a16="http://schemas.microsoft.com/office/drawing/2014/main" id="{310C5396-A74C-51C3-AEC5-D35E7FDD26AD}"/>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2"/>
            </p:custDataLst>
          </p:nvPr>
        </p:nvSpPr>
        <p:spPr>
          <a:xfrm>
            <a:off x="554736" y="4580468"/>
            <a:ext cx="11082528" cy="677108"/>
          </a:xfrm>
        </p:spPr>
        <p:txBody>
          <a:bodyPr vert="horz" anchor="b">
            <a:noAutofit/>
          </a:bodyPr>
          <a:lstStyle>
            <a:lvl1pPr>
              <a:lnSpc>
                <a:spcPct val="100000"/>
              </a:lnSpc>
              <a:defRPr sz="4400">
                <a:solidFill>
                  <a:schemeClr val="bg2"/>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9BB5FB0D-5CC7-9318-47B3-B932C5E0C6E2}"/>
              </a:ext>
            </a:extLst>
          </p:cNvPr>
          <p:cNvSpPr txBox="1"/>
          <p:nvPr/>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p>
        </p:txBody>
      </p:sp>
      <p:sp>
        <p:nvSpPr>
          <p:cNvPr id="2" name="1. On-page tracker">
            <a:extLst>
              <a:ext uri="{FF2B5EF4-FFF2-40B4-BE49-F238E27FC236}">
                <a16:creationId xmlns:a16="http://schemas.microsoft.com/office/drawing/2014/main" id="{51CB7D96-238D-424E-1A92-C27F075F8348}"/>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graphicFrame>
        <p:nvGraphicFramePr>
          <p:cNvPr id="5" name="Object 4" hidden="1">
            <a:extLst>
              <a:ext uri="{FF2B5EF4-FFF2-40B4-BE49-F238E27FC236}">
                <a16:creationId xmlns:a16="http://schemas.microsoft.com/office/drawing/2014/main" id="{EDC719DE-2324-6AA2-BD2B-2BDAC6E585C7}"/>
              </a:ext>
            </a:extLst>
          </p:cNvPr>
          <p:cNvGraphicFramePr>
            <a:graphicFrameLocks noChangeAspect="1"/>
          </p:cNvGraphicFramePr>
          <p:nvPr userDrawn="1">
            <p:custDataLst>
              <p:tags r:id="rId6"/>
            </p:custDataLst>
            <p:extLst>
              <p:ext uri="{D42A27DB-BD31-4B8C-83A1-F6EECF244321}">
                <p14:modId xmlns:p14="http://schemas.microsoft.com/office/powerpoint/2010/main" val="12000082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5" name="Object 4" hidden="1">
                        <a:extLst>
                          <a:ext uri="{FF2B5EF4-FFF2-40B4-BE49-F238E27FC236}">
                            <a16:creationId xmlns:a16="http://schemas.microsoft.com/office/drawing/2014/main" id="{EDC719DE-2324-6AA2-BD2B-2BDAC6E585C7}"/>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41825CC2-9D4D-042B-7209-13C2E90494FD}"/>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10" name="5. Source" hidden="1">
            <a:extLst>
              <a:ext uri="{FF2B5EF4-FFF2-40B4-BE49-F238E27FC236}">
                <a16:creationId xmlns:a16="http://schemas.microsoft.com/office/drawing/2014/main" id="{5BC22B71-1438-6ABD-0B07-BEA974AF01AD}"/>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1" name="TextBox 10">
            <a:extLst>
              <a:ext uri="{FF2B5EF4-FFF2-40B4-BE49-F238E27FC236}">
                <a16:creationId xmlns:a16="http://schemas.microsoft.com/office/drawing/2014/main" id="{D7F73D58-A52D-9A87-3BB0-1E24EC784277}"/>
              </a:ext>
            </a:extLst>
          </p:cNvPr>
          <p:cNvSpPr txBox="1"/>
          <p:nvPr userDrawn="1"/>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Tree>
    <p:extLst>
      <p:ext uri="{BB962C8B-B14F-4D97-AF65-F5344CB8AC3E}">
        <p14:creationId xmlns:p14="http://schemas.microsoft.com/office/powerpoint/2010/main" val="1740720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 name="Slide Number">
            <a:extLst>
              <a:ext uri="{FF2B5EF4-FFF2-40B4-BE49-F238E27FC236}">
                <a16:creationId xmlns:a16="http://schemas.microsoft.com/office/drawing/2014/main" id="{3771A5E6-4EA7-C278-CF9B-197E6937D3F5}"/>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3" name="1. On-page tracker">
            <a:extLst>
              <a:ext uri="{FF2B5EF4-FFF2-40B4-BE49-F238E27FC236}">
                <a16:creationId xmlns:a16="http://schemas.microsoft.com/office/drawing/2014/main" id="{8B23C019-3D76-9585-DF94-4D39967D422C}"/>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4" name="Slide Number">
            <a:extLst>
              <a:ext uri="{FF2B5EF4-FFF2-40B4-BE49-F238E27FC236}">
                <a16:creationId xmlns:a16="http://schemas.microsoft.com/office/drawing/2014/main" id="{DC886169-C706-948D-8B9F-F1E92FFFEEE0}"/>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216008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 name="1. On-page tracker">
            <a:extLst>
              <a:ext uri="{FF2B5EF4-FFF2-40B4-BE49-F238E27FC236}">
                <a16:creationId xmlns:a16="http://schemas.microsoft.com/office/drawing/2014/main" id="{280E36D8-9727-3A66-B568-44AB140574C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 Number">
            <a:extLst>
              <a:ext uri="{FF2B5EF4-FFF2-40B4-BE49-F238E27FC236}">
                <a16:creationId xmlns:a16="http://schemas.microsoft.com/office/drawing/2014/main" id="{0649F191-C694-FE89-7416-DE67666A6CAC}"/>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4" name="Slide Number">
            <a:extLst>
              <a:ext uri="{FF2B5EF4-FFF2-40B4-BE49-F238E27FC236}">
                <a16:creationId xmlns:a16="http://schemas.microsoft.com/office/drawing/2014/main" id="{0F3C63B3-884B-90BC-83BC-98DD6BA5E5F6}"/>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4125121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
        <p:nvSpPr>
          <p:cNvPr id="3" name="Slide Number">
            <a:extLst>
              <a:ext uri="{FF2B5EF4-FFF2-40B4-BE49-F238E27FC236}">
                <a16:creationId xmlns:a16="http://schemas.microsoft.com/office/drawing/2014/main" id="{C523BB66-B722-18F4-334A-716D29B1E2B9}"/>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4247569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05996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1"/>
        </a:solidFill>
        <a:effectLst/>
      </p:bgPr>
    </p:bg>
    <p:spTree>
      <p:nvGrpSpPr>
        <p:cNvPr id="1" name=""/>
        <p:cNvGrpSpPr/>
        <p:nvPr/>
      </p:nvGrpSpPr>
      <p:grpSpPr>
        <a:xfrm>
          <a:off x="0" y="0"/>
          <a:ext cx="0" cy="0"/>
          <a:chOff x="0" y="0"/>
          <a:chExt cx="0" cy="0"/>
        </a:xfrm>
      </p:grpSpPr>
      <p:pic>
        <p:nvPicPr>
          <p:cNvPr id="10" name="Gráfico 4">
            <a:extLst>
              <a:ext uri="{FF2B5EF4-FFF2-40B4-BE49-F238E27FC236}">
                <a16:creationId xmlns:a16="http://schemas.microsoft.com/office/drawing/2014/main" id="{180CB426-1B7B-A0DE-F5A7-9B198454DFA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0" y="1616696"/>
            <a:ext cx="532785" cy="548007"/>
          </a:xfrm>
          <a:prstGeom prst="rect">
            <a:avLst/>
          </a:prstGeom>
        </p:spPr>
      </p:pic>
      <p:pic>
        <p:nvPicPr>
          <p:cNvPr id="12" name="Imagen 25" descr="Imagen que contiene reloj, firmar, aire&#10;&#10;Descripción generada automáticamente">
            <a:extLst>
              <a:ext uri="{FF2B5EF4-FFF2-40B4-BE49-F238E27FC236}">
                <a16:creationId xmlns:a16="http://schemas.microsoft.com/office/drawing/2014/main" id="{60805D48-AEF1-C14D-B5B1-AF29A4F514B8}"/>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553601" y="559397"/>
            <a:ext cx="5638399" cy="5318889"/>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4" imgH="344" progId="TCLayout.ActiveDocument.1">
                  <p:embed/>
                </p:oleObj>
              </mc:Choice>
              <mc:Fallback>
                <p:oleObj name="think-cell Slide" r:id="rId10"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3"/>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p:custDataLst>
              <p:tags r:id="rId4"/>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p:custDataLst>
              <p:tags r:id="rId5"/>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Tree>
    <p:extLst>
      <p:ext uri="{BB962C8B-B14F-4D97-AF65-F5344CB8AC3E}">
        <p14:creationId xmlns:p14="http://schemas.microsoft.com/office/powerpoint/2010/main" val="1898422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67EFA-F102-4974-A9F1-C6295CAE24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362F23-F19C-4E57-BB08-32ECD90B2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657AD9-DCE6-48A9-802E-A076AA26EE70}"/>
              </a:ext>
            </a:extLst>
          </p:cNvPr>
          <p:cNvSpPr>
            <a:spLocks noGrp="1"/>
          </p:cNvSpPr>
          <p:nvPr>
            <p:ph type="dt" sz="half" idx="10"/>
          </p:nvPr>
        </p:nvSpPr>
        <p:spPr/>
        <p:txBody>
          <a:bodyPr/>
          <a:lstStyle/>
          <a:p>
            <a:fld id="{1F088CD0-E906-4B2C-AEE9-D4A05D90655B}" type="datetimeFigureOut">
              <a:rPr lang="en-US" smtClean="0"/>
              <a:t>12/12/2025</a:t>
            </a:fld>
            <a:endParaRPr lang="en-US"/>
          </a:p>
        </p:txBody>
      </p:sp>
      <p:sp>
        <p:nvSpPr>
          <p:cNvPr id="5" name="Footer Placeholder 4">
            <a:extLst>
              <a:ext uri="{FF2B5EF4-FFF2-40B4-BE49-F238E27FC236}">
                <a16:creationId xmlns:a16="http://schemas.microsoft.com/office/drawing/2014/main" id="{77859648-2BE4-4F12-9589-36F1E7BC87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F8128D-9FE5-4848-94E5-7AC99EAADB31}"/>
              </a:ext>
            </a:extLst>
          </p:cNvPr>
          <p:cNvSpPr>
            <a:spLocks noGrp="1"/>
          </p:cNvSpPr>
          <p:nvPr>
            <p:ph type="sldNum" sz="quarter" idx="12"/>
          </p:nvPr>
        </p:nvSpPr>
        <p:spPr/>
        <p:txBody>
          <a:bodyPr/>
          <a:lstStyle/>
          <a:p>
            <a:fld id="{F8F42B21-3B59-4B1E-B293-68A838E595CC}" type="slidenum">
              <a:rPr lang="en-US" smtClean="0"/>
              <a:t>‹#›</a:t>
            </a:fld>
            <a:endParaRPr lang="en-US"/>
          </a:p>
        </p:txBody>
      </p:sp>
    </p:spTree>
    <p:extLst>
      <p:ext uri="{BB962C8B-B14F-4D97-AF65-F5344CB8AC3E}">
        <p14:creationId xmlns:p14="http://schemas.microsoft.com/office/powerpoint/2010/main" val="11963053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Frontpage dark">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p:custDataLst>
              <p:tags r:id="rId1"/>
            </p:custDataLst>
            <p:extLst>
              <p:ext uri="{D42A27DB-BD31-4B8C-83A1-F6EECF244321}">
                <p14:modId xmlns:p14="http://schemas.microsoft.com/office/powerpoint/2010/main" val="3834239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noFill/>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noFill/>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tx1"/>
                </a:solidFill>
              </a:defRPr>
            </a:lvl1pPr>
          </a:lstStyle>
          <a:p>
            <a:r>
              <a:rPr lang="en-US" dirty="0"/>
              <a:t>Click to change Master title style</a:t>
            </a:r>
          </a:p>
        </p:txBody>
      </p:sp>
    </p:spTree>
    <p:extLst>
      <p:ext uri="{BB962C8B-B14F-4D97-AF65-F5344CB8AC3E}">
        <p14:creationId xmlns:p14="http://schemas.microsoft.com/office/powerpoint/2010/main" val="29333577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dark">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p:custDataLst>
              <p:tags r:id="rId1"/>
            </p:custDataLst>
            <p:extLst>
              <p:ext uri="{D42A27DB-BD31-4B8C-83A1-F6EECF244321}">
                <p14:modId xmlns:p14="http://schemas.microsoft.com/office/powerpoint/2010/main" val="6306557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2. Slide Title">
            <a:extLst>
              <a:ext uri="{FF2B5EF4-FFF2-40B4-BE49-F238E27FC236}">
                <a16:creationId xmlns:a16="http://schemas.microsoft.com/office/drawing/2014/main" id="{A3FB3845-C7A1-C146-0D47-CA99D05EE4C4}"/>
              </a:ext>
            </a:extLst>
          </p:cNvPr>
          <p:cNvSpPr>
            <a:spLocks noGrp="1"/>
          </p:cNvSpPr>
          <p:nvPr>
            <p:ph type="title"/>
            <p:custDataLst>
              <p:tags r:id="rId5"/>
            </p:custDataLst>
          </p:nvPr>
        </p:nvSpPr>
        <p:spPr>
          <a:xfrm>
            <a:off x="554736" y="355092"/>
            <a:ext cx="11082528" cy="731520"/>
          </a:xfrm>
        </p:spPr>
        <p:txBody>
          <a:bodyPr vert="horz"/>
          <a:lstStyle>
            <a:lvl1pPr>
              <a:defRPr>
                <a:solidFill>
                  <a:schemeClr val="tx1"/>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2D82DC27-D40F-1FDD-08CA-E1D98D482D55}"/>
              </a:ext>
            </a:extLst>
          </p:cNvPr>
          <p:cNvSpPr>
            <a:spLocks noGrp="1"/>
          </p:cNvSpPr>
          <p:nvPr>
            <p:ph type="subTitle" idx="1"/>
            <p:custDataLst>
              <p:tags r:id="rId6"/>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2256F47C-8755-AD8E-F266-944EE5D1E6E7}"/>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566818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left dar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82528A4-FE98-8571-EA52-4505B224F025}"/>
              </a:ext>
            </a:extLst>
          </p:cNvPr>
          <p:cNvGraphicFramePr>
            <a:graphicFrameLocks noChangeAspect="1"/>
          </p:cNvGraphicFramePr>
          <p:nvPr>
            <p:custDataLst>
              <p:tags r:id="rId1"/>
            </p:custDataLst>
            <p:extLst>
              <p:ext uri="{D42A27DB-BD31-4B8C-83A1-F6EECF244321}">
                <p14:modId xmlns:p14="http://schemas.microsoft.com/office/powerpoint/2010/main" val="6619037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C82528A4-FE98-8571-EA52-4505B224F025}"/>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23496"/>
            <a:ext cx="3813048" cy="861774"/>
          </a:xfrm>
          <a:prstGeom prst="rect">
            <a:avLst/>
          </a:prstGeom>
        </p:spPr>
        <p:txBody>
          <a:bodyPr vert="horz" anchor="t">
            <a:noAutofit/>
          </a:bodyPr>
          <a:lstStyle>
            <a:lvl1pPr>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927E183C-C612-94C0-8D21-21ADCAA3A86C}"/>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7866935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Mid Left dark">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DC93B8CF-53C4-A659-8BA7-98E461B505AD}"/>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3340720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breaker dark">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D91E0C0C-62D6-E064-2CC2-E198E5116E56}"/>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748828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 dark">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p:custDataLst>
              <p:tags r:id="rId1"/>
            </p:custDataLst>
            <p:extLst>
              <p:ext uri="{D42A27DB-BD31-4B8C-83A1-F6EECF244321}">
                <p14:modId xmlns:p14="http://schemas.microsoft.com/office/powerpoint/2010/main" val="1594684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3" name="BottomLineLeft">
            <a:extLst>
              <a:ext uri="{FF2B5EF4-FFF2-40B4-BE49-F238E27FC236}">
                <a16:creationId xmlns:a16="http://schemas.microsoft.com/office/drawing/2014/main" id="{860F551B-05D0-4883-89B6-6CE418F81F78}"/>
              </a:ext>
            </a:extLst>
          </p:cNvPr>
          <p:cNvCxnSpPr/>
          <p:nvPr>
            <p:custDataLst>
              <p:tags r:id="rId6"/>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BottomLineRight">
            <a:extLst>
              <a:ext uri="{FF2B5EF4-FFF2-40B4-BE49-F238E27FC236}">
                <a16:creationId xmlns:a16="http://schemas.microsoft.com/office/drawing/2014/main" id="{C2A81BD2-BB6D-46F4-A26E-5D243E24DDD3}"/>
              </a:ext>
            </a:extLst>
          </p:cNvPr>
          <p:cNvCxnSpPr/>
          <p:nvPr>
            <p:custDataLst>
              <p:tags r:id="rId7"/>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10"/>
            </p:custDataLst>
          </p:nvPr>
        </p:nvSpPr>
        <p:spPr>
          <a:xfrm>
            <a:off x="554736" y="2744369"/>
            <a:ext cx="2514600" cy="769441"/>
          </a:xfrm>
        </p:spPr>
        <p:txBody>
          <a:bodyPr anchor="b">
            <a:noAutofit/>
          </a:bodyPr>
          <a:lstStyle>
            <a:lvl1pPr>
              <a:defRPr>
                <a:solidFill>
                  <a:schemeClr val="bg2"/>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064AC035-5239-45FF-8383-33CBCD30D33E}"/>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4" name="1. On-page tracker">
            <a:extLst>
              <a:ext uri="{FF2B5EF4-FFF2-40B4-BE49-F238E27FC236}">
                <a16:creationId xmlns:a16="http://schemas.microsoft.com/office/drawing/2014/main" id="{D042BC74-A1B0-D66A-B912-ECA9D094E0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31024282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 dark">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p:custDataLst>
              <p:tags r:id="rId1"/>
            </p:custDataLst>
            <p:extLst>
              <p:ext uri="{D42A27DB-BD31-4B8C-83A1-F6EECF244321}">
                <p14:modId xmlns:p14="http://schemas.microsoft.com/office/powerpoint/2010/main" val="35085493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6"/>
            </p:custDataLst>
          </p:nvPr>
        </p:nvCxnSpPr>
        <p:spPr>
          <a:xfrm>
            <a:off x="4671219"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8"/>
            </p:custDataLst>
          </p:nvPr>
        </p:nvCxnSpPr>
        <p:spPr>
          <a:xfrm>
            <a:off x="4671219"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10"/>
            </p:custDataLst>
          </p:nvPr>
        </p:nvSpPr>
        <p:spPr>
          <a:xfrm>
            <a:off x="554736" y="2744369"/>
            <a:ext cx="3465576" cy="769441"/>
          </a:xfrm>
          <a:prstGeom prst="rect">
            <a:avLst/>
          </a:prstGeom>
        </p:spPr>
        <p:txBody>
          <a:bodyPr wrap="square" anchor="b">
            <a:noAutofit/>
          </a:bodyPr>
          <a:lstStyle>
            <a:lvl1pPr algn="l">
              <a:defRPr>
                <a:solidFill>
                  <a:schemeClr val="bg2"/>
                </a:solidFill>
              </a:defRPr>
            </a:lvl1pPr>
          </a:lstStyle>
          <a:p>
            <a:r>
              <a:rPr lang="en-US"/>
              <a:t>Click to edit Master title style</a:t>
            </a:r>
            <a:endParaRPr lang="en-US" dirty="0"/>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15" name="5. Source" hidden="1">
            <a:extLst>
              <a:ext uri="{FF2B5EF4-FFF2-40B4-BE49-F238E27FC236}">
                <a16:creationId xmlns:a16="http://schemas.microsoft.com/office/drawing/2014/main" id="{6BA86AD8-0ECF-4EA8-B346-D8EA2716E80C}"/>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 name="1. On-page tracker">
            <a:extLst>
              <a:ext uri="{FF2B5EF4-FFF2-40B4-BE49-F238E27FC236}">
                <a16:creationId xmlns:a16="http://schemas.microsoft.com/office/drawing/2014/main" id="{4A2830BB-8325-CC91-40EE-C5BD44D2FDE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6773623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 dark">
    <p:bg>
      <p:bgPr>
        <a:solidFill>
          <a:schemeClr val="tx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11618B-238C-7C5E-8E3D-930B2BA86969}"/>
              </a:ext>
            </a:extLst>
          </p:cNvPr>
          <p:cNvGraphicFramePr>
            <a:graphicFrameLocks noChangeAspect="1"/>
          </p:cNvGraphicFramePr>
          <p:nvPr>
            <p:custDataLst>
              <p:tags r:id="rId1"/>
            </p:custDataLst>
            <p:extLst>
              <p:ext uri="{D42A27DB-BD31-4B8C-83A1-F6EECF244321}">
                <p14:modId xmlns:p14="http://schemas.microsoft.com/office/powerpoint/2010/main" val="14771131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2" name="Object 1" hidden="1">
                        <a:extLst>
                          <a:ext uri="{FF2B5EF4-FFF2-40B4-BE49-F238E27FC236}">
                            <a16:creationId xmlns:a16="http://schemas.microsoft.com/office/drawing/2014/main" id="{C111618B-238C-7C5E-8E3D-930B2BA86969}"/>
                          </a:ext>
                        </a:extLst>
                      </p:cNvPr>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7" name="RectangleDark">
            <a:extLst>
              <a:ext uri="{FF2B5EF4-FFF2-40B4-BE49-F238E27FC236}">
                <a16:creationId xmlns:a16="http://schemas.microsoft.com/office/drawing/2014/main" id="{2365F90A-9CD8-40EE-93CD-2729135A9569}"/>
              </a:ext>
            </a:extLst>
          </p:cNvPr>
          <p:cNvSpPr/>
          <p:nvPr>
            <p:custDataLst>
              <p:tags r:id="rId2"/>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3"/>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5"/>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6"/>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7"/>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5. Source" hidden="1">
            <a:extLst>
              <a:ext uri="{FF2B5EF4-FFF2-40B4-BE49-F238E27FC236}">
                <a16:creationId xmlns:a16="http://schemas.microsoft.com/office/drawing/2014/main" id="{4F4B7457-0497-46CF-9E9B-69EB8E74CC15}"/>
              </a:ext>
            </a:extLst>
          </p:cNvPr>
          <p:cNvSpPr txBox="1"/>
          <p:nvPr>
            <p:custDataLst>
              <p:tags r:id="rId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3" name="2. Slide Title">
            <a:extLst>
              <a:ext uri="{FF2B5EF4-FFF2-40B4-BE49-F238E27FC236}">
                <a16:creationId xmlns:a16="http://schemas.microsoft.com/office/drawing/2014/main" id="{A35F7591-BB78-8194-BCA2-3BB441A58AB3}"/>
              </a:ext>
            </a:extLst>
          </p:cNvPr>
          <p:cNvSpPr>
            <a:spLocks noGrp="1"/>
          </p:cNvSpPr>
          <p:nvPr>
            <p:ph type="title"/>
            <p:custDataLst>
              <p:tags r:id="rId10"/>
            </p:custDataLst>
          </p:nvPr>
        </p:nvSpPr>
        <p:spPr>
          <a:xfrm>
            <a:off x="554736" y="355092"/>
            <a:ext cx="5065776" cy="731520"/>
          </a:xfrm>
        </p:spPr>
        <p:txBody>
          <a:bodyPr vert="horz"/>
          <a:lstStyle>
            <a:lvl1pPr>
              <a:defRPr>
                <a:solidFill>
                  <a:schemeClr val="bg2"/>
                </a:solidFill>
              </a:defRPr>
            </a:lvl1pPr>
          </a:lstStyle>
          <a:p>
            <a:r>
              <a:rPr lang="en-US"/>
              <a:t>Click to edit Master title style</a:t>
            </a:r>
            <a:endParaRPr lang="en-US" dirty="0"/>
          </a:p>
        </p:txBody>
      </p:sp>
      <p:sp>
        <p:nvSpPr>
          <p:cNvPr id="4" name="3. Subtitle">
            <a:extLst>
              <a:ext uri="{FF2B5EF4-FFF2-40B4-BE49-F238E27FC236}">
                <a16:creationId xmlns:a16="http://schemas.microsoft.com/office/drawing/2014/main" id="{DDBF08DB-C34E-9F97-3D95-CCEAAFF29F4F}"/>
              </a:ext>
            </a:extLst>
          </p:cNvPr>
          <p:cNvSpPr>
            <a:spLocks noGrp="1"/>
          </p:cNvSpPr>
          <p:nvPr>
            <p:ph type="subTitle" idx="1"/>
            <p:custDataLst>
              <p:tags r:id="rId11"/>
            </p:custDataLst>
          </p:nvPr>
        </p:nvSpPr>
        <p:spPr>
          <a:xfrm>
            <a:off x="554736" y="1318966"/>
            <a:ext cx="5065776"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1. On-page tracker">
            <a:extLst>
              <a:ext uri="{FF2B5EF4-FFF2-40B4-BE49-F238E27FC236}">
                <a16:creationId xmlns:a16="http://schemas.microsoft.com/office/drawing/2014/main" id="{BF235EA7-F506-E982-5344-0B9EB4AED934}"/>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2833388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3 dark">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p:custDataLst>
              <p:tags r:id="rId1"/>
            </p:custDataLst>
            <p:extLst>
              <p:ext uri="{D42A27DB-BD31-4B8C-83A1-F6EECF244321}">
                <p14:modId xmlns:p14="http://schemas.microsoft.com/office/powerpoint/2010/main" val="27373052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6"/>
            </p:custDataLst>
          </p:nvPr>
        </p:nvCxnSpPr>
        <p:spPr bwMode="black">
          <a:xfrm>
            <a:off x="8173371"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7"/>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8"/>
            </p:custDataLst>
          </p:nvPr>
        </p:nvCxnSpPr>
        <p:spPr>
          <a:xfrm>
            <a:off x="8173371"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9"/>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5. Source" hidden="1">
            <a:extLst>
              <a:ext uri="{FF2B5EF4-FFF2-40B4-BE49-F238E27FC236}">
                <a16:creationId xmlns:a16="http://schemas.microsoft.com/office/drawing/2014/main" id="{143701BF-655B-4E75-9AF7-14445CDB19BD}"/>
              </a:ext>
            </a:extLst>
          </p:cNvPr>
          <p:cNvSpPr txBox="1"/>
          <p:nvPr>
            <p:custDataLst>
              <p:tags r:id="rId10"/>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4" name="2. Slide Title">
            <a:extLst>
              <a:ext uri="{FF2B5EF4-FFF2-40B4-BE49-F238E27FC236}">
                <a16:creationId xmlns:a16="http://schemas.microsoft.com/office/drawing/2014/main" id="{CE099F5A-AB6E-AD53-4EA1-72FFD8360229}"/>
              </a:ext>
            </a:extLst>
          </p:cNvPr>
          <p:cNvSpPr>
            <a:spLocks noGrp="1"/>
          </p:cNvSpPr>
          <p:nvPr>
            <p:ph type="title"/>
            <p:custDataLst>
              <p:tags r:id="rId11"/>
            </p:custDataLst>
          </p:nvPr>
        </p:nvSpPr>
        <p:spPr>
          <a:xfrm>
            <a:off x="554736" y="355092"/>
            <a:ext cx="6967728" cy="731520"/>
          </a:xfrm>
        </p:spPr>
        <p:txBody>
          <a:bodyPr vert="horz"/>
          <a:lstStyle>
            <a:lvl1pPr>
              <a:defRPr>
                <a:solidFill>
                  <a:schemeClr val="bg2"/>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02B85B79-0BAE-619A-3AEC-EB08E1DF838B}"/>
              </a:ext>
            </a:extLst>
          </p:cNvPr>
          <p:cNvSpPr>
            <a:spLocks noGrp="1"/>
          </p:cNvSpPr>
          <p:nvPr>
            <p:ph type="subTitle" idx="1"/>
            <p:custDataLst>
              <p:tags r:id="rId12"/>
            </p:custDataLst>
          </p:nvPr>
        </p:nvSpPr>
        <p:spPr>
          <a:xfrm>
            <a:off x="554736" y="1318966"/>
            <a:ext cx="69677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506D8327-B9DE-66EA-1C7C-F7B194FE2095}"/>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38632368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4 dark">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p:custDataLst>
              <p:tags r:id="rId1"/>
            </p:custDataLst>
            <p:extLst>
              <p:ext uri="{D42A27DB-BD31-4B8C-83A1-F6EECF244321}">
                <p14:modId xmlns:p14="http://schemas.microsoft.com/office/powerpoint/2010/main" val="1811084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3" progId="TCLayout.ActiveDocument.1">
                  <p:embed/>
                </p:oleObj>
              </mc:Choice>
              <mc:Fallback>
                <p:oleObj name="think-cell Slide" r:id="rId15"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dirty="0">
              <a:ln>
                <a:noFill/>
              </a:ln>
              <a:solidFill>
                <a:srgbClr val="051C2C"/>
              </a:solidFill>
              <a:effectLst/>
              <a:uLnTx/>
              <a:uFillTx/>
              <a:latin typeface="Georgia" panose="02040502050405020303" pitchFamily="18" charset="0"/>
              <a:ea typeface="+mn-ea"/>
              <a:cs typeface="+mn-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endParaRPr>
          </a:p>
        </p:txBody>
      </p:sp>
      <p:cxnSp>
        <p:nvCxnSpPr>
          <p:cNvPr id="23" name="BottomLineRight">
            <a:extLst>
              <a:ext uri="{FF2B5EF4-FFF2-40B4-BE49-F238E27FC236}">
                <a16:creationId xmlns:a16="http://schemas.microsoft.com/office/drawing/2014/main" id="{2638C600-7B94-46B1-84A4-8C9047694283}"/>
              </a:ext>
            </a:extLst>
          </p:cNvPr>
          <p:cNvCxnSpPr/>
          <p:nvPr>
            <p:custDataLst>
              <p:tags r:id="rId6"/>
            </p:custDataLst>
          </p:nvPr>
        </p:nvCxnSpPr>
        <p:spPr>
          <a:xfrm>
            <a:off x="9119861"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BottomLineLeft">
            <a:extLst>
              <a:ext uri="{FF2B5EF4-FFF2-40B4-BE49-F238E27FC236}">
                <a16:creationId xmlns:a16="http://schemas.microsoft.com/office/drawing/2014/main" id="{B99699F0-BA7E-4449-B3AE-B5E796EBA187}"/>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Right">
            <a:extLst>
              <a:ext uri="{FF2B5EF4-FFF2-40B4-BE49-F238E27FC236}">
                <a16:creationId xmlns:a16="http://schemas.microsoft.com/office/drawing/2014/main" id="{C34BF1E9-D917-4FD9-B9F4-CB69675F1DDF}"/>
              </a:ext>
            </a:extLst>
          </p:cNvPr>
          <p:cNvCxnSpPr/>
          <p:nvPr>
            <p:custDataLst>
              <p:tags r:id="rId8"/>
            </p:custDataLst>
          </p:nvPr>
        </p:nvCxnSpPr>
        <p:spPr>
          <a:xfrm>
            <a:off x="9119861"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TopLineLeft">
            <a:extLst>
              <a:ext uri="{FF2B5EF4-FFF2-40B4-BE49-F238E27FC236}">
                <a16:creationId xmlns:a16="http://schemas.microsoft.com/office/drawing/2014/main" id="{D35815C2-596B-44C1-B9BE-5474DFE650BA}"/>
              </a:ext>
            </a:extLst>
          </p:cNvPr>
          <p:cNvCxnSpPr/>
          <p:nvPr>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5. Source" hidden="1">
            <a:extLst>
              <a:ext uri="{FF2B5EF4-FFF2-40B4-BE49-F238E27FC236}">
                <a16:creationId xmlns:a16="http://schemas.microsoft.com/office/drawing/2014/main" id="{4F4B7457-0497-46CF-9E9B-69EB8E74CC15}"/>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2. Slide Title">
            <a:extLst>
              <a:ext uri="{FF2B5EF4-FFF2-40B4-BE49-F238E27FC236}">
                <a16:creationId xmlns:a16="http://schemas.microsoft.com/office/drawing/2014/main" id="{2A5F5D65-67D6-97BA-DC46-C1BB70E190FE}"/>
              </a:ext>
            </a:extLst>
          </p:cNvPr>
          <p:cNvSpPr>
            <a:spLocks noGrp="1"/>
          </p:cNvSpPr>
          <p:nvPr>
            <p:ph type="title"/>
            <p:custDataLst>
              <p:tags r:id="rId11"/>
            </p:custDataLst>
          </p:nvPr>
        </p:nvSpPr>
        <p:spPr>
          <a:xfrm>
            <a:off x="554736" y="355092"/>
            <a:ext cx="7918704" cy="731520"/>
          </a:xfrm>
        </p:spPr>
        <p:txBody>
          <a:bodyPr vert="horz"/>
          <a:lstStyle>
            <a:lvl1pPr>
              <a:defRPr>
                <a:solidFill>
                  <a:schemeClr val="bg2"/>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CB24B1E4-9CDE-122F-7D32-9F30444BD16A}"/>
              </a:ext>
            </a:extLst>
          </p:cNvPr>
          <p:cNvSpPr>
            <a:spLocks noGrp="1"/>
          </p:cNvSpPr>
          <p:nvPr>
            <p:ph type="subTitle" idx="1"/>
            <p:custDataLst>
              <p:tags r:id="rId12"/>
            </p:custDataLst>
          </p:nvPr>
        </p:nvSpPr>
        <p:spPr>
          <a:xfrm>
            <a:off x="554736" y="1318966"/>
            <a:ext cx="7918704"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54E1CE10-D639-ACA5-5A49-FD00D11D453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2450462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Blank dark">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LogoText">
            <a:extLst>
              <a:ext uri="{FF2B5EF4-FFF2-40B4-BE49-F238E27FC236}">
                <a16:creationId xmlns:a16="http://schemas.microsoft.com/office/drawing/2014/main" id="{7586B688-2A9E-8C10-C217-4395E19B0923}"/>
              </a:ext>
            </a:extLst>
          </p:cNvPr>
          <p:cNvSpPr txBox="1"/>
          <p:nvPr>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Tree>
    <p:extLst>
      <p:ext uri="{BB962C8B-B14F-4D97-AF65-F5344CB8AC3E}">
        <p14:creationId xmlns:p14="http://schemas.microsoft.com/office/powerpoint/2010/main" val="9330252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umber Breaker Slid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2C3C8F7A-B91B-1856-7F01-523436AD2CFF}"/>
              </a:ext>
            </a:extLst>
          </p:cNvPr>
          <p:cNvGraphicFramePr>
            <a:graphicFrameLocks noChangeAspect="1"/>
          </p:cNvGraphicFramePr>
          <p:nvPr>
            <p:custDataLst>
              <p:tags r:id="rId1"/>
            </p:custDataLst>
            <p:extLst>
              <p:ext uri="{D42A27DB-BD31-4B8C-83A1-F6EECF244321}">
                <p14:modId xmlns:p14="http://schemas.microsoft.com/office/powerpoint/2010/main" val="419769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Object 7" hidden="1">
                        <a:extLst>
                          <a:ext uri="{FF2B5EF4-FFF2-40B4-BE49-F238E27FC236}">
                            <a16:creationId xmlns:a16="http://schemas.microsoft.com/office/drawing/2014/main" id="{2C3C8F7A-B91B-1856-7F01-523436AD2CFF}"/>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250FDB1-185C-6132-0CEB-9AD718C2E047}"/>
              </a:ext>
            </a:extLst>
          </p:cNvPr>
          <p:cNvSpPr>
            <a:spLocks noGrp="1"/>
          </p:cNvSpPr>
          <p:nvPr>
            <p:ph type="ctrTitle" hasCustomPrompt="1"/>
          </p:nvPr>
        </p:nvSpPr>
        <p:spPr>
          <a:xfrm>
            <a:off x="5317066" y="1561571"/>
            <a:ext cx="6519337" cy="5025495"/>
          </a:xfrm>
        </p:spPr>
        <p:txBody>
          <a:bodyPr vert="horz" anchor="ctr"/>
          <a:lstStyle>
            <a:lvl1pPr algn="r">
              <a:defRPr sz="43000" b="0">
                <a:latin typeface="Arial" panose="020B0604020202020204" pitchFamily="34" charset="0"/>
                <a:cs typeface="Arial" panose="020B0604020202020204" pitchFamily="34" charset="0"/>
              </a:defRPr>
            </a:lvl1pPr>
          </a:lstStyle>
          <a:p>
            <a:r>
              <a:rPr lang="en-GB" dirty="0"/>
              <a:t>00</a:t>
            </a:r>
          </a:p>
        </p:txBody>
      </p:sp>
      <p:sp>
        <p:nvSpPr>
          <p:cNvPr id="19" name="Text Placeholder 18">
            <a:extLst>
              <a:ext uri="{FF2B5EF4-FFF2-40B4-BE49-F238E27FC236}">
                <a16:creationId xmlns:a16="http://schemas.microsoft.com/office/drawing/2014/main" id="{32879EA1-6C11-B75E-61FF-E22684208EE1}"/>
              </a:ext>
            </a:extLst>
          </p:cNvPr>
          <p:cNvSpPr>
            <a:spLocks noGrp="1"/>
          </p:cNvSpPr>
          <p:nvPr>
            <p:ph type="body" sz="quarter" idx="13"/>
          </p:nvPr>
        </p:nvSpPr>
        <p:spPr>
          <a:xfrm>
            <a:off x="547688" y="2133600"/>
            <a:ext cx="4346575" cy="2438400"/>
          </a:xfrm>
        </p:spPr>
        <p:txBody>
          <a:bodyPr/>
          <a:lstStyle>
            <a:lvl1pPr>
              <a:defRPr sz="4000" b="1">
                <a:latin typeface="Georgia" panose="02040502050405020303" pitchFamily="18" charset="0"/>
              </a:defRPr>
            </a:lvl1pPr>
          </a:lstStyle>
          <a:p>
            <a:pPr lvl="0"/>
            <a:r>
              <a:rPr lang="en-US"/>
              <a:t>Click to edit Master text styles</a:t>
            </a:r>
          </a:p>
        </p:txBody>
      </p:sp>
      <p:sp>
        <p:nvSpPr>
          <p:cNvPr id="4" name="1. On-page tracker">
            <a:extLst>
              <a:ext uri="{FF2B5EF4-FFF2-40B4-BE49-F238E27FC236}">
                <a16:creationId xmlns:a16="http://schemas.microsoft.com/office/drawing/2014/main" id="{E0C6955A-EDE6-4DF9-6C9C-551CB42F0A35}"/>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23401564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slide" preserve="1">
  <p:cSld name="Section slide">
    <p:bg>
      <p:bgPr>
        <a:solidFill>
          <a:schemeClr val="dk1"/>
        </a:solidFill>
        <a:effectLst/>
      </p:bgPr>
    </p:bg>
    <p:spTree>
      <p:nvGrpSpPr>
        <p:cNvPr id="1" name="Shape 114"/>
        <p:cNvGrpSpPr/>
        <p:nvPr/>
      </p:nvGrpSpPr>
      <p:grpSpPr>
        <a:xfrm>
          <a:off x="0" y="0"/>
          <a:ext cx="0" cy="0"/>
          <a:chOff x="0" y="0"/>
          <a:chExt cx="0" cy="0"/>
        </a:xfrm>
      </p:grpSpPr>
      <p:sp>
        <p:nvSpPr>
          <p:cNvPr id="115" name="Google Shape;115;p47"/>
          <p:cNvSpPr txBox="1">
            <a:spLocks noGrp="1"/>
          </p:cNvSpPr>
          <p:nvPr>
            <p:ph type="title"/>
          </p:nvPr>
        </p:nvSpPr>
        <p:spPr>
          <a:xfrm>
            <a:off x="534725" y="1343875"/>
            <a:ext cx="5169600" cy="14373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lt1"/>
              </a:buClr>
              <a:buSzPts val="4800"/>
              <a:buFont typeface="Helvetica Neue"/>
              <a:buNone/>
              <a:defRPr sz="4800" b="1">
                <a:solidFill>
                  <a:schemeClr val="lt1"/>
                </a:solidFill>
              </a:defRPr>
            </a:lvl1pPr>
            <a:lvl2pPr lvl="1" rtl="0">
              <a:spcBef>
                <a:spcPts val="0"/>
              </a:spcBef>
              <a:spcAft>
                <a:spcPts val="0"/>
              </a:spcAft>
              <a:buSzPts val="1500"/>
              <a:buNone/>
              <a:defRPr sz="1500" b="1"/>
            </a:lvl2pPr>
            <a:lvl3pPr lvl="2" rtl="0">
              <a:spcBef>
                <a:spcPts val="0"/>
              </a:spcBef>
              <a:spcAft>
                <a:spcPts val="0"/>
              </a:spcAft>
              <a:buSzPts val="1500"/>
              <a:buNone/>
              <a:defRPr sz="1500" b="1"/>
            </a:lvl3pPr>
            <a:lvl4pPr lvl="3" rtl="0">
              <a:spcBef>
                <a:spcPts val="0"/>
              </a:spcBef>
              <a:spcAft>
                <a:spcPts val="0"/>
              </a:spcAft>
              <a:buSzPts val="1500"/>
              <a:buNone/>
              <a:defRPr sz="1500" b="1"/>
            </a:lvl4pPr>
            <a:lvl5pPr lvl="4" rtl="0">
              <a:spcBef>
                <a:spcPts val="0"/>
              </a:spcBef>
              <a:spcAft>
                <a:spcPts val="0"/>
              </a:spcAft>
              <a:buSzPts val="1500"/>
              <a:buNone/>
              <a:defRPr sz="1500" b="1"/>
            </a:lvl5pPr>
            <a:lvl6pPr lvl="5" rtl="0">
              <a:spcBef>
                <a:spcPts val="0"/>
              </a:spcBef>
              <a:spcAft>
                <a:spcPts val="0"/>
              </a:spcAft>
              <a:buSzPts val="1500"/>
              <a:buNone/>
              <a:defRPr sz="1500" b="1"/>
            </a:lvl6pPr>
            <a:lvl7pPr lvl="6" rtl="0">
              <a:spcBef>
                <a:spcPts val="0"/>
              </a:spcBef>
              <a:spcAft>
                <a:spcPts val="0"/>
              </a:spcAft>
              <a:buSzPts val="1500"/>
              <a:buNone/>
              <a:defRPr sz="1500" b="1"/>
            </a:lvl7pPr>
            <a:lvl8pPr lvl="7" rtl="0">
              <a:spcBef>
                <a:spcPts val="0"/>
              </a:spcBef>
              <a:spcAft>
                <a:spcPts val="0"/>
              </a:spcAft>
              <a:buSzPts val="1500"/>
              <a:buNone/>
              <a:defRPr sz="1500" b="1"/>
            </a:lvl8pPr>
            <a:lvl9pPr lvl="8" rtl="0">
              <a:spcBef>
                <a:spcPts val="0"/>
              </a:spcBef>
              <a:spcAft>
                <a:spcPts val="0"/>
              </a:spcAft>
              <a:buSzPts val="1500"/>
              <a:buNone/>
              <a:defRPr sz="1500" b="1"/>
            </a:lvl9pPr>
          </a:lstStyle>
          <a:p>
            <a:r>
              <a:rPr lang="en-US"/>
              <a:t>Click to edit Master title style</a:t>
            </a:r>
            <a:endParaRPr/>
          </a:p>
        </p:txBody>
      </p:sp>
      <p:sp>
        <p:nvSpPr>
          <p:cNvPr id="116" name="Google Shape;116;p47"/>
          <p:cNvSpPr txBox="1">
            <a:spLocks noGrp="1"/>
          </p:cNvSpPr>
          <p:nvPr>
            <p:ph type="body" idx="1"/>
          </p:nvPr>
        </p:nvSpPr>
        <p:spPr>
          <a:xfrm>
            <a:off x="5556122" y="1151012"/>
            <a:ext cx="10703700" cy="602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100"/>
              </a:spcBef>
              <a:spcAft>
                <a:spcPts val="0"/>
              </a:spcAft>
              <a:buClr>
                <a:schemeClr val="lt1"/>
              </a:buClr>
              <a:buSzPts val="49600"/>
              <a:buNone/>
              <a:defRPr sz="49600" b="0" i="0">
                <a:solidFill>
                  <a:schemeClr val="lt1"/>
                </a:solidFill>
                <a:latin typeface="Arial" panose="020B0604020202020204" pitchFamily="34" charset="0"/>
                <a:ea typeface="Helvetica Neue"/>
                <a:cs typeface="Arial" panose="020B0604020202020204" pitchFamily="34" charset="0"/>
                <a:sym typeface="Helvetica Neue"/>
              </a:defRPr>
            </a:lvl1pPr>
            <a:lvl2pPr marL="914400" lvl="1" indent="-228600" algn="l" rtl="0">
              <a:lnSpc>
                <a:spcPct val="90000"/>
              </a:lnSpc>
              <a:spcBef>
                <a:spcPts val="500"/>
              </a:spcBef>
              <a:spcAft>
                <a:spcPts val="0"/>
              </a:spcAft>
              <a:buClr>
                <a:schemeClr val="dk1"/>
              </a:buClr>
              <a:buSzPts val="2000"/>
              <a:buNone/>
              <a:defRPr sz="1500"/>
            </a:lvl2pPr>
            <a:lvl3pPr marL="1371600" lvl="2" indent="-228600" algn="l" rtl="0">
              <a:lnSpc>
                <a:spcPct val="90000"/>
              </a:lnSpc>
              <a:spcBef>
                <a:spcPts val="500"/>
              </a:spcBef>
              <a:spcAft>
                <a:spcPts val="0"/>
              </a:spcAft>
              <a:buClr>
                <a:schemeClr val="dk1"/>
              </a:buClr>
              <a:buSzPts val="1900"/>
              <a:buNone/>
              <a:defRPr sz="1500"/>
            </a:lvl3pPr>
            <a:lvl4pPr marL="1828800" lvl="3" indent="-228600" algn="l" rtl="0">
              <a:lnSpc>
                <a:spcPct val="90000"/>
              </a:lnSpc>
              <a:spcBef>
                <a:spcPts val="500"/>
              </a:spcBef>
              <a:spcAft>
                <a:spcPts val="0"/>
              </a:spcAft>
              <a:buClr>
                <a:schemeClr val="dk1"/>
              </a:buClr>
              <a:buSzPts val="1600"/>
              <a:buNone/>
              <a:defRPr sz="1500"/>
            </a:lvl4pPr>
            <a:lvl5pPr marL="2286000" lvl="4" indent="-228600" algn="l" rtl="0">
              <a:lnSpc>
                <a:spcPct val="90000"/>
              </a:lnSpc>
              <a:spcBef>
                <a:spcPts val="500"/>
              </a:spcBef>
              <a:spcAft>
                <a:spcPts val="0"/>
              </a:spcAft>
              <a:buClr>
                <a:schemeClr val="dk1"/>
              </a:buClr>
              <a:buSzPts val="1600"/>
              <a:buNone/>
              <a:defRPr sz="1500"/>
            </a:lvl5pPr>
            <a:lvl6pPr marL="2743200" lvl="5" indent="-349250" algn="l" rtl="0">
              <a:lnSpc>
                <a:spcPct val="90000"/>
              </a:lnSpc>
              <a:spcBef>
                <a:spcPts val="500"/>
              </a:spcBef>
              <a:spcAft>
                <a:spcPts val="0"/>
              </a:spcAft>
              <a:buClr>
                <a:schemeClr val="dk1"/>
              </a:buClr>
              <a:buSzPts val="1900"/>
              <a:buChar char="•"/>
              <a:defRPr sz="1500"/>
            </a:lvl6pPr>
            <a:lvl7pPr marL="3200400" lvl="6" indent="-349250" algn="l" rtl="0">
              <a:lnSpc>
                <a:spcPct val="90000"/>
              </a:lnSpc>
              <a:spcBef>
                <a:spcPts val="500"/>
              </a:spcBef>
              <a:spcAft>
                <a:spcPts val="0"/>
              </a:spcAft>
              <a:buClr>
                <a:schemeClr val="dk1"/>
              </a:buClr>
              <a:buSzPts val="1900"/>
              <a:buChar char="•"/>
              <a:defRPr sz="1500"/>
            </a:lvl7pPr>
            <a:lvl8pPr marL="3657600" lvl="7" indent="-349250" algn="l" rtl="0">
              <a:lnSpc>
                <a:spcPct val="90000"/>
              </a:lnSpc>
              <a:spcBef>
                <a:spcPts val="500"/>
              </a:spcBef>
              <a:spcAft>
                <a:spcPts val="0"/>
              </a:spcAft>
              <a:buClr>
                <a:schemeClr val="dk1"/>
              </a:buClr>
              <a:buSzPts val="1900"/>
              <a:buChar char="•"/>
              <a:defRPr sz="1500"/>
            </a:lvl8pPr>
            <a:lvl9pPr marL="4114800" lvl="8" indent="-349250" algn="l" rtl="0">
              <a:lnSpc>
                <a:spcPct val="90000"/>
              </a:lnSpc>
              <a:spcBef>
                <a:spcPts val="500"/>
              </a:spcBef>
              <a:spcAft>
                <a:spcPts val="0"/>
              </a:spcAft>
              <a:buClr>
                <a:schemeClr val="dk1"/>
              </a:buClr>
              <a:buSzPts val="1900"/>
              <a:buChar char="•"/>
              <a:defRPr sz="1500"/>
            </a:lvl9pPr>
          </a:lstStyle>
          <a:p>
            <a:pPr lvl="0"/>
            <a:r>
              <a:rPr lang="en-US"/>
              <a:t>Click to edit Master text styles</a:t>
            </a:r>
          </a:p>
        </p:txBody>
      </p:sp>
      <p:sp>
        <p:nvSpPr>
          <p:cNvPr id="2" name="1. On-page tracker">
            <a:extLst>
              <a:ext uri="{FF2B5EF4-FFF2-40B4-BE49-F238E27FC236}">
                <a16:creationId xmlns:a16="http://schemas.microsoft.com/office/drawing/2014/main" id="{1738EF76-586E-D1F2-6410-4D399478955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Tree>
    <p:extLst>
      <p:ext uri="{BB962C8B-B14F-4D97-AF65-F5344CB8AC3E}">
        <p14:creationId xmlns:p14="http://schemas.microsoft.com/office/powerpoint/2010/main" val="28789879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500346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Tree>
    <p:extLst>
      <p:ext uri="{BB962C8B-B14F-4D97-AF65-F5344CB8AC3E}">
        <p14:creationId xmlns:p14="http://schemas.microsoft.com/office/powerpoint/2010/main" val="189091758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tags" Target="../tags/tag7.xml"/><Relationship Id="rId21" Type="http://schemas.openxmlformats.org/officeDocument/2006/relationships/tags" Target="../tags/tag2.xml"/><Relationship Id="rId34" Type="http://schemas.openxmlformats.org/officeDocument/2006/relationships/tags" Target="../tags/tag15.xml"/><Relationship Id="rId42" Type="http://schemas.openxmlformats.org/officeDocument/2006/relationships/tags" Target="../tags/tag23.xml"/><Relationship Id="rId47" Type="http://schemas.openxmlformats.org/officeDocument/2006/relationships/tags" Target="../tags/tag28.xml"/><Relationship Id="rId50" Type="http://schemas.openxmlformats.org/officeDocument/2006/relationships/tags" Target="../tags/tag31.xml"/><Relationship Id="rId55" Type="http://schemas.openxmlformats.org/officeDocument/2006/relationships/tags" Target="../tags/tag36.xml"/><Relationship Id="rId63" Type="http://schemas.openxmlformats.org/officeDocument/2006/relationships/tags" Target="../tags/tag44.xml"/><Relationship Id="rId68"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10.xml"/><Relationship Id="rId11" Type="http://schemas.openxmlformats.org/officeDocument/2006/relationships/slideLayout" Target="../slideLayouts/slideLayout11.xml"/><Relationship Id="rId24" Type="http://schemas.openxmlformats.org/officeDocument/2006/relationships/tags" Target="../tags/tag5.xml"/><Relationship Id="rId32" Type="http://schemas.openxmlformats.org/officeDocument/2006/relationships/tags" Target="../tags/tag13.xml"/><Relationship Id="rId37" Type="http://schemas.openxmlformats.org/officeDocument/2006/relationships/tags" Target="../tags/tag18.xml"/><Relationship Id="rId40" Type="http://schemas.openxmlformats.org/officeDocument/2006/relationships/tags" Target="../tags/tag21.xml"/><Relationship Id="rId45" Type="http://schemas.openxmlformats.org/officeDocument/2006/relationships/tags" Target="../tags/tag26.xml"/><Relationship Id="rId53" Type="http://schemas.openxmlformats.org/officeDocument/2006/relationships/tags" Target="../tags/tag34.xml"/><Relationship Id="rId58" Type="http://schemas.openxmlformats.org/officeDocument/2006/relationships/tags" Target="../tags/tag39.xml"/><Relationship Id="rId66" Type="http://schemas.openxmlformats.org/officeDocument/2006/relationships/tags" Target="../tags/tag47.xml"/><Relationship Id="rId5" Type="http://schemas.openxmlformats.org/officeDocument/2006/relationships/slideLayout" Target="../slideLayouts/slideLayout5.xml"/><Relationship Id="rId61" Type="http://schemas.openxmlformats.org/officeDocument/2006/relationships/tags" Target="../tags/tag4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tags" Target="../tags/tag3.xml"/><Relationship Id="rId27" Type="http://schemas.openxmlformats.org/officeDocument/2006/relationships/tags" Target="../tags/tag8.xml"/><Relationship Id="rId30" Type="http://schemas.openxmlformats.org/officeDocument/2006/relationships/tags" Target="../tags/tag11.xml"/><Relationship Id="rId35" Type="http://schemas.openxmlformats.org/officeDocument/2006/relationships/tags" Target="../tags/tag16.xml"/><Relationship Id="rId43" Type="http://schemas.openxmlformats.org/officeDocument/2006/relationships/tags" Target="../tags/tag24.xml"/><Relationship Id="rId48" Type="http://schemas.openxmlformats.org/officeDocument/2006/relationships/tags" Target="../tags/tag29.xml"/><Relationship Id="rId56" Type="http://schemas.openxmlformats.org/officeDocument/2006/relationships/tags" Target="../tags/tag37.xml"/><Relationship Id="rId64" Type="http://schemas.openxmlformats.org/officeDocument/2006/relationships/tags" Target="../tags/tag45.xml"/><Relationship Id="rId8" Type="http://schemas.openxmlformats.org/officeDocument/2006/relationships/slideLayout" Target="../slideLayouts/slideLayout8.xml"/><Relationship Id="rId51" Type="http://schemas.openxmlformats.org/officeDocument/2006/relationships/tags" Target="../tags/tag3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33" Type="http://schemas.openxmlformats.org/officeDocument/2006/relationships/tags" Target="../tags/tag14.xml"/><Relationship Id="rId38" Type="http://schemas.openxmlformats.org/officeDocument/2006/relationships/tags" Target="../tags/tag19.xml"/><Relationship Id="rId46" Type="http://schemas.openxmlformats.org/officeDocument/2006/relationships/tags" Target="../tags/tag27.xml"/><Relationship Id="rId59" Type="http://schemas.openxmlformats.org/officeDocument/2006/relationships/tags" Target="../tags/tag40.xml"/><Relationship Id="rId67" Type="http://schemas.openxmlformats.org/officeDocument/2006/relationships/oleObject" Target="../embeddings/oleObject1.bin"/><Relationship Id="rId20" Type="http://schemas.openxmlformats.org/officeDocument/2006/relationships/theme" Target="../theme/theme1.xml"/><Relationship Id="rId41" Type="http://schemas.openxmlformats.org/officeDocument/2006/relationships/tags" Target="../tags/tag22.xml"/><Relationship Id="rId54" Type="http://schemas.openxmlformats.org/officeDocument/2006/relationships/tags" Target="../tags/tag35.xml"/><Relationship Id="rId62" Type="http://schemas.openxmlformats.org/officeDocument/2006/relationships/tags" Target="../tags/tag4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tags" Target="../tags/tag4.xml"/><Relationship Id="rId28" Type="http://schemas.openxmlformats.org/officeDocument/2006/relationships/tags" Target="../tags/tag9.xml"/><Relationship Id="rId36" Type="http://schemas.openxmlformats.org/officeDocument/2006/relationships/tags" Target="../tags/tag17.xml"/><Relationship Id="rId49" Type="http://schemas.openxmlformats.org/officeDocument/2006/relationships/tags" Target="../tags/tag30.xml"/><Relationship Id="rId57" Type="http://schemas.openxmlformats.org/officeDocument/2006/relationships/tags" Target="../tags/tag38.xml"/><Relationship Id="rId10" Type="http://schemas.openxmlformats.org/officeDocument/2006/relationships/slideLayout" Target="../slideLayouts/slideLayout10.xml"/><Relationship Id="rId31" Type="http://schemas.openxmlformats.org/officeDocument/2006/relationships/tags" Target="../tags/tag12.xml"/><Relationship Id="rId44" Type="http://schemas.openxmlformats.org/officeDocument/2006/relationships/tags" Target="../tags/tag25.xml"/><Relationship Id="rId52" Type="http://schemas.openxmlformats.org/officeDocument/2006/relationships/tags" Target="../tags/tag33.xml"/><Relationship Id="rId60" Type="http://schemas.openxmlformats.org/officeDocument/2006/relationships/tags" Target="../tags/tag41.xml"/><Relationship Id="rId65" Type="http://schemas.openxmlformats.org/officeDocument/2006/relationships/tags" Target="../tags/tag4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20.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tags" Target="../tags/tag257.xml"/><Relationship Id="rId26" Type="http://schemas.openxmlformats.org/officeDocument/2006/relationships/tags" Target="../tags/tag265.xml"/><Relationship Id="rId39" Type="http://schemas.openxmlformats.org/officeDocument/2006/relationships/tags" Target="../tags/tag278.xml"/><Relationship Id="rId21" Type="http://schemas.openxmlformats.org/officeDocument/2006/relationships/tags" Target="../tags/tag260.xml"/><Relationship Id="rId34" Type="http://schemas.openxmlformats.org/officeDocument/2006/relationships/tags" Target="../tags/tag273.xml"/><Relationship Id="rId42" Type="http://schemas.openxmlformats.org/officeDocument/2006/relationships/image" Target="../media/image2.emf"/><Relationship Id="rId7" Type="http://schemas.openxmlformats.org/officeDocument/2006/relationships/slideLayout" Target="../slideLayouts/slideLayout26.xml"/><Relationship Id="rId2" Type="http://schemas.openxmlformats.org/officeDocument/2006/relationships/slideLayout" Target="../slideLayouts/slideLayout21.xml"/><Relationship Id="rId16" Type="http://schemas.openxmlformats.org/officeDocument/2006/relationships/theme" Target="../theme/theme2.xml"/><Relationship Id="rId20" Type="http://schemas.openxmlformats.org/officeDocument/2006/relationships/tags" Target="../tags/tag259.xml"/><Relationship Id="rId29" Type="http://schemas.openxmlformats.org/officeDocument/2006/relationships/tags" Target="../tags/tag268.xml"/><Relationship Id="rId41" Type="http://schemas.openxmlformats.org/officeDocument/2006/relationships/oleObject" Target="../embeddings/oleObject13.bin"/><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tags" Target="../tags/tag263.xml"/><Relationship Id="rId32" Type="http://schemas.openxmlformats.org/officeDocument/2006/relationships/tags" Target="../tags/tag271.xml"/><Relationship Id="rId37" Type="http://schemas.openxmlformats.org/officeDocument/2006/relationships/tags" Target="../tags/tag276.xml"/><Relationship Id="rId40" Type="http://schemas.openxmlformats.org/officeDocument/2006/relationships/tags" Target="../tags/tag279.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tags" Target="../tags/tag262.xml"/><Relationship Id="rId28" Type="http://schemas.openxmlformats.org/officeDocument/2006/relationships/tags" Target="../tags/tag267.xml"/><Relationship Id="rId36" Type="http://schemas.openxmlformats.org/officeDocument/2006/relationships/tags" Target="../tags/tag275.xml"/><Relationship Id="rId10" Type="http://schemas.openxmlformats.org/officeDocument/2006/relationships/slideLayout" Target="../slideLayouts/slideLayout29.xml"/><Relationship Id="rId19" Type="http://schemas.openxmlformats.org/officeDocument/2006/relationships/tags" Target="../tags/tag258.xml"/><Relationship Id="rId31" Type="http://schemas.openxmlformats.org/officeDocument/2006/relationships/tags" Target="../tags/tag270.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tags" Target="../tags/tag261.xml"/><Relationship Id="rId27" Type="http://schemas.openxmlformats.org/officeDocument/2006/relationships/tags" Target="../tags/tag266.xml"/><Relationship Id="rId30" Type="http://schemas.openxmlformats.org/officeDocument/2006/relationships/tags" Target="../tags/tag269.xml"/><Relationship Id="rId35" Type="http://schemas.openxmlformats.org/officeDocument/2006/relationships/tags" Target="../tags/tag274.xml"/><Relationship Id="rId8" Type="http://schemas.openxmlformats.org/officeDocument/2006/relationships/slideLayout" Target="../slideLayouts/slideLayout27.xml"/><Relationship Id="rId3" Type="http://schemas.openxmlformats.org/officeDocument/2006/relationships/slideLayout" Target="../slideLayouts/slideLayout22.xml"/><Relationship Id="rId12" Type="http://schemas.openxmlformats.org/officeDocument/2006/relationships/slideLayout" Target="../slideLayouts/slideLayout31.xml"/><Relationship Id="rId17" Type="http://schemas.openxmlformats.org/officeDocument/2006/relationships/tags" Target="../tags/tag256.xml"/><Relationship Id="rId25" Type="http://schemas.openxmlformats.org/officeDocument/2006/relationships/tags" Target="../tags/tag264.xml"/><Relationship Id="rId33" Type="http://schemas.openxmlformats.org/officeDocument/2006/relationships/tags" Target="../tags/tag272.xml"/><Relationship Id="rId38" Type="http://schemas.openxmlformats.org/officeDocument/2006/relationships/tags" Target="../tags/tag2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p:custDataLst>
              <p:tags r:id="rId21"/>
            </p:custDataLst>
            <p:extLst>
              <p:ext uri="{D42A27DB-BD31-4B8C-83A1-F6EECF244321}">
                <p14:modId xmlns:p14="http://schemas.microsoft.com/office/powerpoint/2010/main" val="12312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7" imgW="413" imgH="416" progId="TCLayout.ActiveDocument.1">
                  <p:embed/>
                </p:oleObj>
              </mc:Choice>
              <mc:Fallback>
                <p:oleObj name="think-cell Slide" r:id="rId6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6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p:custDataLst>
              <p:tags r:id="rId2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23"/>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24"/>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25"/>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p:custDataLst>
              <p:tags r:id="rId26"/>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7"/>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28"/>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52"/>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6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6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53"/>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6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6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54"/>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6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6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55"/>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5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6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56"/>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5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5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graphicFrame>
        <p:nvGraphicFramePr>
          <p:cNvPr id="4" name="Object 3" hidden="1">
            <a:extLst>
              <a:ext uri="{FF2B5EF4-FFF2-40B4-BE49-F238E27FC236}">
                <a16:creationId xmlns:a16="http://schemas.microsoft.com/office/drawing/2014/main" id="{8B919194-DBE8-8A8F-5935-9C2902D532BD}"/>
              </a:ext>
            </a:extLst>
          </p:cNvPr>
          <p:cNvGraphicFramePr>
            <a:graphicFrameLocks noChangeAspect="1"/>
          </p:cNvGraphicFramePr>
          <p:nvPr userDrawn="1">
            <p:custDataLst>
              <p:tags r:id="rId29"/>
            </p:custDataLst>
            <p:extLst>
              <p:ext uri="{D42A27DB-BD31-4B8C-83A1-F6EECF244321}">
                <p14:modId xmlns:p14="http://schemas.microsoft.com/office/powerpoint/2010/main" val="12312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7" imgW="413" imgH="416" progId="TCLayout.ActiveDocument.1">
                  <p:embed/>
                </p:oleObj>
              </mc:Choice>
              <mc:Fallback>
                <p:oleObj name="think-cell Slide" r:id="rId67" imgW="413" imgH="416" progId="TCLayout.ActiveDocument.1">
                  <p:embed/>
                  <p:pic>
                    <p:nvPicPr>
                      <p:cNvPr id="4" name="Object 3" hidden="1">
                        <a:extLst>
                          <a:ext uri="{FF2B5EF4-FFF2-40B4-BE49-F238E27FC236}">
                            <a16:creationId xmlns:a16="http://schemas.microsoft.com/office/drawing/2014/main" id="{8B919194-DBE8-8A8F-5935-9C2902D532BD}"/>
                          </a:ext>
                        </a:extLst>
                      </p:cNvPr>
                      <p:cNvPicPr/>
                      <p:nvPr/>
                    </p:nvPicPr>
                    <p:blipFill>
                      <a:blip r:embed="rId68"/>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7340FEAA-6FE5-349C-2581-405903FF9504}"/>
              </a:ext>
            </a:extLst>
          </p:cNvPr>
          <p:cNvSpPr/>
          <p:nvPr userDrawn="1">
            <p:custDataLst>
              <p:tags r:id="rId30"/>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SlideLogoText">
            <a:extLst>
              <a:ext uri="{FF2B5EF4-FFF2-40B4-BE49-F238E27FC236}">
                <a16:creationId xmlns:a16="http://schemas.microsoft.com/office/drawing/2014/main" id="{5FC231DF-5B2E-233A-A884-6CC43A446E5E}"/>
              </a:ext>
            </a:extLst>
          </p:cNvPr>
          <p:cNvSpPr txBox="1"/>
          <p:nvPr userDrawn="1">
            <p:custDataLst>
              <p:tags r:id="rId31"/>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solidFill>
                <a:latin typeface="+mn-lt"/>
                <a:ea typeface="+mn-ea"/>
                <a:cs typeface="Arial" panose="020B0604020202020204" pitchFamily="34" charset="0"/>
              </a:rPr>
              <a:t>Company Name</a:t>
            </a:r>
          </a:p>
        </p:txBody>
      </p:sp>
      <p:cxnSp>
        <p:nvCxnSpPr>
          <p:cNvPr id="7" name="BottomLine">
            <a:extLst>
              <a:ext uri="{FF2B5EF4-FFF2-40B4-BE49-F238E27FC236}">
                <a16:creationId xmlns:a16="http://schemas.microsoft.com/office/drawing/2014/main" id="{0E9A39F2-9F39-B63D-6667-292776313624}"/>
              </a:ext>
            </a:extLst>
          </p:cNvPr>
          <p:cNvCxnSpPr/>
          <p:nvPr userDrawn="1">
            <p:custDataLst>
              <p:tags r:id="rId32"/>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
            <a:extLst>
              <a:ext uri="{FF2B5EF4-FFF2-40B4-BE49-F238E27FC236}">
                <a16:creationId xmlns:a16="http://schemas.microsoft.com/office/drawing/2014/main" id="{53C9F739-9886-1BA9-8A23-1D3A1FD55B6E}"/>
              </a:ext>
            </a:extLst>
          </p:cNvPr>
          <p:cNvCxnSpPr/>
          <p:nvPr userDrawn="1">
            <p:custDataLst>
              <p:tags r:id="rId33"/>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4. Footnote" hidden="1">
            <a:extLst>
              <a:ext uri="{FF2B5EF4-FFF2-40B4-BE49-F238E27FC236}">
                <a16:creationId xmlns:a16="http://schemas.microsoft.com/office/drawing/2014/main" id="{F1897D89-6FB8-62D7-618A-A1F910A4A4E5}"/>
              </a:ext>
            </a:extLst>
          </p:cNvPr>
          <p:cNvSpPr txBox="1"/>
          <p:nvPr userDrawn="1">
            <p:custDataLst>
              <p:tags r:id="rId3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0" name="Grid" hidden="1">
            <a:extLst>
              <a:ext uri="{FF2B5EF4-FFF2-40B4-BE49-F238E27FC236}">
                <a16:creationId xmlns:a16="http://schemas.microsoft.com/office/drawing/2014/main" id="{51644440-1ADD-8E9D-86D4-FB7BFA9BC0A2}"/>
              </a:ext>
            </a:extLst>
          </p:cNvPr>
          <p:cNvGrpSpPr/>
          <p:nvPr userDrawn="1">
            <p:custDataLst>
              <p:tags r:id="rId35"/>
            </p:custDataLst>
          </p:nvPr>
        </p:nvGrpSpPr>
        <p:grpSpPr>
          <a:xfrm>
            <a:off x="0" y="0"/>
            <a:ext cx="12190476" cy="6858000"/>
            <a:chOff x="0" y="0"/>
            <a:chExt cx="12190476" cy="6858000"/>
          </a:xfrm>
        </p:grpSpPr>
        <p:sp>
          <p:nvSpPr>
            <p:cNvPr id="12" name="slide margin">
              <a:extLst>
                <a:ext uri="{FF2B5EF4-FFF2-40B4-BE49-F238E27FC236}">
                  <a16:creationId xmlns:a16="http://schemas.microsoft.com/office/drawing/2014/main" id="{DFDD99EA-E72A-B0BB-6037-FCD2385E0611}"/>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13" name="Straight Connector 12">
              <a:extLst>
                <a:ext uri="{FF2B5EF4-FFF2-40B4-BE49-F238E27FC236}">
                  <a16:creationId xmlns:a16="http://schemas.microsoft.com/office/drawing/2014/main" id="{9E5EF601-8444-8F22-A16C-B29B72ECFDE9}"/>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25639-9BC0-04C4-C395-EA0D1CE24354}"/>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65A1D5-1116-62C1-599E-43929F95F622}"/>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08034E-59EE-6FCF-409D-813B8A70351D}"/>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C0E065-4425-104F-EF00-6F666751C801}"/>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E534CC-B1CD-D23B-B940-1E6183D2FF79}"/>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A036F3-B8C6-F93B-D0A3-B42D63FB5B19}"/>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8DC308-0506-271A-CB8A-72B4FC39713B}"/>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452DE4-8C19-96C0-E209-F46BF6DAAFFB}"/>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5B74EC-5C7B-2AB1-4B8B-36E6FDC507D6}"/>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6AB8A6-26CA-7FB1-5B6E-2BDB99B790AE}"/>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748C74-63F9-0D4A-EF34-C4CEBB0754B4}"/>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6" name="Freeform: Shape 72">
              <a:extLst>
                <a:ext uri="{FF2B5EF4-FFF2-40B4-BE49-F238E27FC236}">
                  <a16:creationId xmlns:a16="http://schemas.microsoft.com/office/drawing/2014/main" id="{F206F557-705C-3A42-760E-70DD71AC0633}"/>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7" name="Freeform: Shape 73">
              <a:extLst>
                <a:ext uri="{FF2B5EF4-FFF2-40B4-BE49-F238E27FC236}">
                  <a16:creationId xmlns:a16="http://schemas.microsoft.com/office/drawing/2014/main" id="{3A895951-C0B7-EF46-76A8-C7FAF1A3ADA9}"/>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8" name="Freeform: Shape 74">
              <a:extLst>
                <a:ext uri="{FF2B5EF4-FFF2-40B4-BE49-F238E27FC236}">
                  <a16:creationId xmlns:a16="http://schemas.microsoft.com/office/drawing/2014/main" id="{62D79D41-FB0F-4EA0-C860-65AFB096E11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9" name="Freeform: Shape 75">
              <a:extLst>
                <a:ext uri="{FF2B5EF4-FFF2-40B4-BE49-F238E27FC236}">
                  <a16:creationId xmlns:a16="http://schemas.microsoft.com/office/drawing/2014/main" id="{8FBC2369-68EF-4544-D73C-4DDAA8277FFD}"/>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0" name="Freeform: Shape 76">
              <a:extLst>
                <a:ext uri="{FF2B5EF4-FFF2-40B4-BE49-F238E27FC236}">
                  <a16:creationId xmlns:a16="http://schemas.microsoft.com/office/drawing/2014/main" id="{D1F30BDD-B520-9B5D-B18B-6FAFADC3D964}"/>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1" name="Freeform: Shape 77">
              <a:extLst>
                <a:ext uri="{FF2B5EF4-FFF2-40B4-BE49-F238E27FC236}">
                  <a16:creationId xmlns:a16="http://schemas.microsoft.com/office/drawing/2014/main" id="{E997A2FF-CE4B-40BE-9756-9BAE07D84F9B}"/>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2" name="Freeform: Shape 78">
              <a:extLst>
                <a:ext uri="{FF2B5EF4-FFF2-40B4-BE49-F238E27FC236}">
                  <a16:creationId xmlns:a16="http://schemas.microsoft.com/office/drawing/2014/main" id="{A2B6E240-3F84-886B-4CDD-AD310BF84EAD}"/>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3" name="Freeform: Shape 79">
              <a:extLst>
                <a:ext uri="{FF2B5EF4-FFF2-40B4-BE49-F238E27FC236}">
                  <a16:creationId xmlns:a16="http://schemas.microsoft.com/office/drawing/2014/main" id="{9D00475B-AFA4-C8E7-E054-FFE5DF99DE76}"/>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4" name="Freeform: Shape 80">
              <a:extLst>
                <a:ext uri="{FF2B5EF4-FFF2-40B4-BE49-F238E27FC236}">
                  <a16:creationId xmlns:a16="http://schemas.microsoft.com/office/drawing/2014/main" id="{C9784F11-D6C4-7797-4572-31C608389129}"/>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5" name="Freeform: Shape 81">
              <a:extLst>
                <a:ext uri="{FF2B5EF4-FFF2-40B4-BE49-F238E27FC236}">
                  <a16:creationId xmlns:a16="http://schemas.microsoft.com/office/drawing/2014/main" id="{7163AEF6-C346-ABBD-E3BE-BA071956B065}"/>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6" name="Freeform: Shape 82">
              <a:extLst>
                <a:ext uri="{FF2B5EF4-FFF2-40B4-BE49-F238E27FC236}">
                  <a16:creationId xmlns:a16="http://schemas.microsoft.com/office/drawing/2014/main" id="{4C1E182C-2571-C0A1-195A-09B6805C639E}"/>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7" name="Freeform: Shape 83">
              <a:extLst>
                <a:ext uri="{FF2B5EF4-FFF2-40B4-BE49-F238E27FC236}">
                  <a16:creationId xmlns:a16="http://schemas.microsoft.com/office/drawing/2014/main" id="{A09D0A1E-F3D3-4EDA-A958-66F385C229E5}"/>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8" name="Freeform: Shape 84">
              <a:extLst>
                <a:ext uri="{FF2B5EF4-FFF2-40B4-BE49-F238E27FC236}">
                  <a16:creationId xmlns:a16="http://schemas.microsoft.com/office/drawing/2014/main" id="{2EADAFE0-CE70-3272-F177-111E345B1D5F}"/>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9" name="Freeform: Shape 85">
              <a:extLst>
                <a:ext uri="{FF2B5EF4-FFF2-40B4-BE49-F238E27FC236}">
                  <a16:creationId xmlns:a16="http://schemas.microsoft.com/office/drawing/2014/main" id="{A38C3561-4BB0-06F1-16C8-116543B8FE2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0" name="Freeform: Shape 86">
              <a:extLst>
                <a:ext uri="{FF2B5EF4-FFF2-40B4-BE49-F238E27FC236}">
                  <a16:creationId xmlns:a16="http://schemas.microsoft.com/office/drawing/2014/main" id="{9402A10F-1610-EA76-AE7A-792DEE0C670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1" name="Freeform: Shape 87">
              <a:extLst>
                <a:ext uri="{FF2B5EF4-FFF2-40B4-BE49-F238E27FC236}">
                  <a16:creationId xmlns:a16="http://schemas.microsoft.com/office/drawing/2014/main" id="{F05474CD-57B5-7B0B-430C-0B77DA372F45}"/>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2" name="Freeform: Shape 88">
              <a:extLst>
                <a:ext uri="{FF2B5EF4-FFF2-40B4-BE49-F238E27FC236}">
                  <a16:creationId xmlns:a16="http://schemas.microsoft.com/office/drawing/2014/main" id="{BDC96CDA-7F07-B2C9-5DA9-1BD49CF4F80E}"/>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3" name="Freeform: Shape 89">
              <a:extLst>
                <a:ext uri="{FF2B5EF4-FFF2-40B4-BE49-F238E27FC236}">
                  <a16:creationId xmlns:a16="http://schemas.microsoft.com/office/drawing/2014/main" id="{990BD212-EA36-6D25-30DD-20D38B42C1F3}"/>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4" name="Freeform: Shape 90">
              <a:extLst>
                <a:ext uri="{FF2B5EF4-FFF2-40B4-BE49-F238E27FC236}">
                  <a16:creationId xmlns:a16="http://schemas.microsoft.com/office/drawing/2014/main" id="{F395A1C6-3F8A-2A6B-24D8-630016CA41ED}"/>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5" name="Freeform: Shape 91">
              <a:extLst>
                <a:ext uri="{FF2B5EF4-FFF2-40B4-BE49-F238E27FC236}">
                  <a16:creationId xmlns:a16="http://schemas.microsoft.com/office/drawing/2014/main" id="{E390241E-8C1E-9EF9-863E-6A42242913E6}"/>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6" name="Freeform: Shape 92">
              <a:extLst>
                <a:ext uri="{FF2B5EF4-FFF2-40B4-BE49-F238E27FC236}">
                  <a16:creationId xmlns:a16="http://schemas.microsoft.com/office/drawing/2014/main" id="{F3CC0A30-8351-4C98-5A0A-A87C59D781A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7" name="Freeform: Shape 93">
              <a:extLst>
                <a:ext uri="{FF2B5EF4-FFF2-40B4-BE49-F238E27FC236}">
                  <a16:creationId xmlns:a16="http://schemas.microsoft.com/office/drawing/2014/main" id="{B1FD3E3A-995B-5335-C94B-5BBD52AAD038}"/>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8" name="Freeform: Shape 94">
              <a:extLst>
                <a:ext uri="{FF2B5EF4-FFF2-40B4-BE49-F238E27FC236}">
                  <a16:creationId xmlns:a16="http://schemas.microsoft.com/office/drawing/2014/main" id="{6D884214-CADE-E9E8-7EBB-AD9EA8205ECC}"/>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9" name="Freeform: Shape 95">
              <a:extLst>
                <a:ext uri="{FF2B5EF4-FFF2-40B4-BE49-F238E27FC236}">
                  <a16:creationId xmlns:a16="http://schemas.microsoft.com/office/drawing/2014/main" id="{7001AA20-0FB9-3E59-2C13-68CFEB63FF0A}"/>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50" name="Freeform: Shape 96">
              <a:extLst>
                <a:ext uri="{FF2B5EF4-FFF2-40B4-BE49-F238E27FC236}">
                  <a16:creationId xmlns:a16="http://schemas.microsoft.com/office/drawing/2014/main" id="{0B055B71-9080-62F8-DDEF-05FC3C3AF535}"/>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51" name="Straight Connector 50">
              <a:extLst>
                <a:ext uri="{FF2B5EF4-FFF2-40B4-BE49-F238E27FC236}">
                  <a16:creationId xmlns:a16="http://schemas.microsoft.com/office/drawing/2014/main" id="{65E76766-E6F1-9BDC-90D6-5DDA87FAA6B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60ED82-73BF-572D-8249-42C7EAB989DE}"/>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4010D7-A4D0-B7B3-A7F0-ADFC601A0DF2}"/>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F3DB34-6F53-DC66-DD38-4FC0CA044549}"/>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F0A684-C510-1FAC-FBE4-0B96A84AF71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BF92786-635F-3978-073F-F114CF356704}"/>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1D4FC4-ABFC-703A-2ED7-4D5C438B5A97}"/>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5C24278-582F-2870-0438-CA3CB0B139A8}"/>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EDFD6CF-9942-06B0-8F59-8E5B3284A6AF}"/>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5262545-5B6C-A771-B4DA-ACFBE3236829}"/>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B9B940A-5927-E739-3611-61DA3375811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C849113-605B-F3DA-E173-281AC8280A12}"/>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CDFC5C8-F98A-D081-8EF4-955E04E0AF34}"/>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7B1670F-FC44-661A-1162-E11EB84CD3FB}"/>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98B1418-E134-314C-3F80-57558A108CF2}"/>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56FE22-E476-387F-51C6-2C3ECFF12B9E}"/>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E3626EA-72F9-D117-FC8E-2C4B290D9903}"/>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71F10BE-65F9-FA45-8FED-61F63DCE140D}"/>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103E583-6ADC-FDD2-D7FE-C3D8144340F5}"/>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450D1BB-2FEB-748A-8B85-369DF66F1412}"/>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16037A9-466B-CD2D-007E-BE83B10BD83A}"/>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BA0A609-D369-0EA5-BBF6-9A747BCD68AA}"/>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B4BBC03-D655-703E-11A8-2BCF28AAED8C}"/>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6684BEC-43CE-A48E-AE76-E14D5030960C}"/>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4B14B62-0408-790C-7987-A094F71DEBFB}"/>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E9ED69-034C-427D-CE50-D42D91D81E10}"/>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AD91689-FF82-C974-4DB8-DBD32B49B95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1776815-911C-CEEB-AEFF-99733D3AA8E5}"/>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8A50A73-AE29-C0F3-D459-44636AD26EE4}"/>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9F4810E-2F78-D3AB-8712-A71710010F84}"/>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63D516C-8A1D-5C0D-0C3B-F8D696ECD154}"/>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AD17F0F-5E2C-EDAB-9E86-8EBB04755668}"/>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99FEAE6-2345-2206-E336-675EB4588455}"/>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3CF941D-4F37-EBC6-5854-F5B9EF02AB7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E63E3E3-7041-EBA7-3942-B4FC2DB7450A}"/>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68E7D5A-96C2-BD55-8D55-F27CEDADF061}"/>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DF25BB-38E5-D9E1-5F2A-CDD5B2F6F510}"/>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75403A6-13D0-5897-02C5-05A9595BE158}"/>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984302-BDC4-1FCC-57F9-838A4BE99CF8}"/>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632348-38EB-0F91-820E-D158D42B5B78}"/>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6EE9006-9537-518C-97FF-046FE1238245}"/>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B833350-D606-1EBC-F1FC-3A9BB35FC99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2249093-A4A5-F64A-FF99-B3F52AB459F7}"/>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C5D1C4F-FC18-9722-8BF2-3FA8FD57D96A}"/>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27" name="main body box">
              <a:extLst>
                <a:ext uri="{FF2B5EF4-FFF2-40B4-BE49-F238E27FC236}">
                  <a16:creationId xmlns:a16="http://schemas.microsoft.com/office/drawing/2014/main" id="{01A00ABC-6BB8-8486-683A-06BD49F14F87}"/>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228" name="Straight Connector 227">
              <a:extLst>
                <a:ext uri="{FF2B5EF4-FFF2-40B4-BE49-F238E27FC236}">
                  <a16:creationId xmlns:a16="http://schemas.microsoft.com/office/drawing/2014/main" id="{320B04C9-EB26-A43C-9EEE-F4E7A573D8CC}"/>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229" name="Straight Connector 228">
              <a:extLst>
                <a:ext uri="{FF2B5EF4-FFF2-40B4-BE49-F238E27FC236}">
                  <a16:creationId xmlns:a16="http://schemas.microsoft.com/office/drawing/2014/main" id="{C361B652-9F3D-9F6D-0BF0-9649B79F9E5D}"/>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230" name="LegendBoxes" hidden="1">
            <a:extLst>
              <a:ext uri="{FF2B5EF4-FFF2-40B4-BE49-F238E27FC236}">
                <a16:creationId xmlns:a16="http://schemas.microsoft.com/office/drawing/2014/main" id="{DA140FE2-CADF-EA30-ED30-29A72CACED0B}"/>
              </a:ext>
            </a:extLst>
          </p:cNvPr>
          <p:cNvGrpSpPr/>
          <p:nvPr userDrawn="1"/>
        </p:nvGrpSpPr>
        <p:grpSpPr>
          <a:xfrm>
            <a:off x="10554770" y="4322824"/>
            <a:ext cx="984864" cy="1717282"/>
            <a:chOff x="9585951" y="2980105"/>
            <a:chExt cx="984864" cy="1717282"/>
          </a:xfrm>
        </p:grpSpPr>
        <p:sp>
          <p:nvSpPr>
            <p:cNvPr id="231" name="RectangleLegend1">
              <a:extLst>
                <a:ext uri="{FF2B5EF4-FFF2-40B4-BE49-F238E27FC236}">
                  <a16:creationId xmlns:a16="http://schemas.microsoft.com/office/drawing/2014/main" id="{3D56CF41-9C15-7367-27AC-93B05F2BE373}"/>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2" name="RectangleLegend2">
              <a:extLst>
                <a:ext uri="{FF2B5EF4-FFF2-40B4-BE49-F238E27FC236}">
                  <a16:creationId xmlns:a16="http://schemas.microsoft.com/office/drawing/2014/main" id="{49AD417F-308C-5992-8823-94BFE60BD4A2}"/>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3" name="RectangleLegend3">
              <a:extLst>
                <a:ext uri="{FF2B5EF4-FFF2-40B4-BE49-F238E27FC236}">
                  <a16:creationId xmlns:a16="http://schemas.microsoft.com/office/drawing/2014/main" id="{47CF24C4-5720-4353-1F3E-A2C7AFBA3F7B}"/>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4" name="RectangleLegend4">
              <a:extLst>
                <a:ext uri="{FF2B5EF4-FFF2-40B4-BE49-F238E27FC236}">
                  <a16:creationId xmlns:a16="http://schemas.microsoft.com/office/drawing/2014/main" id="{31EB11AC-04F8-B178-5C48-858D6D97C307}"/>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5" name="RectangleLegend5">
              <a:extLst>
                <a:ext uri="{FF2B5EF4-FFF2-40B4-BE49-F238E27FC236}">
                  <a16:creationId xmlns:a16="http://schemas.microsoft.com/office/drawing/2014/main" id="{31BC1CD9-1007-79AC-39CA-55BA6E254762}"/>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6" name="Legend1">
              <a:extLst>
                <a:ext uri="{FF2B5EF4-FFF2-40B4-BE49-F238E27FC236}">
                  <a16:creationId xmlns:a16="http://schemas.microsoft.com/office/drawing/2014/main" id="{03A389AE-AEFA-0F10-E5F2-2663AE691519}"/>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7" name="Legend2">
              <a:extLst>
                <a:ext uri="{FF2B5EF4-FFF2-40B4-BE49-F238E27FC236}">
                  <a16:creationId xmlns:a16="http://schemas.microsoft.com/office/drawing/2014/main" id="{022A8E04-C1CC-07DD-A0A3-53A43BDF8E43}"/>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8" name="Legend3">
              <a:extLst>
                <a:ext uri="{FF2B5EF4-FFF2-40B4-BE49-F238E27FC236}">
                  <a16:creationId xmlns:a16="http://schemas.microsoft.com/office/drawing/2014/main" id="{D0FA2EAB-FEBC-9246-113E-F8975043C34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9" name="Legend4">
              <a:extLst>
                <a:ext uri="{FF2B5EF4-FFF2-40B4-BE49-F238E27FC236}">
                  <a16:creationId xmlns:a16="http://schemas.microsoft.com/office/drawing/2014/main" id="{EB06A4EF-5C6A-1BC9-735A-3D9E405C0C48}"/>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0" name="Legend5">
              <a:extLst>
                <a:ext uri="{FF2B5EF4-FFF2-40B4-BE49-F238E27FC236}">
                  <a16:creationId xmlns:a16="http://schemas.microsoft.com/office/drawing/2014/main" id="{E1842B41-D7C0-5BF1-4DA4-FD2A3A0AB9D7}"/>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241" name="LegendMoons" hidden="1">
            <a:extLst>
              <a:ext uri="{FF2B5EF4-FFF2-40B4-BE49-F238E27FC236}">
                <a16:creationId xmlns:a16="http://schemas.microsoft.com/office/drawing/2014/main" id="{120D6298-48BC-FD1F-2FF4-80415E1C0960}"/>
              </a:ext>
            </a:extLst>
          </p:cNvPr>
          <p:cNvGrpSpPr/>
          <p:nvPr userDrawn="1"/>
        </p:nvGrpSpPr>
        <p:grpSpPr>
          <a:xfrm>
            <a:off x="7723680" y="1702457"/>
            <a:ext cx="1023616" cy="1731859"/>
            <a:chOff x="7723680" y="1702457"/>
            <a:chExt cx="1023616" cy="1731859"/>
          </a:xfrm>
        </p:grpSpPr>
        <p:sp>
          <p:nvSpPr>
            <p:cNvPr id="242" name="Legend1">
              <a:extLst>
                <a:ext uri="{FF2B5EF4-FFF2-40B4-BE49-F238E27FC236}">
                  <a16:creationId xmlns:a16="http://schemas.microsoft.com/office/drawing/2014/main" id="{D4645ED9-4C1A-B150-D4AD-3859909EDF9D}"/>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3" name="Legend2">
              <a:extLst>
                <a:ext uri="{FF2B5EF4-FFF2-40B4-BE49-F238E27FC236}">
                  <a16:creationId xmlns:a16="http://schemas.microsoft.com/office/drawing/2014/main" id="{B097AA46-31C7-DF4F-BA04-ECE0B2DA47C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4" name="Legend3">
              <a:extLst>
                <a:ext uri="{FF2B5EF4-FFF2-40B4-BE49-F238E27FC236}">
                  <a16:creationId xmlns:a16="http://schemas.microsoft.com/office/drawing/2014/main" id="{1B6E5ECB-7D44-C964-9F92-8F17281991DB}"/>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5" name="Legend4">
              <a:extLst>
                <a:ext uri="{FF2B5EF4-FFF2-40B4-BE49-F238E27FC236}">
                  <a16:creationId xmlns:a16="http://schemas.microsoft.com/office/drawing/2014/main" id="{750BF540-29C6-64FF-4671-ACC833E4A778}"/>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6" name="Legend5">
              <a:extLst>
                <a:ext uri="{FF2B5EF4-FFF2-40B4-BE49-F238E27FC236}">
                  <a16:creationId xmlns:a16="http://schemas.microsoft.com/office/drawing/2014/main" id="{4AC683E1-DB66-07EC-9E5B-FE2323B40A20}"/>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247" name="MoonLegend1">
              <a:extLst>
                <a:ext uri="{FF2B5EF4-FFF2-40B4-BE49-F238E27FC236}">
                  <a16:creationId xmlns:a16="http://schemas.microsoft.com/office/drawing/2014/main" id="{FAA7541F-C866-D60B-770F-A59B3332E829}"/>
                </a:ext>
              </a:extLst>
            </p:cNvPr>
            <p:cNvGrpSpPr>
              <a:grpSpLocks noChangeAspect="1"/>
            </p:cNvGrpSpPr>
            <p:nvPr>
              <p:custDataLst>
                <p:tags r:id="rId37"/>
              </p:custDataLst>
            </p:nvPr>
          </p:nvGrpSpPr>
          <p:grpSpPr>
            <a:xfrm>
              <a:off x="7723680" y="1702457"/>
              <a:ext cx="228600" cy="228600"/>
              <a:chOff x="762000" y="1270000"/>
              <a:chExt cx="254000" cy="254000"/>
            </a:xfrm>
          </p:grpSpPr>
          <p:sp>
            <p:nvSpPr>
              <p:cNvPr id="260" name="Oval 259">
                <a:extLst>
                  <a:ext uri="{FF2B5EF4-FFF2-40B4-BE49-F238E27FC236}">
                    <a16:creationId xmlns:a16="http://schemas.microsoft.com/office/drawing/2014/main" id="{F9765154-4172-6B57-824F-E3282EB25545}"/>
                  </a:ext>
                </a:extLst>
              </p:cNvPr>
              <p:cNvSpPr/>
              <p:nvPr>
                <p:custDataLst>
                  <p:tags r:id="rId5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c 260" hidden="1">
                <a:extLst>
                  <a:ext uri="{FF2B5EF4-FFF2-40B4-BE49-F238E27FC236}">
                    <a16:creationId xmlns:a16="http://schemas.microsoft.com/office/drawing/2014/main" id="{3080280D-10CE-12FB-C043-DAF18B92224E}"/>
                  </a:ext>
                </a:extLst>
              </p:cNvPr>
              <p:cNvSpPr/>
              <p:nvPr>
                <p:custDataLst>
                  <p:tags r:id="rId51"/>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8" name="MoonLegend2">
              <a:extLst>
                <a:ext uri="{FF2B5EF4-FFF2-40B4-BE49-F238E27FC236}">
                  <a16:creationId xmlns:a16="http://schemas.microsoft.com/office/drawing/2014/main" id="{35BFD9DA-1144-8DA1-53C3-E01D5FCE9607}"/>
                </a:ext>
              </a:extLst>
            </p:cNvPr>
            <p:cNvGrpSpPr>
              <a:grpSpLocks noChangeAspect="1"/>
            </p:cNvGrpSpPr>
            <p:nvPr>
              <p:custDataLst>
                <p:tags r:id="rId38"/>
              </p:custDataLst>
            </p:nvPr>
          </p:nvGrpSpPr>
          <p:grpSpPr>
            <a:xfrm>
              <a:off x="7723680" y="2078270"/>
              <a:ext cx="228600" cy="228600"/>
              <a:chOff x="762000" y="1270000"/>
              <a:chExt cx="254000" cy="254000"/>
            </a:xfrm>
          </p:grpSpPr>
          <p:sp>
            <p:nvSpPr>
              <p:cNvPr id="258" name="Oval 257">
                <a:extLst>
                  <a:ext uri="{FF2B5EF4-FFF2-40B4-BE49-F238E27FC236}">
                    <a16:creationId xmlns:a16="http://schemas.microsoft.com/office/drawing/2014/main" id="{7F3A3989-BFC1-FB0C-B737-5372F8E5251A}"/>
                  </a:ext>
                </a:extLst>
              </p:cNvPr>
              <p:cNvSpPr/>
              <p:nvPr>
                <p:custDataLst>
                  <p:tags r:id="rId4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9" name="Arc 258">
                <a:extLst>
                  <a:ext uri="{FF2B5EF4-FFF2-40B4-BE49-F238E27FC236}">
                    <a16:creationId xmlns:a16="http://schemas.microsoft.com/office/drawing/2014/main" id="{89CD9953-848A-D82D-7E93-D7FB686C0FE9}"/>
                  </a:ext>
                </a:extLst>
              </p:cNvPr>
              <p:cNvSpPr/>
              <p:nvPr>
                <p:custDataLst>
                  <p:tags r:id="rId49"/>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9" name="MoonLegend3">
              <a:extLst>
                <a:ext uri="{FF2B5EF4-FFF2-40B4-BE49-F238E27FC236}">
                  <a16:creationId xmlns:a16="http://schemas.microsoft.com/office/drawing/2014/main" id="{3A6C7557-E615-FD87-E58D-14658FF5B2FF}"/>
                </a:ext>
              </a:extLst>
            </p:cNvPr>
            <p:cNvGrpSpPr>
              <a:grpSpLocks noChangeAspect="1"/>
            </p:cNvGrpSpPr>
            <p:nvPr>
              <p:custDataLst>
                <p:tags r:id="rId39"/>
              </p:custDataLst>
            </p:nvPr>
          </p:nvGrpSpPr>
          <p:grpSpPr>
            <a:xfrm>
              <a:off x="7723680" y="2454085"/>
              <a:ext cx="228600" cy="228600"/>
              <a:chOff x="762000" y="1270000"/>
              <a:chExt cx="254000" cy="254000"/>
            </a:xfrm>
          </p:grpSpPr>
          <p:sp>
            <p:nvSpPr>
              <p:cNvPr id="256" name="Oval 255">
                <a:extLst>
                  <a:ext uri="{FF2B5EF4-FFF2-40B4-BE49-F238E27FC236}">
                    <a16:creationId xmlns:a16="http://schemas.microsoft.com/office/drawing/2014/main" id="{79CC9BBC-BBEE-3499-50C2-103A049A2E39}"/>
                  </a:ext>
                </a:extLst>
              </p:cNvPr>
              <p:cNvSpPr/>
              <p:nvPr>
                <p:custDataLst>
                  <p:tags r:id="rId4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7" name="Arc 256">
                <a:extLst>
                  <a:ext uri="{FF2B5EF4-FFF2-40B4-BE49-F238E27FC236}">
                    <a16:creationId xmlns:a16="http://schemas.microsoft.com/office/drawing/2014/main" id="{CA9D0D66-B926-6711-C9CD-CC26CC428752}"/>
                  </a:ext>
                </a:extLst>
              </p:cNvPr>
              <p:cNvSpPr/>
              <p:nvPr>
                <p:custDataLst>
                  <p:tags r:id="rId47"/>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0" name="MoonLegend4">
              <a:extLst>
                <a:ext uri="{FF2B5EF4-FFF2-40B4-BE49-F238E27FC236}">
                  <a16:creationId xmlns:a16="http://schemas.microsoft.com/office/drawing/2014/main" id="{5145DF82-5284-5B87-E8ED-35DFDE527B9C}"/>
                </a:ext>
              </a:extLst>
            </p:cNvPr>
            <p:cNvGrpSpPr>
              <a:grpSpLocks noChangeAspect="1"/>
            </p:cNvGrpSpPr>
            <p:nvPr>
              <p:custDataLst>
                <p:tags r:id="rId40"/>
              </p:custDataLst>
            </p:nvPr>
          </p:nvGrpSpPr>
          <p:grpSpPr>
            <a:xfrm>
              <a:off x="7723680" y="2829900"/>
              <a:ext cx="228600" cy="228600"/>
              <a:chOff x="762000" y="1270000"/>
              <a:chExt cx="254000" cy="254000"/>
            </a:xfrm>
          </p:grpSpPr>
          <p:sp>
            <p:nvSpPr>
              <p:cNvPr id="254" name="Oval 253">
                <a:extLst>
                  <a:ext uri="{FF2B5EF4-FFF2-40B4-BE49-F238E27FC236}">
                    <a16:creationId xmlns:a16="http://schemas.microsoft.com/office/drawing/2014/main" id="{90C635A4-3E20-0EB8-7815-407711BC5F28}"/>
                  </a:ext>
                </a:extLst>
              </p:cNvPr>
              <p:cNvSpPr/>
              <p:nvPr>
                <p:custDataLst>
                  <p:tags r:id="rId4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Arc 254">
                <a:extLst>
                  <a:ext uri="{FF2B5EF4-FFF2-40B4-BE49-F238E27FC236}">
                    <a16:creationId xmlns:a16="http://schemas.microsoft.com/office/drawing/2014/main" id="{C65316C1-EDCB-E2BE-4D89-1E1468DE7420}"/>
                  </a:ext>
                </a:extLst>
              </p:cNvPr>
              <p:cNvSpPr/>
              <p:nvPr>
                <p:custDataLst>
                  <p:tags r:id="rId45"/>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1" name="MoonLegend5">
              <a:extLst>
                <a:ext uri="{FF2B5EF4-FFF2-40B4-BE49-F238E27FC236}">
                  <a16:creationId xmlns:a16="http://schemas.microsoft.com/office/drawing/2014/main" id="{D8358732-CCB1-2629-A827-5C53E0761679}"/>
                </a:ext>
              </a:extLst>
            </p:cNvPr>
            <p:cNvGrpSpPr>
              <a:grpSpLocks noChangeAspect="1"/>
            </p:cNvGrpSpPr>
            <p:nvPr>
              <p:custDataLst>
                <p:tags r:id="rId41"/>
              </p:custDataLst>
            </p:nvPr>
          </p:nvGrpSpPr>
          <p:grpSpPr>
            <a:xfrm>
              <a:off x="7723680" y="3205716"/>
              <a:ext cx="228600" cy="228600"/>
              <a:chOff x="762000" y="1270000"/>
              <a:chExt cx="254000" cy="254000"/>
            </a:xfrm>
          </p:grpSpPr>
          <p:sp>
            <p:nvSpPr>
              <p:cNvPr id="252" name="Oval 251">
                <a:extLst>
                  <a:ext uri="{FF2B5EF4-FFF2-40B4-BE49-F238E27FC236}">
                    <a16:creationId xmlns:a16="http://schemas.microsoft.com/office/drawing/2014/main" id="{D232D143-C395-53AC-A2AC-DABF2AC778C7}"/>
                  </a:ext>
                </a:extLst>
              </p:cNvPr>
              <p:cNvSpPr/>
              <p:nvPr>
                <p:custDataLst>
                  <p:tags r:id="rId4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3" name="Arc 252">
                <a:extLst>
                  <a:ext uri="{FF2B5EF4-FFF2-40B4-BE49-F238E27FC236}">
                    <a16:creationId xmlns:a16="http://schemas.microsoft.com/office/drawing/2014/main" id="{58A1EC73-211C-38DE-8D39-329285214178}"/>
                  </a:ext>
                </a:extLst>
              </p:cNvPr>
              <p:cNvSpPr/>
              <p:nvPr>
                <p:custDataLst>
                  <p:tags r:id="rId43"/>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62" name="Sticker" hidden="1">
            <a:extLst>
              <a:ext uri="{FF2B5EF4-FFF2-40B4-BE49-F238E27FC236}">
                <a16:creationId xmlns:a16="http://schemas.microsoft.com/office/drawing/2014/main" id="{F81F59CB-FAF1-7482-9956-93A229A62604}"/>
              </a:ext>
            </a:extLst>
          </p:cNvPr>
          <p:cNvGrpSpPr>
            <a:grpSpLocks noChangeAspect="1"/>
          </p:cNvGrpSpPr>
          <p:nvPr userDrawn="1"/>
        </p:nvGrpSpPr>
        <p:grpSpPr bwMode="gray">
          <a:xfrm>
            <a:off x="558192" y="1289273"/>
            <a:ext cx="429605" cy="156997"/>
            <a:chOff x="8456447" y="272180"/>
            <a:chExt cx="322188" cy="156966"/>
          </a:xfrm>
        </p:grpSpPr>
        <p:sp>
          <p:nvSpPr>
            <p:cNvPr id="263" name="StickerRectangle">
              <a:extLst>
                <a:ext uri="{FF2B5EF4-FFF2-40B4-BE49-F238E27FC236}">
                  <a16:creationId xmlns:a16="http://schemas.microsoft.com/office/drawing/2014/main" id="{F6DD3CC4-22D7-BCE3-3B82-D4E3B323D11B}"/>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264" name="StickerUnderline">
              <a:extLst>
                <a:ext uri="{FF2B5EF4-FFF2-40B4-BE49-F238E27FC236}">
                  <a16:creationId xmlns:a16="http://schemas.microsoft.com/office/drawing/2014/main" id="{17F0D568-CBF6-38D2-E739-A80F43FC58B7}"/>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65" name="LegendLines" hidden="1">
            <a:extLst>
              <a:ext uri="{FF2B5EF4-FFF2-40B4-BE49-F238E27FC236}">
                <a16:creationId xmlns:a16="http://schemas.microsoft.com/office/drawing/2014/main" id="{7827F435-FBA6-6CE0-6262-3D474F3659C9}"/>
              </a:ext>
            </a:extLst>
          </p:cNvPr>
          <p:cNvGrpSpPr/>
          <p:nvPr userDrawn="1"/>
        </p:nvGrpSpPr>
        <p:grpSpPr>
          <a:xfrm>
            <a:off x="10367929" y="3301675"/>
            <a:ext cx="1269335" cy="958286"/>
            <a:chOff x="4372690" y="3739101"/>
            <a:chExt cx="1269335" cy="958286"/>
          </a:xfrm>
        </p:grpSpPr>
        <p:sp>
          <p:nvSpPr>
            <p:cNvPr id="266" name="Legend1">
              <a:extLst>
                <a:ext uri="{FF2B5EF4-FFF2-40B4-BE49-F238E27FC236}">
                  <a16:creationId xmlns:a16="http://schemas.microsoft.com/office/drawing/2014/main" id="{413AFE2D-DA8A-BA3D-AA68-53A103C919FE}"/>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7" name="Legend2">
              <a:extLst>
                <a:ext uri="{FF2B5EF4-FFF2-40B4-BE49-F238E27FC236}">
                  <a16:creationId xmlns:a16="http://schemas.microsoft.com/office/drawing/2014/main" id="{BFCBBCF3-D27F-22D7-1551-93106207737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8" name="Legend3">
              <a:extLst>
                <a:ext uri="{FF2B5EF4-FFF2-40B4-BE49-F238E27FC236}">
                  <a16:creationId xmlns:a16="http://schemas.microsoft.com/office/drawing/2014/main" id="{06CB055B-730A-79A2-F1CC-3B43FE3D67C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9" name="LineLegend3">
              <a:extLst>
                <a:ext uri="{FF2B5EF4-FFF2-40B4-BE49-F238E27FC236}">
                  <a16:creationId xmlns:a16="http://schemas.microsoft.com/office/drawing/2014/main" id="{7D950EF6-0D3F-D6B9-4B9A-9D16BF6AC69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0" name="LineLegend2">
              <a:extLst>
                <a:ext uri="{FF2B5EF4-FFF2-40B4-BE49-F238E27FC236}">
                  <a16:creationId xmlns:a16="http://schemas.microsoft.com/office/drawing/2014/main" id="{0E7CFBF9-5813-EB1F-AFB1-2518F639E543}"/>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1" name="LineLegend1">
              <a:extLst>
                <a:ext uri="{FF2B5EF4-FFF2-40B4-BE49-F238E27FC236}">
                  <a16:creationId xmlns:a16="http://schemas.microsoft.com/office/drawing/2014/main" id="{9A8DE68D-EA14-C456-25AC-B97678DE1810}"/>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
        <p:nvSpPr>
          <p:cNvPr id="272" name="Slide Number">
            <a:extLst>
              <a:ext uri="{FF2B5EF4-FFF2-40B4-BE49-F238E27FC236}">
                <a16:creationId xmlns:a16="http://schemas.microsoft.com/office/drawing/2014/main" id="{7A4B5D23-73AB-C752-5924-7011E3EB5A9D}"/>
              </a:ext>
            </a:extLst>
          </p:cNvPr>
          <p:cNvSpPr>
            <a:spLocks noChangeArrowheads="1"/>
          </p:cNvSpPr>
          <p:nvPr userDrawn="1">
            <p:custDataLst>
              <p:tags r:id="rId3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274" name="TextBox 273">
            <a:extLst>
              <a:ext uri="{FF2B5EF4-FFF2-40B4-BE49-F238E27FC236}">
                <a16:creationId xmlns:a16="http://schemas.microsoft.com/office/drawing/2014/main" id="{34D9B097-4FAF-6323-4BEE-D60A4E75C2FB}"/>
              </a:ext>
            </a:extLst>
          </p:cNvPr>
          <p:cNvSpPr txBox="1"/>
          <p:nvPr userDrawn="1">
            <p:extLst>
              <p:ext uri="{1162E1C5-73C7-4A58-AE30-91384D911F3F}">
                <p184:classification xmlns:p184="http://schemas.microsoft.com/office/powerpoint/2018/4/main" val="ftr"/>
              </p:ext>
            </p:extLst>
          </p:nvPr>
        </p:nvSpPr>
        <p:spPr>
          <a:xfrm>
            <a:off x="11280775" y="6642100"/>
            <a:ext cx="876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Use Only</a:t>
            </a:r>
          </a:p>
        </p:txBody>
      </p:sp>
    </p:spTree>
    <p:extLst>
      <p:ext uri="{BB962C8B-B14F-4D97-AF65-F5344CB8AC3E}">
        <p14:creationId xmlns:p14="http://schemas.microsoft.com/office/powerpoint/2010/main" val="4286173087"/>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60" r:id="rId16"/>
    <p:sldLayoutId id="2147483881" r:id="rId17"/>
    <p:sldLayoutId id="2147483883" r:id="rId18"/>
    <p:sldLayoutId id="2147483884" r:id="rId19"/>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guide id="9" orient="horz" pos="13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p:custDataLst>
              <p:tags r:id="rId17"/>
            </p:custDataLst>
            <p:extLst>
              <p:ext uri="{D42A27DB-BD31-4B8C-83A1-F6EECF244321}">
                <p14:modId xmlns:p14="http://schemas.microsoft.com/office/powerpoint/2010/main" val="3560687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344" imgH="344" progId="TCLayout.ActiveDocument.1">
                  <p:embed/>
                </p:oleObj>
              </mc:Choice>
              <mc:Fallback>
                <p:oleObj name="think-cell Slide" r:id="rId41"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p:custDataLst>
              <p:tags r:id="rId18"/>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19"/>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20"/>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21"/>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357953"/>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85988"/>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5" name="Grid" hidden="1">
            <a:extLst>
              <a:ext uri="{FF2B5EF4-FFF2-40B4-BE49-F238E27FC236}">
                <a16:creationId xmlns:a16="http://schemas.microsoft.com/office/drawing/2014/main" id="{DEFB2FD9-7CD8-4FAE-9553-EBB1883173D8}"/>
              </a:ext>
            </a:extLst>
          </p:cNvPr>
          <p:cNvGrpSpPr/>
          <p:nvPr>
            <p:custDataLst>
              <p:tags r:id="rId23"/>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p:nvGrpSpPr>
        <p:grpSpPr>
          <a:xfrm>
            <a:off x="10722394" y="4393208"/>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6" name="LegendMoons" hidden="1">
            <a:extLst>
              <a:ext uri="{FF2B5EF4-FFF2-40B4-BE49-F238E27FC236}">
                <a16:creationId xmlns:a16="http://schemas.microsoft.com/office/drawing/2014/main" id="{BCBAA4B3-76E3-4E3E-9DFB-193618E70571}"/>
              </a:ext>
            </a:extLst>
          </p:cNvPr>
          <p:cNvGrpSpPr/>
          <p:nvPr/>
        </p:nvGrpSpPr>
        <p:grpSpPr>
          <a:xfrm>
            <a:off x="7723680" y="1702457"/>
            <a:ext cx="1023616" cy="1731859"/>
            <a:chOff x="7723680" y="1702457"/>
            <a:chExt cx="1023616" cy="1731859"/>
          </a:xfrm>
        </p:grpSpPr>
        <p:sp>
          <p:nvSpPr>
            <p:cNvPr id="147" name="Legend1">
              <a:extLst>
                <a:ext uri="{FF2B5EF4-FFF2-40B4-BE49-F238E27FC236}">
                  <a16:creationId xmlns:a16="http://schemas.microsoft.com/office/drawing/2014/main" id="{A8F35D73-D259-46FA-AFD2-EA8247EDE0B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48" name="Legend2">
              <a:extLst>
                <a:ext uri="{FF2B5EF4-FFF2-40B4-BE49-F238E27FC236}">
                  <a16:creationId xmlns:a16="http://schemas.microsoft.com/office/drawing/2014/main" id="{8C810E22-5C1D-4238-A604-CBCDDCB4C05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49" name="Legend3">
              <a:extLst>
                <a:ext uri="{FF2B5EF4-FFF2-40B4-BE49-F238E27FC236}">
                  <a16:creationId xmlns:a16="http://schemas.microsoft.com/office/drawing/2014/main" id="{E4D11ABD-C458-4D2C-B8BA-1BD7E497965C}"/>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4">
              <a:extLst>
                <a:ext uri="{FF2B5EF4-FFF2-40B4-BE49-F238E27FC236}">
                  <a16:creationId xmlns:a16="http://schemas.microsoft.com/office/drawing/2014/main" id="{6751DA88-7594-4AF8-9B0B-6D236454D486}"/>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5">
              <a:extLst>
                <a:ext uri="{FF2B5EF4-FFF2-40B4-BE49-F238E27FC236}">
                  <a16:creationId xmlns:a16="http://schemas.microsoft.com/office/drawing/2014/main" id="{9BD97B4F-09E8-498D-A862-8771F6492867}"/>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2" name="MoonLegend1">
              <a:extLst>
                <a:ext uri="{FF2B5EF4-FFF2-40B4-BE49-F238E27FC236}">
                  <a16:creationId xmlns:a16="http://schemas.microsoft.com/office/drawing/2014/main" id="{2D833A59-C7AB-446D-8FF2-91CA9DB3ACEE}"/>
                </a:ext>
              </a:extLst>
            </p:cNvPr>
            <p:cNvGrpSpPr>
              <a:grpSpLocks noChangeAspect="1"/>
            </p:cNvGrpSpPr>
            <p:nvPr>
              <p:custDataLst>
                <p:tags r:id="rId26"/>
              </p:custDataLst>
            </p:nvPr>
          </p:nvGrpSpPr>
          <p:grpSpPr>
            <a:xfrm>
              <a:off x="7723680" y="1702457"/>
              <a:ext cx="228600" cy="228600"/>
              <a:chOff x="762000" y="1270000"/>
              <a:chExt cx="254000" cy="254000"/>
            </a:xfrm>
          </p:grpSpPr>
          <p:sp>
            <p:nvSpPr>
              <p:cNvPr id="165" name="Oval 164">
                <a:extLst>
                  <a:ext uri="{FF2B5EF4-FFF2-40B4-BE49-F238E27FC236}">
                    <a16:creationId xmlns:a16="http://schemas.microsoft.com/office/drawing/2014/main" id="{6FAD167A-470E-49B3-9358-C391E9721499}"/>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hidden="1">
                <a:extLst>
                  <a:ext uri="{FF2B5EF4-FFF2-40B4-BE49-F238E27FC236}">
                    <a16:creationId xmlns:a16="http://schemas.microsoft.com/office/drawing/2014/main" id="{2106BC3D-6019-4A97-BF49-95FEE529E3EF}"/>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3" name="MoonLegend2">
              <a:extLst>
                <a:ext uri="{FF2B5EF4-FFF2-40B4-BE49-F238E27FC236}">
                  <a16:creationId xmlns:a16="http://schemas.microsoft.com/office/drawing/2014/main" id="{290914A9-07C8-4F8C-AD47-74783B1DE6E1}"/>
                </a:ext>
              </a:extLst>
            </p:cNvPr>
            <p:cNvGrpSpPr>
              <a:grpSpLocks noChangeAspect="1"/>
            </p:cNvGrpSpPr>
            <p:nvPr>
              <p:custDataLst>
                <p:tags r:id="rId27"/>
              </p:custDataLst>
            </p:nvPr>
          </p:nvGrpSpPr>
          <p:grpSpPr>
            <a:xfrm>
              <a:off x="7723680" y="2078270"/>
              <a:ext cx="228600" cy="228600"/>
              <a:chOff x="762000" y="1270000"/>
              <a:chExt cx="254000" cy="254000"/>
            </a:xfrm>
          </p:grpSpPr>
          <p:sp>
            <p:nvSpPr>
              <p:cNvPr id="163" name="Oval 162">
                <a:extLst>
                  <a:ext uri="{FF2B5EF4-FFF2-40B4-BE49-F238E27FC236}">
                    <a16:creationId xmlns:a16="http://schemas.microsoft.com/office/drawing/2014/main" id="{14C29FC0-EC32-412C-A1FC-29EF13DE8125}"/>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08217F02-10EE-4BF5-8640-3409A47C5847}"/>
                  </a:ext>
                </a:extLst>
              </p:cNvPr>
              <p:cNvSpPr/>
              <p:nvPr>
                <p:custDataLst>
                  <p:tags r:id="rId38"/>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4" name="MoonLegend3">
              <a:extLst>
                <a:ext uri="{FF2B5EF4-FFF2-40B4-BE49-F238E27FC236}">
                  <a16:creationId xmlns:a16="http://schemas.microsoft.com/office/drawing/2014/main" id="{435D5936-2D97-416D-A834-DF4B9D96A043}"/>
                </a:ext>
              </a:extLst>
            </p:cNvPr>
            <p:cNvGrpSpPr>
              <a:grpSpLocks noChangeAspect="1"/>
            </p:cNvGrpSpPr>
            <p:nvPr>
              <p:custDataLst>
                <p:tags r:id="rId28"/>
              </p:custDataLst>
            </p:nvPr>
          </p:nvGrpSpPr>
          <p:grpSpPr>
            <a:xfrm>
              <a:off x="7723680" y="2454085"/>
              <a:ext cx="228600" cy="228600"/>
              <a:chOff x="762000" y="1270000"/>
              <a:chExt cx="254000" cy="254000"/>
            </a:xfrm>
          </p:grpSpPr>
          <p:sp>
            <p:nvSpPr>
              <p:cNvPr id="161" name="Oval 160">
                <a:extLst>
                  <a:ext uri="{FF2B5EF4-FFF2-40B4-BE49-F238E27FC236}">
                    <a16:creationId xmlns:a16="http://schemas.microsoft.com/office/drawing/2014/main" id="{69BF58B2-CF38-41FB-8EF8-3EE6A3F13980}"/>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9A2D06B2-79B1-475C-A66E-9CB573E98829}"/>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4">
              <a:extLst>
                <a:ext uri="{FF2B5EF4-FFF2-40B4-BE49-F238E27FC236}">
                  <a16:creationId xmlns:a16="http://schemas.microsoft.com/office/drawing/2014/main" id="{8EC87CF1-17C2-4BF0-9A01-8C2C8FFFF842}"/>
                </a:ext>
              </a:extLst>
            </p:cNvPr>
            <p:cNvGrpSpPr>
              <a:grpSpLocks noChangeAspect="1"/>
            </p:cNvGrpSpPr>
            <p:nvPr>
              <p:custDataLst>
                <p:tags r:id="rId29"/>
              </p:custDataLst>
            </p:nvPr>
          </p:nvGrpSpPr>
          <p:grpSpPr>
            <a:xfrm>
              <a:off x="7723680" y="2829900"/>
              <a:ext cx="228600" cy="228600"/>
              <a:chOff x="762000" y="1270000"/>
              <a:chExt cx="254000" cy="254000"/>
            </a:xfrm>
          </p:grpSpPr>
          <p:sp>
            <p:nvSpPr>
              <p:cNvPr id="159" name="Oval 158">
                <a:extLst>
                  <a:ext uri="{FF2B5EF4-FFF2-40B4-BE49-F238E27FC236}">
                    <a16:creationId xmlns:a16="http://schemas.microsoft.com/office/drawing/2014/main" id="{3A7C7C4F-14E8-4812-AC35-7D066AEC66E0}"/>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7F7E2EA4-AD8C-4DA3-ACA6-A69404D1E88D}"/>
                  </a:ext>
                </a:extLst>
              </p:cNvPr>
              <p:cNvSpPr/>
              <p:nvPr>
                <p:custDataLst>
                  <p:tags r:id="rId34"/>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5">
              <a:extLst>
                <a:ext uri="{FF2B5EF4-FFF2-40B4-BE49-F238E27FC236}">
                  <a16:creationId xmlns:a16="http://schemas.microsoft.com/office/drawing/2014/main" id="{BCD87F8B-10B7-4E82-8EC4-F08B412A1736}"/>
                </a:ext>
              </a:extLst>
            </p:cNvPr>
            <p:cNvGrpSpPr>
              <a:grpSpLocks noChangeAspect="1"/>
            </p:cNvGrpSpPr>
            <p:nvPr>
              <p:custDataLst>
                <p:tags r:id="rId30"/>
              </p:custDataLst>
            </p:nvPr>
          </p:nvGrpSpPr>
          <p:grpSpPr>
            <a:xfrm>
              <a:off x="7723680" y="3205716"/>
              <a:ext cx="228600" cy="228600"/>
              <a:chOff x="762000" y="1270000"/>
              <a:chExt cx="254000" cy="254000"/>
            </a:xfrm>
          </p:grpSpPr>
          <p:sp>
            <p:nvSpPr>
              <p:cNvPr id="157" name="Oval 156">
                <a:extLst>
                  <a:ext uri="{FF2B5EF4-FFF2-40B4-BE49-F238E27FC236}">
                    <a16:creationId xmlns:a16="http://schemas.microsoft.com/office/drawing/2014/main" id="{88573FB6-1F3D-4B01-98F6-7E4478BE33EF}"/>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8" name="Arc 157">
                <a:extLst>
                  <a:ext uri="{FF2B5EF4-FFF2-40B4-BE49-F238E27FC236}">
                    <a16:creationId xmlns:a16="http://schemas.microsoft.com/office/drawing/2014/main" id="{CF3B10D5-50BA-4075-BEDD-5D7FF7BE36E6}"/>
                  </a:ext>
                </a:extLst>
              </p:cNvPr>
              <p:cNvSpPr/>
              <p:nvPr>
                <p:custDataLst>
                  <p:tags r:id="rId32"/>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p:nvGrpSpPr>
        <p:grpSpPr>
          <a:xfrm>
            <a:off x="10300983" y="3275405"/>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
        <p:nvSpPr>
          <p:cNvPr id="5" name="Slide Number">
            <a:extLst>
              <a:ext uri="{FF2B5EF4-FFF2-40B4-BE49-F238E27FC236}">
                <a16:creationId xmlns:a16="http://schemas.microsoft.com/office/drawing/2014/main" id="{7D98285D-CCD5-BF32-46E7-B3BB87940D99}"/>
              </a:ext>
            </a:extLst>
          </p:cNvPr>
          <p:cNvSpPr>
            <a:spLocks noChangeArrowheads="1"/>
          </p:cNvSpPr>
          <p:nvPr>
            <p:custDataLst>
              <p:tags r:id="rId2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TextBox 5">
            <a:extLst>
              <a:ext uri="{FF2B5EF4-FFF2-40B4-BE49-F238E27FC236}">
                <a16:creationId xmlns:a16="http://schemas.microsoft.com/office/drawing/2014/main" id="{3B8E2706-D2D9-145B-9145-9B0EC3E1238F}"/>
              </a:ext>
            </a:extLst>
          </p:cNvPr>
          <p:cNvSpPr txBox="1"/>
          <p:nvPr userDrawn="1">
            <p:extLst>
              <p:ext uri="{1162E1C5-73C7-4A58-AE30-91384D911F3F}">
                <p184:classification xmlns:p184="http://schemas.microsoft.com/office/powerpoint/2018/4/main" val="ftr"/>
              </p:ext>
            </p:extLst>
          </p:nvPr>
        </p:nvSpPr>
        <p:spPr>
          <a:xfrm>
            <a:off x="11280775" y="6642100"/>
            <a:ext cx="876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Use Only</a:t>
            </a:r>
          </a:p>
        </p:txBody>
      </p:sp>
    </p:spTree>
    <p:extLst>
      <p:ext uri="{BB962C8B-B14F-4D97-AF65-F5344CB8AC3E}">
        <p14:creationId xmlns:p14="http://schemas.microsoft.com/office/powerpoint/2010/main" val="2289513176"/>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tags" Target="../tags/tag383.xml"/><Relationship Id="rId4" Type="http://schemas.openxmlformats.org/officeDocument/2006/relationships/image" Target="../media/image1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tags" Target="../tags/tag384.xml"/><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85.xml"/><Relationship Id="rId5" Type="http://schemas.openxmlformats.org/officeDocument/2006/relationships/image" Target="../media/image13.emf"/><Relationship Id="rId4" Type="http://schemas.openxmlformats.org/officeDocument/2006/relationships/oleObject" Target="../embeddings/oleObject2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tags" Target="../tags/tag386.xml"/><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87.xml"/><Relationship Id="rId5" Type="http://schemas.openxmlformats.org/officeDocument/2006/relationships/image" Target="../media/image13.emf"/><Relationship Id="rId4" Type="http://schemas.openxmlformats.org/officeDocument/2006/relationships/oleObject" Target="../embeddings/oleObject2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EB2E63-C3D7-D71E-148B-9D08AA442A19}"/>
              </a:ext>
            </a:extLst>
          </p:cNvPr>
          <p:cNvSpPr>
            <a:spLocks noGrp="1"/>
          </p:cNvSpPr>
          <p:nvPr>
            <p:ph type="body" sz="quarter" idx="13"/>
          </p:nvPr>
        </p:nvSpPr>
        <p:spPr>
          <a:xfrm>
            <a:off x="478079" y="4521382"/>
            <a:ext cx="6016752" cy="215444"/>
          </a:xfrm>
        </p:spPr>
        <p:txBody>
          <a:bodyPr vert="horz" wrap="square" lIns="0" tIns="0" rIns="0" bIns="0" rtlCol="0" anchor="t">
            <a:noAutofit/>
          </a:bodyPr>
          <a:lstStyle/>
          <a:p>
            <a:pPr>
              <a:lnSpc>
                <a:spcPct val="150000"/>
              </a:lnSpc>
            </a:pPr>
            <a:endParaRPr lang="en-US" sz="1800" i="1" dirty="0"/>
          </a:p>
          <a:p>
            <a:endParaRPr lang="en-US" sz="1800" dirty="0"/>
          </a:p>
        </p:txBody>
      </p:sp>
      <p:sp>
        <p:nvSpPr>
          <p:cNvPr id="8" name="Subtitle 7">
            <a:extLst>
              <a:ext uri="{FF2B5EF4-FFF2-40B4-BE49-F238E27FC236}">
                <a16:creationId xmlns:a16="http://schemas.microsoft.com/office/drawing/2014/main" id="{130AC3C9-D401-45A9-DF23-2D032622CB8F}"/>
              </a:ext>
            </a:extLst>
          </p:cNvPr>
          <p:cNvSpPr>
            <a:spLocks noGrp="1"/>
          </p:cNvSpPr>
          <p:nvPr>
            <p:ph type="subTitle" idx="1"/>
          </p:nvPr>
        </p:nvSpPr>
        <p:spPr/>
        <p:txBody>
          <a:bodyPr/>
          <a:lstStyle/>
          <a:p>
            <a:r>
              <a:rPr lang="en-US" dirty="0"/>
              <a:t>The case for different approaches to consumption and production</a:t>
            </a:r>
          </a:p>
        </p:txBody>
      </p:sp>
      <p:sp>
        <p:nvSpPr>
          <p:cNvPr id="4" name="Title 3">
            <a:extLst>
              <a:ext uri="{FF2B5EF4-FFF2-40B4-BE49-F238E27FC236}">
                <a16:creationId xmlns:a16="http://schemas.microsoft.com/office/drawing/2014/main" id="{8E0739B0-8149-C196-6E5D-3CBB832E42E9}"/>
              </a:ext>
            </a:extLst>
          </p:cNvPr>
          <p:cNvSpPr>
            <a:spLocks noGrp="1"/>
          </p:cNvSpPr>
          <p:nvPr>
            <p:ph type="title"/>
          </p:nvPr>
        </p:nvSpPr>
        <p:spPr/>
        <p:txBody>
          <a:bodyPr>
            <a:noAutofit/>
          </a:bodyPr>
          <a:lstStyle/>
          <a:p>
            <a:pPr>
              <a:spcBef>
                <a:spcPts val="0"/>
              </a:spcBef>
              <a:spcAft>
                <a:spcPts val="2400"/>
              </a:spcAft>
            </a:pPr>
            <a:br>
              <a:rPr lang="en-GB" sz="3000" b="0" dirty="0">
                <a:ea typeface="Aptos" panose="020B0004020202020204" pitchFamily="34" charset="0"/>
                <a:cs typeface="Aptos" panose="020B0004020202020204" pitchFamily="34" charset="0"/>
              </a:rPr>
            </a:br>
            <a:r>
              <a:rPr lang="en-GB" sz="1500" b="0" dirty="0">
                <a:ea typeface="Aptos" panose="020B0004020202020204" pitchFamily="34" charset="0"/>
                <a:cs typeface="Aptos" panose="020B0004020202020204" pitchFamily="34" charset="0"/>
              </a:rPr>
              <a:t> </a:t>
            </a:r>
            <a:br>
              <a:rPr lang="en-GB" sz="3600" dirty="0">
                <a:ea typeface="Aptos" panose="020B0004020202020204" pitchFamily="34" charset="0"/>
                <a:cs typeface="Aptos" panose="020B0004020202020204" pitchFamily="34" charset="0"/>
              </a:rPr>
            </a:br>
            <a:br>
              <a:rPr lang="en-GB" sz="3600" dirty="0">
                <a:ea typeface="Aptos" panose="020B0004020202020204" pitchFamily="34" charset="0"/>
                <a:cs typeface="Aptos" panose="020B0004020202020204" pitchFamily="34" charset="0"/>
              </a:rPr>
            </a:br>
            <a:r>
              <a:rPr lang="en-GB" sz="3600" dirty="0">
                <a:ea typeface="Aptos" panose="020B0004020202020204" pitchFamily="34" charset="0"/>
                <a:cs typeface="Aptos" panose="020B0004020202020204" pitchFamily="34" charset="0"/>
              </a:rPr>
              <a:t>Open-Economy Carbon Pricing</a:t>
            </a:r>
            <a:br>
              <a:rPr lang="en-GB" sz="3600" dirty="0">
                <a:ea typeface="Aptos" panose="020B0004020202020204" pitchFamily="34" charset="0"/>
                <a:cs typeface="Aptos" panose="020B0004020202020204" pitchFamily="34" charset="0"/>
              </a:rPr>
            </a:br>
            <a:endParaRPr lang="en-US" sz="3600" dirty="0"/>
          </a:p>
        </p:txBody>
      </p:sp>
    </p:spTree>
    <p:extLst>
      <p:ext uri="{BB962C8B-B14F-4D97-AF65-F5344CB8AC3E}">
        <p14:creationId xmlns:p14="http://schemas.microsoft.com/office/powerpoint/2010/main" val="1353597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02912-95D4-65A7-6B37-3A41FB832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37EC1-5A00-4AE9-B720-6A0971A2E1D8}"/>
              </a:ext>
            </a:extLst>
          </p:cNvPr>
          <p:cNvSpPr>
            <a:spLocks noGrp="1"/>
          </p:cNvSpPr>
          <p:nvPr>
            <p:ph type="title"/>
          </p:nvPr>
        </p:nvSpPr>
        <p:spPr/>
        <p:txBody>
          <a:bodyPr/>
          <a:lstStyle/>
          <a:p>
            <a:r>
              <a:rPr lang="en-US" dirty="0"/>
              <a:t>Overview</a:t>
            </a:r>
          </a:p>
        </p:txBody>
      </p:sp>
      <p:sp>
        <p:nvSpPr>
          <p:cNvPr id="3" name="Text Placeholder 2">
            <a:extLst>
              <a:ext uri="{FF2B5EF4-FFF2-40B4-BE49-F238E27FC236}">
                <a16:creationId xmlns:a16="http://schemas.microsoft.com/office/drawing/2014/main" id="{E3A8BECA-C627-B6BD-3459-66CAFDBC57BA}"/>
              </a:ext>
            </a:extLst>
          </p:cNvPr>
          <p:cNvSpPr>
            <a:spLocks noGrp="1"/>
          </p:cNvSpPr>
          <p:nvPr>
            <p:ph type="body" idx="1"/>
          </p:nvPr>
        </p:nvSpPr>
        <p:spPr/>
        <p:txBody>
          <a:bodyPr>
            <a:normAutofit/>
          </a:bodyPr>
          <a:lstStyle/>
          <a:p>
            <a:pPr marL="114300" indent="0">
              <a:buNone/>
            </a:pPr>
            <a:r>
              <a:rPr lang="en-US" sz="3200" dirty="0"/>
              <a:t>Purpose: Proposing a new form of carbon pricing in the context of international trade</a:t>
            </a:r>
          </a:p>
          <a:p>
            <a:pPr marL="114300" indent="0">
              <a:buNone/>
            </a:pPr>
            <a:r>
              <a:rPr lang="en-US" sz="3200"/>
              <a:t>Contents:</a:t>
            </a:r>
            <a:endParaRPr lang="en-US" sz="3200" dirty="0"/>
          </a:p>
          <a:p>
            <a:r>
              <a:rPr lang="en-US" sz="3200" dirty="0"/>
              <a:t>Context and Overview</a:t>
            </a:r>
          </a:p>
          <a:p>
            <a:r>
              <a:rPr lang="en-US" sz="3200" dirty="0"/>
              <a:t>Carbon Pricing</a:t>
            </a:r>
          </a:p>
          <a:p>
            <a:r>
              <a:rPr lang="en-US" sz="3200" dirty="0"/>
              <a:t>Production, Consumption and Trade</a:t>
            </a:r>
          </a:p>
          <a:p>
            <a:r>
              <a:rPr lang="en-US" sz="3200" dirty="0"/>
              <a:t>Key Proposal</a:t>
            </a:r>
          </a:p>
          <a:p>
            <a:r>
              <a:rPr lang="en-US" sz="3200" dirty="0"/>
              <a:t>Conclusion</a:t>
            </a:r>
          </a:p>
        </p:txBody>
      </p:sp>
      <p:sp>
        <p:nvSpPr>
          <p:cNvPr id="4" name="Text Placeholder 3">
            <a:extLst>
              <a:ext uri="{FF2B5EF4-FFF2-40B4-BE49-F238E27FC236}">
                <a16:creationId xmlns:a16="http://schemas.microsoft.com/office/drawing/2014/main" id="{76E06AC5-19FC-B348-8B76-3861BD825728}"/>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933903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A76B-556F-3B72-0EDC-70521FB2DF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CD8B96-79C3-5597-79E5-440117FCA46D}"/>
              </a:ext>
            </a:extLst>
          </p:cNvPr>
          <p:cNvSpPr>
            <a:spLocks noGrp="1"/>
          </p:cNvSpPr>
          <p:nvPr>
            <p:ph type="title"/>
          </p:nvPr>
        </p:nvSpPr>
        <p:spPr/>
        <p:txBody>
          <a:bodyPr/>
          <a:lstStyle/>
          <a:p>
            <a:r>
              <a:rPr lang="en-US" dirty="0"/>
              <a:t>Context </a:t>
            </a:r>
            <a:r>
              <a:rPr lang="en-US"/>
              <a:t>and Overview</a:t>
            </a:r>
            <a:endParaRPr lang="en-US" dirty="0"/>
          </a:p>
        </p:txBody>
      </p:sp>
      <p:sp>
        <p:nvSpPr>
          <p:cNvPr id="6" name="Text Placeholder 5">
            <a:extLst>
              <a:ext uri="{FF2B5EF4-FFF2-40B4-BE49-F238E27FC236}">
                <a16:creationId xmlns:a16="http://schemas.microsoft.com/office/drawing/2014/main" id="{059BAB62-13E4-E161-5F5D-BC482BD2A176}"/>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60876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99E16-A699-B299-7DED-8FAB384B000E}"/>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FD3343C-7332-A299-05A2-6FE85BD3C1E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FFD3343C-7332-A299-05A2-6FE85BD3C1E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FCD5E33-D620-46F1-88AB-94CC6F4D3DE4}"/>
              </a:ext>
            </a:extLst>
          </p:cNvPr>
          <p:cNvSpPr>
            <a:spLocks noGrp="1"/>
          </p:cNvSpPr>
          <p:nvPr>
            <p:ph type="title"/>
          </p:nvPr>
        </p:nvSpPr>
        <p:spPr/>
        <p:txBody>
          <a:bodyPr/>
          <a:lstStyle/>
          <a:p>
            <a:r>
              <a:rPr lang="en-US" dirty="0"/>
              <a:t>Overview: Three Bad Strategies</a:t>
            </a:r>
            <a:endParaRPr lang="en-DK" dirty="0"/>
          </a:p>
        </p:txBody>
      </p:sp>
      <p:sp>
        <p:nvSpPr>
          <p:cNvPr id="17" name="Text Placeholder 16">
            <a:extLst>
              <a:ext uri="{FF2B5EF4-FFF2-40B4-BE49-F238E27FC236}">
                <a16:creationId xmlns:a16="http://schemas.microsoft.com/office/drawing/2014/main" id="{065EEDBE-30C7-4A53-6CD3-1E144117D4E4}"/>
              </a:ext>
            </a:extLst>
          </p:cNvPr>
          <p:cNvSpPr>
            <a:spLocks noGrp="1"/>
          </p:cNvSpPr>
          <p:nvPr>
            <p:ph type="body" sz="quarter" idx="17"/>
          </p:nvPr>
        </p:nvSpPr>
        <p:spPr/>
        <p:txBody>
          <a:bodyPr/>
          <a:lstStyle/>
          <a:p>
            <a:r>
              <a:rPr lang="en-US" dirty="0"/>
              <a:t>Guide: How to structure a consulting proposal</a:t>
            </a:r>
          </a:p>
        </p:txBody>
      </p:sp>
      <p:sp>
        <p:nvSpPr>
          <p:cNvPr id="7" name="Rectangle 6">
            <a:extLst>
              <a:ext uri="{FF2B5EF4-FFF2-40B4-BE49-F238E27FC236}">
                <a16:creationId xmlns:a16="http://schemas.microsoft.com/office/drawing/2014/main" id="{D7CA64D6-78F5-B768-77A0-EF5F40126C27}"/>
              </a:ext>
            </a:extLst>
          </p:cNvPr>
          <p:cNvSpPr/>
          <p:nvPr/>
        </p:nvSpPr>
        <p:spPr>
          <a:xfrm>
            <a:off x="554734" y="2125101"/>
            <a:ext cx="3345461" cy="113116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Top-Down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UNFCCC ‘Pledge and Review’</a:t>
            </a:r>
          </a:p>
        </p:txBody>
      </p:sp>
      <p:sp>
        <p:nvSpPr>
          <p:cNvPr id="11" name="Rectangle 10">
            <a:extLst>
              <a:ext uri="{FF2B5EF4-FFF2-40B4-BE49-F238E27FC236}">
                <a16:creationId xmlns:a16="http://schemas.microsoft.com/office/drawing/2014/main" id="{5143FE27-3426-3303-BC56-0247149ECE54}"/>
              </a:ext>
            </a:extLst>
          </p:cNvPr>
          <p:cNvSpPr/>
          <p:nvPr/>
        </p:nvSpPr>
        <p:spPr>
          <a:xfrm>
            <a:off x="554734" y="3684896"/>
            <a:ext cx="3345461" cy="1172306"/>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No incentive for countries to engage in emissions reductions</a:t>
            </a:r>
          </a:p>
          <a:p>
            <a:pPr marL="233363" marR="0" lvl="0" indent="-233363" algn="l" defTabSz="914400" rtl="0" eaLnBrk="1" fontAlgn="auto" latinLnBrk="0" hangingPunct="1">
              <a:lnSpc>
                <a:spcPct val="100000"/>
              </a:lnSpc>
              <a:spcBef>
                <a:spcPts val="0"/>
              </a:spcBef>
              <a:buClrTx/>
              <a:buSzTx/>
              <a:buFont typeface="Arial" panose="020B0604020202020204" pitchFamily="34" charset="0"/>
              <a:buChar char="•"/>
              <a:tabLst/>
              <a:defRPr/>
            </a:pPr>
            <a:r>
              <a:rPr lang="en-US" sz="1400" dirty="0">
                <a:solidFill>
                  <a:srgbClr val="061F32"/>
                </a:solidFill>
                <a:latin typeface="Arial"/>
                <a:ea typeface="Helvetica Neue" panose="02000503000000020004" pitchFamily="2" charset="0"/>
                <a:cs typeface="Helvetica Neue" panose="02000503000000020004" pitchFamily="2" charset="0"/>
              </a:rPr>
              <a:t>No enforcement mechanism</a:t>
            </a:r>
          </a:p>
          <a:p>
            <a:pPr marL="233363" marR="0" lvl="0" indent="-233363" algn="l" defTabSz="914400" rtl="0" eaLnBrk="1" fontAlgn="auto" latinLnBrk="0" hangingPunct="1">
              <a:lnSpc>
                <a:spcPct val="100000"/>
              </a:lnSpc>
              <a:spcBef>
                <a:spcPts val="0"/>
              </a:spcBef>
              <a:buClrTx/>
              <a:buSzTx/>
              <a:buFont typeface="Arial" panose="020B0604020202020204" pitchFamily="34" charset="0"/>
              <a:buChar char="•"/>
              <a:tabLst/>
              <a:defRPr/>
            </a:pPr>
            <a:r>
              <a:rPr lang="en-US" sz="1400" dirty="0">
                <a:solidFill>
                  <a:srgbClr val="061F32"/>
                </a:solidFill>
                <a:latin typeface="Arial"/>
                <a:ea typeface="Helvetica Neue" panose="02000503000000020004" pitchFamily="2" charset="0"/>
                <a:cs typeface="Helvetica Neue" panose="02000503000000020004" pitchFamily="2" charset="0"/>
              </a:rPr>
              <a:t>Lack of realism</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14" name="Rectangle 13">
            <a:extLst>
              <a:ext uri="{FF2B5EF4-FFF2-40B4-BE49-F238E27FC236}">
                <a16:creationId xmlns:a16="http://schemas.microsoft.com/office/drawing/2014/main" id="{F5D7E39A-3E05-72D6-7118-BF4FA316682A}"/>
              </a:ext>
            </a:extLst>
          </p:cNvPr>
          <p:cNvSpPr/>
          <p:nvPr/>
        </p:nvSpPr>
        <p:spPr>
          <a:xfrm>
            <a:off x="554734" y="5148119"/>
            <a:ext cx="11353248" cy="113116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What is needed instead is at national level is positive framing: an </a:t>
            </a:r>
            <a:r>
              <a:rPr kumimoji="0" lang="en-US" sz="1600" b="1" i="1"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industrial policy strategy</a:t>
            </a: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 combined with </a:t>
            </a:r>
            <a:r>
              <a:rPr kumimoji="0" lang="en-US" sz="1600" b="1" i="1"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realistic carbon pricing strategy</a:t>
            </a:r>
            <a:r>
              <a:rPr kumimoji="0" lang="en-US" sz="1600" b="1"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 expressed in </a:t>
            </a:r>
            <a:r>
              <a:rPr kumimoji="0" lang="en-US" sz="1600" b="1" i="1"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popular </a:t>
            </a:r>
            <a:r>
              <a:rPr kumimoji="0" lang="en-US" sz="1600" b="1"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terms that would satisfy the median voter.</a:t>
            </a: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61F32"/>
                </a:solidFill>
                <a:latin typeface="Arial"/>
                <a:ea typeface="Helvetica Neue" panose="02000503000000020004" pitchFamily="2" charset="0"/>
                <a:cs typeface="Helvetica Neue" panose="02000503000000020004" pitchFamily="2" charset="0"/>
              </a:rPr>
              <a:t>At international level: need some approach that provides incentives (e.g. WB incentives &amp; destination carbon tax)</a:t>
            </a:r>
            <a:endParaRPr kumimoji="0" lang="en-US" sz="1600" b="1"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12" name="Rectangle 11">
            <a:extLst>
              <a:ext uri="{FF2B5EF4-FFF2-40B4-BE49-F238E27FC236}">
                <a16:creationId xmlns:a16="http://schemas.microsoft.com/office/drawing/2014/main" id="{FB89337F-DC23-440D-22D4-4E5DBCC3C623}"/>
              </a:ext>
            </a:extLst>
          </p:cNvPr>
          <p:cNvSpPr/>
          <p:nvPr/>
        </p:nvSpPr>
        <p:spPr>
          <a:xfrm>
            <a:off x="4422031" y="3684896"/>
            <a:ext cx="3345461" cy="1172306"/>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indent="-233363">
              <a:buFont typeface="Arial" panose="020B0604020202020204" pitchFamily="34" charset="0"/>
              <a:buChar char="•"/>
              <a:defRPr/>
            </a:pPr>
            <a:r>
              <a:rPr lang="en-US" sz="1400" dirty="0">
                <a:solidFill>
                  <a:srgbClr val="061F32"/>
                </a:solidFill>
                <a:latin typeface="Arial"/>
              </a:rPr>
              <a:t>Guilt tripping</a:t>
            </a:r>
          </a:p>
          <a:p>
            <a:pPr marL="233363" indent="-233363">
              <a:buFont typeface="Arial" panose="020B0604020202020204" pitchFamily="34" charset="0"/>
              <a:buChar char="•"/>
              <a:defRPr/>
            </a:pPr>
            <a:r>
              <a:rPr lang="en-US" sz="1400" dirty="0">
                <a:solidFill>
                  <a:srgbClr val="061F32"/>
                </a:solidFill>
              </a:rPr>
              <a:t>Expensive luxury. Appeals only to a subsector of the population</a:t>
            </a:r>
          </a:p>
          <a:p>
            <a:pPr marL="233363" indent="-233363">
              <a:buFont typeface="Arial" panose="020B0604020202020204" pitchFamily="34" charset="0"/>
              <a:buChar char="•"/>
              <a:defRPr/>
            </a:pPr>
            <a:r>
              <a:rPr lang="en-US" sz="1400" dirty="0">
                <a:solidFill>
                  <a:srgbClr val="061F32"/>
                </a:solidFill>
              </a:rPr>
              <a:t>Not concerned with median voter</a:t>
            </a:r>
          </a:p>
        </p:txBody>
      </p:sp>
      <p:sp>
        <p:nvSpPr>
          <p:cNvPr id="20" name="Rectangle 19">
            <a:extLst>
              <a:ext uri="{FF2B5EF4-FFF2-40B4-BE49-F238E27FC236}">
                <a16:creationId xmlns:a16="http://schemas.microsoft.com/office/drawing/2014/main" id="{1E4A50DC-C9B8-8D9A-FB6D-16949D01F09A}"/>
              </a:ext>
            </a:extLst>
          </p:cNvPr>
          <p:cNvSpPr/>
          <p:nvPr/>
        </p:nvSpPr>
        <p:spPr>
          <a:xfrm>
            <a:off x="4422031" y="2125101"/>
            <a:ext cx="3345461" cy="113116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Bottom Up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FFFF"/>
                </a:solidFill>
                <a:latin typeface="Arial"/>
                <a:ea typeface="Helvetica Neue" panose="02000503000000020004" pitchFamily="2" charset="0"/>
                <a:cs typeface="Helvetica Neue" panose="02000503000000020004" pitchFamily="2" charset="0"/>
              </a:rPr>
              <a:t>Green Carbon Footprint</a:t>
            </a:r>
            <a:endPar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endParaRPr>
          </a:p>
        </p:txBody>
      </p:sp>
      <p:sp>
        <p:nvSpPr>
          <p:cNvPr id="13" name="Rectangle 12">
            <a:extLst>
              <a:ext uri="{FF2B5EF4-FFF2-40B4-BE49-F238E27FC236}">
                <a16:creationId xmlns:a16="http://schemas.microsoft.com/office/drawing/2014/main" id="{14472A90-45B0-098C-19AA-B36CBB455451}"/>
              </a:ext>
            </a:extLst>
          </p:cNvPr>
          <p:cNvSpPr/>
          <p:nvPr/>
        </p:nvSpPr>
        <p:spPr>
          <a:xfrm>
            <a:off x="8289327" y="3684896"/>
            <a:ext cx="3345461" cy="1172306"/>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Focus of economists without reference to other disciplines</a:t>
            </a:r>
          </a:p>
          <a:p>
            <a:pPr marL="233363" marR="0" lvl="0" indent="-233363" algn="l" defTabSz="914400" rtl="0" eaLnBrk="1" fontAlgn="auto" latinLnBrk="0" hangingPunct="1">
              <a:lnSpc>
                <a:spcPct val="100000"/>
              </a:lnSpc>
              <a:spcBef>
                <a:spcPts val="0"/>
              </a:spcBef>
              <a:buClrTx/>
              <a:buSzTx/>
              <a:buFont typeface="Arial" panose="020B0604020202020204" pitchFamily="34" charset="0"/>
              <a:buChar char="•"/>
              <a:tabLst/>
              <a:defRPr/>
            </a:pPr>
            <a:r>
              <a:rPr lang="en-US" sz="1400" dirty="0">
                <a:solidFill>
                  <a:srgbClr val="061F32"/>
                </a:solidFill>
                <a:latin typeface="Arial"/>
                <a:ea typeface="Helvetica Neue" panose="02000503000000020004" pitchFamily="2" charset="0"/>
                <a:cs typeface="Helvetica Neue" panose="02000503000000020004" pitchFamily="2" charset="0"/>
              </a:rPr>
              <a:t>Unpopular; attacks powerful interests</a:t>
            </a:r>
          </a:p>
          <a:p>
            <a:pPr marL="233363" marR="0" lvl="0" indent="-233363" algn="l" defTabSz="914400" rtl="0" eaLnBrk="1" fontAlgn="auto" latinLnBrk="0" hangingPunct="1">
              <a:lnSpc>
                <a:spcPct val="100000"/>
              </a:lnSpc>
              <a:spcBef>
                <a:spcPts val="0"/>
              </a:spcBef>
              <a:buClrTx/>
              <a:buSzTx/>
              <a:buFont typeface="Arial" panose="020B0604020202020204" pitchFamily="34" charset="0"/>
              <a:buChar char="•"/>
              <a:tabLst/>
              <a:defRPr/>
            </a:pPr>
            <a:r>
              <a:rPr lang="en-US" sz="1400" dirty="0">
                <a:solidFill>
                  <a:srgbClr val="061F32"/>
                </a:solidFill>
                <a:latin typeface="Arial"/>
                <a:ea typeface="Helvetica Neue" panose="02000503000000020004" pitchFamily="2" charset="0"/>
                <a:cs typeface="Helvetica Neue" panose="02000503000000020004" pitchFamily="2" charset="0"/>
              </a:rPr>
              <a:t>Only small emissions reductions</a:t>
            </a:r>
            <a:endPar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21" name="Rectangle 20">
            <a:extLst>
              <a:ext uri="{FF2B5EF4-FFF2-40B4-BE49-F238E27FC236}">
                <a16:creationId xmlns:a16="http://schemas.microsoft.com/office/drawing/2014/main" id="{533FD094-1319-BB34-3F1B-46D3BE760348}"/>
              </a:ext>
            </a:extLst>
          </p:cNvPr>
          <p:cNvSpPr/>
          <p:nvPr/>
        </p:nvSpPr>
        <p:spPr>
          <a:xfrm>
            <a:off x="8289327" y="2125101"/>
            <a:ext cx="3345461" cy="113116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FFFF"/>
                </a:solidFill>
                <a:latin typeface="Arial"/>
                <a:ea typeface="Helvetica Neue" panose="02000503000000020004" pitchFamily="2" charset="0"/>
                <a:cs typeface="Helvetica Neue" panose="02000503000000020004" pitchFamily="2" charset="0"/>
              </a:rPr>
              <a:t>Carbon Pricing</a:t>
            </a:r>
            <a:endPar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endParaRPr>
          </a:p>
        </p:txBody>
      </p:sp>
      <p:sp>
        <p:nvSpPr>
          <p:cNvPr id="3" name="Rectangle 2">
            <a:extLst>
              <a:ext uri="{FF2B5EF4-FFF2-40B4-BE49-F238E27FC236}">
                <a16:creationId xmlns:a16="http://schemas.microsoft.com/office/drawing/2014/main" id="{45F7BC43-089A-FC6D-7AB1-AC435472BB74}"/>
              </a:ext>
            </a:extLst>
          </p:cNvPr>
          <p:cNvSpPr/>
          <p:nvPr/>
        </p:nvSpPr>
        <p:spPr>
          <a:xfrm>
            <a:off x="554732" y="1357795"/>
            <a:ext cx="11080056" cy="499106"/>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Opinion: Climate policy in general has suffered from three bad strategies</a:t>
            </a:r>
          </a:p>
        </p:txBody>
      </p:sp>
    </p:spTree>
    <p:extLst>
      <p:ext uri="{BB962C8B-B14F-4D97-AF65-F5344CB8AC3E}">
        <p14:creationId xmlns:p14="http://schemas.microsoft.com/office/powerpoint/2010/main" val="1217645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0C9F-E359-217D-92E8-AB0A00D18580}"/>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E2D038C-0E75-0C25-D57B-D0A7E5E326D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3E2D038C-0E75-0C25-D57B-D0A7E5E326D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B4B979-5B65-6851-0951-5590871AF278}"/>
              </a:ext>
            </a:extLst>
          </p:cNvPr>
          <p:cNvSpPr>
            <a:spLocks noGrp="1"/>
          </p:cNvSpPr>
          <p:nvPr>
            <p:ph type="title"/>
          </p:nvPr>
        </p:nvSpPr>
        <p:spPr/>
        <p:txBody>
          <a:bodyPr/>
          <a:lstStyle/>
          <a:p>
            <a:r>
              <a:rPr lang="en-US" dirty="0"/>
              <a:t>Conceptual Framework: Mitigation Policy</a:t>
            </a:r>
            <a:endParaRPr lang="en-DK" dirty="0"/>
          </a:p>
        </p:txBody>
      </p:sp>
      <p:sp>
        <p:nvSpPr>
          <p:cNvPr id="17" name="Text Placeholder 16">
            <a:extLst>
              <a:ext uri="{FF2B5EF4-FFF2-40B4-BE49-F238E27FC236}">
                <a16:creationId xmlns:a16="http://schemas.microsoft.com/office/drawing/2014/main" id="{19C34858-55EE-B5A7-26C5-2618B95253F2}"/>
              </a:ext>
            </a:extLst>
          </p:cNvPr>
          <p:cNvSpPr>
            <a:spLocks noGrp="1"/>
          </p:cNvSpPr>
          <p:nvPr>
            <p:ph type="body" sz="quarter" idx="17"/>
          </p:nvPr>
        </p:nvSpPr>
        <p:spPr/>
        <p:txBody>
          <a:bodyPr/>
          <a:lstStyle/>
          <a:p>
            <a:r>
              <a:rPr lang="en-US" dirty="0"/>
              <a:t>Guide: How to structure a consulting proposal</a:t>
            </a:r>
          </a:p>
        </p:txBody>
      </p:sp>
      <p:sp>
        <p:nvSpPr>
          <p:cNvPr id="7" name="Rectangle 6">
            <a:extLst>
              <a:ext uri="{FF2B5EF4-FFF2-40B4-BE49-F238E27FC236}">
                <a16:creationId xmlns:a16="http://schemas.microsoft.com/office/drawing/2014/main" id="{DCF8D7C0-CE97-48B2-CDBE-796FA0AF3EFE}"/>
              </a:ext>
            </a:extLst>
          </p:cNvPr>
          <p:cNvSpPr/>
          <p:nvPr/>
        </p:nvSpPr>
        <p:spPr>
          <a:xfrm>
            <a:off x="554734" y="27198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Revenues but Low Mitigation</a:t>
            </a:r>
          </a:p>
        </p:txBody>
      </p:sp>
      <p:sp>
        <p:nvSpPr>
          <p:cNvPr id="11" name="Rectangle 10">
            <a:extLst>
              <a:ext uri="{FF2B5EF4-FFF2-40B4-BE49-F238E27FC236}">
                <a16:creationId xmlns:a16="http://schemas.microsoft.com/office/drawing/2014/main" id="{6F64C373-B83D-7DBB-86BA-C6BBF5443536}"/>
              </a:ext>
            </a:extLst>
          </p:cNvPr>
          <p:cNvSpPr/>
          <p:nvPr/>
        </p:nvSpPr>
        <p:spPr>
          <a:xfrm>
            <a:off x="554734" y="3420300"/>
            <a:ext cx="3345461" cy="1436902"/>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Small tax: medium revenues, small mitigation</a:t>
            </a:r>
            <a:endParaRPr lang="en-US" sz="1400" dirty="0">
              <a:solidFill>
                <a:srgbClr val="061F32"/>
              </a:solidFill>
              <a:latin typeface="Arial"/>
              <a:ea typeface="Helvetica Neue" panose="02000503000000020004" pitchFamily="2" charset="0"/>
              <a:cs typeface="Helvetica Neue" panose="02000503000000020004" pitchFamily="2" charset="0"/>
            </a:endParaRP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dirty="0">
                <a:solidFill>
                  <a:srgbClr val="061F32"/>
                </a:solidFill>
                <a:latin typeface="Arial"/>
                <a:ea typeface="Helvetica Neue" panose="02000503000000020004" pitchFamily="2" charset="0"/>
                <a:cs typeface="Helvetica Neue" panose="02000503000000020004" pitchFamily="2" charset="0"/>
              </a:rPr>
              <a:t>Large tax: systemic reform</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New proposal: Climate Legal liability</a:t>
            </a:r>
          </a:p>
        </p:txBody>
      </p:sp>
      <p:sp>
        <p:nvSpPr>
          <p:cNvPr id="14" name="Rectangle 13">
            <a:extLst>
              <a:ext uri="{FF2B5EF4-FFF2-40B4-BE49-F238E27FC236}">
                <a16:creationId xmlns:a16="http://schemas.microsoft.com/office/drawing/2014/main" id="{E3238F37-DDF7-838C-B8D8-174F56DC20C8}"/>
              </a:ext>
            </a:extLst>
          </p:cNvPr>
          <p:cNvSpPr/>
          <p:nvPr/>
        </p:nvSpPr>
        <p:spPr>
          <a:xfrm>
            <a:off x="554734" y="5425913"/>
            <a:ext cx="11195580" cy="85336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Total Mitigation is Function of Three Aspects  </a:t>
            </a:r>
          </a:p>
        </p:txBody>
      </p:sp>
      <p:sp>
        <p:nvSpPr>
          <p:cNvPr id="12" name="Rectangle 11">
            <a:extLst>
              <a:ext uri="{FF2B5EF4-FFF2-40B4-BE49-F238E27FC236}">
                <a16:creationId xmlns:a16="http://schemas.microsoft.com/office/drawing/2014/main" id="{EE3B8122-DA41-8446-9A08-6C78BF978578}"/>
              </a:ext>
            </a:extLst>
          </p:cNvPr>
          <p:cNvSpPr/>
          <p:nvPr/>
        </p:nvSpPr>
        <p:spPr>
          <a:xfrm>
            <a:off x="4422031" y="3420300"/>
            <a:ext cx="3345461" cy="1436902"/>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lvl="0" indent="-233363">
              <a:spcAft>
                <a:spcPts val="1200"/>
              </a:spcAft>
              <a:buFont typeface="Arial" panose="020B0604020202020204" pitchFamily="34" charset="0"/>
              <a:buChar char="•"/>
              <a:defRPr/>
            </a:pPr>
            <a:r>
              <a:rPr lang="en-US" sz="1400" dirty="0">
                <a:solidFill>
                  <a:srgbClr val="061F32"/>
                </a:solidFill>
                <a:ea typeface="Helvetica Neue" panose="02000503000000020004" pitchFamily="2" charset="0"/>
                <a:cs typeface="Helvetica Neue" panose="02000503000000020004" pitchFamily="2" charset="0"/>
              </a:rPr>
              <a:t>Feebates </a:t>
            </a:r>
          </a:p>
          <a:p>
            <a:pPr marL="233363" lvl="0" indent="-233363">
              <a:spcAft>
                <a:spcPts val="1200"/>
              </a:spcAft>
              <a:buFont typeface="Arial" panose="020B0604020202020204" pitchFamily="34" charset="0"/>
              <a:buChar char="•"/>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Regulatory Policy</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20" name="Rectangle 19">
            <a:extLst>
              <a:ext uri="{FF2B5EF4-FFF2-40B4-BE49-F238E27FC236}">
                <a16:creationId xmlns:a16="http://schemas.microsoft.com/office/drawing/2014/main" id="{81EF77AC-BD41-5DDC-F7EC-DA06ABCD7707}"/>
              </a:ext>
            </a:extLst>
          </p:cNvPr>
          <p:cNvSpPr/>
          <p:nvPr/>
        </p:nvSpPr>
        <p:spPr>
          <a:xfrm>
            <a:off x="4422031" y="27198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FFFF"/>
                </a:solidFill>
                <a:latin typeface="Arial"/>
                <a:ea typeface="Helvetica Neue" panose="02000503000000020004" pitchFamily="2" charset="0"/>
                <a:cs typeface="Helvetica Neue" panose="02000503000000020004" pitchFamily="2" charset="0"/>
              </a:rPr>
              <a:t>Phasing out Old Tech</a:t>
            </a:r>
            <a:endPar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endParaRPr>
          </a:p>
        </p:txBody>
      </p:sp>
      <p:sp>
        <p:nvSpPr>
          <p:cNvPr id="13" name="Rectangle 12">
            <a:extLst>
              <a:ext uri="{FF2B5EF4-FFF2-40B4-BE49-F238E27FC236}">
                <a16:creationId xmlns:a16="http://schemas.microsoft.com/office/drawing/2014/main" id="{34F48EFA-9AB6-3529-500C-C9694D5D4AAB}"/>
              </a:ext>
            </a:extLst>
          </p:cNvPr>
          <p:cNvSpPr/>
          <p:nvPr/>
        </p:nvSpPr>
        <p:spPr>
          <a:xfrm>
            <a:off x="8289327" y="3429000"/>
            <a:ext cx="3345461" cy="1428202"/>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Public Investment.</a:t>
            </a:r>
          </a:p>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dirty="0">
                <a:solidFill>
                  <a:srgbClr val="061F32"/>
                </a:solidFill>
                <a:latin typeface="Arial"/>
                <a:ea typeface="Helvetica Neue" panose="02000503000000020004" pitchFamily="2" charset="0"/>
                <a:cs typeface="Helvetica Neue" panose="02000503000000020004" pitchFamily="2" charset="0"/>
              </a:rPr>
              <a:t>Publicly-guaranteed Private Investment</a:t>
            </a:r>
            <a:endPar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21" name="Rectangle 20">
            <a:extLst>
              <a:ext uri="{FF2B5EF4-FFF2-40B4-BE49-F238E27FC236}">
                <a16:creationId xmlns:a16="http://schemas.microsoft.com/office/drawing/2014/main" id="{6FA3BB15-E706-1478-54C0-6C407C21F1E7}"/>
              </a:ext>
            </a:extLst>
          </p:cNvPr>
          <p:cNvSpPr/>
          <p:nvPr/>
        </p:nvSpPr>
        <p:spPr>
          <a:xfrm>
            <a:off x="8289327" y="27198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Green Investment</a:t>
            </a:r>
          </a:p>
        </p:txBody>
      </p:sp>
      <p:sp>
        <p:nvSpPr>
          <p:cNvPr id="23" name="Triangle 22">
            <a:extLst>
              <a:ext uri="{FF2B5EF4-FFF2-40B4-BE49-F238E27FC236}">
                <a16:creationId xmlns:a16="http://schemas.microsoft.com/office/drawing/2014/main" id="{AE3DF383-3A78-C826-A135-DEE86FFC1F5F}"/>
              </a:ext>
            </a:extLst>
          </p:cNvPr>
          <p:cNvSpPr/>
          <p:nvPr/>
        </p:nvSpPr>
        <p:spPr>
          <a:xfrm rot="10800000">
            <a:off x="9241767" y="5021241"/>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3" name="Rectangle 2">
            <a:extLst>
              <a:ext uri="{FF2B5EF4-FFF2-40B4-BE49-F238E27FC236}">
                <a16:creationId xmlns:a16="http://schemas.microsoft.com/office/drawing/2014/main" id="{A431E0E2-FD3A-0696-12F3-566392852B90}"/>
              </a:ext>
            </a:extLst>
          </p:cNvPr>
          <p:cNvSpPr/>
          <p:nvPr/>
        </p:nvSpPr>
        <p:spPr>
          <a:xfrm>
            <a:off x="554732" y="1357794"/>
            <a:ext cx="11080056" cy="98569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Under Political Constraints there are three main political pillars </a:t>
            </a:r>
          </a:p>
        </p:txBody>
      </p:sp>
      <p:sp>
        <p:nvSpPr>
          <p:cNvPr id="6" name="Triangle 22">
            <a:extLst>
              <a:ext uri="{FF2B5EF4-FFF2-40B4-BE49-F238E27FC236}">
                <a16:creationId xmlns:a16="http://schemas.microsoft.com/office/drawing/2014/main" id="{DE9F2F35-A756-9D3D-1C5A-77C4C01517A6}"/>
              </a:ext>
            </a:extLst>
          </p:cNvPr>
          <p:cNvSpPr/>
          <p:nvPr/>
        </p:nvSpPr>
        <p:spPr>
          <a:xfrm rot="10800000">
            <a:off x="5375709" y="5021242"/>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8" name="Triangle 22">
            <a:extLst>
              <a:ext uri="{FF2B5EF4-FFF2-40B4-BE49-F238E27FC236}">
                <a16:creationId xmlns:a16="http://schemas.microsoft.com/office/drawing/2014/main" id="{344AAFBD-3832-38E1-E6A5-48D650ED0E51}"/>
              </a:ext>
            </a:extLst>
          </p:cNvPr>
          <p:cNvSpPr/>
          <p:nvPr/>
        </p:nvSpPr>
        <p:spPr>
          <a:xfrm rot="10800000">
            <a:off x="1509652" y="5021240"/>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4" name="Rectangle 3">
            <a:extLst>
              <a:ext uri="{FF2B5EF4-FFF2-40B4-BE49-F238E27FC236}">
                <a16:creationId xmlns:a16="http://schemas.microsoft.com/office/drawing/2014/main" id="{116BDA26-A946-376D-3145-1FA4E8486EFA}"/>
              </a:ext>
            </a:extLst>
          </p:cNvPr>
          <p:cNvSpPr/>
          <p:nvPr/>
        </p:nvSpPr>
        <p:spPr>
          <a:xfrm>
            <a:off x="114300" y="2343492"/>
            <a:ext cx="8021782" cy="2513708"/>
          </a:xfrm>
          <a:prstGeom prst="rect">
            <a:avLst/>
          </a:prstGeom>
          <a:noFill/>
          <a:ln w="76200" cap="sq">
            <a:solidFill>
              <a:schemeClr val="bg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Tree>
    <p:extLst>
      <p:ext uri="{BB962C8B-B14F-4D97-AF65-F5344CB8AC3E}">
        <p14:creationId xmlns:p14="http://schemas.microsoft.com/office/powerpoint/2010/main" val="2894552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FE62-19CD-4739-5180-8C1C43C2F6A9}"/>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18826A0-1DD3-2CCE-162A-6807A84F7B8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818826A0-1DD3-2CCE-162A-6807A84F7B8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09F7B2-86D1-4990-FE0C-45001247CCFD}"/>
              </a:ext>
            </a:extLst>
          </p:cNvPr>
          <p:cNvSpPr>
            <a:spLocks noGrp="1"/>
          </p:cNvSpPr>
          <p:nvPr>
            <p:ph type="title"/>
          </p:nvPr>
        </p:nvSpPr>
        <p:spPr/>
        <p:txBody>
          <a:bodyPr/>
          <a:lstStyle/>
          <a:p>
            <a:r>
              <a:rPr lang="en-US" dirty="0"/>
              <a:t>The Argument</a:t>
            </a:r>
            <a:endParaRPr lang="en-DK" dirty="0"/>
          </a:p>
        </p:txBody>
      </p:sp>
      <p:sp>
        <p:nvSpPr>
          <p:cNvPr id="8" name="Text Placeholder 7">
            <a:extLst>
              <a:ext uri="{FF2B5EF4-FFF2-40B4-BE49-F238E27FC236}">
                <a16:creationId xmlns:a16="http://schemas.microsoft.com/office/drawing/2014/main" id="{34951C29-F0E8-8EEE-D51C-7DE783E62176}"/>
              </a:ext>
            </a:extLst>
          </p:cNvPr>
          <p:cNvSpPr>
            <a:spLocks noGrp="1"/>
          </p:cNvSpPr>
          <p:nvPr>
            <p:ph type="body" sz="quarter" idx="17"/>
          </p:nvPr>
        </p:nvSpPr>
        <p:spPr/>
        <p:txBody>
          <a:bodyPr/>
          <a:lstStyle/>
          <a:p>
            <a:r>
              <a:rPr lang="en-US" dirty="0"/>
              <a:t>Guide: How to structure a consulting proposal</a:t>
            </a:r>
          </a:p>
        </p:txBody>
      </p:sp>
      <p:sp>
        <p:nvSpPr>
          <p:cNvPr id="9" name="Rectangle 8">
            <a:extLst>
              <a:ext uri="{FF2B5EF4-FFF2-40B4-BE49-F238E27FC236}">
                <a16:creationId xmlns:a16="http://schemas.microsoft.com/office/drawing/2014/main" id="{90A59390-C819-79A0-3E1F-8E5F1AF37923}"/>
              </a:ext>
            </a:extLst>
          </p:cNvPr>
          <p:cNvSpPr/>
          <p:nvPr/>
        </p:nvSpPr>
        <p:spPr>
          <a:xfrm>
            <a:off x="554736" y="1865312"/>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GB" sz="1600" b="1" dirty="0">
                <a:solidFill>
                  <a:srgbClr val="FFFFFF"/>
                </a:solidFill>
                <a:latin typeface="Arial"/>
              </a:rPr>
              <a:t>Situation</a:t>
            </a:r>
            <a:endParaRPr kumimoji="0" lang="en-GB"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B4AAC5CA-2053-89AE-03C5-B342D12CA5A0}"/>
              </a:ext>
            </a:extLst>
          </p:cNvPr>
          <p:cNvSpPr/>
          <p:nvPr/>
        </p:nvSpPr>
        <p:spPr>
          <a:xfrm>
            <a:off x="3555110" y="1865312"/>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Many economists suggest carbon pricing (e.g. carbon tax or ETS) as a primary instrument for climate policy</a:t>
            </a:r>
          </a:p>
        </p:txBody>
      </p:sp>
      <p:sp>
        <p:nvSpPr>
          <p:cNvPr id="41" name="Rectangle 40">
            <a:extLst>
              <a:ext uri="{FF2B5EF4-FFF2-40B4-BE49-F238E27FC236}">
                <a16:creationId xmlns:a16="http://schemas.microsoft.com/office/drawing/2014/main" id="{DAFD0A2B-207B-C74C-BCF2-390420BD1053}"/>
              </a:ext>
            </a:extLst>
          </p:cNvPr>
          <p:cNvSpPr/>
          <p:nvPr/>
        </p:nvSpPr>
        <p:spPr>
          <a:xfrm>
            <a:off x="554736" y="2767780"/>
            <a:ext cx="2245614" cy="1633989"/>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Problem</a:t>
            </a:r>
          </a:p>
        </p:txBody>
      </p:sp>
      <p:sp>
        <p:nvSpPr>
          <p:cNvPr id="42" name="Rectangle 41">
            <a:extLst>
              <a:ext uri="{FF2B5EF4-FFF2-40B4-BE49-F238E27FC236}">
                <a16:creationId xmlns:a16="http://schemas.microsoft.com/office/drawing/2014/main" id="{ED078EFE-C57C-2CC9-E519-7FCA7579EB70}"/>
              </a:ext>
            </a:extLst>
          </p:cNvPr>
          <p:cNvSpPr/>
          <p:nvPr/>
        </p:nvSpPr>
        <p:spPr>
          <a:xfrm>
            <a:off x="3555110" y="2767780"/>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However, carbon pricing usually means higher energy prices, which can deindustrialize green regions and industrialize dirty regions..</a:t>
            </a:r>
          </a:p>
        </p:txBody>
      </p:sp>
      <p:sp>
        <p:nvSpPr>
          <p:cNvPr id="46" name="Rectangle 45">
            <a:extLst>
              <a:ext uri="{FF2B5EF4-FFF2-40B4-BE49-F238E27FC236}">
                <a16:creationId xmlns:a16="http://schemas.microsoft.com/office/drawing/2014/main" id="{0BB0F857-C9F0-5AC0-9CAA-6F229D964571}"/>
              </a:ext>
            </a:extLst>
          </p:cNvPr>
          <p:cNvSpPr/>
          <p:nvPr/>
        </p:nvSpPr>
        <p:spPr>
          <a:xfrm>
            <a:off x="3555110" y="3670248"/>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This is counterproductive both to the motivation to do substantive carbon pricing and to the global emissions reduction. Carbon pricing might make things worse!</a:t>
            </a:r>
          </a:p>
        </p:txBody>
      </p:sp>
      <p:sp>
        <p:nvSpPr>
          <p:cNvPr id="49" name="Rectangle 48">
            <a:extLst>
              <a:ext uri="{FF2B5EF4-FFF2-40B4-BE49-F238E27FC236}">
                <a16:creationId xmlns:a16="http://schemas.microsoft.com/office/drawing/2014/main" id="{4775692C-FF5C-CFE3-E357-32B5B3D92E4F}"/>
              </a:ext>
            </a:extLst>
          </p:cNvPr>
          <p:cNvSpPr/>
          <p:nvPr/>
        </p:nvSpPr>
        <p:spPr>
          <a:xfrm>
            <a:off x="554736" y="4572716"/>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Solution</a:t>
            </a:r>
          </a:p>
        </p:txBody>
      </p:sp>
      <p:sp>
        <p:nvSpPr>
          <p:cNvPr id="50" name="Rectangle 49">
            <a:extLst>
              <a:ext uri="{FF2B5EF4-FFF2-40B4-BE49-F238E27FC236}">
                <a16:creationId xmlns:a16="http://schemas.microsoft.com/office/drawing/2014/main" id="{6C34E257-5907-9669-3ACA-8C009620719C}"/>
              </a:ext>
            </a:extLst>
          </p:cNvPr>
          <p:cNvSpPr/>
          <p:nvPr/>
        </p:nvSpPr>
        <p:spPr>
          <a:xfrm>
            <a:off x="3555110" y="4572716"/>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For production implement a feebate (e.g. output-based rebating) system plus subsidy</a:t>
            </a: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600" dirty="0">
                <a:solidFill>
                  <a:srgbClr val="061F32"/>
                </a:solidFill>
                <a:latin typeface="Arial"/>
              </a:rPr>
              <a:t>For consumption, implement consumption-based carbon pricing.</a:t>
            </a:r>
            <a:endParaRPr kumimoji="0" lang="en-US" sz="1600" b="0" i="0" u="none" strike="noStrike" kern="1200" cap="none" spc="0" normalizeH="0" baseline="0" noProof="0" dirty="0">
              <a:ln>
                <a:noFill/>
              </a:ln>
              <a:solidFill>
                <a:srgbClr val="061F32"/>
              </a:solidFill>
              <a:effectLst/>
              <a:uLnTx/>
              <a:uFillTx/>
              <a:latin typeface="Arial"/>
              <a:ea typeface="+mn-ea"/>
              <a:cs typeface="+mn-cs"/>
            </a:endParaRPr>
          </a:p>
        </p:txBody>
      </p:sp>
      <p:sp>
        <p:nvSpPr>
          <p:cNvPr id="57" name="Rectangle 56">
            <a:extLst>
              <a:ext uri="{FF2B5EF4-FFF2-40B4-BE49-F238E27FC236}">
                <a16:creationId xmlns:a16="http://schemas.microsoft.com/office/drawing/2014/main" id="{18B75537-9FD6-8792-C5DB-253CE74B62F0}"/>
              </a:ext>
            </a:extLst>
          </p:cNvPr>
          <p:cNvSpPr/>
          <p:nvPr/>
        </p:nvSpPr>
        <p:spPr>
          <a:xfrm>
            <a:off x="554736" y="5475184"/>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GB" sz="1600" b="1" dirty="0">
                <a:solidFill>
                  <a:srgbClr val="FFFFFF"/>
                </a:solidFill>
                <a:latin typeface="Arial"/>
              </a:rPr>
              <a:t>Political Case</a:t>
            </a:r>
          </a:p>
        </p:txBody>
      </p:sp>
      <p:sp>
        <p:nvSpPr>
          <p:cNvPr id="58" name="Rectangle 57">
            <a:extLst>
              <a:ext uri="{FF2B5EF4-FFF2-40B4-BE49-F238E27FC236}">
                <a16:creationId xmlns:a16="http://schemas.microsoft.com/office/drawing/2014/main" id="{A8E10BA8-B2F5-BE4F-A3B9-451ACA8B1BD7}"/>
              </a:ext>
            </a:extLst>
          </p:cNvPr>
          <p:cNvSpPr/>
          <p:nvPr/>
        </p:nvSpPr>
        <p:spPr>
          <a:xfrm>
            <a:off x="3555109" y="5475184"/>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spcBef>
                <a:spcPts val="300"/>
              </a:spcBef>
              <a:spcAft>
                <a:spcPts val="300"/>
              </a:spcAf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WB should support production-side carbon pricing, so that industrial production relocates to greener areas. A club of countries can implement consumption charges.</a:t>
            </a:r>
          </a:p>
        </p:txBody>
      </p:sp>
      <p:sp>
        <p:nvSpPr>
          <p:cNvPr id="17" name="Triangle 16">
            <a:extLst>
              <a:ext uri="{FF2B5EF4-FFF2-40B4-BE49-F238E27FC236}">
                <a16:creationId xmlns:a16="http://schemas.microsoft.com/office/drawing/2014/main" id="{40AF1B75-A5B0-45DD-0131-6C9C94EB14F2}"/>
              </a:ext>
            </a:extLst>
          </p:cNvPr>
          <p:cNvSpPr>
            <a:spLocks noChangeAspect="1"/>
          </p:cNvSpPr>
          <p:nvPr/>
        </p:nvSpPr>
        <p:spPr>
          <a:xfrm rot="5400000">
            <a:off x="2997855" y="2100275"/>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8" name="Triangle 17">
            <a:extLst>
              <a:ext uri="{FF2B5EF4-FFF2-40B4-BE49-F238E27FC236}">
                <a16:creationId xmlns:a16="http://schemas.microsoft.com/office/drawing/2014/main" id="{B48B4B8C-F16C-8661-BD7F-3ABD4CBB1CB6}"/>
              </a:ext>
            </a:extLst>
          </p:cNvPr>
          <p:cNvSpPr>
            <a:spLocks noChangeAspect="1"/>
          </p:cNvSpPr>
          <p:nvPr/>
        </p:nvSpPr>
        <p:spPr>
          <a:xfrm rot="5400000">
            <a:off x="2997855" y="3002743"/>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9" name="Triangle 18">
            <a:extLst>
              <a:ext uri="{FF2B5EF4-FFF2-40B4-BE49-F238E27FC236}">
                <a16:creationId xmlns:a16="http://schemas.microsoft.com/office/drawing/2014/main" id="{E1FA8F54-91BF-5ED0-D311-E817DB4F84E5}"/>
              </a:ext>
            </a:extLst>
          </p:cNvPr>
          <p:cNvSpPr>
            <a:spLocks noChangeAspect="1"/>
          </p:cNvSpPr>
          <p:nvPr/>
        </p:nvSpPr>
        <p:spPr>
          <a:xfrm rot="5400000">
            <a:off x="2997855" y="3905211"/>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0" name="Triangle 19">
            <a:extLst>
              <a:ext uri="{FF2B5EF4-FFF2-40B4-BE49-F238E27FC236}">
                <a16:creationId xmlns:a16="http://schemas.microsoft.com/office/drawing/2014/main" id="{6AECC632-2820-9E6B-0657-32884530E613}"/>
              </a:ext>
            </a:extLst>
          </p:cNvPr>
          <p:cNvSpPr>
            <a:spLocks noChangeAspect="1"/>
          </p:cNvSpPr>
          <p:nvPr/>
        </p:nvSpPr>
        <p:spPr>
          <a:xfrm rot="5400000">
            <a:off x="2997855" y="5710147"/>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1" name="Triangle 20">
            <a:extLst>
              <a:ext uri="{FF2B5EF4-FFF2-40B4-BE49-F238E27FC236}">
                <a16:creationId xmlns:a16="http://schemas.microsoft.com/office/drawing/2014/main" id="{8BAA85C3-A05C-32C2-BA3D-82D35FE09069}"/>
              </a:ext>
            </a:extLst>
          </p:cNvPr>
          <p:cNvSpPr>
            <a:spLocks noChangeAspect="1"/>
          </p:cNvSpPr>
          <p:nvPr/>
        </p:nvSpPr>
        <p:spPr>
          <a:xfrm rot="5400000">
            <a:off x="2997855" y="4807679"/>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3257885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D120C8-6108-A23D-266C-7B192F56C1DB}"/>
              </a:ext>
            </a:extLst>
          </p:cNvPr>
          <p:cNvSpPr>
            <a:spLocks noGrp="1"/>
          </p:cNvSpPr>
          <p:nvPr>
            <p:ph type="title"/>
          </p:nvPr>
        </p:nvSpPr>
        <p:spPr/>
        <p:txBody>
          <a:bodyPr/>
          <a:lstStyle/>
          <a:p>
            <a:r>
              <a:rPr lang="en-US" dirty="0"/>
              <a:t>Carbon Pricing</a:t>
            </a:r>
          </a:p>
        </p:txBody>
      </p:sp>
      <p:sp>
        <p:nvSpPr>
          <p:cNvPr id="6" name="Text Placeholder 5">
            <a:extLst>
              <a:ext uri="{FF2B5EF4-FFF2-40B4-BE49-F238E27FC236}">
                <a16:creationId xmlns:a16="http://schemas.microsoft.com/office/drawing/2014/main" id="{CA0CB426-B518-BAE6-9392-CB3DB9DCACAF}"/>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73404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2B02-02EE-C93A-29DD-78BC24E094B2}"/>
              </a:ext>
            </a:extLst>
          </p:cNvPr>
          <p:cNvSpPr>
            <a:spLocks noGrp="1"/>
          </p:cNvSpPr>
          <p:nvPr>
            <p:ph type="title"/>
          </p:nvPr>
        </p:nvSpPr>
        <p:spPr/>
        <p:txBody>
          <a:bodyPr/>
          <a:lstStyle/>
          <a:p>
            <a:r>
              <a:rPr lang="en-US" dirty="0"/>
              <a:t>Background: Carbon Taxes and ETS are two main carbon pricing strategies</a:t>
            </a:r>
          </a:p>
        </p:txBody>
      </p:sp>
      <p:sp>
        <p:nvSpPr>
          <p:cNvPr id="3" name="Text Placeholder 2">
            <a:extLst>
              <a:ext uri="{FF2B5EF4-FFF2-40B4-BE49-F238E27FC236}">
                <a16:creationId xmlns:a16="http://schemas.microsoft.com/office/drawing/2014/main" id="{92382F3A-09E8-96C4-6550-5DFA7A36799B}"/>
              </a:ext>
            </a:extLst>
          </p:cNvPr>
          <p:cNvSpPr>
            <a:spLocks noGrp="1"/>
          </p:cNvSpPr>
          <p:nvPr>
            <p:ph type="body" idx="1"/>
          </p:nvPr>
        </p:nvSpPr>
        <p:spPr/>
        <p:txBody>
          <a:bodyPr>
            <a:normAutofit/>
          </a:bodyPr>
          <a:lstStyle/>
          <a:p>
            <a:r>
              <a:rPr lang="en-US" sz="3200" b="1" dirty="0"/>
              <a:t>Carbon Pricing puts a price on emissions by increasing fuel prices or requiring permits to emit.</a:t>
            </a:r>
          </a:p>
          <a:p>
            <a:r>
              <a:rPr lang="en-US" sz="3200" b="1" dirty="0"/>
              <a:t>ETS</a:t>
            </a:r>
            <a:r>
              <a:rPr lang="en-US" sz="3200" dirty="0"/>
              <a:t> (Emissions Trading Scheme) sets the quantity of emissions and lets the market determine the price.</a:t>
            </a:r>
          </a:p>
          <a:p>
            <a:r>
              <a:rPr lang="en-US" sz="3200" dirty="0"/>
              <a:t>Carbon tax is an increase in excise duties on fuels such that they are proportional to carbon content</a:t>
            </a:r>
          </a:p>
        </p:txBody>
      </p:sp>
      <p:sp>
        <p:nvSpPr>
          <p:cNvPr id="4" name="Text Placeholder 3">
            <a:extLst>
              <a:ext uri="{FF2B5EF4-FFF2-40B4-BE49-F238E27FC236}">
                <a16:creationId xmlns:a16="http://schemas.microsoft.com/office/drawing/2014/main" id="{721BAD9C-9FFE-FECC-74F7-19020DC4B65D}"/>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36391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2523A-D97C-33D3-E9B5-E2F8B1746E4E}"/>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2381E89-AA41-14E2-BE42-11662C609E56}"/>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12381E89-AA41-14E2-BE42-11662C609E5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C066E8-3EC4-9D0A-62EC-173FAA3E4420}"/>
              </a:ext>
            </a:extLst>
          </p:cNvPr>
          <p:cNvSpPr>
            <a:spLocks noGrp="1"/>
          </p:cNvSpPr>
          <p:nvPr>
            <p:ph type="title"/>
          </p:nvPr>
        </p:nvSpPr>
        <p:spPr/>
        <p:txBody>
          <a:bodyPr/>
          <a:lstStyle/>
          <a:p>
            <a:r>
              <a:rPr lang="en-US" dirty="0"/>
              <a:t>Three Purposes of Carbon Pricing</a:t>
            </a:r>
            <a:endParaRPr lang="en-DK" dirty="0"/>
          </a:p>
        </p:txBody>
      </p:sp>
      <p:sp>
        <p:nvSpPr>
          <p:cNvPr id="17" name="Text Placeholder 16">
            <a:extLst>
              <a:ext uri="{FF2B5EF4-FFF2-40B4-BE49-F238E27FC236}">
                <a16:creationId xmlns:a16="http://schemas.microsoft.com/office/drawing/2014/main" id="{1652A38C-81DD-33D2-C126-6FA86C65A095}"/>
              </a:ext>
            </a:extLst>
          </p:cNvPr>
          <p:cNvSpPr>
            <a:spLocks noGrp="1"/>
          </p:cNvSpPr>
          <p:nvPr>
            <p:ph type="body" sz="quarter" idx="17"/>
          </p:nvPr>
        </p:nvSpPr>
        <p:spPr/>
        <p:txBody>
          <a:bodyPr/>
          <a:lstStyle/>
          <a:p>
            <a:r>
              <a:rPr lang="en-US" dirty="0"/>
              <a:t>Guide: How to structure a consulting proposal</a:t>
            </a:r>
          </a:p>
        </p:txBody>
      </p:sp>
      <p:sp>
        <p:nvSpPr>
          <p:cNvPr id="7" name="Rectangle 6">
            <a:extLst>
              <a:ext uri="{FF2B5EF4-FFF2-40B4-BE49-F238E27FC236}">
                <a16:creationId xmlns:a16="http://schemas.microsoft.com/office/drawing/2014/main" id="{41A1635E-2AFB-22A9-65DC-97C843C2CB6A}"/>
              </a:ext>
            </a:extLst>
          </p:cNvPr>
          <p:cNvSpPr/>
          <p:nvPr/>
        </p:nvSpPr>
        <p:spPr>
          <a:xfrm>
            <a:off x="554734" y="2125101"/>
            <a:ext cx="3345461" cy="113116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Green Transition</a:t>
            </a:r>
          </a:p>
        </p:txBody>
      </p:sp>
      <p:sp>
        <p:nvSpPr>
          <p:cNvPr id="11" name="Rectangle 10">
            <a:extLst>
              <a:ext uri="{FF2B5EF4-FFF2-40B4-BE49-F238E27FC236}">
                <a16:creationId xmlns:a16="http://schemas.microsoft.com/office/drawing/2014/main" id="{C95C554A-DC0D-9999-7CCD-E4452C51F3BE}"/>
              </a:ext>
            </a:extLst>
          </p:cNvPr>
          <p:cNvSpPr/>
          <p:nvPr/>
        </p:nvSpPr>
        <p:spPr>
          <a:xfrm>
            <a:off x="554734" y="3684896"/>
            <a:ext cx="3345461" cy="1172306"/>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Incentivize the economy to transition to green production methods.</a:t>
            </a:r>
          </a:p>
        </p:txBody>
      </p:sp>
      <p:sp>
        <p:nvSpPr>
          <p:cNvPr id="14" name="Rectangle 13">
            <a:extLst>
              <a:ext uri="{FF2B5EF4-FFF2-40B4-BE49-F238E27FC236}">
                <a16:creationId xmlns:a16="http://schemas.microsoft.com/office/drawing/2014/main" id="{86819C0A-DEB8-6919-98FA-D5F5AB97E19B}"/>
              </a:ext>
            </a:extLst>
          </p:cNvPr>
          <p:cNvSpPr/>
          <p:nvPr/>
        </p:nvSpPr>
        <p:spPr>
          <a:xfrm>
            <a:off x="554734" y="5425913"/>
            <a:ext cx="7212758" cy="85336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Conventional Carbon Pricing (e.g. carbon tax) combines two functions.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This </a:t>
            </a:r>
            <a:r>
              <a:rPr lang="en-US" sz="1600" b="1" dirty="0">
                <a:solidFill>
                  <a:srgbClr val="061F32"/>
                </a:solidFill>
                <a:latin typeface="Arial"/>
                <a:ea typeface="Helvetica Neue" panose="02000503000000020004" pitchFamily="2" charset="0"/>
                <a:cs typeface="Helvetica Neue" panose="02000503000000020004" pitchFamily="2" charset="0"/>
              </a:rPr>
              <a:t>sometimes makes it less feasible than just one function.</a:t>
            </a:r>
            <a:endPar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endParaRPr>
          </a:p>
        </p:txBody>
      </p:sp>
      <p:sp>
        <p:nvSpPr>
          <p:cNvPr id="12" name="Rectangle 11">
            <a:extLst>
              <a:ext uri="{FF2B5EF4-FFF2-40B4-BE49-F238E27FC236}">
                <a16:creationId xmlns:a16="http://schemas.microsoft.com/office/drawing/2014/main" id="{AB857BD9-58F9-7ACF-6D4D-79FB90647DED}"/>
              </a:ext>
            </a:extLst>
          </p:cNvPr>
          <p:cNvSpPr/>
          <p:nvPr/>
        </p:nvSpPr>
        <p:spPr>
          <a:xfrm>
            <a:off x="4422031" y="3684896"/>
            <a:ext cx="3345461" cy="1172306"/>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Ensures that the polluting consumer and producers pay when they are </a:t>
            </a:r>
          </a:p>
        </p:txBody>
      </p:sp>
      <p:sp>
        <p:nvSpPr>
          <p:cNvPr id="20" name="Rectangle 19">
            <a:extLst>
              <a:ext uri="{FF2B5EF4-FFF2-40B4-BE49-F238E27FC236}">
                <a16:creationId xmlns:a16="http://schemas.microsoft.com/office/drawing/2014/main" id="{1EF8837C-E57D-5C97-507F-73A37210D33A}"/>
              </a:ext>
            </a:extLst>
          </p:cNvPr>
          <p:cNvSpPr/>
          <p:nvPr/>
        </p:nvSpPr>
        <p:spPr>
          <a:xfrm>
            <a:off x="4422031" y="27198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Polluter Pays</a:t>
            </a:r>
          </a:p>
        </p:txBody>
      </p:sp>
      <p:sp>
        <p:nvSpPr>
          <p:cNvPr id="16" name="Rectangle 15">
            <a:extLst>
              <a:ext uri="{FF2B5EF4-FFF2-40B4-BE49-F238E27FC236}">
                <a16:creationId xmlns:a16="http://schemas.microsoft.com/office/drawing/2014/main" id="{3B674F4A-4848-F62D-429C-06915D1E4ABC}"/>
              </a:ext>
            </a:extLst>
          </p:cNvPr>
          <p:cNvSpPr/>
          <p:nvPr/>
        </p:nvSpPr>
        <p:spPr>
          <a:xfrm>
            <a:off x="8289327" y="5425913"/>
            <a:ext cx="3345461" cy="853365"/>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This function is often missing from conventional carbon pricing.</a:t>
            </a:r>
          </a:p>
        </p:txBody>
      </p:sp>
      <p:sp>
        <p:nvSpPr>
          <p:cNvPr id="13" name="Rectangle 12">
            <a:extLst>
              <a:ext uri="{FF2B5EF4-FFF2-40B4-BE49-F238E27FC236}">
                <a16:creationId xmlns:a16="http://schemas.microsoft.com/office/drawing/2014/main" id="{B13D7C2E-2E6A-013F-C1D8-AA8380AEF688}"/>
              </a:ext>
            </a:extLst>
          </p:cNvPr>
          <p:cNvSpPr/>
          <p:nvPr/>
        </p:nvSpPr>
        <p:spPr>
          <a:xfrm>
            <a:off x="8289327" y="3684896"/>
            <a:ext cx="3345461" cy="1172306"/>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pPr marL="233363" marR="0" lvl="0" indent="-233363"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Justice also requires that the damage is remediated or that those that are damaged are remediated.</a:t>
            </a:r>
          </a:p>
        </p:txBody>
      </p:sp>
      <p:sp>
        <p:nvSpPr>
          <p:cNvPr id="21" name="Rectangle 20">
            <a:extLst>
              <a:ext uri="{FF2B5EF4-FFF2-40B4-BE49-F238E27FC236}">
                <a16:creationId xmlns:a16="http://schemas.microsoft.com/office/drawing/2014/main" id="{F51782C8-7DE3-0FE8-BA0C-AD1BC237E87D}"/>
              </a:ext>
            </a:extLst>
          </p:cNvPr>
          <p:cNvSpPr/>
          <p:nvPr/>
        </p:nvSpPr>
        <p:spPr>
          <a:xfrm>
            <a:off x="8289327" y="2719861"/>
            <a:ext cx="3345461"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Damage is Remediated</a:t>
            </a:r>
          </a:p>
        </p:txBody>
      </p:sp>
      <p:sp>
        <p:nvSpPr>
          <p:cNvPr id="23" name="Triangle 22">
            <a:extLst>
              <a:ext uri="{FF2B5EF4-FFF2-40B4-BE49-F238E27FC236}">
                <a16:creationId xmlns:a16="http://schemas.microsoft.com/office/drawing/2014/main" id="{B5029149-957B-9687-AFBD-48B643240638}"/>
              </a:ext>
            </a:extLst>
          </p:cNvPr>
          <p:cNvSpPr/>
          <p:nvPr/>
        </p:nvSpPr>
        <p:spPr>
          <a:xfrm rot="10800000">
            <a:off x="9241767" y="5021241"/>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3" name="Rectangle 2">
            <a:extLst>
              <a:ext uri="{FF2B5EF4-FFF2-40B4-BE49-F238E27FC236}">
                <a16:creationId xmlns:a16="http://schemas.microsoft.com/office/drawing/2014/main" id="{26EC0DAF-0651-7B49-FE9A-CB71B610B049}"/>
              </a:ext>
            </a:extLst>
          </p:cNvPr>
          <p:cNvSpPr/>
          <p:nvPr/>
        </p:nvSpPr>
        <p:spPr>
          <a:xfrm>
            <a:off x="554732" y="1357795"/>
            <a:ext cx="11080056" cy="499106"/>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Carbon pricing has functions both for green transition and justice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61F32"/>
                </a:solidFill>
                <a:effectLst/>
                <a:uLnTx/>
                <a:uFillTx/>
                <a:latin typeface="Arial"/>
                <a:ea typeface="Helvetica Neue" panose="02000503000000020004" pitchFamily="2" charset="0"/>
                <a:cs typeface="Helvetica Neue" panose="02000503000000020004" pitchFamily="2" charset="0"/>
              </a:rPr>
              <a:t>Carbon taxes combines two functions of carbon pricing: Green Transition and Polluter Pays. </a:t>
            </a:r>
          </a:p>
        </p:txBody>
      </p:sp>
      <p:sp>
        <p:nvSpPr>
          <p:cNvPr id="4" name="Rectangle 3">
            <a:extLst>
              <a:ext uri="{FF2B5EF4-FFF2-40B4-BE49-F238E27FC236}">
                <a16:creationId xmlns:a16="http://schemas.microsoft.com/office/drawing/2014/main" id="{CD3DE1A2-7582-21CB-60DC-5639AB7C6E58}"/>
              </a:ext>
            </a:extLst>
          </p:cNvPr>
          <p:cNvSpPr/>
          <p:nvPr/>
        </p:nvSpPr>
        <p:spPr>
          <a:xfrm>
            <a:off x="4422029" y="2125101"/>
            <a:ext cx="7212758" cy="536401"/>
          </a:xfrm>
          <a:prstGeom prst="rect">
            <a:avLst/>
          </a:prstGeom>
          <a:solidFill>
            <a:srgbClr val="061F3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Helvetica Neue" panose="02000503000000020004" pitchFamily="2" charset="0"/>
                <a:cs typeface="Helvetica Neue" panose="02000503000000020004" pitchFamily="2" charset="0"/>
              </a:rPr>
              <a:t>Justice</a:t>
            </a:r>
          </a:p>
        </p:txBody>
      </p:sp>
      <p:sp>
        <p:nvSpPr>
          <p:cNvPr id="6" name="Triangle 22">
            <a:extLst>
              <a:ext uri="{FF2B5EF4-FFF2-40B4-BE49-F238E27FC236}">
                <a16:creationId xmlns:a16="http://schemas.microsoft.com/office/drawing/2014/main" id="{BA679C9F-2149-C153-A10D-BC8A9AA29761}"/>
              </a:ext>
            </a:extLst>
          </p:cNvPr>
          <p:cNvSpPr/>
          <p:nvPr/>
        </p:nvSpPr>
        <p:spPr>
          <a:xfrm rot="10800000">
            <a:off x="5375709" y="5021242"/>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8" name="Triangle 22">
            <a:extLst>
              <a:ext uri="{FF2B5EF4-FFF2-40B4-BE49-F238E27FC236}">
                <a16:creationId xmlns:a16="http://schemas.microsoft.com/office/drawing/2014/main" id="{C0773CD6-A7C5-FE6B-3518-9F89CAB2DB8D}"/>
              </a:ext>
            </a:extLst>
          </p:cNvPr>
          <p:cNvSpPr/>
          <p:nvPr/>
        </p:nvSpPr>
        <p:spPr>
          <a:xfrm rot="10800000">
            <a:off x="1509652" y="5021240"/>
            <a:ext cx="1440581" cy="240632"/>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385528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149F-DF97-C828-1549-542E51B10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9D902-615A-DE67-4BD7-DF88A598C27A}"/>
              </a:ext>
            </a:extLst>
          </p:cNvPr>
          <p:cNvSpPr>
            <a:spLocks noGrp="1"/>
          </p:cNvSpPr>
          <p:nvPr>
            <p:ph type="title"/>
          </p:nvPr>
        </p:nvSpPr>
        <p:spPr/>
        <p:txBody>
          <a:bodyPr/>
          <a:lstStyle/>
          <a:p>
            <a:r>
              <a:rPr lang="en-US" dirty="0"/>
              <a:t>Carbon Taxes and ETS are not equivalent</a:t>
            </a:r>
          </a:p>
        </p:txBody>
      </p:sp>
      <p:sp>
        <p:nvSpPr>
          <p:cNvPr id="4" name="Text Placeholder 3">
            <a:extLst>
              <a:ext uri="{FF2B5EF4-FFF2-40B4-BE49-F238E27FC236}">
                <a16:creationId xmlns:a16="http://schemas.microsoft.com/office/drawing/2014/main" id="{4FDBB8A2-771A-C116-648E-4DD66A090899}"/>
              </a:ext>
            </a:extLst>
          </p:cNvPr>
          <p:cNvSpPr>
            <a:spLocks noGrp="1"/>
          </p:cNvSpPr>
          <p:nvPr>
            <p:ph type="body" sz="quarter" idx="17"/>
          </p:nvPr>
        </p:nvSpPr>
        <p:spPr/>
        <p:txBody>
          <a:bodyPr/>
          <a:lstStyle/>
          <a:p>
            <a:endParaRPr lang="en-US"/>
          </a:p>
        </p:txBody>
      </p:sp>
      <p:sp>
        <p:nvSpPr>
          <p:cNvPr id="5" name="Rectangle 4">
            <a:extLst>
              <a:ext uri="{FF2B5EF4-FFF2-40B4-BE49-F238E27FC236}">
                <a16:creationId xmlns:a16="http://schemas.microsoft.com/office/drawing/2014/main" id="{CB742CB1-60DD-1B4A-9ACB-B881BA7A8251}"/>
              </a:ext>
            </a:extLst>
          </p:cNvPr>
          <p:cNvSpPr/>
          <p:nvPr/>
        </p:nvSpPr>
        <p:spPr>
          <a:xfrm>
            <a:off x="2479467" y="1899981"/>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ETS with auctioning</a:t>
            </a:r>
          </a:p>
        </p:txBody>
      </p:sp>
      <p:sp>
        <p:nvSpPr>
          <p:cNvPr id="13" name="Rectangle 12">
            <a:extLst>
              <a:ext uri="{FF2B5EF4-FFF2-40B4-BE49-F238E27FC236}">
                <a16:creationId xmlns:a16="http://schemas.microsoft.com/office/drawing/2014/main" id="{29E3A9E5-0CF4-127A-039E-3830FB9762CC}"/>
              </a:ext>
            </a:extLst>
          </p:cNvPr>
          <p:cNvSpPr/>
          <p:nvPr/>
        </p:nvSpPr>
        <p:spPr>
          <a:xfrm>
            <a:off x="5260995" y="1899981"/>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Carbon Tax</a:t>
            </a:r>
          </a:p>
        </p:txBody>
      </p:sp>
      <p:sp>
        <p:nvSpPr>
          <p:cNvPr id="15" name="Rectangle 14">
            <a:extLst>
              <a:ext uri="{FF2B5EF4-FFF2-40B4-BE49-F238E27FC236}">
                <a16:creationId xmlns:a16="http://schemas.microsoft.com/office/drawing/2014/main" id="{F2680B5B-2395-BDDF-4690-54FAADC66989}"/>
              </a:ext>
            </a:extLst>
          </p:cNvPr>
          <p:cNvSpPr/>
          <p:nvPr/>
        </p:nvSpPr>
        <p:spPr>
          <a:xfrm>
            <a:off x="2479467" y="4117539"/>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ETS with allocation</a:t>
            </a:r>
          </a:p>
        </p:txBody>
      </p:sp>
      <p:sp>
        <p:nvSpPr>
          <p:cNvPr id="16" name="Arrow: Left-Right 15">
            <a:extLst>
              <a:ext uri="{FF2B5EF4-FFF2-40B4-BE49-F238E27FC236}">
                <a16:creationId xmlns:a16="http://schemas.microsoft.com/office/drawing/2014/main" id="{93030263-D718-9933-D828-7D16A71F6CA6}"/>
              </a:ext>
            </a:extLst>
          </p:cNvPr>
          <p:cNvSpPr/>
          <p:nvPr/>
        </p:nvSpPr>
        <p:spPr>
          <a:xfrm>
            <a:off x="4123013" y="2781528"/>
            <a:ext cx="854170" cy="349372"/>
          </a:xfrm>
          <a:prstGeom prst="lef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7" name="Arrow: Left-Right 16">
            <a:extLst>
              <a:ext uri="{FF2B5EF4-FFF2-40B4-BE49-F238E27FC236}">
                <a16:creationId xmlns:a16="http://schemas.microsoft.com/office/drawing/2014/main" id="{6C7EC28F-0AE5-CDD6-D382-EBB33EC20422}"/>
              </a:ext>
            </a:extLst>
          </p:cNvPr>
          <p:cNvSpPr/>
          <p:nvPr/>
        </p:nvSpPr>
        <p:spPr>
          <a:xfrm>
            <a:off x="4165904" y="5108595"/>
            <a:ext cx="854170" cy="349372"/>
          </a:xfrm>
          <a:prstGeom prst="lef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8" name="TextBox 17">
            <a:extLst>
              <a:ext uri="{FF2B5EF4-FFF2-40B4-BE49-F238E27FC236}">
                <a16:creationId xmlns:a16="http://schemas.microsoft.com/office/drawing/2014/main" id="{5AC2BECE-8A1E-1473-A0BF-80535BF65917}"/>
              </a:ext>
            </a:extLst>
          </p:cNvPr>
          <p:cNvSpPr txBox="1"/>
          <p:nvPr/>
        </p:nvSpPr>
        <p:spPr>
          <a:xfrm>
            <a:off x="5672565" y="4796493"/>
            <a:ext cx="854170" cy="110604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5400" b="1" dirty="0">
                <a:solidFill>
                  <a:schemeClr val="bg1"/>
                </a:solidFill>
              </a:rPr>
              <a:t>?</a:t>
            </a:r>
            <a:endParaRPr lang="en-US" sz="1600" b="1" dirty="0">
              <a:solidFill>
                <a:schemeClr val="bg1"/>
              </a:solidFill>
            </a:endParaRPr>
          </a:p>
        </p:txBody>
      </p:sp>
      <p:sp>
        <p:nvSpPr>
          <p:cNvPr id="19" name="TextBox 18">
            <a:extLst>
              <a:ext uri="{FF2B5EF4-FFF2-40B4-BE49-F238E27FC236}">
                <a16:creationId xmlns:a16="http://schemas.microsoft.com/office/drawing/2014/main" id="{D07FAFF4-717F-DB5F-F9F0-CAA54F5893F7}"/>
              </a:ext>
            </a:extLst>
          </p:cNvPr>
          <p:cNvSpPr txBox="1"/>
          <p:nvPr/>
        </p:nvSpPr>
        <p:spPr>
          <a:xfrm>
            <a:off x="2479467" y="1336010"/>
            <a:ext cx="1242926" cy="43256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Fix Quantity</a:t>
            </a:r>
          </a:p>
        </p:txBody>
      </p:sp>
      <p:sp>
        <p:nvSpPr>
          <p:cNvPr id="20" name="TextBox 19">
            <a:extLst>
              <a:ext uri="{FF2B5EF4-FFF2-40B4-BE49-F238E27FC236}">
                <a16:creationId xmlns:a16="http://schemas.microsoft.com/office/drawing/2014/main" id="{D4D2BCAE-ECBC-F909-8700-4BFF99F9B8BC}"/>
              </a:ext>
            </a:extLst>
          </p:cNvPr>
          <p:cNvSpPr txBox="1"/>
          <p:nvPr/>
        </p:nvSpPr>
        <p:spPr>
          <a:xfrm>
            <a:off x="5260995" y="1336010"/>
            <a:ext cx="1242926" cy="432560"/>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Fix Price</a:t>
            </a:r>
          </a:p>
        </p:txBody>
      </p:sp>
      <p:sp>
        <p:nvSpPr>
          <p:cNvPr id="3" name="TextBox 2">
            <a:extLst>
              <a:ext uri="{FF2B5EF4-FFF2-40B4-BE49-F238E27FC236}">
                <a16:creationId xmlns:a16="http://schemas.microsoft.com/office/drawing/2014/main" id="{2301F5DA-432D-DB3C-47AC-D1B0C61278AC}"/>
              </a:ext>
            </a:extLst>
          </p:cNvPr>
          <p:cNvSpPr txBox="1"/>
          <p:nvPr/>
        </p:nvSpPr>
        <p:spPr>
          <a:xfrm>
            <a:off x="7159336" y="2078182"/>
            <a:ext cx="3792682" cy="1652154"/>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Transitional Incentive, Raises Revenue, Polluter Pays. </a:t>
            </a:r>
          </a:p>
          <a:p>
            <a:pPr algn="l">
              <a:spcBef>
                <a:spcPts val="300"/>
              </a:spcBef>
              <a:spcAft>
                <a:spcPts val="300"/>
              </a:spcAft>
              <a:buNone/>
            </a:pPr>
            <a:r>
              <a:rPr lang="en-US" sz="1600" dirty="0">
                <a:solidFill>
                  <a:schemeClr val="bg1"/>
                </a:solidFill>
              </a:rPr>
              <a:t>No remediation/compensation of climate losers.</a:t>
            </a:r>
          </a:p>
        </p:txBody>
      </p:sp>
      <p:sp>
        <p:nvSpPr>
          <p:cNvPr id="6" name="TextBox 5">
            <a:extLst>
              <a:ext uri="{FF2B5EF4-FFF2-40B4-BE49-F238E27FC236}">
                <a16:creationId xmlns:a16="http://schemas.microsoft.com/office/drawing/2014/main" id="{DF340CA9-8D75-95F6-D73E-9E10FC626BC4}"/>
              </a:ext>
            </a:extLst>
          </p:cNvPr>
          <p:cNvSpPr txBox="1"/>
          <p:nvPr/>
        </p:nvSpPr>
        <p:spPr>
          <a:xfrm>
            <a:off x="7062354" y="4282518"/>
            <a:ext cx="3792682" cy="1652154"/>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Transitional Incentive, </a:t>
            </a:r>
          </a:p>
          <a:p>
            <a:pPr algn="l">
              <a:spcBef>
                <a:spcPts val="300"/>
              </a:spcBef>
              <a:spcAft>
                <a:spcPts val="300"/>
              </a:spcAft>
              <a:buNone/>
            </a:pPr>
            <a:r>
              <a:rPr lang="en-US" sz="1600" dirty="0">
                <a:solidFill>
                  <a:schemeClr val="bg1"/>
                </a:solidFill>
              </a:rPr>
              <a:t>No remediation/compensation of climate losers.</a:t>
            </a:r>
          </a:p>
        </p:txBody>
      </p:sp>
    </p:spTree>
    <p:extLst>
      <p:ext uri="{BB962C8B-B14F-4D97-AF65-F5344CB8AC3E}">
        <p14:creationId xmlns:p14="http://schemas.microsoft.com/office/powerpoint/2010/main" val="87089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A7615-8E6C-B3AD-38F4-44642F32F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F190C-078F-FC1E-060C-7E195A03A5F3}"/>
              </a:ext>
            </a:extLst>
          </p:cNvPr>
          <p:cNvSpPr>
            <a:spLocks noGrp="1"/>
          </p:cNvSpPr>
          <p:nvPr>
            <p:ph type="title"/>
          </p:nvPr>
        </p:nvSpPr>
        <p:spPr/>
        <p:txBody>
          <a:bodyPr/>
          <a:lstStyle/>
          <a:p>
            <a:r>
              <a:rPr lang="en-US" dirty="0"/>
              <a:t>Rebated carbon taxes (informally, ‘feebates’) fill the gap</a:t>
            </a:r>
          </a:p>
        </p:txBody>
      </p:sp>
      <p:sp>
        <p:nvSpPr>
          <p:cNvPr id="3" name="Text Placeholder 2">
            <a:extLst>
              <a:ext uri="{FF2B5EF4-FFF2-40B4-BE49-F238E27FC236}">
                <a16:creationId xmlns:a16="http://schemas.microsoft.com/office/drawing/2014/main" id="{6F586DAD-6222-73AD-5199-78B4246A0F50}"/>
              </a:ext>
            </a:extLst>
          </p:cNvPr>
          <p:cNvSpPr>
            <a:spLocks noGrp="1"/>
          </p:cNvSpPr>
          <p:nvPr>
            <p:ph type="body" idx="1"/>
          </p:nvPr>
        </p:nvSpPr>
        <p:spPr>
          <a:xfrm>
            <a:off x="569118" y="1400033"/>
            <a:ext cx="11072019" cy="349372"/>
          </a:xfrm>
        </p:spPr>
        <p:txBody>
          <a:bodyPr>
            <a:normAutofit fontScale="77500" lnSpcReduction="20000"/>
          </a:bodyPr>
          <a:lstStyle/>
          <a:p>
            <a:endParaRPr lang="en-US" dirty="0"/>
          </a:p>
        </p:txBody>
      </p:sp>
      <p:sp>
        <p:nvSpPr>
          <p:cNvPr id="4" name="Text Placeholder 3">
            <a:extLst>
              <a:ext uri="{FF2B5EF4-FFF2-40B4-BE49-F238E27FC236}">
                <a16:creationId xmlns:a16="http://schemas.microsoft.com/office/drawing/2014/main" id="{47E09797-8926-3B18-8F5C-0DEEFBA6F1A3}"/>
              </a:ext>
            </a:extLst>
          </p:cNvPr>
          <p:cNvSpPr>
            <a:spLocks noGrp="1"/>
          </p:cNvSpPr>
          <p:nvPr>
            <p:ph type="body" sz="quarter" idx="17"/>
          </p:nvPr>
        </p:nvSpPr>
        <p:spPr/>
        <p:txBody>
          <a:bodyPr/>
          <a:lstStyle/>
          <a:p>
            <a:endParaRPr lang="en-US"/>
          </a:p>
        </p:txBody>
      </p:sp>
      <p:sp>
        <p:nvSpPr>
          <p:cNvPr id="5" name="Rectangle 4">
            <a:extLst>
              <a:ext uri="{FF2B5EF4-FFF2-40B4-BE49-F238E27FC236}">
                <a16:creationId xmlns:a16="http://schemas.microsoft.com/office/drawing/2014/main" id="{314A398D-83BB-ADC2-14E8-1D3589D440CD}"/>
              </a:ext>
            </a:extLst>
          </p:cNvPr>
          <p:cNvSpPr/>
          <p:nvPr/>
        </p:nvSpPr>
        <p:spPr>
          <a:xfrm>
            <a:off x="2479467" y="1899981"/>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ETS with auctioning</a:t>
            </a:r>
          </a:p>
        </p:txBody>
      </p:sp>
      <p:sp>
        <p:nvSpPr>
          <p:cNvPr id="13" name="Rectangle 12">
            <a:extLst>
              <a:ext uri="{FF2B5EF4-FFF2-40B4-BE49-F238E27FC236}">
                <a16:creationId xmlns:a16="http://schemas.microsoft.com/office/drawing/2014/main" id="{751F33F6-0353-B21F-4FDE-CA56475D70F1}"/>
              </a:ext>
            </a:extLst>
          </p:cNvPr>
          <p:cNvSpPr/>
          <p:nvPr/>
        </p:nvSpPr>
        <p:spPr>
          <a:xfrm>
            <a:off x="5260995" y="1899981"/>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Carbon Tax</a:t>
            </a:r>
          </a:p>
        </p:txBody>
      </p:sp>
      <p:sp>
        <p:nvSpPr>
          <p:cNvPr id="15" name="Rectangle 14">
            <a:extLst>
              <a:ext uri="{FF2B5EF4-FFF2-40B4-BE49-F238E27FC236}">
                <a16:creationId xmlns:a16="http://schemas.microsoft.com/office/drawing/2014/main" id="{C6E813D8-4034-0950-84E6-FFEFD45BE0C7}"/>
              </a:ext>
            </a:extLst>
          </p:cNvPr>
          <p:cNvSpPr/>
          <p:nvPr/>
        </p:nvSpPr>
        <p:spPr>
          <a:xfrm>
            <a:off x="2479467" y="4117539"/>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ETS with allocation</a:t>
            </a:r>
          </a:p>
        </p:txBody>
      </p:sp>
      <p:sp>
        <p:nvSpPr>
          <p:cNvPr id="16" name="Arrow: Left-Right 15">
            <a:extLst>
              <a:ext uri="{FF2B5EF4-FFF2-40B4-BE49-F238E27FC236}">
                <a16:creationId xmlns:a16="http://schemas.microsoft.com/office/drawing/2014/main" id="{20CD3DB3-252E-B07E-DE53-2A34D75606A2}"/>
              </a:ext>
            </a:extLst>
          </p:cNvPr>
          <p:cNvSpPr/>
          <p:nvPr/>
        </p:nvSpPr>
        <p:spPr>
          <a:xfrm>
            <a:off x="4123013" y="2781528"/>
            <a:ext cx="854170" cy="349372"/>
          </a:xfrm>
          <a:prstGeom prst="lef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7" name="Arrow: Left-Right 16">
            <a:extLst>
              <a:ext uri="{FF2B5EF4-FFF2-40B4-BE49-F238E27FC236}">
                <a16:creationId xmlns:a16="http://schemas.microsoft.com/office/drawing/2014/main" id="{3ED58AFD-AE0E-B9FB-4046-7C3E47389740}"/>
              </a:ext>
            </a:extLst>
          </p:cNvPr>
          <p:cNvSpPr/>
          <p:nvPr/>
        </p:nvSpPr>
        <p:spPr>
          <a:xfrm>
            <a:off x="4165904" y="5108595"/>
            <a:ext cx="854170" cy="349372"/>
          </a:xfrm>
          <a:prstGeom prst="leftRightArrow">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6" name="Rectangle 5">
            <a:extLst>
              <a:ext uri="{FF2B5EF4-FFF2-40B4-BE49-F238E27FC236}">
                <a16:creationId xmlns:a16="http://schemas.microsoft.com/office/drawing/2014/main" id="{95992D83-BCF9-923A-8B1A-101A3B05CA4A}"/>
              </a:ext>
            </a:extLst>
          </p:cNvPr>
          <p:cNvSpPr/>
          <p:nvPr/>
        </p:nvSpPr>
        <p:spPr>
          <a:xfrm>
            <a:off x="5260995" y="4117539"/>
            <a:ext cx="1242926" cy="198211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dirty="0">
                <a:solidFill>
                  <a:schemeClr val="bg1"/>
                </a:solidFill>
              </a:rPr>
              <a:t>Feebates (Rebated Carbon Taxes)</a:t>
            </a:r>
          </a:p>
        </p:txBody>
      </p:sp>
      <p:sp>
        <p:nvSpPr>
          <p:cNvPr id="7" name="TextBox 6">
            <a:extLst>
              <a:ext uri="{FF2B5EF4-FFF2-40B4-BE49-F238E27FC236}">
                <a16:creationId xmlns:a16="http://schemas.microsoft.com/office/drawing/2014/main" id="{511BA407-B731-2B5F-E803-E172E685549F}"/>
              </a:ext>
            </a:extLst>
          </p:cNvPr>
          <p:cNvSpPr txBox="1"/>
          <p:nvPr/>
        </p:nvSpPr>
        <p:spPr>
          <a:xfrm>
            <a:off x="7159336" y="2078182"/>
            <a:ext cx="3792682" cy="1652154"/>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Transitional Incentive, Raises Revenue, Polluter Pays. </a:t>
            </a:r>
          </a:p>
          <a:p>
            <a:pPr algn="l">
              <a:spcBef>
                <a:spcPts val="300"/>
              </a:spcBef>
              <a:spcAft>
                <a:spcPts val="300"/>
              </a:spcAft>
              <a:buNone/>
            </a:pPr>
            <a:r>
              <a:rPr lang="en-US" sz="1600" dirty="0">
                <a:solidFill>
                  <a:schemeClr val="bg1"/>
                </a:solidFill>
              </a:rPr>
              <a:t>No remediation/compensation of climate losers.</a:t>
            </a:r>
          </a:p>
        </p:txBody>
      </p:sp>
      <p:sp>
        <p:nvSpPr>
          <p:cNvPr id="8" name="TextBox 7">
            <a:extLst>
              <a:ext uri="{FF2B5EF4-FFF2-40B4-BE49-F238E27FC236}">
                <a16:creationId xmlns:a16="http://schemas.microsoft.com/office/drawing/2014/main" id="{254AB6BF-EADF-3C5C-A46A-AE1058E06958}"/>
              </a:ext>
            </a:extLst>
          </p:cNvPr>
          <p:cNvSpPr txBox="1"/>
          <p:nvPr/>
        </p:nvSpPr>
        <p:spPr>
          <a:xfrm>
            <a:off x="7062354" y="4282518"/>
            <a:ext cx="3792682" cy="1652154"/>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Transitional Incentive, </a:t>
            </a:r>
          </a:p>
          <a:p>
            <a:pPr algn="l">
              <a:spcBef>
                <a:spcPts val="300"/>
              </a:spcBef>
              <a:spcAft>
                <a:spcPts val="300"/>
              </a:spcAft>
              <a:buNone/>
            </a:pPr>
            <a:r>
              <a:rPr lang="en-US" sz="1600" dirty="0">
                <a:solidFill>
                  <a:schemeClr val="bg1"/>
                </a:solidFill>
              </a:rPr>
              <a:t>No remediation/compensation of climate losers.</a:t>
            </a:r>
          </a:p>
        </p:txBody>
      </p:sp>
    </p:spTree>
    <p:extLst>
      <p:ext uri="{BB962C8B-B14F-4D97-AF65-F5344CB8AC3E}">
        <p14:creationId xmlns:p14="http://schemas.microsoft.com/office/powerpoint/2010/main" val="1759882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A26FB-CBED-6E88-E698-CCB3745970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BAD463-BBED-CA0D-0FF3-9886B3E661B2}"/>
              </a:ext>
            </a:extLst>
          </p:cNvPr>
          <p:cNvSpPr>
            <a:spLocks noGrp="1"/>
          </p:cNvSpPr>
          <p:nvPr>
            <p:ph type="title"/>
          </p:nvPr>
        </p:nvSpPr>
        <p:spPr/>
        <p:txBody>
          <a:bodyPr/>
          <a:lstStyle/>
          <a:p>
            <a:r>
              <a:rPr lang="en-US" dirty="0"/>
              <a:t>Production, Consumption and Trade</a:t>
            </a:r>
          </a:p>
        </p:txBody>
      </p:sp>
      <p:sp>
        <p:nvSpPr>
          <p:cNvPr id="6" name="Text Placeholder 5">
            <a:extLst>
              <a:ext uri="{FF2B5EF4-FFF2-40B4-BE49-F238E27FC236}">
                <a16:creationId xmlns:a16="http://schemas.microsoft.com/office/drawing/2014/main" id="{F6A00633-F118-37E4-604D-20399535D074}"/>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3906106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D1E2C-0D48-8CC1-A575-07C7FF4E2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6D150-449F-03B9-BC6F-222DFF7CED80}"/>
              </a:ext>
            </a:extLst>
          </p:cNvPr>
          <p:cNvSpPr>
            <a:spLocks noGrp="1"/>
          </p:cNvSpPr>
          <p:nvPr>
            <p:ph type="title"/>
          </p:nvPr>
        </p:nvSpPr>
        <p:spPr/>
        <p:txBody>
          <a:bodyPr/>
          <a:lstStyle/>
          <a:p>
            <a:r>
              <a:rPr lang="en-US" dirty="0"/>
              <a:t>Traditional Carbon Pricing Covers Production</a:t>
            </a:r>
          </a:p>
        </p:txBody>
      </p:sp>
      <p:sp>
        <p:nvSpPr>
          <p:cNvPr id="3" name="Text Placeholder 2">
            <a:extLst>
              <a:ext uri="{FF2B5EF4-FFF2-40B4-BE49-F238E27FC236}">
                <a16:creationId xmlns:a16="http://schemas.microsoft.com/office/drawing/2014/main" id="{287FF809-58D4-7DA6-EE06-E6C24DC2937F}"/>
              </a:ext>
            </a:extLst>
          </p:cNvPr>
          <p:cNvSpPr>
            <a:spLocks noGrp="1"/>
          </p:cNvSpPr>
          <p:nvPr>
            <p:ph type="body" idx="1"/>
          </p:nvPr>
        </p:nvSpPr>
        <p:spPr>
          <a:xfrm>
            <a:off x="569118" y="1400033"/>
            <a:ext cx="11072019" cy="349372"/>
          </a:xfrm>
        </p:spPr>
        <p:txBody>
          <a:bodyPr>
            <a:normAutofit fontScale="77500" lnSpcReduction="20000"/>
          </a:bodyPr>
          <a:lstStyle/>
          <a:p>
            <a:endParaRPr lang="en-US" dirty="0"/>
          </a:p>
        </p:txBody>
      </p:sp>
      <p:sp>
        <p:nvSpPr>
          <p:cNvPr id="4" name="Text Placeholder 3">
            <a:extLst>
              <a:ext uri="{FF2B5EF4-FFF2-40B4-BE49-F238E27FC236}">
                <a16:creationId xmlns:a16="http://schemas.microsoft.com/office/drawing/2014/main" id="{573A3E16-DEF6-6337-CADD-A9BC3E2A582E}"/>
              </a:ext>
            </a:extLst>
          </p:cNvPr>
          <p:cNvSpPr>
            <a:spLocks noGrp="1"/>
          </p:cNvSpPr>
          <p:nvPr>
            <p:ph type="body" sz="quarter" idx="17"/>
          </p:nvPr>
        </p:nvSpPr>
        <p:spPr/>
        <p:txBody>
          <a:bodyPr/>
          <a:lstStyle/>
          <a:p>
            <a:endParaRPr lang="en-US"/>
          </a:p>
        </p:txBody>
      </p:sp>
      <p:grpSp>
        <p:nvGrpSpPr>
          <p:cNvPr id="12" name="Group 11">
            <a:extLst>
              <a:ext uri="{FF2B5EF4-FFF2-40B4-BE49-F238E27FC236}">
                <a16:creationId xmlns:a16="http://schemas.microsoft.com/office/drawing/2014/main" id="{7275C546-54FA-6533-473C-08FBA29E329B}"/>
              </a:ext>
            </a:extLst>
          </p:cNvPr>
          <p:cNvGrpSpPr/>
          <p:nvPr/>
        </p:nvGrpSpPr>
        <p:grpSpPr>
          <a:xfrm>
            <a:off x="3690453" y="3093628"/>
            <a:ext cx="5545718" cy="2923891"/>
            <a:chOff x="2557035" y="3219563"/>
            <a:chExt cx="5469062" cy="2923891"/>
          </a:xfrm>
        </p:grpSpPr>
        <p:sp>
          <p:nvSpPr>
            <p:cNvPr id="7" name="Oval 6">
              <a:extLst>
                <a:ext uri="{FF2B5EF4-FFF2-40B4-BE49-F238E27FC236}">
                  <a16:creationId xmlns:a16="http://schemas.microsoft.com/office/drawing/2014/main" id="{279A99C1-F77E-4AC8-CC28-9422BD5515E4}"/>
                </a:ext>
              </a:extLst>
            </p:cNvPr>
            <p:cNvSpPr/>
            <p:nvPr/>
          </p:nvSpPr>
          <p:spPr>
            <a:xfrm>
              <a:off x="2557035" y="3329073"/>
              <a:ext cx="3602845" cy="2814381"/>
            </a:xfrm>
            <a:prstGeom prst="ellipse">
              <a:avLst/>
            </a:prstGeom>
            <a:noFill/>
            <a:ln w="57150" cap="sq">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8" name="Oval 7">
              <a:extLst>
                <a:ext uri="{FF2B5EF4-FFF2-40B4-BE49-F238E27FC236}">
                  <a16:creationId xmlns:a16="http://schemas.microsoft.com/office/drawing/2014/main" id="{06CA27D0-333A-ADB6-9209-06B22030AF4F}"/>
                </a:ext>
              </a:extLst>
            </p:cNvPr>
            <p:cNvSpPr/>
            <p:nvPr/>
          </p:nvSpPr>
          <p:spPr>
            <a:xfrm>
              <a:off x="3648473" y="3219563"/>
              <a:ext cx="4377624" cy="2814381"/>
            </a:xfrm>
            <a:prstGeom prst="ellipse">
              <a:avLst/>
            </a:prstGeom>
            <a:noFill/>
            <a:ln w="57150" cap="sq">
              <a:solidFill>
                <a:schemeClr val="bg1">
                  <a:lumMod val="50000"/>
                  <a:lumOff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9" name="TextBox 8">
              <a:extLst>
                <a:ext uri="{FF2B5EF4-FFF2-40B4-BE49-F238E27FC236}">
                  <a16:creationId xmlns:a16="http://schemas.microsoft.com/office/drawing/2014/main" id="{865B659A-737B-8456-5B88-FF9C04C1186F}"/>
                </a:ext>
              </a:extLst>
            </p:cNvPr>
            <p:cNvSpPr txBox="1"/>
            <p:nvPr/>
          </p:nvSpPr>
          <p:spPr>
            <a:xfrm>
              <a:off x="2727160" y="4536409"/>
              <a:ext cx="1023909" cy="39970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Exports</a:t>
              </a:r>
            </a:p>
          </p:txBody>
        </p:sp>
        <p:sp>
          <p:nvSpPr>
            <p:cNvPr id="10" name="TextBox 9">
              <a:extLst>
                <a:ext uri="{FF2B5EF4-FFF2-40B4-BE49-F238E27FC236}">
                  <a16:creationId xmlns:a16="http://schemas.microsoft.com/office/drawing/2014/main" id="{79EC49D8-ED72-1EF8-CC69-949043AF4EA8}"/>
                </a:ext>
              </a:extLst>
            </p:cNvPr>
            <p:cNvSpPr txBox="1"/>
            <p:nvPr/>
          </p:nvSpPr>
          <p:spPr>
            <a:xfrm>
              <a:off x="6690086" y="4536409"/>
              <a:ext cx="1023909" cy="39970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Imports</a:t>
              </a:r>
            </a:p>
          </p:txBody>
        </p:sp>
        <p:sp>
          <p:nvSpPr>
            <p:cNvPr id="11" name="TextBox 10">
              <a:extLst>
                <a:ext uri="{FF2B5EF4-FFF2-40B4-BE49-F238E27FC236}">
                  <a16:creationId xmlns:a16="http://schemas.microsoft.com/office/drawing/2014/main" id="{28176C36-09B5-68BF-570D-3B06994D15C7}"/>
                </a:ext>
              </a:extLst>
            </p:cNvPr>
            <p:cNvSpPr txBox="1"/>
            <p:nvPr/>
          </p:nvSpPr>
          <p:spPr>
            <a:xfrm>
              <a:off x="4178679" y="4116167"/>
              <a:ext cx="1367951" cy="102117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Domestic Production for Domestic Consumption</a:t>
              </a:r>
            </a:p>
          </p:txBody>
        </p:sp>
      </p:grpSp>
      <p:sp>
        <p:nvSpPr>
          <p:cNvPr id="6" name="TextBox 5">
            <a:extLst>
              <a:ext uri="{FF2B5EF4-FFF2-40B4-BE49-F238E27FC236}">
                <a16:creationId xmlns:a16="http://schemas.microsoft.com/office/drawing/2014/main" id="{5F0816E1-2EED-107C-AD60-F309BD0BFECD}"/>
              </a:ext>
            </a:extLst>
          </p:cNvPr>
          <p:cNvSpPr txBox="1"/>
          <p:nvPr/>
        </p:nvSpPr>
        <p:spPr>
          <a:xfrm>
            <a:off x="2352924" y="4221570"/>
            <a:ext cx="1337530" cy="887026"/>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b="1" dirty="0">
                <a:solidFill>
                  <a:schemeClr val="bg1"/>
                </a:solidFill>
              </a:rPr>
              <a:t>Domestic Production (Purple)</a:t>
            </a:r>
          </a:p>
        </p:txBody>
      </p:sp>
      <p:sp>
        <p:nvSpPr>
          <p:cNvPr id="14" name="TextBox 13">
            <a:extLst>
              <a:ext uri="{FF2B5EF4-FFF2-40B4-BE49-F238E27FC236}">
                <a16:creationId xmlns:a16="http://schemas.microsoft.com/office/drawing/2014/main" id="{640CF709-0D5E-1B41-0209-19DFA47424B6}"/>
              </a:ext>
            </a:extLst>
          </p:cNvPr>
          <p:cNvSpPr txBox="1"/>
          <p:nvPr/>
        </p:nvSpPr>
        <p:spPr>
          <a:xfrm>
            <a:off x="9501632" y="4221570"/>
            <a:ext cx="1337530" cy="887026"/>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b="1" dirty="0">
                <a:solidFill>
                  <a:schemeClr val="bg1"/>
                </a:solidFill>
              </a:rPr>
              <a:t>Domestic Consumption (Purple)</a:t>
            </a:r>
          </a:p>
        </p:txBody>
      </p:sp>
    </p:spTree>
    <p:extLst>
      <p:ext uri="{BB962C8B-B14F-4D97-AF65-F5344CB8AC3E}">
        <p14:creationId xmlns:p14="http://schemas.microsoft.com/office/powerpoint/2010/main" val="3669216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0757A-5009-2A50-1D70-DBE8470813FD}"/>
              </a:ext>
            </a:extLst>
          </p:cNvPr>
          <p:cNvSpPr>
            <a:spLocks noGrp="1"/>
          </p:cNvSpPr>
          <p:nvPr>
            <p:ph type="title"/>
          </p:nvPr>
        </p:nvSpPr>
        <p:spPr/>
        <p:txBody>
          <a:bodyPr/>
          <a:lstStyle/>
          <a:p>
            <a:r>
              <a:rPr lang="en-US" dirty="0"/>
              <a:t>Traditional Carbon Pricing Covers </a:t>
            </a:r>
            <a:r>
              <a:rPr lang="en-US" i="1" dirty="0"/>
              <a:t>Production</a:t>
            </a:r>
            <a:r>
              <a:rPr lang="en-US" dirty="0"/>
              <a:t> of Emissions Domestically</a:t>
            </a:r>
            <a:endParaRPr lang="en-US" i="1" dirty="0"/>
          </a:p>
        </p:txBody>
      </p:sp>
      <p:sp>
        <p:nvSpPr>
          <p:cNvPr id="3" name="Text Placeholder 2">
            <a:extLst>
              <a:ext uri="{FF2B5EF4-FFF2-40B4-BE49-F238E27FC236}">
                <a16:creationId xmlns:a16="http://schemas.microsoft.com/office/drawing/2014/main" id="{BACB7C13-850F-D01F-2E21-B861D8D94E29}"/>
              </a:ext>
            </a:extLst>
          </p:cNvPr>
          <p:cNvSpPr>
            <a:spLocks noGrp="1"/>
          </p:cNvSpPr>
          <p:nvPr>
            <p:ph type="body" idx="1"/>
          </p:nvPr>
        </p:nvSpPr>
        <p:spPr>
          <a:xfrm>
            <a:off x="569118" y="1400032"/>
            <a:ext cx="11072019" cy="1233659"/>
          </a:xfrm>
        </p:spPr>
        <p:txBody>
          <a:bodyPr/>
          <a:lstStyle/>
          <a:p>
            <a:endParaRPr lang="en-US" dirty="0"/>
          </a:p>
        </p:txBody>
      </p:sp>
      <p:sp>
        <p:nvSpPr>
          <p:cNvPr id="4" name="Text Placeholder 3">
            <a:extLst>
              <a:ext uri="{FF2B5EF4-FFF2-40B4-BE49-F238E27FC236}">
                <a16:creationId xmlns:a16="http://schemas.microsoft.com/office/drawing/2014/main" id="{9C78FA64-0B34-35CC-8418-93C2E0BDE84F}"/>
              </a:ext>
            </a:extLst>
          </p:cNvPr>
          <p:cNvSpPr>
            <a:spLocks noGrp="1"/>
          </p:cNvSpPr>
          <p:nvPr>
            <p:ph type="body" sz="quarter" idx="17"/>
          </p:nvPr>
        </p:nvSpPr>
        <p:spPr/>
        <p:txBody>
          <a:bodyPr/>
          <a:lstStyle/>
          <a:p>
            <a:endParaRPr lang="en-US"/>
          </a:p>
        </p:txBody>
      </p:sp>
      <p:grpSp>
        <p:nvGrpSpPr>
          <p:cNvPr id="16" name="Group 15">
            <a:extLst>
              <a:ext uri="{FF2B5EF4-FFF2-40B4-BE49-F238E27FC236}">
                <a16:creationId xmlns:a16="http://schemas.microsoft.com/office/drawing/2014/main" id="{01A5B1BF-B03B-05F4-B6CE-EF3A6BCB576C}"/>
              </a:ext>
            </a:extLst>
          </p:cNvPr>
          <p:cNvGrpSpPr/>
          <p:nvPr/>
        </p:nvGrpSpPr>
        <p:grpSpPr>
          <a:xfrm>
            <a:off x="1876474" y="3093628"/>
            <a:ext cx="7359697" cy="2923891"/>
            <a:chOff x="1717686" y="3181235"/>
            <a:chExt cx="7359697" cy="2923891"/>
          </a:xfrm>
        </p:grpSpPr>
        <p:grpSp>
          <p:nvGrpSpPr>
            <p:cNvPr id="12" name="Group 11">
              <a:extLst>
                <a:ext uri="{FF2B5EF4-FFF2-40B4-BE49-F238E27FC236}">
                  <a16:creationId xmlns:a16="http://schemas.microsoft.com/office/drawing/2014/main" id="{60905879-108C-2F08-F6EA-7293863D65BD}"/>
                </a:ext>
              </a:extLst>
            </p:cNvPr>
            <p:cNvGrpSpPr/>
            <p:nvPr/>
          </p:nvGrpSpPr>
          <p:grpSpPr>
            <a:xfrm>
              <a:off x="3531665" y="3181235"/>
              <a:ext cx="5545718" cy="2923891"/>
              <a:chOff x="2557035" y="3219563"/>
              <a:chExt cx="5469062" cy="2923891"/>
            </a:xfrm>
          </p:grpSpPr>
          <p:sp>
            <p:nvSpPr>
              <p:cNvPr id="7" name="Oval 6">
                <a:extLst>
                  <a:ext uri="{FF2B5EF4-FFF2-40B4-BE49-F238E27FC236}">
                    <a16:creationId xmlns:a16="http://schemas.microsoft.com/office/drawing/2014/main" id="{68F83337-98B0-2A42-9C0C-2B32ED42DFA2}"/>
                  </a:ext>
                </a:extLst>
              </p:cNvPr>
              <p:cNvSpPr/>
              <p:nvPr/>
            </p:nvSpPr>
            <p:spPr>
              <a:xfrm>
                <a:off x="2557035" y="3329073"/>
                <a:ext cx="3602845" cy="2814381"/>
              </a:xfrm>
              <a:prstGeom prst="ellipse">
                <a:avLst/>
              </a:prstGeom>
              <a:noFill/>
              <a:ln w="57150" cap="sq">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8" name="Oval 7">
                <a:extLst>
                  <a:ext uri="{FF2B5EF4-FFF2-40B4-BE49-F238E27FC236}">
                    <a16:creationId xmlns:a16="http://schemas.microsoft.com/office/drawing/2014/main" id="{1EF17B01-3D8E-0151-474D-AF977CB7F962}"/>
                  </a:ext>
                </a:extLst>
              </p:cNvPr>
              <p:cNvSpPr/>
              <p:nvPr/>
            </p:nvSpPr>
            <p:spPr>
              <a:xfrm>
                <a:off x="3648473" y="3219563"/>
                <a:ext cx="4377624" cy="2814381"/>
              </a:xfrm>
              <a:prstGeom prst="ellipse">
                <a:avLst/>
              </a:prstGeom>
              <a:noFill/>
              <a:ln w="57150" cap="sq">
                <a:solidFill>
                  <a:schemeClr val="bg1">
                    <a:lumMod val="50000"/>
                    <a:lumOff val="50000"/>
                  </a:schemeClr>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9" name="TextBox 8">
                <a:extLst>
                  <a:ext uri="{FF2B5EF4-FFF2-40B4-BE49-F238E27FC236}">
                    <a16:creationId xmlns:a16="http://schemas.microsoft.com/office/drawing/2014/main" id="{9D1A7041-2214-BA3F-E459-2C69B91F79D9}"/>
                  </a:ext>
                </a:extLst>
              </p:cNvPr>
              <p:cNvSpPr txBox="1"/>
              <p:nvPr/>
            </p:nvSpPr>
            <p:spPr>
              <a:xfrm>
                <a:off x="2727160" y="4536409"/>
                <a:ext cx="1023909" cy="39970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Exports</a:t>
                </a:r>
              </a:p>
            </p:txBody>
          </p:sp>
          <p:sp>
            <p:nvSpPr>
              <p:cNvPr id="10" name="TextBox 9">
                <a:extLst>
                  <a:ext uri="{FF2B5EF4-FFF2-40B4-BE49-F238E27FC236}">
                    <a16:creationId xmlns:a16="http://schemas.microsoft.com/office/drawing/2014/main" id="{4807915F-8120-3459-C2AB-805BA7E44186}"/>
                  </a:ext>
                </a:extLst>
              </p:cNvPr>
              <p:cNvSpPr txBox="1"/>
              <p:nvPr/>
            </p:nvSpPr>
            <p:spPr>
              <a:xfrm>
                <a:off x="6569239" y="3783534"/>
                <a:ext cx="1023909" cy="39970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Imports*</a:t>
                </a:r>
              </a:p>
            </p:txBody>
          </p:sp>
          <p:sp>
            <p:nvSpPr>
              <p:cNvPr id="11" name="TextBox 10">
                <a:extLst>
                  <a:ext uri="{FF2B5EF4-FFF2-40B4-BE49-F238E27FC236}">
                    <a16:creationId xmlns:a16="http://schemas.microsoft.com/office/drawing/2014/main" id="{BAA722BD-D768-AD9A-3437-849ADD7CF037}"/>
                  </a:ext>
                </a:extLst>
              </p:cNvPr>
              <p:cNvSpPr txBox="1"/>
              <p:nvPr/>
            </p:nvSpPr>
            <p:spPr>
              <a:xfrm>
                <a:off x="4178679" y="4116167"/>
                <a:ext cx="1367951" cy="102117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Domestic Production for Domestic Consumption</a:t>
                </a:r>
              </a:p>
            </p:txBody>
          </p:sp>
        </p:grpSp>
        <p:sp>
          <p:nvSpPr>
            <p:cNvPr id="13" name="TextBox 12">
              <a:extLst>
                <a:ext uri="{FF2B5EF4-FFF2-40B4-BE49-F238E27FC236}">
                  <a16:creationId xmlns:a16="http://schemas.microsoft.com/office/drawing/2014/main" id="{97E7C3C7-9397-C4C2-4D71-40D58E740504}"/>
                </a:ext>
              </a:extLst>
            </p:cNvPr>
            <p:cNvSpPr txBox="1"/>
            <p:nvPr/>
          </p:nvSpPr>
          <p:spPr>
            <a:xfrm>
              <a:off x="1717686" y="4588424"/>
              <a:ext cx="1670012" cy="1057772"/>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Traditional Carbon Pricing on Production</a:t>
              </a:r>
            </a:p>
          </p:txBody>
        </p:sp>
        <p:cxnSp>
          <p:nvCxnSpPr>
            <p:cNvPr id="15" name="Straight Arrow Connector 14">
              <a:extLst>
                <a:ext uri="{FF2B5EF4-FFF2-40B4-BE49-F238E27FC236}">
                  <a16:creationId xmlns:a16="http://schemas.microsoft.com/office/drawing/2014/main" id="{881B62A1-B656-2B32-5607-23472354782E}"/>
                </a:ext>
              </a:extLst>
            </p:cNvPr>
            <p:cNvCxnSpPr/>
            <p:nvPr/>
          </p:nvCxnSpPr>
          <p:spPr>
            <a:xfrm flipV="1">
              <a:off x="2699396" y="4897788"/>
              <a:ext cx="832269" cy="46543"/>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grpSp>
      <p:sp>
        <p:nvSpPr>
          <p:cNvPr id="17" name="Oval 16">
            <a:extLst>
              <a:ext uri="{FF2B5EF4-FFF2-40B4-BE49-F238E27FC236}">
                <a16:creationId xmlns:a16="http://schemas.microsoft.com/office/drawing/2014/main" id="{8022EA5E-C7F2-43E5-1E07-D856B83973C3}"/>
              </a:ext>
            </a:extLst>
          </p:cNvPr>
          <p:cNvSpPr/>
          <p:nvPr/>
        </p:nvSpPr>
        <p:spPr>
          <a:xfrm>
            <a:off x="7193788" y="4769114"/>
            <a:ext cx="1387124" cy="1021170"/>
          </a:xfrm>
          <a:prstGeom prst="ellipse">
            <a:avLst/>
          </a:prstGeom>
          <a:solidFill>
            <a:schemeClr val="tx1"/>
          </a:solidFill>
          <a:ln w="38100" cap="sq">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dirty="0">
                <a:solidFill>
                  <a:schemeClr val="bg1"/>
                </a:solidFill>
              </a:rPr>
              <a:t>+BCA (CBAM) on some goods</a:t>
            </a:r>
          </a:p>
        </p:txBody>
      </p:sp>
      <p:sp>
        <p:nvSpPr>
          <p:cNvPr id="18" name="TextBox 17">
            <a:extLst>
              <a:ext uri="{FF2B5EF4-FFF2-40B4-BE49-F238E27FC236}">
                <a16:creationId xmlns:a16="http://schemas.microsoft.com/office/drawing/2014/main" id="{1C3F6087-560D-1A26-7E04-BF4C83FC03B6}"/>
              </a:ext>
            </a:extLst>
          </p:cNvPr>
          <p:cNvSpPr txBox="1"/>
          <p:nvPr/>
        </p:nvSpPr>
        <p:spPr>
          <a:xfrm>
            <a:off x="8871411" y="5811938"/>
            <a:ext cx="1670012" cy="41116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Additional CBAM</a:t>
            </a:r>
          </a:p>
        </p:txBody>
      </p:sp>
      <p:cxnSp>
        <p:nvCxnSpPr>
          <p:cNvPr id="22" name="Straight Arrow Connector 21">
            <a:extLst>
              <a:ext uri="{FF2B5EF4-FFF2-40B4-BE49-F238E27FC236}">
                <a16:creationId xmlns:a16="http://schemas.microsoft.com/office/drawing/2014/main" id="{C7D13FCF-D5CD-CFB0-BB74-FF433EB3A109}"/>
              </a:ext>
            </a:extLst>
          </p:cNvPr>
          <p:cNvCxnSpPr>
            <a:stCxn id="18" idx="1"/>
            <a:endCxn id="17" idx="5"/>
          </p:cNvCxnSpPr>
          <p:nvPr/>
        </p:nvCxnSpPr>
        <p:spPr>
          <a:xfrm flipH="1" flipV="1">
            <a:off x="8377772" y="5640737"/>
            <a:ext cx="493639" cy="376782"/>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571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88F50-BA46-B544-9040-99CA5DC17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A54C0-9545-6AF7-193C-320CD5F0C928}"/>
              </a:ext>
            </a:extLst>
          </p:cNvPr>
          <p:cNvSpPr>
            <a:spLocks noGrp="1"/>
          </p:cNvSpPr>
          <p:nvPr>
            <p:ph type="title"/>
          </p:nvPr>
        </p:nvSpPr>
        <p:spPr/>
        <p:txBody>
          <a:bodyPr/>
          <a:lstStyle/>
          <a:p>
            <a:r>
              <a:rPr lang="en-US" dirty="0"/>
              <a:t>Proposed System is a dual system</a:t>
            </a:r>
          </a:p>
        </p:txBody>
      </p:sp>
      <p:sp>
        <p:nvSpPr>
          <p:cNvPr id="3" name="Text Placeholder 2">
            <a:extLst>
              <a:ext uri="{FF2B5EF4-FFF2-40B4-BE49-F238E27FC236}">
                <a16:creationId xmlns:a16="http://schemas.microsoft.com/office/drawing/2014/main" id="{7E041B1C-4D6F-364C-C5A7-0266D294A923}"/>
              </a:ext>
            </a:extLst>
          </p:cNvPr>
          <p:cNvSpPr>
            <a:spLocks noGrp="1"/>
          </p:cNvSpPr>
          <p:nvPr>
            <p:ph type="body" idx="1"/>
          </p:nvPr>
        </p:nvSpPr>
        <p:spPr>
          <a:xfrm>
            <a:off x="569118" y="1400032"/>
            <a:ext cx="11072019" cy="1233659"/>
          </a:xfrm>
        </p:spPr>
        <p:txBody>
          <a:bodyPr/>
          <a:lstStyle/>
          <a:p>
            <a:r>
              <a:rPr lang="en-US" dirty="0"/>
              <a:t>Feebate system on Production (domestic consumption and imports)</a:t>
            </a:r>
          </a:p>
          <a:p>
            <a:r>
              <a:rPr lang="en-US" dirty="0"/>
              <a:t>Consumption based carbon pricing on Consumption</a:t>
            </a:r>
          </a:p>
        </p:txBody>
      </p:sp>
      <p:sp>
        <p:nvSpPr>
          <p:cNvPr id="4" name="Text Placeholder 3">
            <a:extLst>
              <a:ext uri="{FF2B5EF4-FFF2-40B4-BE49-F238E27FC236}">
                <a16:creationId xmlns:a16="http://schemas.microsoft.com/office/drawing/2014/main" id="{F4F0E650-371D-3316-07B8-FE3859D135F4}"/>
              </a:ext>
            </a:extLst>
          </p:cNvPr>
          <p:cNvSpPr>
            <a:spLocks noGrp="1"/>
          </p:cNvSpPr>
          <p:nvPr>
            <p:ph type="body" sz="quarter" idx="17"/>
          </p:nvPr>
        </p:nvSpPr>
        <p:spPr/>
        <p:txBody>
          <a:bodyPr/>
          <a:lstStyle/>
          <a:p>
            <a:endParaRPr lang="en-US"/>
          </a:p>
        </p:txBody>
      </p:sp>
      <p:grpSp>
        <p:nvGrpSpPr>
          <p:cNvPr id="16" name="Group 15">
            <a:extLst>
              <a:ext uri="{FF2B5EF4-FFF2-40B4-BE49-F238E27FC236}">
                <a16:creationId xmlns:a16="http://schemas.microsoft.com/office/drawing/2014/main" id="{9F637D06-2CAD-EBA8-0EA5-6B233C89CD14}"/>
              </a:ext>
            </a:extLst>
          </p:cNvPr>
          <p:cNvGrpSpPr/>
          <p:nvPr/>
        </p:nvGrpSpPr>
        <p:grpSpPr>
          <a:xfrm>
            <a:off x="1876474" y="3093628"/>
            <a:ext cx="7359697" cy="2923891"/>
            <a:chOff x="1717686" y="3181235"/>
            <a:chExt cx="7359697" cy="2923891"/>
          </a:xfrm>
        </p:grpSpPr>
        <p:grpSp>
          <p:nvGrpSpPr>
            <p:cNvPr id="12" name="Group 11">
              <a:extLst>
                <a:ext uri="{FF2B5EF4-FFF2-40B4-BE49-F238E27FC236}">
                  <a16:creationId xmlns:a16="http://schemas.microsoft.com/office/drawing/2014/main" id="{FFC93581-55C4-C55B-6560-878555A6F924}"/>
                </a:ext>
              </a:extLst>
            </p:cNvPr>
            <p:cNvGrpSpPr/>
            <p:nvPr/>
          </p:nvGrpSpPr>
          <p:grpSpPr>
            <a:xfrm>
              <a:off x="3531665" y="3181235"/>
              <a:ext cx="5545718" cy="2923891"/>
              <a:chOff x="2557035" y="3219563"/>
              <a:chExt cx="5469062" cy="2923891"/>
            </a:xfrm>
          </p:grpSpPr>
          <p:sp>
            <p:nvSpPr>
              <p:cNvPr id="7" name="Oval 6">
                <a:extLst>
                  <a:ext uri="{FF2B5EF4-FFF2-40B4-BE49-F238E27FC236}">
                    <a16:creationId xmlns:a16="http://schemas.microsoft.com/office/drawing/2014/main" id="{952F58DB-D681-9A16-BB54-BF82677F7B0B}"/>
                  </a:ext>
                </a:extLst>
              </p:cNvPr>
              <p:cNvSpPr/>
              <p:nvPr/>
            </p:nvSpPr>
            <p:spPr>
              <a:xfrm>
                <a:off x="2557035" y="3329073"/>
                <a:ext cx="3602845" cy="2814381"/>
              </a:xfrm>
              <a:prstGeom prst="ellipse">
                <a:avLst/>
              </a:prstGeom>
              <a:noFill/>
              <a:ln w="57150" cap="sq">
                <a:solidFill>
                  <a:srgbClr val="7030A0"/>
                </a:solidFill>
                <a:prstDash val="sysDot"/>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8" name="Oval 7">
                <a:extLst>
                  <a:ext uri="{FF2B5EF4-FFF2-40B4-BE49-F238E27FC236}">
                    <a16:creationId xmlns:a16="http://schemas.microsoft.com/office/drawing/2014/main" id="{F25FBD2A-40B2-745F-52C6-6C8FB6F59BFF}"/>
                  </a:ext>
                </a:extLst>
              </p:cNvPr>
              <p:cNvSpPr/>
              <p:nvPr/>
            </p:nvSpPr>
            <p:spPr>
              <a:xfrm>
                <a:off x="3648473" y="3219563"/>
                <a:ext cx="4377624" cy="2814381"/>
              </a:xfrm>
              <a:prstGeom prst="ellipse">
                <a:avLst/>
              </a:prstGeom>
              <a:noFill/>
              <a:ln w="57150" cap="sq">
                <a:solidFill>
                  <a:schemeClr val="bg1">
                    <a:lumMod val="50000"/>
                    <a:lumOff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9" name="TextBox 8">
                <a:extLst>
                  <a:ext uri="{FF2B5EF4-FFF2-40B4-BE49-F238E27FC236}">
                    <a16:creationId xmlns:a16="http://schemas.microsoft.com/office/drawing/2014/main" id="{77433D9B-B2CF-E7F1-D272-B0B52D8AF230}"/>
                  </a:ext>
                </a:extLst>
              </p:cNvPr>
              <p:cNvSpPr txBox="1"/>
              <p:nvPr/>
            </p:nvSpPr>
            <p:spPr>
              <a:xfrm>
                <a:off x="2727160" y="4536409"/>
                <a:ext cx="1023909" cy="39970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Exports</a:t>
                </a:r>
              </a:p>
            </p:txBody>
          </p:sp>
          <p:sp>
            <p:nvSpPr>
              <p:cNvPr id="10" name="TextBox 9">
                <a:extLst>
                  <a:ext uri="{FF2B5EF4-FFF2-40B4-BE49-F238E27FC236}">
                    <a16:creationId xmlns:a16="http://schemas.microsoft.com/office/drawing/2014/main" id="{B99E5B7F-7212-65B1-16CB-B0189854A770}"/>
                  </a:ext>
                </a:extLst>
              </p:cNvPr>
              <p:cNvSpPr txBox="1"/>
              <p:nvPr/>
            </p:nvSpPr>
            <p:spPr>
              <a:xfrm>
                <a:off x="6690086" y="4536409"/>
                <a:ext cx="1023909" cy="399707"/>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Imports</a:t>
                </a:r>
              </a:p>
            </p:txBody>
          </p:sp>
          <p:sp>
            <p:nvSpPr>
              <p:cNvPr id="11" name="TextBox 10">
                <a:extLst>
                  <a:ext uri="{FF2B5EF4-FFF2-40B4-BE49-F238E27FC236}">
                    <a16:creationId xmlns:a16="http://schemas.microsoft.com/office/drawing/2014/main" id="{5D9A2835-57B4-A15D-E100-DE8D6719EF16}"/>
                  </a:ext>
                </a:extLst>
              </p:cNvPr>
              <p:cNvSpPr txBox="1"/>
              <p:nvPr/>
            </p:nvSpPr>
            <p:spPr>
              <a:xfrm>
                <a:off x="4178679" y="4116167"/>
                <a:ext cx="1367951" cy="1021171"/>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Domestic Production for Domestic Consumption</a:t>
                </a:r>
              </a:p>
            </p:txBody>
          </p:sp>
        </p:grpSp>
        <p:sp>
          <p:nvSpPr>
            <p:cNvPr id="13" name="TextBox 12">
              <a:extLst>
                <a:ext uri="{FF2B5EF4-FFF2-40B4-BE49-F238E27FC236}">
                  <a16:creationId xmlns:a16="http://schemas.microsoft.com/office/drawing/2014/main" id="{A809A7E1-52CA-0394-62FA-247EFB6370A0}"/>
                </a:ext>
              </a:extLst>
            </p:cNvPr>
            <p:cNvSpPr txBox="1"/>
            <p:nvPr/>
          </p:nvSpPr>
          <p:spPr>
            <a:xfrm>
              <a:off x="1717686" y="4588424"/>
              <a:ext cx="1670012" cy="536594"/>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Feebate system (All Domestic Production)</a:t>
              </a:r>
            </a:p>
          </p:txBody>
        </p:sp>
        <p:cxnSp>
          <p:nvCxnSpPr>
            <p:cNvPr id="15" name="Straight Arrow Connector 14">
              <a:extLst>
                <a:ext uri="{FF2B5EF4-FFF2-40B4-BE49-F238E27FC236}">
                  <a16:creationId xmlns:a16="http://schemas.microsoft.com/office/drawing/2014/main" id="{2A36D9BD-3F46-4192-95B3-8DBE9CBBACF8}"/>
                </a:ext>
              </a:extLst>
            </p:cNvPr>
            <p:cNvCxnSpPr/>
            <p:nvPr/>
          </p:nvCxnSpPr>
          <p:spPr>
            <a:xfrm flipV="1">
              <a:off x="2699396" y="4897788"/>
              <a:ext cx="832269" cy="46543"/>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71F44ABC-7265-AAFD-6003-690A37E37BEF}"/>
              </a:ext>
            </a:extLst>
          </p:cNvPr>
          <p:cNvSpPr txBox="1"/>
          <p:nvPr/>
        </p:nvSpPr>
        <p:spPr>
          <a:xfrm>
            <a:off x="9335391" y="3036208"/>
            <a:ext cx="1670012" cy="536594"/>
          </a:xfrm>
          <a:prstGeom prst="rect">
            <a:avLst/>
          </a:prstGeom>
          <a:ln w="6350">
            <a:noFill/>
            <a:miter lim="800000"/>
          </a:ln>
        </p:spPr>
        <p:txBody>
          <a:bodyPr vert="horz" wrap="square" lIns="0" tIns="0" rIns="0" bIns="0" rtlCol="0">
            <a:noAutofit/>
          </a:bodyPr>
          <a:lstStyle/>
          <a:p>
            <a:pPr algn="l">
              <a:spcBef>
                <a:spcPts val="300"/>
              </a:spcBef>
              <a:spcAft>
                <a:spcPts val="300"/>
              </a:spcAft>
              <a:buNone/>
            </a:pPr>
            <a:r>
              <a:rPr lang="en-US" sz="1600" dirty="0">
                <a:solidFill>
                  <a:schemeClr val="bg1"/>
                </a:solidFill>
              </a:rPr>
              <a:t>Legal Liability System (All domestic consumption)</a:t>
            </a:r>
          </a:p>
        </p:txBody>
      </p:sp>
      <p:cxnSp>
        <p:nvCxnSpPr>
          <p:cNvPr id="14" name="Straight Arrow Connector 13">
            <a:extLst>
              <a:ext uri="{FF2B5EF4-FFF2-40B4-BE49-F238E27FC236}">
                <a16:creationId xmlns:a16="http://schemas.microsoft.com/office/drawing/2014/main" id="{C5133007-F831-3C0B-ADEE-7DE0C0F74596}"/>
              </a:ext>
            </a:extLst>
          </p:cNvPr>
          <p:cNvCxnSpPr/>
          <p:nvPr/>
        </p:nvCxnSpPr>
        <p:spPr>
          <a:xfrm flipH="1">
            <a:off x="8783053" y="3203138"/>
            <a:ext cx="453118" cy="406336"/>
          </a:xfrm>
          <a:prstGeom prst="straightConnector1">
            <a:avLst/>
          </a:prstGeom>
          <a:ln w="6350" cap="sq">
            <a:solidFill>
              <a:srgbClr val="00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2658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EE576-3EFE-9AD8-B6E4-C78DF9B316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1A2B2A-0F4B-2F67-D9A3-DBDF28459DBC}"/>
              </a:ext>
            </a:extLst>
          </p:cNvPr>
          <p:cNvSpPr>
            <a:spLocks noGrp="1"/>
          </p:cNvSpPr>
          <p:nvPr>
            <p:ph type="title"/>
          </p:nvPr>
        </p:nvSpPr>
        <p:spPr/>
        <p:txBody>
          <a:bodyPr/>
          <a:lstStyle/>
          <a:p>
            <a:r>
              <a:rPr lang="en-US" dirty="0"/>
              <a:t>Key Proposal: Feebates</a:t>
            </a:r>
          </a:p>
        </p:txBody>
      </p:sp>
      <p:sp>
        <p:nvSpPr>
          <p:cNvPr id="6" name="Text Placeholder 5">
            <a:extLst>
              <a:ext uri="{FF2B5EF4-FFF2-40B4-BE49-F238E27FC236}">
                <a16:creationId xmlns:a16="http://schemas.microsoft.com/office/drawing/2014/main" id="{B0FC4321-65CA-91C3-C3A4-44C5D23A7732}"/>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565130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8F608-C201-C244-5FD0-4A8E83E0C22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0F00C3-67D1-2EF8-0DA9-779280C186E4}"/>
              </a:ext>
            </a:extLst>
          </p:cNvPr>
          <p:cNvSpPr>
            <a:spLocks noGrp="1"/>
          </p:cNvSpPr>
          <p:nvPr>
            <p:ph type="title"/>
          </p:nvPr>
        </p:nvSpPr>
        <p:spPr/>
        <p:txBody>
          <a:bodyPr/>
          <a:lstStyle/>
          <a:p>
            <a:r>
              <a:rPr lang="en-US" dirty="0"/>
              <a:t>What Are Feebates?</a:t>
            </a:r>
          </a:p>
        </p:txBody>
      </p:sp>
      <p:sp>
        <p:nvSpPr>
          <p:cNvPr id="6" name="Text Placeholder 5">
            <a:extLst>
              <a:ext uri="{FF2B5EF4-FFF2-40B4-BE49-F238E27FC236}">
                <a16:creationId xmlns:a16="http://schemas.microsoft.com/office/drawing/2014/main" id="{490574F1-2FE6-C4D5-BF55-74E372F40B36}"/>
              </a:ext>
            </a:extLst>
          </p:cNvPr>
          <p:cNvSpPr>
            <a:spLocks noGrp="1"/>
          </p:cNvSpPr>
          <p:nvPr>
            <p:ph type="body" idx="1"/>
          </p:nvPr>
        </p:nvSpPr>
        <p:spPr/>
        <p:txBody>
          <a:bodyPr>
            <a:normAutofit/>
          </a:bodyPr>
          <a:lstStyle/>
          <a:p>
            <a:pPr>
              <a:buFont typeface="Arial" panose="020B0604020202020204" pitchFamily="34" charset="0"/>
              <a:buChar char="•"/>
            </a:pPr>
            <a:r>
              <a:rPr lang="en-US" sz="3200" dirty="0"/>
              <a:t>Feebates provide a relative incentive without raising revenue or the overall price.</a:t>
            </a:r>
          </a:p>
          <a:p>
            <a:pPr>
              <a:buFont typeface="Arial" panose="020B0604020202020204" pitchFamily="34" charset="0"/>
              <a:buChar char="•"/>
            </a:pPr>
            <a:r>
              <a:rPr lang="en-US" sz="3200" dirty="0"/>
              <a:t>Examples: </a:t>
            </a:r>
          </a:p>
          <a:p>
            <a:pPr lvl="1">
              <a:buFont typeface="Arial" panose="020B0604020202020204" pitchFamily="34" charset="0"/>
              <a:buChar char="•"/>
            </a:pPr>
            <a:r>
              <a:rPr lang="en-US" sz="3200" dirty="0"/>
              <a:t>vehicle purchase feebates: green vehicle have a subsidy with brown vehicles paying more</a:t>
            </a:r>
          </a:p>
          <a:p>
            <a:pPr lvl="1">
              <a:buFont typeface="Arial" panose="020B0604020202020204" pitchFamily="34" charset="0"/>
              <a:buChar char="•"/>
            </a:pPr>
            <a:r>
              <a:rPr lang="en-US" sz="3200" dirty="0"/>
              <a:t>steel inputs paying more, but a subsidy per unit  output of steel</a:t>
            </a:r>
          </a:p>
        </p:txBody>
      </p:sp>
      <p:sp>
        <p:nvSpPr>
          <p:cNvPr id="7" name="Text Placeholder 6">
            <a:extLst>
              <a:ext uri="{FF2B5EF4-FFF2-40B4-BE49-F238E27FC236}">
                <a16:creationId xmlns:a16="http://schemas.microsoft.com/office/drawing/2014/main" id="{49233C56-00BB-40C4-A335-6534AD603E70}"/>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3605916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12EB-5094-429A-A611-96DDA68B9531}"/>
              </a:ext>
            </a:extLst>
          </p:cNvPr>
          <p:cNvSpPr>
            <a:spLocks noGrp="1"/>
          </p:cNvSpPr>
          <p:nvPr>
            <p:ph type="title"/>
          </p:nvPr>
        </p:nvSpPr>
        <p:spPr/>
        <p:txBody>
          <a:bodyPr/>
          <a:lstStyle/>
          <a:p>
            <a:r>
              <a:rPr lang="en-US" dirty="0"/>
              <a:t>Advantages of feebate/sectoral rebating relative to carbon tax/w. fiscal reform.</a:t>
            </a:r>
          </a:p>
        </p:txBody>
      </p:sp>
      <p:sp>
        <p:nvSpPr>
          <p:cNvPr id="3" name="Content Placeholder 2">
            <a:extLst>
              <a:ext uri="{FF2B5EF4-FFF2-40B4-BE49-F238E27FC236}">
                <a16:creationId xmlns:a16="http://schemas.microsoft.com/office/drawing/2014/main" id="{D6FE6460-81CD-41BE-A26A-34AD6AB97806}"/>
              </a:ext>
            </a:extLst>
          </p:cNvPr>
          <p:cNvSpPr>
            <a:spLocks noGrp="1"/>
          </p:cNvSpPr>
          <p:nvPr>
            <p:ph idx="1"/>
          </p:nvPr>
        </p:nvSpPr>
        <p:spPr>
          <a:xfrm>
            <a:off x="554736" y="1194955"/>
            <a:ext cx="11082528" cy="3500513"/>
          </a:xfrm>
        </p:spPr>
        <p:txBody>
          <a:bodyPr>
            <a:noAutofit/>
          </a:bodyPr>
          <a:lstStyle/>
          <a:p>
            <a:pPr marL="285750" indent="-285750">
              <a:buFont typeface="Arial" panose="020B0604020202020204" pitchFamily="34" charset="0"/>
              <a:buChar char="•"/>
            </a:pPr>
            <a:r>
              <a:rPr lang="en-US" b="1" dirty="0"/>
              <a:t>Arguments for output based rebating of carbon price (</a:t>
            </a:r>
            <a:r>
              <a:rPr lang="en-US" b="1" dirty="0" err="1"/>
              <a:t>ie</a:t>
            </a:r>
            <a:r>
              <a:rPr lang="en-US" b="1" dirty="0"/>
              <a:t> ‘usage feebates’) to be added to purchase feebates (e.g. on cars)</a:t>
            </a:r>
          </a:p>
          <a:p>
            <a:pPr marL="285750" indent="-285750">
              <a:buFont typeface="Arial" panose="020B0604020202020204" pitchFamily="34" charset="0"/>
              <a:buChar char="•"/>
            </a:pPr>
            <a:r>
              <a:rPr lang="en-US" b="1" dirty="0"/>
              <a:t>Power should be cheap not expensive for parallel electrification </a:t>
            </a:r>
            <a:r>
              <a:rPr lang="en-US" dirty="0"/>
              <a:t>of end-use sectors</a:t>
            </a:r>
          </a:p>
          <a:p>
            <a:pPr marL="285750" indent="-285750">
              <a:buFont typeface="Arial" panose="020B0604020202020204" pitchFamily="34" charset="0"/>
              <a:buChar char="•"/>
            </a:pPr>
            <a:r>
              <a:rPr lang="en-US" b="1" dirty="0"/>
              <a:t>Price of coal</a:t>
            </a:r>
            <a:r>
              <a:rPr lang="en-US" dirty="0"/>
              <a:t>: a reasonable carbon tax has an extreme effect on the price of coal (</a:t>
            </a:r>
            <a:r>
              <a:rPr lang="en-US" dirty="0" err="1"/>
              <a:t>eg</a:t>
            </a:r>
            <a:r>
              <a:rPr lang="en-US" dirty="0"/>
              <a:t> for a $70ctax, the coal price quadruples). If you use feebates instead this is hidden and not felt directly.</a:t>
            </a:r>
          </a:p>
          <a:p>
            <a:pPr marL="285750" indent="-285750">
              <a:buFont typeface="Arial" panose="020B0604020202020204" pitchFamily="34" charset="0"/>
              <a:buChar char="•"/>
            </a:pPr>
            <a:r>
              <a:rPr lang="en-US" b="1" dirty="0"/>
              <a:t>Open Economy Carbon Pricing </a:t>
            </a:r>
            <a:r>
              <a:rPr lang="en-US" dirty="0"/>
              <a:t>- feebates have it automatically, Carbon taxes need BTA which is hard to coordinate. Subsidies may cause trade wars.</a:t>
            </a:r>
          </a:p>
          <a:p>
            <a:pPr marL="285750" indent="-285750">
              <a:buFont typeface="Arial" panose="020B0604020202020204" pitchFamily="34" charset="0"/>
              <a:buChar char="•"/>
            </a:pPr>
            <a:r>
              <a:rPr lang="en-US" b="1" dirty="0"/>
              <a:t>Political feasibility</a:t>
            </a:r>
            <a:r>
              <a:rPr lang="en-US" dirty="0"/>
              <a:t>: rebating allows more flexibility for implementation. It's an option that is moderate politically as opposed to hard (taxes) or easy (subsidies) and therefore valid in more cases.</a:t>
            </a:r>
          </a:p>
          <a:p>
            <a:pPr marL="285750" indent="-285750">
              <a:buFont typeface="Arial" panose="020B0604020202020204" pitchFamily="34" charset="0"/>
              <a:buChar char="•"/>
            </a:pPr>
            <a:r>
              <a:rPr lang="en-US" b="1" dirty="0"/>
              <a:t>Feebates are revenue neutral </a:t>
            </a:r>
            <a:r>
              <a:rPr lang="en-US" dirty="0"/>
              <a:t>so are not ‘raising taxes’ but neither are they costly to the exchequer.</a:t>
            </a:r>
          </a:p>
          <a:p>
            <a:pPr marL="285750" indent="-285750">
              <a:buFont typeface="Arial" panose="020B0604020202020204" pitchFamily="34" charset="0"/>
              <a:buChar char="•"/>
            </a:pPr>
            <a:r>
              <a:rPr lang="en-US" b="1" dirty="0"/>
              <a:t>Norm creation (e.g. for coordinated carbon price)</a:t>
            </a:r>
            <a:r>
              <a:rPr lang="en-US" dirty="0"/>
              <a:t>: Political feasibility of feebates then knocks on to international coordination; </a:t>
            </a:r>
            <a:r>
              <a:rPr lang="en-US" dirty="0" err="1"/>
              <a:t>ie</a:t>
            </a:r>
            <a:r>
              <a:rPr lang="en-US" dirty="0"/>
              <a:t> easier to coordinate around relative (feebate) prices in different industries.</a:t>
            </a:r>
          </a:p>
          <a:p>
            <a:pPr marL="285750" indent="-285750">
              <a:buFont typeface="Arial" panose="020B0604020202020204" pitchFamily="34" charset="0"/>
              <a:buChar char="•"/>
            </a:pPr>
            <a:r>
              <a:rPr lang="en-US" b="1" dirty="0"/>
              <a:t>Sectors that need the most investment </a:t>
            </a:r>
            <a:r>
              <a:rPr lang="en-US" dirty="0"/>
              <a:t>have funds retained in the sectors with feebates. </a:t>
            </a:r>
            <a:r>
              <a:rPr lang="en-US" dirty="0" err="1"/>
              <a:t>Ie</a:t>
            </a:r>
            <a:r>
              <a:rPr lang="en-US" dirty="0"/>
              <a:t> those with highest economic/deadweight costs of the tax do not have funds additionally withdrawn in addition to transition financing costs.</a:t>
            </a:r>
          </a:p>
          <a:p>
            <a:pPr marL="285750" indent="-285750">
              <a:buFont typeface="Arial" panose="020B0604020202020204" pitchFamily="34" charset="0"/>
              <a:buChar char="•"/>
            </a:pPr>
            <a:r>
              <a:rPr lang="en-US" b="1" dirty="0"/>
              <a:t>Feebates allows higher carbon price to accelerate supply-side decarbonization</a:t>
            </a:r>
            <a:r>
              <a:rPr lang="en-US" dirty="0"/>
              <a:t>; different trajectory e.g. high carbon price first rathe than</a:t>
            </a:r>
          </a:p>
          <a:p>
            <a:pPr marL="285750" indent="-285750">
              <a:buFont typeface="Arial" panose="020B0604020202020204" pitchFamily="34" charset="0"/>
              <a:buChar char="•"/>
            </a:pPr>
            <a:r>
              <a:rPr lang="en-US" b="1" dirty="0"/>
              <a:t>Usage feebates </a:t>
            </a:r>
            <a:r>
              <a:rPr lang="en-US" dirty="0"/>
              <a:t>(</a:t>
            </a:r>
            <a:r>
              <a:rPr lang="en-US" dirty="0" err="1"/>
              <a:t>ie</a:t>
            </a:r>
            <a:r>
              <a:rPr lang="en-US" dirty="0"/>
              <a:t> carbon taxes with offsetting output-based, historical or per person rebating) can be supplemented by </a:t>
            </a:r>
            <a:r>
              <a:rPr lang="en-US" b="1" dirty="0"/>
              <a:t>purchase-investment feebates </a:t>
            </a:r>
            <a:r>
              <a:rPr lang="en-US" dirty="0"/>
              <a:t>(like traditional vehicle feebates).</a:t>
            </a:r>
          </a:p>
        </p:txBody>
      </p:sp>
    </p:spTree>
    <p:extLst>
      <p:ext uri="{BB962C8B-B14F-4D97-AF65-F5344CB8AC3E}">
        <p14:creationId xmlns:p14="http://schemas.microsoft.com/office/powerpoint/2010/main" val="2133057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14C4-1616-BAB0-704B-DEC908F8EE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8F5910-FA34-E825-51C7-640BB6578F93}"/>
              </a:ext>
            </a:extLst>
          </p:cNvPr>
          <p:cNvSpPr>
            <a:spLocks noGrp="1"/>
          </p:cNvSpPr>
          <p:nvPr>
            <p:ph type="title"/>
          </p:nvPr>
        </p:nvSpPr>
        <p:spPr/>
        <p:txBody>
          <a:bodyPr/>
          <a:lstStyle/>
          <a:p>
            <a:r>
              <a:rPr lang="en-US" dirty="0"/>
              <a:t>Implementation of Feebates (Relative) Incentives Across The Economy</a:t>
            </a:r>
          </a:p>
        </p:txBody>
      </p:sp>
      <p:sp>
        <p:nvSpPr>
          <p:cNvPr id="6" name="Text Placeholder 5">
            <a:extLst>
              <a:ext uri="{FF2B5EF4-FFF2-40B4-BE49-F238E27FC236}">
                <a16:creationId xmlns:a16="http://schemas.microsoft.com/office/drawing/2014/main" id="{68341387-25BC-43FD-DC93-F6E25DB40042}"/>
              </a:ext>
            </a:extLst>
          </p:cNvPr>
          <p:cNvSpPr>
            <a:spLocks noGrp="1"/>
          </p:cNvSpPr>
          <p:nvPr>
            <p:ph type="body" idx="1"/>
          </p:nvPr>
        </p:nvSpPr>
        <p:spPr/>
        <p:txBody>
          <a:bodyPr/>
          <a:lstStyle/>
          <a:p>
            <a:r>
              <a:rPr lang="en-US" dirty="0"/>
              <a:t>Rebating Carbon Taxes:</a:t>
            </a:r>
          </a:p>
          <a:p>
            <a:pPr marL="971550" lvl="1" indent="-400050">
              <a:buFont typeface="+mj-lt"/>
              <a:buAutoNum type="romanLcPeriod"/>
            </a:pPr>
            <a:r>
              <a:rPr lang="en-US" dirty="0"/>
              <a:t>For energy intensive industry, implement via output-based rebating.</a:t>
            </a:r>
          </a:p>
          <a:p>
            <a:pPr marL="971550" lvl="1" indent="-400050">
              <a:buFont typeface="+mj-lt"/>
              <a:buAutoNum type="romanLcPeriod"/>
            </a:pPr>
            <a:r>
              <a:rPr lang="en-US" dirty="0"/>
              <a:t>For SMEs provide tax reductions in other areas </a:t>
            </a:r>
          </a:p>
          <a:p>
            <a:pPr marL="971550" lvl="1" indent="-400050">
              <a:buFont typeface="+mj-lt"/>
              <a:buAutoNum type="romanLcPeriod"/>
            </a:pPr>
            <a:r>
              <a:rPr lang="en-US" dirty="0"/>
              <a:t>For households, provide fixed subsidy (per person) as well as variable cost.</a:t>
            </a:r>
          </a:p>
        </p:txBody>
      </p:sp>
      <p:sp>
        <p:nvSpPr>
          <p:cNvPr id="7" name="Text Placeholder 6">
            <a:extLst>
              <a:ext uri="{FF2B5EF4-FFF2-40B4-BE49-F238E27FC236}">
                <a16:creationId xmlns:a16="http://schemas.microsoft.com/office/drawing/2014/main" id="{30144A63-0666-257F-4BFC-4F1116469495}"/>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488998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1095-A8F4-C83F-9096-9FAE508B2E3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3BA923-0CC4-2C9A-C3F2-D551E19526BB}"/>
              </a:ext>
            </a:extLst>
          </p:cNvPr>
          <p:cNvSpPr>
            <a:spLocks noGrp="1"/>
          </p:cNvSpPr>
          <p:nvPr>
            <p:ph type="title"/>
          </p:nvPr>
        </p:nvSpPr>
        <p:spPr>
          <a:xfrm>
            <a:off x="866464" y="4715550"/>
            <a:ext cx="11082528" cy="677108"/>
          </a:xfrm>
        </p:spPr>
        <p:txBody>
          <a:bodyPr/>
          <a:lstStyle/>
          <a:p>
            <a:r>
              <a:rPr lang="en-US" dirty="0"/>
              <a:t>Key Proposal: Consumption Based Taxation</a:t>
            </a:r>
          </a:p>
        </p:txBody>
      </p:sp>
      <p:sp>
        <p:nvSpPr>
          <p:cNvPr id="6" name="Text Placeholder 5">
            <a:extLst>
              <a:ext uri="{FF2B5EF4-FFF2-40B4-BE49-F238E27FC236}">
                <a16:creationId xmlns:a16="http://schemas.microsoft.com/office/drawing/2014/main" id="{3489D9B1-A2E6-566D-4690-FDA4FC880921}"/>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3629131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375F6-1069-8326-C12C-7E2417BFDC2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769557-02B8-2D9E-9C4F-8928C3BC5302}"/>
              </a:ext>
            </a:extLst>
          </p:cNvPr>
          <p:cNvSpPr>
            <a:spLocks noGrp="1"/>
          </p:cNvSpPr>
          <p:nvPr>
            <p:ph type="title"/>
          </p:nvPr>
        </p:nvSpPr>
        <p:spPr/>
        <p:txBody>
          <a:bodyPr/>
          <a:lstStyle/>
          <a:p>
            <a:r>
              <a:rPr lang="en-US" dirty="0"/>
              <a:t>Consumption based Carbon Pricing</a:t>
            </a:r>
          </a:p>
        </p:txBody>
      </p:sp>
      <p:sp>
        <p:nvSpPr>
          <p:cNvPr id="6" name="Text Placeholder 5">
            <a:extLst>
              <a:ext uri="{FF2B5EF4-FFF2-40B4-BE49-F238E27FC236}">
                <a16:creationId xmlns:a16="http://schemas.microsoft.com/office/drawing/2014/main" id="{52C492AA-FD39-AC34-DF45-AD6D97286518}"/>
              </a:ext>
            </a:extLst>
          </p:cNvPr>
          <p:cNvSpPr>
            <a:spLocks noGrp="1"/>
          </p:cNvSpPr>
          <p:nvPr>
            <p:ph type="body" idx="1"/>
          </p:nvPr>
        </p:nvSpPr>
        <p:spPr/>
        <p:txBody>
          <a:bodyPr>
            <a:normAutofit/>
          </a:bodyPr>
          <a:lstStyle/>
          <a:p>
            <a:pPr>
              <a:buFont typeface="Arial" panose="020B0604020202020204" pitchFamily="34" charset="0"/>
              <a:buChar char="•"/>
            </a:pPr>
            <a:r>
              <a:rPr lang="en-US" sz="3200" dirty="0"/>
              <a:t>Taxation of domestic Consumption based on Environmental Footprint (not just carbon)</a:t>
            </a:r>
          </a:p>
          <a:p>
            <a:pPr>
              <a:buFont typeface="Arial" panose="020B0604020202020204" pitchFamily="34" charset="0"/>
              <a:buChar char="•"/>
            </a:pPr>
            <a:r>
              <a:rPr lang="en-US" sz="3200" dirty="0"/>
              <a:t>Could also include national or international </a:t>
            </a:r>
            <a:r>
              <a:rPr lang="en-US" sz="3200" i="1" dirty="0"/>
              <a:t>legal liability</a:t>
            </a:r>
            <a:r>
              <a:rPr lang="en-US" sz="3200" dirty="0"/>
              <a:t>.</a:t>
            </a:r>
          </a:p>
          <a:p>
            <a:pPr>
              <a:buFont typeface="Arial" panose="020B0604020202020204" pitchFamily="34" charset="0"/>
              <a:buChar char="•"/>
            </a:pPr>
            <a:r>
              <a:rPr lang="en-US" sz="3200" dirty="0"/>
              <a:t>At national scale, for example, energy companies given a legal liability </a:t>
            </a:r>
          </a:p>
          <a:p>
            <a:pPr>
              <a:buFont typeface="Arial" panose="020B0604020202020204" pitchFamily="34" charset="0"/>
              <a:buChar char="•"/>
            </a:pPr>
            <a:r>
              <a:rPr lang="en-US" sz="3200" dirty="0"/>
              <a:t>Invested in leveraged equity fund which makes returns</a:t>
            </a:r>
          </a:p>
          <a:p>
            <a:pPr>
              <a:buFont typeface="Arial" panose="020B0604020202020204" pitchFamily="34" charset="0"/>
              <a:buChar char="•"/>
            </a:pPr>
            <a:r>
              <a:rPr lang="en-US" sz="3200" b="1" dirty="0"/>
              <a:t>In future have a liability to suck carbon back out</a:t>
            </a:r>
            <a:r>
              <a:rPr lang="en-US" sz="3200" dirty="0"/>
              <a:t> </a:t>
            </a:r>
          </a:p>
        </p:txBody>
      </p:sp>
      <p:sp>
        <p:nvSpPr>
          <p:cNvPr id="7" name="Text Placeholder 6">
            <a:extLst>
              <a:ext uri="{FF2B5EF4-FFF2-40B4-BE49-F238E27FC236}">
                <a16:creationId xmlns:a16="http://schemas.microsoft.com/office/drawing/2014/main" id="{1C7D18E5-A08B-016A-CA41-367D075DCCD6}"/>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38289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F82F-98D5-DFC4-C813-5D53CD5310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63AB4F-A210-E69F-7095-482402863E67}"/>
              </a:ext>
            </a:extLst>
          </p:cNvPr>
          <p:cNvSpPr>
            <a:spLocks noGrp="1"/>
          </p:cNvSpPr>
          <p:nvPr>
            <p:ph type="title"/>
          </p:nvPr>
        </p:nvSpPr>
        <p:spPr/>
        <p:txBody>
          <a:bodyPr/>
          <a:lstStyle/>
          <a:p>
            <a:r>
              <a:rPr lang="en-US" dirty="0"/>
              <a:t>Implementation of Consumption Pricing</a:t>
            </a:r>
          </a:p>
        </p:txBody>
      </p:sp>
      <p:sp>
        <p:nvSpPr>
          <p:cNvPr id="6" name="Text Placeholder 5">
            <a:extLst>
              <a:ext uri="{FF2B5EF4-FFF2-40B4-BE49-F238E27FC236}">
                <a16:creationId xmlns:a16="http://schemas.microsoft.com/office/drawing/2014/main" id="{2637EC9B-A496-4C20-D48D-EC7B05FED97E}"/>
              </a:ext>
            </a:extLst>
          </p:cNvPr>
          <p:cNvSpPr>
            <a:spLocks noGrp="1"/>
          </p:cNvSpPr>
          <p:nvPr>
            <p:ph type="body" idx="1"/>
          </p:nvPr>
        </p:nvSpPr>
        <p:spPr/>
        <p:txBody>
          <a:bodyPr/>
          <a:lstStyle/>
          <a:p>
            <a:r>
              <a:rPr lang="en-US" sz="2400" dirty="0"/>
              <a:t>Consumption pricing could include </a:t>
            </a:r>
            <a:r>
              <a:rPr lang="en-US" sz="2400" b="1" dirty="0"/>
              <a:t>import duties </a:t>
            </a:r>
            <a:r>
              <a:rPr lang="en-US" sz="2400" dirty="0"/>
              <a:t>and additional forward-looking charges additional to taxes</a:t>
            </a:r>
          </a:p>
          <a:p>
            <a:r>
              <a:rPr lang="en-US" sz="2400" dirty="0"/>
              <a:t>For imports, consider the tCO2/$ of value. For goods that already have tariffs such as televisions, consider ‘greening’ this tariff, based on standardized values</a:t>
            </a:r>
          </a:p>
          <a:p>
            <a:r>
              <a:rPr lang="en-US" sz="2400" dirty="0"/>
              <a:t>For domestic production, domestic consumption consider a sectoral approach with critical counterparties</a:t>
            </a:r>
          </a:p>
          <a:p>
            <a:pPr lvl="1"/>
            <a:r>
              <a:rPr lang="en-US" sz="2400" dirty="0"/>
              <a:t>For road transport, consider fuel distributers</a:t>
            </a:r>
          </a:p>
          <a:p>
            <a:r>
              <a:rPr lang="en-US" sz="2400" dirty="0"/>
              <a:t>Consumption pricing could include more than carbon!\</a:t>
            </a:r>
          </a:p>
          <a:p>
            <a:r>
              <a:rPr lang="en-US" sz="2400" dirty="0"/>
              <a:t>Systemic Reform of VAT/sales taxes</a:t>
            </a:r>
          </a:p>
          <a:p>
            <a:endParaRPr lang="en-US" dirty="0"/>
          </a:p>
        </p:txBody>
      </p:sp>
      <p:sp>
        <p:nvSpPr>
          <p:cNvPr id="7" name="Text Placeholder 6">
            <a:extLst>
              <a:ext uri="{FF2B5EF4-FFF2-40B4-BE49-F238E27FC236}">
                <a16:creationId xmlns:a16="http://schemas.microsoft.com/office/drawing/2014/main" id="{01CDF5DE-B125-02F9-3A6C-4B5CA0A16A04}"/>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306898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9E3D1-F4B9-87BD-5A40-6A7C1C7761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E7289A-D3C0-6143-BB1B-50C24808C8A6}"/>
              </a:ext>
            </a:extLst>
          </p:cNvPr>
          <p:cNvSpPr>
            <a:spLocks noGrp="1"/>
          </p:cNvSpPr>
          <p:nvPr>
            <p:ph type="title"/>
          </p:nvPr>
        </p:nvSpPr>
        <p:spPr/>
        <p:txBody>
          <a:bodyPr/>
          <a:lstStyle/>
          <a:p>
            <a:r>
              <a:rPr lang="en-US" dirty="0"/>
              <a:t>Assessment</a:t>
            </a:r>
          </a:p>
        </p:txBody>
      </p:sp>
      <p:sp>
        <p:nvSpPr>
          <p:cNvPr id="6" name="Text Placeholder 5">
            <a:extLst>
              <a:ext uri="{FF2B5EF4-FFF2-40B4-BE49-F238E27FC236}">
                <a16:creationId xmlns:a16="http://schemas.microsoft.com/office/drawing/2014/main" id="{0E37545B-CEA1-114F-88E6-42FDE7C8D3E5}"/>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783600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B36EBC0-C0DC-F0BA-7943-122D977025E4}"/>
              </a:ext>
            </a:extLst>
          </p:cNvPr>
          <p:cNvSpPr>
            <a:spLocks noGrp="1"/>
          </p:cNvSpPr>
          <p:nvPr>
            <p:ph type="title"/>
          </p:nvPr>
        </p:nvSpPr>
        <p:spPr/>
        <p:txBody>
          <a:bodyPr/>
          <a:lstStyle/>
          <a:p>
            <a:r>
              <a:rPr lang="en-US" dirty="0"/>
              <a:t>What’s Different from What We Have At the Moment?</a:t>
            </a:r>
          </a:p>
        </p:txBody>
      </p:sp>
      <p:sp>
        <p:nvSpPr>
          <p:cNvPr id="6" name="Text Placeholder 5">
            <a:extLst>
              <a:ext uri="{FF2B5EF4-FFF2-40B4-BE49-F238E27FC236}">
                <a16:creationId xmlns:a16="http://schemas.microsoft.com/office/drawing/2014/main" id="{DD265E3B-9853-BCE9-7BB6-8D594783F4B2}"/>
              </a:ext>
            </a:extLst>
          </p:cNvPr>
          <p:cNvSpPr>
            <a:spLocks noGrp="1"/>
          </p:cNvSpPr>
          <p:nvPr>
            <p:ph type="body" idx="1"/>
          </p:nvPr>
        </p:nvSpPr>
        <p:spPr/>
        <p:txBody>
          <a:bodyPr>
            <a:normAutofit/>
          </a:bodyPr>
          <a:lstStyle/>
          <a:p>
            <a:endParaRPr lang="en-US" sz="2400" dirty="0"/>
          </a:p>
          <a:p>
            <a:r>
              <a:rPr lang="en-US" sz="2400" dirty="0"/>
              <a:t>In implementation of the production side, we need </a:t>
            </a:r>
            <a:r>
              <a:rPr lang="en-US" sz="2400" i="1" dirty="0"/>
              <a:t>feebates</a:t>
            </a:r>
            <a:r>
              <a:rPr lang="en-US" sz="2400" dirty="0"/>
              <a:t> or other </a:t>
            </a:r>
            <a:r>
              <a:rPr lang="en-US" sz="2400" i="1" dirty="0"/>
              <a:t>relative incentives </a:t>
            </a:r>
            <a:r>
              <a:rPr lang="en-US" sz="2400" dirty="0"/>
              <a:t>across different industries</a:t>
            </a:r>
          </a:p>
          <a:p>
            <a:endParaRPr lang="en-US" sz="2400" dirty="0"/>
          </a:p>
          <a:p>
            <a:r>
              <a:rPr lang="en-US" sz="2400" dirty="0"/>
              <a:t>In implementation of the consumption side, we need to also tax </a:t>
            </a:r>
            <a:r>
              <a:rPr lang="en-US" sz="2400" i="1" dirty="0"/>
              <a:t>non-emissions intensive imports</a:t>
            </a:r>
          </a:p>
          <a:p>
            <a:endParaRPr lang="en-US" sz="2400" dirty="0"/>
          </a:p>
          <a:p>
            <a:r>
              <a:rPr lang="en-US" sz="2400" i="1" dirty="0"/>
              <a:t>Expectation/norm</a:t>
            </a:r>
            <a:r>
              <a:rPr lang="en-US" sz="2400" dirty="0"/>
              <a:t> for developing countries should not be absolute carbon pricing (Total Carbon Price) but relative price between green and dirty results. We need ways to measure this (Elasticity weighted TCP for example).</a:t>
            </a:r>
          </a:p>
          <a:p>
            <a:pPr marL="114300" indent="0">
              <a:buNone/>
            </a:pPr>
            <a:endParaRPr lang="en-US" sz="2400" dirty="0"/>
          </a:p>
        </p:txBody>
      </p:sp>
      <p:sp>
        <p:nvSpPr>
          <p:cNvPr id="7" name="Text Placeholder 6">
            <a:extLst>
              <a:ext uri="{FF2B5EF4-FFF2-40B4-BE49-F238E27FC236}">
                <a16:creationId xmlns:a16="http://schemas.microsoft.com/office/drawing/2014/main" id="{930A2F6A-04AC-EF83-898B-54390AD1956B}"/>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4254926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E90C1-5685-C4A0-4E0C-9AA109055D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DDAB311-A440-4D33-4AFA-B24ED87F15EC}"/>
              </a:ext>
            </a:extLst>
          </p:cNvPr>
          <p:cNvSpPr>
            <a:spLocks noGrp="1"/>
          </p:cNvSpPr>
          <p:nvPr>
            <p:ph type="title"/>
          </p:nvPr>
        </p:nvSpPr>
        <p:spPr/>
        <p:txBody>
          <a:bodyPr/>
          <a:lstStyle/>
          <a:p>
            <a:r>
              <a:rPr lang="en-US" dirty="0"/>
              <a:t>Conclusions</a:t>
            </a:r>
          </a:p>
        </p:txBody>
      </p:sp>
      <p:sp>
        <p:nvSpPr>
          <p:cNvPr id="6" name="Text Placeholder 5">
            <a:extLst>
              <a:ext uri="{FF2B5EF4-FFF2-40B4-BE49-F238E27FC236}">
                <a16:creationId xmlns:a16="http://schemas.microsoft.com/office/drawing/2014/main" id="{FA750DAD-0B9B-DC6E-4969-F6073CF5D7CD}"/>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2228701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4997-BD85-A4B3-B68B-79BE58572AFF}"/>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31619D6-C154-514C-9CD8-272CFC28C60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131619D6-C154-514C-9CD8-272CFC28C60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DAEF9F6-D491-E8E2-75B9-B03992F48DEB}"/>
              </a:ext>
            </a:extLst>
          </p:cNvPr>
          <p:cNvSpPr>
            <a:spLocks noGrp="1"/>
          </p:cNvSpPr>
          <p:nvPr>
            <p:ph type="title"/>
          </p:nvPr>
        </p:nvSpPr>
        <p:spPr/>
        <p:txBody>
          <a:bodyPr/>
          <a:lstStyle/>
          <a:p>
            <a:r>
              <a:rPr lang="en-US" dirty="0"/>
              <a:t>Conclusions</a:t>
            </a:r>
            <a:endParaRPr lang="en-DK" dirty="0"/>
          </a:p>
        </p:txBody>
      </p:sp>
      <p:sp>
        <p:nvSpPr>
          <p:cNvPr id="8" name="Text Placeholder 7">
            <a:extLst>
              <a:ext uri="{FF2B5EF4-FFF2-40B4-BE49-F238E27FC236}">
                <a16:creationId xmlns:a16="http://schemas.microsoft.com/office/drawing/2014/main" id="{72EF75F1-D3B6-3C1F-C712-6FAB8B3A33B9}"/>
              </a:ext>
            </a:extLst>
          </p:cNvPr>
          <p:cNvSpPr>
            <a:spLocks noGrp="1"/>
          </p:cNvSpPr>
          <p:nvPr>
            <p:ph type="body" sz="quarter" idx="17"/>
          </p:nvPr>
        </p:nvSpPr>
        <p:spPr/>
        <p:txBody>
          <a:bodyPr/>
          <a:lstStyle/>
          <a:p>
            <a:r>
              <a:rPr lang="en-US" dirty="0"/>
              <a:t>Guide: How to structure a consulting proposal</a:t>
            </a:r>
          </a:p>
        </p:txBody>
      </p:sp>
      <p:sp>
        <p:nvSpPr>
          <p:cNvPr id="9" name="Rectangle 8">
            <a:extLst>
              <a:ext uri="{FF2B5EF4-FFF2-40B4-BE49-F238E27FC236}">
                <a16:creationId xmlns:a16="http://schemas.microsoft.com/office/drawing/2014/main" id="{4F04E128-5E9C-D30E-BA63-103ECCC29E00}"/>
              </a:ext>
            </a:extLst>
          </p:cNvPr>
          <p:cNvSpPr/>
          <p:nvPr/>
        </p:nvSpPr>
        <p:spPr>
          <a:xfrm>
            <a:off x="554736" y="1865312"/>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GB" sz="1600" b="1" dirty="0">
                <a:solidFill>
                  <a:srgbClr val="FFFFFF"/>
                </a:solidFill>
                <a:latin typeface="Arial"/>
              </a:rPr>
              <a:t>Situation</a:t>
            </a:r>
            <a:endParaRPr kumimoji="0" lang="en-GB"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6DEBA4A8-8DC2-A32F-8941-19CD058905EB}"/>
              </a:ext>
            </a:extLst>
          </p:cNvPr>
          <p:cNvSpPr/>
          <p:nvPr/>
        </p:nvSpPr>
        <p:spPr>
          <a:xfrm>
            <a:off x="3555110" y="1865312"/>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Many economists suggest carbon pricing (e.g. carbon tax or ETS) as a primary instrument for climate policy</a:t>
            </a:r>
          </a:p>
        </p:txBody>
      </p:sp>
      <p:sp>
        <p:nvSpPr>
          <p:cNvPr id="41" name="Rectangle 40">
            <a:extLst>
              <a:ext uri="{FF2B5EF4-FFF2-40B4-BE49-F238E27FC236}">
                <a16:creationId xmlns:a16="http://schemas.microsoft.com/office/drawing/2014/main" id="{2E1354A2-09EA-F3A6-E7D3-E358F74071D7}"/>
              </a:ext>
            </a:extLst>
          </p:cNvPr>
          <p:cNvSpPr/>
          <p:nvPr/>
        </p:nvSpPr>
        <p:spPr>
          <a:xfrm>
            <a:off x="554736" y="2767780"/>
            <a:ext cx="2245614" cy="1633989"/>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Problem</a:t>
            </a:r>
          </a:p>
        </p:txBody>
      </p:sp>
      <p:sp>
        <p:nvSpPr>
          <p:cNvPr id="42" name="Rectangle 41">
            <a:extLst>
              <a:ext uri="{FF2B5EF4-FFF2-40B4-BE49-F238E27FC236}">
                <a16:creationId xmlns:a16="http://schemas.microsoft.com/office/drawing/2014/main" id="{271EDEE5-2D00-BDEB-7EC2-1E1641AE81AF}"/>
              </a:ext>
            </a:extLst>
          </p:cNvPr>
          <p:cNvSpPr/>
          <p:nvPr/>
        </p:nvSpPr>
        <p:spPr>
          <a:xfrm>
            <a:off x="3555110" y="2767780"/>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However, carbon pricing usually means higher energy prices, which can deindustrialize green regions and industrialize dirty regions..</a:t>
            </a:r>
          </a:p>
        </p:txBody>
      </p:sp>
      <p:sp>
        <p:nvSpPr>
          <p:cNvPr id="46" name="Rectangle 45">
            <a:extLst>
              <a:ext uri="{FF2B5EF4-FFF2-40B4-BE49-F238E27FC236}">
                <a16:creationId xmlns:a16="http://schemas.microsoft.com/office/drawing/2014/main" id="{46ACB349-CC5E-6C2A-3BAA-0F34DF7D12AE}"/>
              </a:ext>
            </a:extLst>
          </p:cNvPr>
          <p:cNvSpPr/>
          <p:nvPr/>
        </p:nvSpPr>
        <p:spPr>
          <a:xfrm>
            <a:off x="3555110" y="3670248"/>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This is counterproductive both to the motivation to do substantive carbon pricing and to the global emissions reduction. Carbon pricing might make things worse!</a:t>
            </a:r>
          </a:p>
        </p:txBody>
      </p:sp>
      <p:sp>
        <p:nvSpPr>
          <p:cNvPr id="49" name="Rectangle 48">
            <a:extLst>
              <a:ext uri="{FF2B5EF4-FFF2-40B4-BE49-F238E27FC236}">
                <a16:creationId xmlns:a16="http://schemas.microsoft.com/office/drawing/2014/main" id="{6A8F3342-1C36-813B-DC43-30B2C2C21A85}"/>
              </a:ext>
            </a:extLst>
          </p:cNvPr>
          <p:cNvSpPr/>
          <p:nvPr/>
        </p:nvSpPr>
        <p:spPr>
          <a:xfrm>
            <a:off x="554736" y="4572716"/>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Solution</a:t>
            </a:r>
          </a:p>
        </p:txBody>
      </p:sp>
      <p:sp>
        <p:nvSpPr>
          <p:cNvPr id="50" name="Rectangle 49">
            <a:extLst>
              <a:ext uri="{FF2B5EF4-FFF2-40B4-BE49-F238E27FC236}">
                <a16:creationId xmlns:a16="http://schemas.microsoft.com/office/drawing/2014/main" id="{D08613D5-8C9E-FAEE-89ED-A5942EC59830}"/>
              </a:ext>
            </a:extLst>
          </p:cNvPr>
          <p:cNvSpPr/>
          <p:nvPr/>
        </p:nvSpPr>
        <p:spPr>
          <a:xfrm>
            <a:off x="3555110" y="4572716"/>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For production implement a feebate (e.g. output-based rebating) system plus subsidy</a:t>
            </a: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600" dirty="0">
                <a:solidFill>
                  <a:srgbClr val="061F32"/>
                </a:solidFill>
                <a:latin typeface="Arial"/>
              </a:rPr>
              <a:t>For consumption, implement consumption-based carbon pricing.</a:t>
            </a:r>
            <a:endParaRPr kumimoji="0" lang="en-US" sz="1600" b="0" i="0" u="none" strike="noStrike" kern="1200" cap="none" spc="0" normalizeH="0" baseline="0" noProof="0" dirty="0">
              <a:ln>
                <a:noFill/>
              </a:ln>
              <a:solidFill>
                <a:srgbClr val="061F32"/>
              </a:solidFill>
              <a:effectLst/>
              <a:uLnTx/>
              <a:uFillTx/>
              <a:latin typeface="Arial"/>
              <a:ea typeface="+mn-ea"/>
              <a:cs typeface="+mn-cs"/>
            </a:endParaRPr>
          </a:p>
        </p:txBody>
      </p:sp>
      <p:sp>
        <p:nvSpPr>
          <p:cNvPr id="57" name="Rectangle 56">
            <a:extLst>
              <a:ext uri="{FF2B5EF4-FFF2-40B4-BE49-F238E27FC236}">
                <a16:creationId xmlns:a16="http://schemas.microsoft.com/office/drawing/2014/main" id="{7350B1B5-91D8-A5E3-2197-08E47105DFB1}"/>
              </a:ext>
            </a:extLst>
          </p:cNvPr>
          <p:cNvSpPr/>
          <p:nvPr/>
        </p:nvSpPr>
        <p:spPr>
          <a:xfrm>
            <a:off x="554736" y="5475184"/>
            <a:ext cx="2245614" cy="731521"/>
          </a:xfrm>
          <a:prstGeom prst="rect">
            <a:avLst/>
          </a:prstGeom>
          <a:solidFill>
            <a:srgbClr val="061F3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GB" sz="1600" b="1" dirty="0">
                <a:solidFill>
                  <a:srgbClr val="FFFFFF"/>
                </a:solidFill>
                <a:latin typeface="Arial"/>
              </a:rPr>
              <a:t>Political Case</a:t>
            </a:r>
          </a:p>
        </p:txBody>
      </p:sp>
      <p:sp>
        <p:nvSpPr>
          <p:cNvPr id="58" name="Rectangle 57">
            <a:extLst>
              <a:ext uri="{FF2B5EF4-FFF2-40B4-BE49-F238E27FC236}">
                <a16:creationId xmlns:a16="http://schemas.microsoft.com/office/drawing/2014/main" id="{A2807770-1760-1C70-75B5-351C44CA1CCB}"/>
              </a:ext>
            </a:extLst>
          </p:cNvPr>
          <p:cNvSpPr/>
          <p:nvPr/>
        </p:nvSpPr>
        <p:spPr>
          <a:xfrm>
            <a:off x="3555109" y="5475184"/>
            <a:ext cx="8079677" cy="731521"/>
          </a:xfrm>
          <a:prstGeom prst="rect">
            <a:avLst/>
          </a:prstGeom>
          <a:solidFill>
            <a:schemeClr val="tx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spcBef>
                <a:spcPts val="300"/>
              </a:spcBef>
              <a:spcAft>
                <a:spcPts val="300"/>
              </a:spcAft>
              <a:defRPr/>
            </a:pPr>
            <a:r>
              <a:rPr kumimoji="0" lang="en-US" sz="1600" b="0" i="0" u="none" strike="noStrike" kern="1200" cap="none" spc="0" normalizeH="0" baseline="0" noProof="0" dirty="0">
                <a:ln>
                  <a:noFill/>
                </a:ln>
                <a:solidFill>
                  <a:srgbClr val="061F32"/>
                </a:solidFill>
                <a:effectLst/>
                <a:uLnTx/>
                <a:uFillTx/>
                <a:latin typeface="Arial"/>
                <a:ea typeface="+mn-ea"/>
                <a:cs typeface="+mn-cs"/>
              </a:rPr>
              <a:t>WB should support production-side carbon pricing, so that industrial production relocates to greener areas. A club of countries can implement consumption charges.</a:t>
            </a:r>
          </a:p>
        </p:txBody>
      </p:sp>
      <p:sp>
        <p:nvSpPr>
          <p:cNvPr id="17" name="Triangle 16">
            <a:extLst>
              <a:ext uri="{FF2B5EF4-FFF2-40B4-BE49-F238E27FC236}">
                <a16:creationId xmlns:a16="http://schemas.microsoft.com/office/drawing/2014/main" id="{3B4B3C18-621C-8DAB-FE94-4A1758B26FF2}"/>
              </a:ext>
            </a:extLst>
          </p:cNvPr>
          <p:cNvSpPr>
            <a:spLocks noChangeAspect="1"/>
          </p:cNvSpPr>
          <p:nvPr/>
        </p:nvSpPr>
        <p:spPr>
          <a:xfrm rot="5400000">
            <a:off x="2997855" y="2100275"/>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8" name="Triangle 17">
            <a:extLst>
              <a:ext uri="{FF2B5EF4-FFF2-40B4-BE49-F238E27FC236}">
                <a16:creationId xmlns:a16="http://schemas.microsoft.com/office/drawing/2014/main" id="{D8BE5454-8690-9B01-6F0C-0B054ABD57C0}"/>
              </a:ext>
            </a:extLst>
          </p:cNvPr>
          <p:cNvSpPr>
            <a:spLocks noChangeAspect="1"/>
          </p:cNvSpPr>
          <p:nvPr/>
        </p:nvSpPr>
        <p:spPr>
          <a:xfrm rot="5400000">
            <a:off x="2997855" y="3002743"/>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19" name="Triangle 18">
            <a:extLst>
              <a:ext uri="{FF2B5EF4-FFF2-40B4-BE49-F238E27FC236}">
                <a16:creationId xmlns:a16="http://schemas.microsoft.com/office/drawing/2014/main" id="{439A0F10-CF22-4016-94E2-72DF03BFEA9F}"/>
              </a:ext>
            </a:extLst>
          </p:cNvPr>
          <p:cNvSpPr>
            <a:spLocks noChangeAspect="1"/>
          </p:cNvSpPr>
          <p:nvPr/>
        </p:nvSpPr>
        <p:spPr>
          <a:xfrm rot="5400000">
            <a:off x="2997855" y="3905211"/>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0" name="Triangle 19">
            <a:extLst>
              <a:ext uri="{FF2B5EF4-FFF2-40B4-BE49-F238E27FC236}">
                <a16:creationId xmlns:a16="http://schemas.microsoft.com/office/drawing/2014/main" id="{710514B2-4FDA-E98E-847D-14BFE76F04F7}"/>
              </a:ext>
            </a:extLst>
          </p:cNvPr>
          <p:cNvSpPr>
            <a:spLocks noChangeAspect="1"/>
          </p:cNvSpPr>
          <p:nvPr/>
        </p:nvSpPr>
        <p:spPr>
          <a:xfrm rot="5400000">
            <a:off x="2997855" y="5710147"/>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
        <p:nvSpPr>
          <p:cNvPr id="21" name="Triangle 20">
            <a:extLst>
              <a:ext uri="{FF2B5EF4-FFF2-40B4-BE49-F238E27FC236}">
                <a16:creationId xmlns:a16="http://schemas.microsoft.com/office/drawing/2014/main" id="{375450DC-717B-4C3F-DC77-28A210EFA1F6}"/>
              </a:ext>
            </a:extLst>
          </p:cNvPr>
          <p:cNvSpPr>
            <a:spLocks noChangeAspect="1"/>
          </p:cNvSpPr>
          <p:nvPr/>
        </p:nvSpPr>
        <p:spPr>
          <a:xfrm rot="5400000">
            <a:off x="2997855" y="4807679"/>
            <a:ext cx="359750" cy="261594"/>
          </a:xfrm>
          <a:prstGeom prst="triangl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32307450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BottomLine"/>
</p:tagLst>
</file>

<file path=ppt/tags/tag6.xml><?xml version="1.0" encoding="utf-8"?>
<p:tagLst xmlns:a="http://schemas.openxmlformats.org/drawingml/2006/main" xmlns:r="http://schemas.openxmlformats.org/officeDocument/2006/relationships" xmlns:p="http://schemas.openxmlformats.org/presentationml/2006/main">
  <p:tag name="SHAPENAME" val="TopLine"/>
</p:tagLst>
</file>

<file path=ppt/tags/tag7.xml><?xml version="1.0" encoding="utf-8"?>
<p:tagLst xmlns:a="http://schemas.openxmlformats.org/drawingml/2006/main" xmlns:r="http://schemas.openxmlformats.org/officeDocument/2006/relationships" xmlns:p="http://schemas.openxmlformats.org/presentationml/2006/main">
  <p:tag name="SHAPENAME" val="4. Footnote"/>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SHAPENAME" val="Grid"/>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1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3.xml><?xml version="1.0" encoding="utf-8"?>
<p:tagLst xmlns:a="http://schemas.openxmlformats.org/drawingml/2006/main" xmlns:r="http://schemas.openxmlformats.org/officeDocument/2006/relationships" xmlns:p="http://schemas.openxmlformats.org/presentationml/2006/main">
  <p:tag name="SHAPENAME" val="BottomLine"/>
</p:tagLst>
</file>

<file path=ppt/tags/tag14.xml><?xml version="1.0" encoding="utf-8"?>
<p:tagLst xmlns:a="http://schemas.openxmlformats.org/drawingml/2006/main" xmlns:r="http://schemas.openxmlformats.org/officeDocument/2006/relationships" xmlns:p="http://schemas.openxmlformats.org/presentationml/2006/main">
  <p:tag name="SHAPENAME" val="TopLine"/>
</p:tagLst>
</file>

<file path=ppt/tags/tag1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6.xml><?xml version="1.0" encoding="utf-8"?>
<p:tagLst xmlns:a="http://schemas.openxmlformats.org/drawingml/2006/main" xmlns:r="http://schemas.openxmlformats.org/officeDocument/2006/relationships" xmlns:p="http://schemas.openxmlformats.org/presentationml/2006/main">
  <p:tag name="SHAPENAME" val="Grid"/>
</p:tagLst>
</file>

<file path=ppt/tags/tag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NAME" val="Moon"/>
</p:tagLst>
</file>

<file path=ppt/tags/tag20.xml><?xml version="1.0" encoding="utf-8"?>
<p:tagLst xmlns:a="http://schemas.openxmlformats.org/drawingml/2006/main" xmlns:r="http://schemas.openxmlformats.org/officeDocument/2006/relationships" xmlns:p="http://schemas.openxmlformats.org/presentationml/2006/main">
  <p:tag name="NAME" val="Moon"/>
</p:tagLst>
</file>

<file path=ppt/tags/tag21.xml><?xml version="1.0" encoding="utf-8"?>
<p:tagLst xmlns:a="http://schemas.openxmlformats.org/drawingml/2006/main" xmlns:r="http://schemas.openxmlformats.org/officeDocument/2006/relationships" xmlns:p="http://schemas.openxmlformats.org/presentationml/2006/main">
  <p:tag name="NAME" val="Moon"/>
</p:tagLst>
</file>

<file path=ppt/tags/tag22.xml><?xml version="1.0" encoding="utf-8"?>
<p:tagLst xmlns:a="http://schemas.openxmlformats.org/drawingml/2006/main" xmlns:r="http://schemas.openxmlformats.org/officeDocument/2006/relationships" xmlns:p="http://schemas.openxmlformats.org/presentationml/2006/main">
  <p:tag name="NAME" val="Moon"/>
</p:tagLst>
</file>

<file path=ppt/tags/tag23.xml><?xml version="1.0" encoding="utf-8"?>
<p:tagLst xmlns:a="http://schemas.openxmlformats.org/drawingml/2006/main" xmlns:r="http://schemas.openxmlformats.org/officeDocument/2006/relationships" xmlns:p="http://schemas.openxmlformats.org/presentationml/2006/main">
  <p:tag name="ANGLE" val="5"/>
</p:tagLst>
</file>

<file path=ppt/tags/tag24.xml><?xml version="1.0" encoding="utf-8"?>
<p:tagLst xmlns:a="http://schemas.openxmlformats.org/drawingml/2006/main" xmlns:r="http://schemas.openxmlformats.org/officeDocument/2006/relationships" xmlns:p="http://schemas.openxmlformats.org/presentationml/2006/main">
  <p:tag name="ANGLE" val="5"/>
</p:tagLst>
</file>

<file path=ppt/tags/tag25.xml><?xml version="1.0" encoding="utf-8"?>
<p:tagLst xmlns:a="http://schemas.openxmlformats.org/drawingml/2006/main" xmlns:r="http://schemas.openxmlformats.org/officeDocument/2006/relationships" xmlns:p="http://schemas.openxmlformats.org/presentationml/2006/main">
  <p:tag name="ANGLE" val="4"/>
</p:tagLst>
</file>

<file path=ppt/tags/tag26.xml><?xml version="1.0" encoding="utf-8"?>
<p:tagLst xmlns:a="http://schemas.openxmlformats.org/drawingml/2006/main" xmlns:r="http://schemas.openxmlformats.org/officeDocument/2006/relationships" xmlns:p="http://schemas.openxmlformats.org/presentationml/2006/main">
  <p:tag name="ANGLE" val="4"/>
</p:tagLst>
</file>

<file path=ppt/tags/tag27.xml><?xml version="1.0" encoding="utf-8"?>
<p:tagLst xmlns:a="http://schemas.openxmlformats.org/drawingml/2006/main" xmlns:r="http://schemas.openxmlformats.org/officeDocument/2006/relationships" xmlns:p="http://schemas.openxmlformats.org/presentationml/2006/main">
  <p:tag name="ANGLE" val="3"/>
</p:tagLst>
</file>

<file path=ppt/tags/tag28.xml><?xml version="1.0" encoding="utf-8"?>
<p:tagLst xmlns:a="http://schemas.openxmlformats.org/drawingml/2006/main" xmlns:r="http://schemas.openxmlformats.org/officeDocument/2006/relationships" xmlns:p="http://schemas.openxmlformats.org/presentationml/2006/main">
  <p:tag name="ANGLE" val="3"/>
</p:tagLst>
</file>

<file path=ppt/tags/tag29.xml><?xml version="1.0" encoding="utf-8"?>
<p:tagLst xmlns:a="http://schemas.openxmlformats.org/drawingml/2006/main" xmlns:r="http://schemas.openxmlformats.org/officeDocument/2006/relationships" xmlns:p="http://schemas.openxmlformats.org/presentationml/2006/main">
  <p:tag name="ANGLE" val="2"/>
</p:tagLst>
</file>

<file path=ppt/tags/tag30.xml><?xml version="1.0" encoding="utf-8"?>
<p:tagLst xmlns:a="http://schemas.openxmlformats.org/drawingml/2006/main" xmlns:r="http://schemas.openxmlformats.org/officeDocument/2006/relationships" xmlns:p="http://schemas.openxmlformats.org/presentationml/2006/main">
  <p:tag name="ANGLE" val="2"/>
</p:tagLst>
</file>

<file path=ppt/tags/tag31.xml><?xml version="1.0" encoding="utf-8"?>
<p:tagLst xmlns:a="http://schemas.openxmlformats.org/drawingml/2006/main" xmlns:r="http://schemas.openxmlformats.org/officeDocument/2006/relationships" xmlns:p="http://schemas.openxmlformats.org/presentationml/2006/main">
  <p:tag name="ANGLE" val="1"/>
</p:tagLst>
</file>

<file path=ppt/tags/tag32.xml><?xml version="1.0" encoding="utf-8"?>
<p:tagLst xmlns:a="http://schemas.openxmlformats.org/drawingml/2006/main" xmlns:r="http://schemas.openxmlformats.org/officeDocument/2006/relationships" xmlns:p="http://schemas.openxmlformats.org/presentationml/2006/main">
  <p:tag name="ANGLE" val="1"/>
</p:tagLst>
</file>

<file path=ppt/tags/tag33.xml><?xml version="1.0" encoding="utf-8"?>
<p:tagLst xmlns:a="http://schemas.openxmlformats.org/drawingml/2006/main" xmlns:r="http://schemas.openxmlformats.org/officeDocument/2006/relationships" xmlns:p="http://schemas.openxmlformats.org/presentationml/2006/main">
  <p:tag name="NAME" val="Moon"/>
</p:tagLst>
</file>

<file path=ppt/tags/tag34.xml><?xml version="1.0" encoding="utf-8"?>
<p:tagLst xmlns:a="http://schemas.openxmlformats.org/drawingml/2006/main" xmlns:r="http://schemas.openxmlformats.org/officeDocument/2006/relationships" xmlns:p="http://schemas.openxmlformats.org/presentationml/2006/main">
  <p:tag name="NAME" val="Moon"/>
</p:tagLst>
</file>

<file path=ppt/tags/tag35.xml><?xml version="1.0" encoding="utf-8"?>
<p:tagLst xmlns:a="http://schemas.openxmlformats.org/drawingml/2006/main" xmlns:r="http://schemas.openxmlformats.org/officeDocument/2006/relationships" xmlns:p="http://schemas.openxmlformats.org/presentationml/2006/main">
  <p:tag name="NAME" val="Moon"/>
</p:tagLst>
</file>

<file path=ppt/tags/tag36.xml><?xml version="1.0" encoding="utf-8"?>
<p:tagLst xmlns:a="http://schemas.openxmlformats.org/drawingml/2006/main" xmlns:r="http://schemas.openxmlformats.org/officeDocument/2006/relationships" xmlns:p="http://schemas.openxmlformats.org/presentationml/2006/main">
  <p:tag name="NAME" val="Moon"/>
</p:tagLst>
</file>

<file path=ppt/tags/tag37.xml><?xml version="1.0" encoding="utf-8"?>
<p:tagLst xmlns:a="http://schemas.openxmlformats.org/drawingml/2006/main" xmlns:r="http://schemas.openxmlformats.org/officeDocument/2006/relationships" xmlns:p="http://schemas.openxmlformats.org/presentationml/2006/main">
  <p:tag name="NAME" val="Moon"/>
</p:tagLst>
</file>

<file path=ppt/tags/tag38.xml><?xml version="1.0" encoding="utf-8"?>
<p:tagLst xmlns:a="http://schemas.openxmlformats.org/drawingml/2006/main" xmlns:r="http://schemas.openxmlformats.org/officeDocument/2006/relationships" xmlns:p="http://schemas.openxmlformats.org/presentationml/2006/main">
  <p:tag name="ANGLE" val="5"/>
</p:tagLst>
</file>

<file path=ppt/tags/tag39.xml><?xml version="1.0" encoding="utf-8"?>
<p:tagLst xmlns:a="http://schemas.openxmlformats.org/drawingml/2006/main" xmlns:r="http://schemas.openxmlformats.org/officeDocument/2006/relationships" xmlns:p="http://schemas.openxmlformats.org/presentationml/2006/main">
  <p:tag name="ANGLE" val="5"/>
</p:tagLst>
</file>

<file path=ppt/tags/tag40.xml><?xml version="1.0" encoding="utf-8"?>
<p:tagLst xmlns:a="http://schemas.openxmlformats.org/drawingml/2006/main" xmlns:r="http://schemas.openxmlformats.org/officeDocument/2006/relationships" xmlns:p="http://schemas.openxmlformats.org/presentationml/2006/main">
  <p:tag name="ANGLE" val="4"/>
</p:tagLst>
</file>

<file path=ppt/tags/tag41.xml><?xml version="1.0" encoding="utf-8"?>
<p:tagLst xmlns:a="http://schemas.openxmlformats.org/drawingml/2006/main" xmlns:r="http://schemas.openxmlformats.org/officeDocument/2006/relationships" xmlns:p="http://schemas.openxmlformats.org/presentationml/2006/main">
  <p:tag name="ANGLE" val="4"/>
</p:tagLst>
</file>

<file path=ppt/tags/tag42.xml><?xml version="1.0" encoding="utf-8"?>
<p:tagLst xmlns:a="http://schemas.openxmlformats.org/drawingml/2006/main" xmlns:r="http://schemas.openxmlformats.org/officeDocument/2006/relationships" xmlns:p="http://schemas.openxmlformats.org/presentationml/2006/main">
  <p:tag name="ANGLE" val="3"/>
</p:tagLst>
</file>

<file path=ppt/tags/tag43.xml><?xml version="1.0" encoding="utf-8"?>
<p:tagLst xmlns:a="http://schemas.openxmlformats.org/drawingml/2006/main" xmlns:r="http://schemas.openxmlformats.org/officeDocument/2006/relationships" xmlns:p="http://schemas.openxmlformats.org/presentationml/2006/main">
  <p:tag name="ANGLE" val="3"/>
</p:tagLst>
</file>

<file path=ppt/tags/tag44.xml><?xml version="1.0" encoding="utf-8"?>
<p:tagLst xmlns:a="http://schemas.openxmlformats.org/drawingml/2006/main" xmlns:r="http://schemas.openxmlformats.org/officeDocument/2006/relationships" xmlns:p="http://schemas.openxmlformats.org/presentationml/2006/main">
  <p:tag name="ANGLE" val="2"/>
</p:tagLst>
</file>

<file path=ppt/tags/tag45.xml><?xml version="1.0" encoding="utf-8"?>
<p:tagLst xmlns:a="http://schemas.openxmlformats.org/drawingml/2006/main" xmlns:r="http://schemas.openxmlformats.org/officeDocument/2006/relationships" xmlns:p="http://schemas.openxmlformats.org/presentationml/2006/main">
  <p:tag name="ANGLE" val="2"/>
</p:tagLst>
</file>

<file path=ppt/tags/tag46.xml><?xml version="1.0" encoding="utf-8"?>
<p:tagLst xmlns:a="http://schemas.openxmlformats.org/drawingml/2006/main" xmlns:r="http://schemas.openxmlformats.org/officeDocument/2006/relationships" xmlns:p="http://schemas.openxmlformats.org/presentationml/2006/main">
  <p:tag name="ANGLE" val="1"/>
</p:tagLst>
</file>

<file path=ppt/tags/tag47.xml><?xml version="1.0" encoding="utf-8"?>
<p:tagLst xmlns:a="http://schemas.openxmlformats.org/drawingml/2006/main" xmlns:r="http://schemas.openxmlformats.org/officeDocument/2006/relationships" xmlns:p="http://schemas.openxmlformats.org/presentationml/2006/main">
  <p:tag name="ANGLE" val="1"/>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50.xml><?xml version="1.0" encoding="utf-8"?>
<p:tagLst xmlns:a="http://schemas.openxmlformats.org/drawingml/2006/main" xmlns:r="http://schemas.openxmlformats.org/officeDocument/2006/relationships" xmlns:p="http://schemas.openxmlformats.org/presentationml/2006/main">
  <p:tag name="SHAPENAME" val="ClientLogo"/>
</p:tagLst>
</file>

<file path=ppt/tags/tag5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52.xml><?xml version="1.0" encoding="utf-8"?>
<p:tagLst xmlns:a="http://schemas.openxmlformats.org/drawingml/2006/main" xmlns:r="http://schemas.openxmlformats.org/officeDocument/2006/relationships" xmlns:p="http://schemas.openxmlformats.org/presentationml/2006/main">
  <p:tag name="SHAPENAME" val="Subtitle"/>
</p:tagLst>
</file>

<file path=ppt/tags/tag53.xml><?xml version="1.0" encoding="utf-8"?>
<p:tagLst xmlns:a="http://schemas.openxmlformats.org/drawingml/2006/main" xmlns:r="http://schemas.openxmlformats.org/officeDocument/2006/relationships" xmlns:p="http://schemas.openxmlformats.org/presentationml/2006/main">
  <p:tag name="SHAPENAME" val="Title"/>
</p:tagLst>
</file>

<file path=ppt/tags/tag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2.xml><?xml version="1.0" encoding="utf-8"?>
<p:tagLst xmlns:a="http://schemas.openxmlformats.org/drawingml/2006/main" xmlns:r="http://schemas.openxmlformats.org/officeDocument/2006/relationships" xmlns:p="http://schemas.openxmlformats.org/presentationml/2006/main">
  <p:tag name="SHAPENAME" val="5. Source"/>
</p:tagLst>
</file>

<file path=ppt/tags/tag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1.xml><?xml version="1.0" encoding="utf-8"?>
<p:tagLst xmlns:a="http://schemas.openxmlformats.org/drawingml/2006/main" xmlns:r="http://schemas.openxmlformats.org/officeDocument/2006/relationships" xmlns:p="http://schemas.openxmlformats.org/presentationml/2006/main">
  <p:tag name="SHAPENAME" val="5. Source"/>
</p:tagLst>
</file>

<file path=ppt/tags/tag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5.xml><?xml version="1.0" encoding="utf-8"?>
<p:tagLst xmlns:a="http://schemas.openxmlformats.org/drawingml/2006/main" xmlns:r="http://schemas.openxmlformats.org/officeDocument/2006/relationships" xmlns:p="http://schemas.openxmlformats.org/presentationml/2006/main">
  <p:tag name="SHAPENAME" val="5. Source"/>
</p:tagLst>
</file>

<file path=ppt/tags/tag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8.xml><?xml version="1.0" encoding="utf-8"?>
<p:tagLst xmlns:a="http://schemas.openxmlformats.org/drawingml/2006/main" xmlns:r="http://schemas.openxmlformats.org/officeDocument/2006/relationships" xmlns:p="http://schemas.openxmlformats.org/presentationml/2006/main">
  <p:tag name="SHAPENAME" val="5. Source"/>
</p:tagLst>
</file>

<file path=ppt/tags/tag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1.xml><?xml version="1.0" encoding="utf-8"?>
<p:tagLst xmlns:a="http://schemas.openxmlformats.org/drawingml/2006/main" xmlns:r="http://schemas.openxmlformats.org/officeDocument/2006/relationships" xmlns:p="http://schemas.openxmlformats.org/presentationml/2006/main">
  <p:tag name="SHAPENAME" val="5. Source"/>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4.xml><?xml version="1.0" encoding="utf-8"?>
<p:tagLst xmlns:a="http://schemas.openxmlformats.org/drawingml/2006/main" xmlns:r="http://schemas.openxmlformats.org/officeDocument/2006/relationships" xmlns:p="http://schemas.openxmlformats.org/presentationml/2006/main">
  <p:tag name="SHAPENAME" val="5. Source"/>
</p:tagLst>
</file>

<file path=ppt/tags/tag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7.xml><?xml version="1.0" encoding="utf-8"?>
<p:tagLst xmlns:a="http://schemas.openxmlformats.org/drawingml/2006/main" xmlns:r="http://schemas.openxmlformats.org/officeDocument/2006/relationships" xmlns:p="http://schemas.openxmlformats.org/presentationml/2006/main">
  <p:tag name="SHAPENAME" val="5. Sourc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9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9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9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8.xml><?xml version="1.0" encoding="utf-8"?>
<p:tagLst xmlns:a="http://schemas.openxmlformats.org/drawingml/2006/main" xmlns:r="http://schemas.openxmlformats.org/officeDocument/2006/relationships" xmlns:p="http://schemas.openxmlformats.org/presentationml/2006/main">
  <p:tag name="SHAPENAME" val="3. Subtitle"/>
</p:tagLst>
</file>

<file path=ppt/tags/tag99.xml><?xml version="1.0" encoding="utf-8"?>
<p:tagLst xmlns:a="http://schemas.openxmlformats.org/drawingml/2006/main" xmlns:r="http://schemas.openxmlformats.org/officeDocument/2006/relationships" xmlns:p="http://schemas.openxmlformats.org/presentationml/2006/main">
  <p:tag name="SHAPENAME" val="5. Source"/>
</p:tagLst>
</file>

<file path=ppt/tags/tag10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10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0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0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0.xml><?xml version="1.0" encoding="utf-8"?>
<p:tagLst xmlns:a="http://schemas.openxmlformats.org/drawingml/2006/main" xmlns:r="http://schemas.openxmlformats.org/officeDocument/2006/relationships" xmlns:p="http://schemas.openxmlformats.org/presentationml/2006/main">
  <p:tag name="SHAPENAME" val="5. Sourc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1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12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3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3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3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3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4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4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43.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6.xml><?xml version="1.0" encoding="utf-8"?>
<p:tagLst xmlns:a="http://schemas.openxmlformats.org/drawingml/2006/main" xmlns:r="http://schemas.openxmlformats.org/officeDocument/2006/relationships" xmlns:p="http://schemas.openxmlformats.org/presentationml/2006/main">
  <p:tag name="SHAPENAME" val="5. Source"/>
</p:tagLst>
</file>

<file path=ppt/tags/tag1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5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57.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58.xml><?xml version="1.0" encoding="utf-8"?>
<p:tagLst xmlns:a="http://schemas.openxmlformats.org/drawingml/2006/main" xmlns:r="http://schemas.openxmlformats.org/officeDocument/2006/relationships" xmlns:p="http://schemas.openxmlformats.org/presentationml/2006/main">
  <p:tag name="SHAPENAME" val="5. Sourc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6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6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6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6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8.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7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7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8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8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8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1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9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9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9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9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6.xml><?xml version="1.0" encoding="utf-8"?>
<p:tagLst xmlns:a="http://schemas.openxmlformats.org/drawingml/2006/main" xmlns:r="http://schemas.openxmlformats.org/officeDocument/2006/relationships" xmlns:p="http://schemas.openxmlformats.org/presentationml/2006/main">
  <p:tag name="SHAPENAME" val="5. Source"/>
</p:tagLst>
</file>

<file path=ppt/tags/tag1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2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0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0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0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07.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1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1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1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5. Source"/>
</p:tagLst>
</file>

<file path=ppt/tags/tag2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2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2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29.xml><?xml version="1.0" encoding="utf-8"?>
<p:tagLst xmlns:a="http://schemas.openxmlformats.org/drawingml/2006/main" xmlns:r="http://schemas.openxmlformats.org/officeDocument/2006/relationships" xmlns:p="http://schemas.openxmlformats.org/presentationml/2006/main">
  <p:tag name="SHAPENAME" val="5. Sourc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SHAPENAME" val="5. Source"/>
</p:tagLst>
</file>

<file path=ppt/tags/tag232.xml><?xml version="1.0" encoding="utf-8"?>
<p:tagLst xmlns:a="http://schemas.openxmlformats.org/drawingml/2006/main" xmlns:r="http://schemas.openxmlformats.org/officeDocument/2006/relationships" xmlns:p="http://schemas.openxmlformats.org/presentationml/2006/main">
  <p:tag name="SHAPENAME" val="ClientLogo"/>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SHAPENAME" val="5. Sourc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8.xml><?xml version="1.0" encoding="utf-8"?>
<p:tagLst xmlns:a="http://schemas.openxmlformats.org/drawingml/2006/main" xmlns:r="http://schemas.openxmlformats.org/officeDocument/2006/relationships" xmlns:p="http://schemas.openxmlformats.org/presentationml/2006/main">
  <p:tag name="SHAPENAME" val="5. Source"/>
</p:tagLst>
</file>

<file path=ppt/tags/tag2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2.xml><?xml version="1.0" encoding="utf-8"?>
<p:tagLst xmlns:a="http://schemas.openxmlformats.org/drawingml/2006/main" xmlns:r="http://schemas.openxmlformats.org/officeDocument/2006/relationships" xmlns:p="http://schemas.openxmlformats.org/presentationml/2006/main">
  <p:tag name="SHAPENAME" val="5. Source"/>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5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54.xml><?xml version="1.0" encoding="utf-8"?>
<p:tagLst xmlns:a="http://schemas.openxmlformats.org/drawingml/2006/main" xmlns:r="http://schemas.openxmlformats.org/officeDocument/2006/relationships" xmlns:p="http://schemas.openxmlformats.org/presentationml/2006/main">
  <p:tag name="SHAPENAME" val="Subtitle"/>
</p:tagLst>
</file>

<file path=ppt/tags/tag255.xml><?xml version="1.0" encoding="utf-8"?>
<p:tagLst xmlns:a="http://schemas.openxmlformats.org/drawingml/2006/main" xmlns:r="http://schemas.openxmlformats.org/officeDocument/2006/relationships" xmlns:p="http://schemas.openxmlformats.org/presentationml/2006/main">
  <p:tag name="SHAPENAME" val="Title"/>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25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9.xml><?xml version="1.0" encoding="utf-8"?>
<p:tagLst xmlns:a="http://schemas.openxmlformats.org/drawingml/2006/main" xmlns:r="http://schemas.openxmlformats.org/officeDocument/2006/relationships" xmlns:p="http://schemas.openxmlformats.org/presentationml/2006/main">
  <p:tag name="SHAPENAME" val="BottomLine"/>
</p:tagLst>
</file>

<file path=ppt/tags/tag260.xml><?xml version="1.0" encoding="utf-8"?>
<p:tagLst xmlns:a="http://schemas.openxmlformats.org/drawingml/2006/main" xmlns:r="http://schemas.openxmlformats.org/officeDocument/2006/relationships" xmlns:p="http://schemas.openxmlformats.org/presentationml/2006/main">
  <p:tag name="SHAPENAME" val="TopLine"/>
</p:tagLst>
</file>

<file path=ppt/tags/tag26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2.xml><?xml version="1.0" encoding="utf-8"?>
<p:tagLst xmlns:a="http://schemas.openxmlformats.org/drawingml/2006/main" xmlns:r="http://schemas.openxmlformats.org/officeDocument/2006/relationships" xmlns:p="http://schemas.openxmlformats.org/presentationml/2006/main">
  <p:tag name="SHAPENAME" val="Grid"/>
</p:tagLst>
</file>

<file path=ppt/tags/tag263.xml><?xml version="1.0" encoding="utf-8"?>
<p:tagLst xmlns:a="http://schemas.openxmlformats.org/drawingml/2006/main" xmlns:r="http://schemas.openxmlformats.org/officeDocument/2006/relationships" xmlns:p="http://schemas.openxmlformats.org/presentationml/2006/main">
  <p:tag name="SHAPENAME" val="4. Footnote"/>
</p:tagLst>
</file>

<file path=ppt/tags/tag2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5.xml><?xml version="1.0" encoding="utf-8"?>
<p:tagLst xmlns:a="http://schemas.openxmlformats.org/drawingml/2006/main" xmlns:r="http://schemas.openxmlformats.org/officeDocument/2006/relationships" xmlns:p="http://schemas.openxmlformats.org/presentationml/2006/main">
  <p:tag name="NAME" val="Moon"/>
</p:tagLst>
</file>

<file path=ppt/tags/tag266.xml><?xml version="1.0" encoding="utf-8"?>
<p:tagLst xmlns:a="http://schemas.openxmlformats.org/drawingml/2006/main" xmlns:r="http://schemas.openxmlformats.org/officeDocument/2006/relationships" xmlns:p="http://schemas.openxmlformats.org/presentationml/2006/main">
  <p:tag name="NAME" val="Moon"/>
</p:tagLst>
</file>

<file path=ppt/tags/tag267.xml><?xml version="1.0" encoding="utf-8"?>
<p:tagLst xmlns:a="http://schemas.openxmlformats.org/drawingml/2006/main" xmlns:r="http://schemas.openxmlformats.org/officeDocument/2006/relationships" xmlns:p="http://schemas.openxmlformats.org/presentationml/2006/main">
  <p:tag name="NAME" val="Moon"/>
</p:tagLst>
</file>

<file path=ppt/tags/tag268.xml><?xml version="1.0" encoding="utf-8"?>
<p:tagLst xmlns:a="http://schemas.openxmlformats.org/drawingml/2006/main" xmlns:r="http://schemas.openxmlformats.org/officeDocument/2006/relationships" xmlns:p="http://schemas.openxmlformats.org/presentationml/2006/main">
  <p:tag name="NAME" val="Moon"/>
</p:tagLst>
</file>

<file path=ppt/tags/tag269.xml><?xml version="1.0" encoding="utf-8"?>
<p:tagLst xmlns:a="http://schemas.openxmlformats.org/drawingml/2006/main" xmlns:r="http://schemas.openxmlformats.org/officeDocument/2006/relationships" xmlns:p="http://schemas.openxmlformats.org/presentationml/2006/main">
  <p:tag name="NAME" val="Moon"/>
</p:tagLst>
</file>

<file path=ppt/tags/tag270.xml><?xml version="1.0" encoding="utf-8"?>
<p:tagLst xmlns:a="http://schemas.openxmlformats.org/drawingml/2006/main" xmlns:r="http://schemas.openxmlformats.org/officeDocument/2006/relationships" xmlns:p="http://schemas.openxmlformats.org/presentationml/2006/main">
  <p:tag name="ANGLE" val="5"/>
</p:tagLst>
</file>

<file path=ppt/tags/tag271.xml><?xml version="1.0" encoding="utf-8"?>
<p:tagLst xmlns:a="http://schemas.openxmlformats.org/drawingml/2006/main" xmlns:r="http://schemas.openxmlformats.org/officeDocument/2006/relationships" xmlns:p="http://schemas.openxmlformats.org/presentationml/2006/main">
  <p:tag name="ANGLE" val="5"/>
</p:tagLst>
</file>

<file path=ppt/tags/tag272.xml><?xml version="1.0" encoding="utf-8"?>
<p:tagLst xmlns:a="http://schemas.openxmlformats.org/drawingml/2006/main" xmlns:r="http://schemas.openxmlformats.org/officeDocument/2006/relationships" xmlns:p="http://schemas.openxmlformats.org/presentationml/2006/main">
  <p:tag name="ANGLE" val="4"/>
</p:tagLst>
</file>

<file path=ppt/tags/tag273.xml><?xml version="1.0" encoding="utf-8"?>
<p:tagLst xmlns:a="http://schemas.openxmlformats.org/drawingml/2006/main" xmlns:r="http://schemas.openxmlformats.org/officeDocument/2006/relationships" xmlns:p="http://schemas.openxmlformats.org/presentationml/2006/main">
  <p:tag name="ANGLE" val="4"/>
</p:tagLst>
</file>

<file path=ppt/tags/tag274.xml><?xml version="1.0" encoding="utf-8"?>
<p:tagLst xmlns:a="http://schemas.openxmlformats.org/drawingml/2006/main" xmlns:r="http://schemas.openxmlformats.org/officeDocument/2006/relationships" xmlns:p="http://schemas.openxmlformats.org/presentationml/2006/main">
  <p:tag name="ANGLE" val="3"/>
</p:tagLst>
</file>

<file path=ppt/tags/tag275.xml><?xml version="1.0" encoding="utf-8"?>
<p:tagLst xmlns:a="http://schemas.openxmlformats.org/drawingml/2006/main" xmlns:r="http://schemas.openxmlformats.org/officeDocument/2006/relationships" xmlns:p="http://schemas.openxmlformats.org/presentationml/2006/main">
  <p:tag name="ANGLE" val="3"/>
</p:tagLst>
</file>

<file path=ppt/tags/tag276.xml><?xml version="1.0" encoding="utf-8"?>
<p:tagLst xmlns:a="http://schemas.openxmlformats.org/drawingml/2006/main" xmlns:r="http://schemas.openxmlformats.org/officeDocument/2006/relationships" xmlns:p="http://schemas.openxmlformats.org/presentationml/2006/main">
  <p:tag name="ANGLE" val="2"/>
</p:tagLst>
</file>

<file path=ppt/tags/tag277.xml><?xml version="1.0" encoding="utf-8"?>
<p:tagLst xmlns:a="http://schemas.openxmlformats.org/drawingml/2006/main" xmlns:r="http://schemas.openxmlformats.org/officeDocument/2006/relationships" xmlns:p="http://schemas.openxmlformats.org/presentationml/2006/main">
  <p:tag name="ANGLE" val="2"/>
</p:tagLst>
</file>

<file path=ppt/tags/tag278.xml><?xml version="1.0" encoding="utf-8"?>
<p:tagLst xmlns:a="http://schemas.openxmlformats.org/drawingml/2006/main" xmlns:r="http://schemas.openxmlformats.org/officeDocument/2006/relationships" xmlns:p="http://schemas.openxmlformats.org/presentationml/2006/main">
  <p:tag name="ANGLE" val="1"/>
</p:tagLst>
</file>

<file path=ppt/tags/tag279.xml><?xml version="1.0" encoding="utf-8"?>
<p:tagLst xmlns:a="http://schemas.openxmlformats.org/drawingml/2006/main" xmlns:r="http://schemas.openxmlformats.org/officeDocument/2006/relationships" xmlns:p="http://schemas.openxmlformats.org/presentationml/2006/main">
  <p:tag name="ANGLE" val="1"/>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82.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4.xml><?xml version="1.0" encoding="utf-8"?>
<p:tagLst xmlns:a="http://schemas.openxmlformats.org/drawingml/2006/main" xmlns:r="http://schemas.openxmlformats.org/officeDocument/2006/relationships" xmlns:p="http://schemas.openxmlformats.org/presentationml/2006/main">
  <p:tag name="SHAPENAME" val="Subtitle"/>
</p:tagLst>
</file>

<file path=ppt/tags/tag285.xml><?xml version="1.0" encoding="utf-8"?>
<p:tagLst xmlns:a="http://schemas.openxmlformats.org/drawingml/2006/main" xmlns:r="http://schemas.openxmlformats.org/officeDocument/2006/relationships" xmlns:p="http://schemas.openxmlformats.org/presentationml/2006/main">
  <p:tag name="SHAPENAME" val="Title"/>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2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9.xml><?xml version="1.0" encoding="utf-8"?>
<p:tagLst xmlns:a="http://schemas.openxmlformats.org/drawingml/2006/main" xmlns:r="http://schemas.openxmlformats.org/officeDocument/2006/relationships" xmlns:p="http://schemas.openxmlformats.org/presentationml/2006/main">
  <p:tag name="SHAPENAME" val="5. Source"/>
</p:tagLst>
</file>

<file path=ppt/tags/tag2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6.xml><?xml version="1.0" encoding="utf-8"?>
<p:tagLst xmlns:a="http://schemas.openxmlformats.org/drawingml/2006/main" xmlns:r="http://schemas.openxmlformats.org/officeDocument/2006/relationships" xmlns:p="http://schemas.openxmlformats.org/presentationml/2006/main">
  <p:tag name="SHAPENAME" val="5. Source"/>
</p:tagLst>
</file>

<file path=ppt/tags/tag2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0.xml><?xml version="1.0" encoding="utf-8"?>
<p:tagLst xmlns:a="http://schemas.openxmlformats.org/drawingml/2006/main" xmlns:r="http://schemas.openxmlformats.org/officeDocument/2006/relationships" xmlns:p="http://schemas.openxmlformats.org/presentationml/2006/main">
  <p:tag name="SHAPENAME" val="5. Source"/>
</p:tagLst>
</file>

<file path=ppt/tags/tag3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4.xml><?xml version="1.0" encoding="utf-8"?>
<p:tagLst xmlns:a="http://schemas.openxmlformats.org/drawingml/2006/main" xmlns:r="http://schemas.openxmlformats.org/officeDocument/2006/relationships" xmlns:p="http://schemas.openxmlformats.org/presentationml/2006/main">
  <p:tag name="SHAPENAME" val="5. Source"/>
</p:tagLst>
</file>

<file path=ppt/tags/tag3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30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0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1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1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1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7.xml><?xml version="1.0" encoding="utf-8"?>
<p:tagLst xmlns:a="http://schemas.openxmlformats.org/drawingml/2006/main" xmlns:r="http://schemas.openxmlformats.org/officeDocument/2006/relationships" xmlns:p="http://schemas.openxmlformats.org/presentationml/2006/main">
  <p:tag name="SHAPENAME" val="5. Source"/>
</p:tagLst>
</file>

<file path=ppt/tags/tag31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32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2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2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2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2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2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2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9.xml><?xml version="1.0" encoding="utf-8"?>
<p:tagLst xmlns:a="http://schemas.openxmlformats.org/drawingml/2006/main" xmlns:r="http://schemas.openxmlformats.org/officeDocument/2006/relationships" xmlns:p="http://schemas.openxmlformats.org/presentationml/2006/main">
  <p:tag name="SHAPENAME" val="3. Subtitle"/>
</p:tagLst>
</file>

<file path=ppt/tags/tag330.xml><?xml version="1.0" encoding="utf-8"?>
<p:tagLst xmlns:a="http://schemas.openxmlformats.org/drawingml/2006/main" xmlns:r="http://schemas.openxmlformats.org/officeDocument/2006/relationships" xmlns:p="http://schemas.openxmlformats.org/presentationml/2006/main">
  <p:tag name="SHAPENAME" val="5. Source"/>
</p:tagLst>
</file>

<file path=ppt/tags/tag33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3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3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3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3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3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40.xml><?xml version="1.0" encoding="utf-8"?>
<p:tagLst xmlns:a="http://schemas.openxmlformats.org/drawingml/2006/main" xmlns:r="http://schemas.openxmlformats.org/officeDocument/2006/relationships" xmlns:p="http://schemas.openxmlformats.org/presentationml/2006/main">
  <p:tag name="SHAPENAME" val="5. Source"/>
</p:tagLst>
</file>

<file path=ppt/tags/tag3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2.xml><?xml version="1.0" encoding="utf-8"?>
<p:tagLst xmlns:a="http://schemas.openxmlformats.org/drawingml/2006/main" xmlns:r="http://schemas.openxmlformats.org/officeDocument/2006/relationships" xmlns:p="http://schemas.openxmlformats.org/presentationml/2006/main">
  <p:tag name="SHAPENAME" val="3. Subtitle"/>
</p:tagLst>
</file>

<file path=ppt/tags/tag3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34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4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4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5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5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5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53.xml><?xml version="1.0" encoding="utf-8"?>
<p:tagLst xmlns:a="http://schemas.openxmlformats.org/drawingml/2006/main" xmlns:r="http://schemas.openxmlformats.org/officeDocument/2006/relationships" xmlns:p="http://schemas.openxmlformats.org/presentationml/2006/main">
  <p:tag name="SHAPENAME" val="5. Source"/>
</p:tagLst>
</file>

<file path=ppt/tags/tag3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5.xml><?xml version="1.0" encoding="utf-8"?>
<p:tagLst xmlns:a="http://schemas.openxmlformats.org/drawingml/2006/main" xmlns:r="http://schemas.openxmlformats.org/officeDocument/2006/relationships" xmlns:p="http://schemas.openxmlformats.org/presentationml/2006/main">
  <p:tag name="SHAPENAME" val="3. Subtitle"/>
</p:tagLst>
</file>

<file path=ppt/tags/tag3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35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6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6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6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6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66.xml><?xml version="1.0" encoding="utf-8"?>
<p:tagLst xmlns:a="http://schemas.openxmlformats.org/drawingml/2006/main" xmlns:r="http://schemas.openxmlformats.org/officeDocument/2006/relationships" xmlns:p="http://schemas.openxmlformats.org/presentationml/2006/main">
  <p:tag name="SHAPENAME" val="5. Source"/>
</p:tagLst>
</file>

<file path=ppt/tags/tag3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1.xml><?xml version="1.0" encoding="utf-8"?>
<p:tagLst xmlns:a="http://schemas.openxmlformats.org/drawingml/2006/main" xmlns:r="http://schemas.openxmlformats.org/officeDocument/2006/relationships" xmlns:p="http://schemas.openxmlformats.org/presentationml/2006/main">
  <p:tag name="SHAPENAME" val="5. Source"/>
</p:tagLst>
</file>

<file path=ppt/tags/tag3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7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0.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1.xml><?xml version="1.0" encoding="utf-8"?>
<p:tagLst xmlns:a="http://schemas.openxmlformats.org/drawingml/2006/main" xmlns:r="http://schemas.openxmlformats.org/officeDocument/2006/relationships" xmlns:p="http://schemas.openxmlformats.org/presentationml/2006/main">
  <p:tag name="SHAPENAME" val="5. Source"/>
</p:tagLst>
</file>

<file path=ppt/tags/tag38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lideworks">
  <a:themeElements>
    <a:clrScheme name="Slideworks">
      <a:dk1>
        <a:srgbClr val="FFFFFF"/>
      </a:dk1>
      <a:lt1>
        <a:srgbClr val="061F32"/>
      </a:lt1>
      <a:dk2>
        <a:srgbClr val="000000"/>
      </a:dk2>
      <a:lt2>
        <a:srgbClr val="000000"/>
      </a:lt2>
      <a:accent1>
        <a:srgbClr val="22A3DF"/>
      </a:accent1>
      <a:accent2>
        <a:srgbClr val="3478AB"/>
      </a:accent2>
      <a:accent3>
        <a:srgbClr val="1D4769"/>
      </a:accent3>
      <a:accent4>
        <a:srgbClr val="061F32"/>
      </a:accent4>
      <a:accent5>
        <a:srgbClr val="2222F6"/>
      </a:accent5>
      <a:accent6>
        <a:srgbClr val="F8BC3B"/>
      </a:accent6>
      <a:hlink>
        <a:srgbClr val="3478AB"/>
      </a:hlink>
      <a:folHlink>
        <a:srgbClr val="8B78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Slideworks" id="{E069DF23-800B-2147-8703-57BAD797A89F}" vid="{C4B098EE-F2FB-4F45-9BF5-C6412EFF7DD9}"/>
    </a:ext>
  </a:extLst>
</a:theme>
</file>

<file path=ppt/theme/theme2.xml><?xml version="1.0" encoding="utf-8"?>
<a:theme xmlns:a="http://schemas.openxmlformats.org/drawingml/2006/main" name="1_Dark">
  <a:themeElements>
    <a:clrScheme name="Scheme Blue">
      <a:dk1>
        <a:srgbClr val="FFFFFF"/>
      </a:dk1>
      <a:lt1>
        <a:srgbClr val="051C2C"/>
      </a:lt1>
      <a:dk2>
        <a:srgbClr val="000000"/>
      </a:dk2>
      <a:lt2>
        <a:srgbClr val="000000"/>
      </a:lt2>
      <a:accent1>
        <a:srgbClr val="FFFFFF"/>
      </a:accent1>
      <a:accent2>
        <a:srgbClr val="00A9F4"/>
      </a:accent2>
      <a:accent3>
        <a:srgbClr val="1F40E6"/>
      </a:accent3>
      <a:accent4>
        <a:srgbClr val="AAE6F0"/>
      </a:accent4>
      <a:accent5>
        <a:srgbClr val="3C96B4"/>
      </a:accent5>
      <a:accent6>
        <a:srgbClr val="AFC3FF"/>
      </a:accent6>
      <a:hlink>
        <a:srgbClr val="00A9F4"/>
      </a:hlink>
      <a:folHlink>
        <a:srgbClr val="8C5AC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1F40E6"/>
        </a:accent3>
        <a:accent4>
          <a:srgbClr val="AAE6F0"/>
        </a:accent4>
        <a:accent5>
          <a:srgbClr val="3C96B4"/>
        </a:accent5>
        <a:accent6>
          <a:srgbClr val="AFC3FF"/>
        </a:accent6>
        <a:hlink>
          <a:srgbClr val="00A9F4"/>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White)">
      <a:srgbClr val="FFFFFF"/>
    </a:custClr>
    <a:custClr name="Linear 2 (Pale Blue)">
      <a:srgbClr val="AAE6F0"/>
    </a:custClr>
    <a:custClr name="Linear 3">
      <a:srgbClr val="71D2F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50FC1F8C-36A8-43E0-A709-09110D5475E7}" vid="{00C64DB9-B4DC-496F-9AB5-5DAD18BDE97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134211</TotalTime>
  <Words>1610</Words>
  <Application>Microsoft Office PowerPoint</Application>
  <PresentationFormat>Widescreen</PresentationFormat>
  <Paragraphs>183</Paragraphs>
  <Slides>26</Slides>
  <Notes>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6" baseType="lpstr">
      <vt:lpstr>Aptos</vt:lpstr>
      <vt:lpstr>Arial</vt:lpstr>
      <vt:lpstr>Calibri</vt:lpstr>
      <vt:lpstr>Georgia</vt:lpstr>
      <vt:lpstr>Helvetica Neue</vt:lpstr>
      <vt:lpstr>Segoe UI</vt:lpstr>
      <vt:lpstr>Wingdings</vt:lpstr>
      <vt:lpstr>Slideworks</vt:lpstr>
      <vt:lpstr>1_Dark</vt:lpstr>
      <vt:lpstr>think-cell Slide</vt:lpstr>
      <vt:lpstr>    Open-Economy Carbon Pricing </vt:lpstr>
      <vt:lpstr>Overview</vt:lpstr>
      <vt:lpstr>Context and Overview</vt:lpstr>
      <vt:lpstr>Overview: Three Bad Strategies</vt:lpstr>
      <vt:lpstr>Conceptual Framework: Mitigation Policy</vt:lpstr>
      <vt:lpstr>The Argument</vt:lpstr>
      <vt:lpstr>Carbon Pricing</vt:lpstr>
      <vt:lpstr>Background: Carbon Taxes and ETS are two main carbon pricing strategies</vt:lpstr>
      <vt:lpstr>Three Purposes of Carbon Pricing</vt:lpstr>
      <vt:lpstr>Carbon Taxes and ETS are not equivalent</vt:lpstr>
      <vt:lpstr>Rebated carbon taxes (informally, ‘feebates’) fill the gap</vt:lpstr>
      <vt:lpstr>Production, Consumption and Trade</vt:lpstr>
      <vt:lpstr>Traditional Carbon Pricing Covers Production</vt:lpstr>
      <vt:lpstr>Traditional Carbon Pricing Covers Production of Emissions Domestically</vt:lpstr>
      <vt:lpstr>Proposed System is a dual system</vt:lpstr>
      <vt:lpstr>Key Proposal: Feebates</vt:lpstr>
      <vt:lpstr>What Are Feebates?</vt:lpstr>
      <vt:lpstr>Advantages of feebate/sectoral rebating relative to carbon tax/w. fiscal reform.</vt:lpstr>
      <vt:lpstr>Implementation of Feebates (Relative) Incentives Across The Economy</vt:lpstr>
      <vt:lpstr>Key Proposal: Consumption Based Taxation</vt:lpstr>
      <vt:lpstr>Consumption based Carbon Pricing</vt:lpstr>
      <vt:lpstr>Implementation of Consumption Pricing</vt:lpstr>
      <vt:lpstr>Assessment</vt:lpstr>
      <vt:lpstr>What’s Different from What We Have At the Moment?</vt:lpstr>
      <vt:lpstr>Conclusions</vt:lpstr>
      <vt:lpstr>Conclusions</vt:lpstr>
    </vt:vector>
  </TitlesOfParts>
  <Manager/>
  <Company>Slideworks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Slideworks Consulting Proposal Template</dc:title>
  <dc:subject>Consulting Proposal</dc:subject>
  <dc:creator>Slideworks</dc:creator>
  <cp:keywords>business, business development, consulting, project proposal</cp:keywords>
  <dc:description>Copyright of Slideworks.io. Any unauthorized distribution prohibited. See our full terms and conditions at https://slideworks.io/terms</dc:description>
  <cp:lastModifiedBy>Stephen Stretton</cp:lastModifiedBy>
  <cp:revision>3704</cp:revision>
  <dcterms:created xsi:type="dcterms:W3CDTF">2023-03-08T19:54:29Z</dcterms:created>
  <dcterms:modified xsi:type="dcterms:W3CDTF">2025-12-12T18:12:45Z</dcterms:modified>
  <cp:category>Management consulting, presentation design, business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bf45b6-5649-4236-82a3-f45024cd282e_Enabled">
    <vt:lpwstr>true</vt:lpwstr>
  </property>
  <property fmtid="{D5CDD505-2E9C-101B-9397-08002B2CF9AE}" pid="3" name="MSIP_Label_f1bf45b6-5649-4236-82a3-f45024cd282e_SetDate">
    <vt:lpwstr>2025-11-11T10:45:45Z</vt:lpwstr>
  </property>
  <property fmtid="{D5CDD505-2E9C-101B-9397-08002B2CF9AE}" pid="4" name="MSIP_Label_f1bf45b6-5649-4236-82a3-f45024cd282e_Method">
    <vt:lpwstr>Standard</vt:lpwstr>
  </property>
  <property fmtid="{D5CDD505-2E9C-101B-9397-08002B2CF9AE}" pid="5" name="MSIP_Label_f1bf45b6-5649-4236-82a3-f45024cd282e_Name">
    <vt:lpwstr>Official Use Only</vt:lpwstr>
  </property>
  <property fmtid="{D5CDD505-2E9C-101B-9397-08002B2CF9AE}" pid="6" name="MSIP_Label_f1bf45b6-5649-4236-82a3-f45024cd282e_SiteId">
    <vt:lpwstr>31a2fec0-266b-4c67-b56e-2796d8f59c36</vt:lpwstr>
  </property>
  <property fmtid="{D5CDD505-2E9C-101B-9397-08002B2CF9AE}" pid="7" name="MSIP_Label_f1bf45b6-5649-4236-82a3-f45024cd282e_ActionId">
    <vt:lpwstr>73d9f80e-6497-4e7d-86e0-61b33cf02c27</vt:lpwstr>
  </property>
  <property fmtid="{D5CDD505-2E9C-101B-9397-08002B2CF9AE}" pid="8" name="MSIP_Label_f1bf45b6-5649-4236-82a3-f45024cd282e_ContentBits">
    <vt:lpwstr>2</vt:lpwstr>
  </property>
  <property fmtid="{D5CDD505-2E9C-101B-9397-08002B2CF9AE}" pid="9" name="MSIP_Label_f1bf45b6-5649-4236-82a3-f45024cd282e_Tag">
    <vt:lpwstr>10, 3, 0, 1</vt:lpwstr>
  </property>
  <property fmtid="{D5CDD505-2E9C-101B-9397-08002B2CF9AE}" pid="10" name="ClassificationContentMarkingFooterLocations">
    <vt:lpwstr>Slideworks:274\1_Dark:6</vt:lpwstr>
  </property>
  <property fmtid="{D5CDD505-2E9C-101B-9397-08002B2CF9AE}" pid="11" name="ClassificationContentMarkingFooterText">
    <vt:lpwstr>Official Use Only</vt:lpwstr>
  </property>
</Properties>
</file>