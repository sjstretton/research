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John Stretton" userId="da8c780b-1aa2-4e36-94fb-871dc8111504" providerId="ADAL" clId="{5CEB85AA-E7A7-4BBD-BD89-DB9799EBC84C}"/>
    <pc:docChg chg="custSel addSld delSld modSld">
      <pc:chgData name="Stephen John Stretton" userId="da8c780b-1aa2-4e36-94fb-871dc8111504" providerId="ADAL" clId="{5CEB85AA-E7A7-4BBD-BD89-DB9799EBC84C}" dt="2023-01-17T14:56:49.722" v="512" actId="20577"/>
      <pc:docMkLst>
        <pc:docMk/>
      </pc:docMkLst>
      <pc:sldChg chg="modSp mod">
        <pc:chgData name="Stephen John Stretton" userId="da8c780b-1aa2-4e36-94fb-871dc8111504" providerId="ADAL" clId="{5CEB85AA-E7A7-4BBD-BD89-DB9799EBC84C}" dt="2023-01-17T14:56:49.722" v="512" actId="20577"/>
        <pc:sldMkLst>
          <pc:docMk/>
          <pc:sldMk cId="2133057680" sldId="257"/>
        </pc:sldMkLst>
        <pc:spChg chg="mod">
          <ac:chgData name="Stephen John Stretton" userId="da8c780b-1aa2-4e36-94fb-871dc8111504" providerId="ADAL" clId="{5CEB85AA-E7A7-4BBD-BD89-DB9799EBC84C}" dt="2023-01-17T14:56:49.722" v="512" actId="20577"/>
          <ac:spMkLst>
            <pc:docMk/>
            <pc:sldMk cId="2133057680" sldId="257"/>
            <ac:spMk id="3" creationId="{D6FE6460-81CD-41BE-A26A-34AD6AB97806}"/>
          </ac:spMkLst>
        </pc:spChg>
      </pc:sldChg>
      <pc:sldChg chg="modSp new del mod">
        <pc:chgData name="Stephen John Stretton" userId="da8c780b-1aa2-4e36-94fb-871dc8111504" providerId="ADAL" clId="{5CEB85AA-E7A7-4BBD-BD89-DB9799EBC84C}" dt="2023-01-17T14:55:39.995" v="229" actId="47"/>
        <pc:sldMkLst>
          <pc:docMk/>
          <pc:sldMk cId="893596707" sldId="258"/>
        </pc:sldMkLst>
        <pc:spChg chg="mod">
          <ac:chgData name="Stephen John Stretton" userId="da8c780b-1aa2-4e36-94fb-871dc8111504" providerId="ADAL" clId="{5CEB85AA-E7A7-4BBD-BD89-DB9799EBC84C}" dt="2023-01-17T14:54:57.049" v="228" actId="21"/>
          <ac:spMkLst>
            <pc:docMk/>
            <pc:sldMk cId="893596707" sldId="258"/>
            <ac:spMk id="3" creationId="{3D25A9D3-6324-439D-A3C0-47DC467A0C2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F3150-FD93-4ACA-ACE3-841098F27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0515B-29E2-4435-80B5-E3382CAB4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00E34-BC81-4095-87DB-147933E97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8CD0-E906-4B2C-AEE9-D4A05D90655B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B7EBA-D445-4DCA-870F-ED6E2D3C2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C1E37-8E89-4BE1-8234-7B0FBBB4C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42B21-3B59-4B1E-B293-68A838E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755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67EFA-F102-4974-A9F1-C6295CAE2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62F23-F19C-4E57-BB08-32ECD90B2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57AD9-DCE6-48A9-802E-A076AA26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8CD0-E906-4B2C-AEE9-D4A05D90655B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59648-2BE4-4F12-9589-36F1E7BC8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8128D-9FE5-4848-94E5-7AC99EAA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42B21-3B59-4B1E-B293-68A838E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6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77CEC-042B-4416-8AB9-4AB8AD85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C252C-9D06-439C-BD4F-3135DB773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42DD0-1C95-4C55-A7F1-23460D1B2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8CD0-E906-4B2C-AEE9-D4A05D90655B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0C104-77D4-4182-911E-876B2D1F0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44E01-1BD5-4E73-9F46-D4570104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42B21-3B59-4B1E-B293-68A838E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3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8168-9540-4950-B5AA-EC6F41DF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A4995-8DB2-4659-8F14-D1D5B1904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67A64-D5D6-4C9B-B939-E9107E071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C4B50-172B-4AF4-B048-9A51775B9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8CD0-E906-4B2C-AEE9-D4A05D90655B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7DA8E-F82C-42AF-A916-EC9F33B6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2A05E-C3DD-41C1-85AC-0C40484E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42B21-3B59-4B1E-B293-68A838E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35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4C5D7-AB8F-4279-B200-6A6732319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26AC9-DB74-454D-B314-DB3775C73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387EE-FAB7-4C56-B741-6C246E226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AB80AB-E984-4855-9D3D-2C7A4D092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1028F2-06FD-44FA-8FC4-8181B5D0AD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E2BAEC-0EB5-4297-88CE-CC8BDB627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8CD0-E906-4B2C-AEE9-D4A05D90655B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38583C-668D-412C-A094-662B9018D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5E3BC1-8FF6-4622-A214-2FD53F161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42B21-3B59-4B1E-B293-68A838E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1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65FAD-3A3F-453A-AABE-F3D82CFE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C00B0-F3A9-4937-86D5-CF2A34417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8CD0-E906-4B2C-AEE9-D4A05D90655B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B9DA0B-0B9C-4A39-82FE-FA022EC13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41D64-4C94-47CC-8277-2E3EDC78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42B21-3B59-4B1E-B293-68A838E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87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E8543E-C6C6-4894-8A7A-320DA7FFE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8CD0-E906-4B2C-AEE9-D4A05D90655B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C8E0AB-1012-403E-8B24-B87B13CD0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07497-7487-4C07-8CCC-3837110C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42B21-3B59-4B1E-B293-68A838E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94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2D47-27D5-4F96-8B6B-97EE6B41F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1F530-7536-4034-930A-780626BBF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8F1A3-D1B9-4579-B676-CC7756498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1B3B7-F360-4B7D-BA46-9AD00334B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8CD0-E906-4B2C-AEE9-D4A05D90655B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2A642-3344-49CE-B3E2-06831FC6E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89A08-6EA9-4FC6-89D0-B2DAF96B7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42B21-3B59-4B1E-B293-68A838E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2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B0B1-3EEA-49E2-9C9C-08544425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B5888-7419-4B28-A4A4-ECFB570C3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6800B-AAF7-452B-B42B-F2AEC78EF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283A0-C3EA-4E15-9BA2-728BB4C3E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8CD0-E906-4B2C-AEE9-D4A05D90655B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A73BD-2551-4875-95E8-395A4638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7CCE6-1820-423A-B278-40B260290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42B21-3B59-4B1E-B293-68A838E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8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18BAD-43F5-4BD8-9D1B-760D753CE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AE2E47-F914-499A-980A-B97E7227A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0C6AF-BEA1-496A-8008-5B89BD73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8CD0-E906-4B2C-AEE9-D4A05D90655B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A3758-6513-4404-A283-4E6282FFB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DD75C-3600-4DFA-A73E-57BC3117D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42B21-3B59-4B1E-B293-68A838E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5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7638-C329-49E8-9410-8F2EC5C214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319C3-5230-43E9-A520-DCBB51313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D5C9F-8125-4C28-A938-ECCAC4C16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8CD0-E906-4B2C-AEE9-D4A05D90655B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48FDA-4BC3-4DBE-B0B5-C9D9B82A1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E99F1-5CC0-4409-B080-D2D63CFC7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42B21-3B59-4B1E-B293-68A838E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23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AC658C-4F26-4EC3-9057-97444953B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875B8-9DA5-459A-B610-F41D15827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32F3A-8BA0-49B8-8E5B-994817A1B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88CD0-E906-4B2C-AEE9-D4A05D90655B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A58FD-5B9D-4C7F-BBCF-70604150A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B5F52-4953-40B2-A86A-6415BA988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42B21-3B59-4B1E-B293-68A838E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4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C12EB-5094-429A-A611-96DDA68B9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feebate/sectoral rebating relative to carbon tax/w. fiscal reform.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E6460-81CD-41BE-A26A-34AD6AB97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Arguments for output based rebating of carbon price (</a:t>
            </a:r>
            <a:r>
              <a:rPr lang="en-US" b="1" dirty="0" err="1"/>
              <a:t>ie</a:t>
            </a:r>
            <a:r>
              <a:rPr lang="en-US" b="1" dirty="0"/>
              <a:t> ‘usage feebates’) to be added to purchase feebates (e.g. on cars)</a:t>
            </a:r>
          </a:p>
          <a:p>
            <a:r>
              <a:rPr lang="en-US" b="1" dirty="0"/>
              <a:t>Power should be cheap not expensive for parallel electrification </a:t>
            </a:r>
            <a:r>
              <a:rPr lang="en-US" dirty="0"/>
              <a:t>of end-use sectors</a:t>
            </a:r>
          </a:p>
          <a:p>
            <a:r>
              <a:rPr lang="en-US" b="1" dirty="0"/>
              <a:t>Price of coal</a:t>
            </a:r>
            <a:r>
              <a:rPr lang="en-US" dirty="0"/>
              <a:t>: a reasonable carbon tax has an extreme effect on the price of coal (</a:t>
            </a:r>
            <a:r>
              <a:rPr lang="en-US" dirty="0" err="1"/>
              <a:t>eg</a:t>
            </a:r>
            <a:r>
              <a:rPr lang="en-US" dirty="0"/>
              <a:t> for a $70ctax, the coal price quadruples). If you use feebates instead this is hidden and not felt directly.</a:t>
            </a:r>
          </a:p>
          <a:p>
            <a:r>
              <a:rPr lang="en-US" b="1" dirty="0"/>
              <a:t>Open Economy Carbon Pricing </a:t>
            </a:r>
            <a:r>
              <a:rPr lang="en-US" dirty="0"/>
              <a:t>- feebates have it automatically, Carbon taxes need BTA which is hard to coordinate. Subsidies may cause trade wars.</a:t>
            </a:r>
          </a:p>
          <a:p>
            <a:r>
              <a:rPr lang="en-US" b="1" dirty="0"/>
              <a:t>Political feasibility</a:t>
            </a:r>
            <a:r>
              <a:rPr lang="en-US" dirty="0"/>
              <a:t>: rebating allows more flexibility for implementation. It's an option that is moderate politically as opposed to hard (taxes) or easy (subsidies) and therefore valid in more cases.</a:t>
            </a:r>
          </a:p>
          <a:p>
            <a:r>
              <a:rPr lang="en-US" b="1" dirty="0"/>
              <a:t>Feebates are revenue neutral </a:t>
            </a:r>
            <a:r>
              <a:rPr lang="en-US" dirty="0"/>
              <a:t>so are not ‘raising taxes’ but neither are they costly to the exchequer.</a:t>
            </a:r>
          </a:p>
          <a:p>
            <a:r>
              <a:rPr lang="en-US" b="1" dirty="0"/>
              <a:t>Norm creation (e.g. for coordinated carbon price)</a:t>
            </a:r>
            <a:r>
              <a:rPr lang="en-US" dirty="0"/>
              <a:t>: Political feasibility of feebates then knocks on to international coordination; </a:t>
            </a:r>
            <a:r>
              <a:rPr lang="en-US" dirty="0" err="1"/>
              <a:t>ie</a:t>
            </a:r>
            <a:r>
              <a:rPr lang="en-US" dirty="0"/>
              <a:t> easier to coordinate around relative (feebate) prices in different industries.</a:t>
            </a:r>
          </a:p>
          <a:p>
            <a:r>
              <a:rPr lang="en-US" b="1" dirty="0"/>
              <a:t>Sectors that need the most investment </a:t>
            </a:r>
            <a:r>
              <a:rPr lang="en-US" dirty="0"/>
              <a:t>have funds retained in the sectors with feebates. </a:t>
            </a:r>
            <a:r>
              <a:rPr lang="en-US" dirty="0" err="1"/>
              <a:t>Ie</a:t>
            </a:r>
            <a:r>
              <a:rPr lang="en-US" dirty="0"/>
              <a:t> those with highest economic/deadweight costs of the tax do not have funds additionally withdrawn in addition to transition financing costs.</a:t>
            </a:r>
          </a:p>
          <a:p>
            <a:r>
              <a:rPr lang="en-US" b="1" dirty="0"/>
              <a:t>Feebates allows higher carbon price to accelerate supply-side decarbonization</a:t>
            </a:r>
            <a:r>
              <a:rPr lang="en-US" dirty="0"/>
              <a:t>; different trajectory e.g. high carbon price first rathe than</a:t>
            </a:r>
          </a:p>
          <a:p>
            <a:r>
              <a:rPr lang="en-US" b="1" dirty="0"/>
              <a:t>Usage feebates </a:t>
            </a:r>
            <a:r>
              <a:rPr lang="en-US" dirty="0"/>
              <a:t>(</a:t>
            </a:r>
            <a:r>
              <a:rPr lang="en-US" dirty="0" err="1"/>
              <a:t>ie</a:t>
            </a:r>
            <a:r>
              <a:rPr lang="en-US" dirty="0"/>
              <a:t> carbon taxes with offsetting output-based, historical or per person rebating) can be supplemented by </a:t>
            </a:r>
            <a:r>
              <a:rPr lang="en-US" b="1" dirty="0"/>
              <a:t>purchase-investment feebates </a:t>
            </a:r>
            <a:r>
              <a:rPr lang="en-US" dirty="0"/>
              <a:t>(like traditional vehicle feebates).</a:t>
            </a:r>
          </a:p>
        </p:txBody>
      </p:sp>
    </p:spTree>
    <p:extLst>
      <p:ext uri="{BB962C8B-B14F-4D97-AF65-F5344CB8AC3E}">
        <p14:creationId xmlns:p14="http://schemas.microsoft.com/office/powerpoint/2010/main" val="2133057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B9018FA3249548A5BDA34FD45E4298" ma:contentTypeVersion="15" ma:contentTypeDescription="Create a new document." ma:contentTypeScope="" ma:versionID="bbf3c3b00e093600fc5eb6c7c16a0568">
  <xsd:schema xmlns:xsd="http://www.w3.org/2001/XMLSchema" xmlns:xs="http://www.w3.org/2001/XMLSchema" xmlns:p="http://schemas.microsoft.com/office/2006/metadata/properties" xmlns:ns3="a2575f19-ccfc-4947-a811-9b717af3c709" xmlns:ns4="404e9e9c-15d8-4aca-92ae-5f86d37582cd" targetNamespace="http://schemas.microsoft.com/office/2006/metadata/properties" ma:root="true" ma:fieldsID="d5afa607a65ef22f91d5ff353567c49d" ns3:_="" ns4:_="">
    <xsd:import namespace="a2575f19-ccfc-4947-a811-9b717af3c709"/>
    <xsd:import namespace="404e9e9c-15d8-4aca-92ae-5f86d37582c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575f19-ccfc-4947-a811-9b717af3c7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4e9e9c-15d8-4aca-92ae-5f86d37582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2575f19-ccfc-4947-a811-9b717af3c709" xsi:nil="true"/>
  </documentManagement>
</p:properties>
</file>

<file path=customXml/itemProps1.xml><?xml version="1.0" encoding="utf-8"?>
<ds:datastoreItem xmlns:ds="http://schemas.openxmlformats.org/officeDocument/2006/customXml" ds:itemID="{A022FB87-4134-4E28-A421-6012AC154E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575f19-ccfc-4947-a811-9b717af3c709"/>
    <ds:schemaRef ds:uri="404e9e9c-15d8-4aca-92ae-5f86d37582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CEFC3E-8D91-4A3D-81C3-6F9AAC6005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AEB24B-7368-4840-8300-E07400FD0A5D}">
  <ds:schemaRefs>
    <ds:schemaRef ds:uri="http://purl.org/dc/terms/"/>
    <ds:schemaRef ds:uri="http://www.w3.org/XML/1998/namespace"/>
    <ds:schemaRef ds:uri="a2575f19-ccfc-4947-a811-9b717af3c709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404e9e9c-15d8-4aca-92ae-5f86d37582cd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306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Advantages of feebate/sectoral rebating relative to carbon tax/w. fiscal reform.</vt:lpstr>
    </vt:vector>
  </TitlesOfParts>
  <Company>WBG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Advantages of feebate/sectoral rebating relative to carbon tax/w. fiscal reform.</dc:title>
  <dc:creator>Stephen John Stretton</dc:creator>
  <cp:lastModifiedBy>Stephen John Stretton</cp:lastModifiedBy>
  <cp:revision>5</cp:revision>
  <dcterms:created xsi:type="dcterms:W3CDTF">2023-01-17T14:12:51Z</dcterms:created>
  <dcterms:modified xsi:type="dcterms:W3CDTF">2023-01-18T00:23:28Z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0x0101006AB9018FA3249548A5BDA34FD45E4298</vt:lpwstr>
  </property>
</Properties>
</file>