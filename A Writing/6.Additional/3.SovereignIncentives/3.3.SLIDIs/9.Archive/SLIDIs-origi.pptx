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41"/>
  </p:notesMasterIdLst>
  <p:sldIdLst>
    <p:sldId id="256" r:id="rId2"/>
    <p:sldId id="332" r:id="rId3"/>
    <p:sldId id="257" r:id="rId4"/>
    <p:sldId id="295" r:id="rId5"/>
    <p:sldId id="302" r:id="rId6"/>
    <p:sldId id="259" r:id="rId7"/>
    <p:sldId id="260" r:id="rId8"/>
    <p:sldId id="261" r:id="rId9"/>
    <p:sldId id="262" r:id="rId10"/>
    <p:sldId id="263" r:id="rId11"/>
    <p:sldId id="264" r:id="rId12"/>
    <p:sldId id="320" r:id="rId13"/>
    <p:sldId id="313" r:id="rId14"/>
    <p:sldId id="312" r:id="rId15"/>
    <p:sldId id="278" r:id="rId16"/>
    <p:sldId id="267" r:id="rId17"/>
    <p:sldId id="268" r:id="rId18"/>
    <p:sldId id="331" r:id="rId19"/>
    <p:sldId id="314" r:id="rId20"/>
    <p:sldId id="325" r:id="rId21"/>
    <p:sldId id="280" r:id="rId22"/>
    <p:sldId id="276" r:id="rId23"/>
    <p:sldId id="317" r:id="rId24"/>
    <p:sldId id="329" r:id="rId25"/>
    <p:sldId id="323" r:id="rId26"/>
    <p:sldId id="281" r:id="rId27"/>
    <p:sldId id="270" r:id="rId28"/>
    <p:sldId id="328" r:id="rId29"/>
    <p:sldId id="330" r:id="rId30"/>
    <p:sldId id="315" r:id="rId31"/>
    <p:sldId id="326" r:id="rId32"/>
    <p:sldId id="324" r:id="rId33"/>
    <p:sldId id="316" r:id="rId34"/>
    <p:sldId id="318" r:id="rId35"/>
    <p:sldId id="309" r:id="rId36"/>
    <p:sldId id="274" r:id="rId37"/>
    <p:sldId id="275" r:id="rId38"/>
    <p:sldId id="319" r:id="rId39"/>
    <p:sldId id="297" r:id="rId40"/>
  </p:sldIdLst>
  <p:sldSz cx="9144000" cy="5143500" type="screen16x9"/>
  <p:notesSz cx="6858000" cy="9144000"/>
  <p:embeddedFontLst>
    <p:embeddedFont>
      <p:font typeface="Merriweather" panose="00000500000000000000" pitchFamily="2" charset="0"/>
      <p:regular r:id="rId42"/>
      <p:bold r:id="rId43"/>
      <p:italic r:id="rId44"/>
      <p:boldItalic r:id="rId45"/>
    </p:embeddedFont>
    <p:embeddedFont>
      <p:font typeface="Roboto" panose="02000000000000000000" pitchFamily="2" charset="0"/>
      <p:regular r:id="rId46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205F30B-DBA9-B108-89CA-A7CC2A3B6867}" name="Stephen John Stretton" initials="SS" userId="S::sstretton@worldbank.org::da8c780b-1aa2-4e36-94fb-871dc8111504" providerId="AD"/>
  <p188:author id="{F1613D9F-A197-850F-AE93-A634A7B4F7E2}" name="Nils Burkhard Patrik Zimmermann" initials="NBPZ" userId="S::nzimmermann@worldbank.org::ff02bda6-aa1d-49f9-bc1c-920e1083daef" providerId="AD"/>
  <p188:author id="{E0C990E1-2261-E0F6-54FB-973D4E73BA73}" name="Marcello Estevao" initials="ME" userId="S::mestevao@worldbank.org::3eb6c5ce-2aa9-4828-8ac9-dd7e4220b49e" providerId="AD"/>
  <p188:author id="{C7E0E7ED-2EB3-C63C-569F-637E32197C19}" name="Evie Davey" initials="ED" userId="08f35b59f79c2c7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B8E52"/>
    <a:srgbClr val="002F4A"/>
    <a:srgbClr val="A72A1E"/>
    <a:srgbClr val="B85741"/>
    <a:srgbClr val="203617"/>
    <a:srgbClr val="FEFAF1"/>
    <a:srgbClr val="BBBE1E"/>
    <a:srgbClr val="8E9300"/>
    <a:srgbClr val="176A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88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presProps" Target="presProps.xml"/><Relationship Id="rId55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John Stretton" userId="S::sstretton@worldbank.org::da8c780b-1aa2-4e36-94fb-871dc8111504" providerId="AD" clId="Web-{39061F29-3B2B-3ADB-F267-4A268F657837}"/>
    <pc:docChg chg="addSld modSld sldOrd">
      <pc:chgData name="Stephen John Stretton" userId="S::sstretton@worldbank.org::da8c780b-1aa2-4e36-94fb-871dc8111504" providerId="AD" clId="Web-{39061F29-3B2B-3ADB-F267-4A268F657837}" dt="2024-03-05T13:58:06.856" v="65" actId="20577"/>
      <pc:docMkLst>
        <pc:docMk/>
      </pc:docMkLst>
      <pc:sldChg chg="ord">
        <pc:chgData name="Stephen John Stretton" userId="S::sstretton@worldbank.org::da8c780b-1aa2-4e36-94fb-871dc8111504" providerId="AD" clId="Web-{39061F29-3B2B-3ADB-F267-4A268F657837}" dt="2024-03-05T13:57:47.354" v="63"/>
        <pc:sldMkLst>
          <pc:docMk/>
          <pc:sldMk cId="360777889" sldId="270"/>
        </pc:sldMkLst>
      </pc:sldChg>
      <pc:sldChg chg="modSp">
        <pc:chgData name="Stephen John Stretton" userId="S::sstretton@worldbank.org::da8c780b-1aa2-4e36-94fb-871dc8111504" providerId="AD" clId="Web-{39061F29-3B2B-3ADB-F267-4A268F657837}" dt="2024-03-05T13:58:06.856" v="65" actId="20577"/>
        <pc:sldMkLst>
          <pc:docMk/>
          <pc:sldMk cId="640958448" sldId="281"/>
        </pc:sldMkLst>
        <pc:spChg chg="mod">
          <ac:chgData name="Stephen John Stretton" userId="S::sstretton@worldbank.org::da8c780b-1aa2-4e36-94fb-871dc8111504" providerId="AD" clId="Web-{39061F29-3B2B-3ADB-F267-4A268F657837}" dt="2024-03-05T13:58:06.856" v="65" actId="20577"/>
          <ac:spMkLst>
            <pc:docMk/>
            <pc:sldMk cId="640958448" sldId="281"/>
            <ac:spMk id="3" creationId="{481EDFEE-BC04-5CB9-7C5D-4CCDD26D19F1}"/>
          </ac:spMkLst>
        </pc:spChg>
        <pc:spChg chg="mod">
          <ac:chgData name="Stephen John Stretton" userId="S::sstretton@worldbank.org::da8c780b-1aa2-4e36-94fb-871dc8111504" providerId="AD" clId="Web-{39061F29-3B2B-3ADB-F267-4A268F657837}" dt="2024-03-05T13:55:28.312" v="2" actId="20577"/>
          <ac:spMkLst>
            <pc:docMk/>
            <pc:sldMk cId="640958448" sldId="281"/>
            <ac:spMk id="380" creationId="{E44FADED-FE6F-4AA7-151A-12E1228BDACB}"/>
          </ac:spMkLst>
        </pc:spChg>
        <pc:spChg chg="mod">
          <ac:chgData name="Stephen John Stretton" userId="S::sstretton@worldbank.org::da8c780b-1aa2-4e36-94fb-871dc8111504" providerId="AD" clId="Web-{39061F29-3B2B-3ADB-F267-4A268F657837}" dt="2024-03-05T13:55:32.141" v="3" actId="14100"/>
          <ac:spMkLst>
            <pc:docMk/>
            <pc:sldMk cId="640958448" sldId="281"/>
            <ac:spMk id="386" creationId="{79099830-D71F-B400-A8AA-D65C3F5A0A4D}"/>
          </ac:spMkLst>
        </pc:spChg>
      </pc:sldChg>
      <pc:sldChg chg="modSp ord">
        <pc:chgData name="Stephen John Stretton" userId="S::sstretton@worldbank.org::da8c780b-1aa2-4e36-94fb-871dc8111504" providerId="AD" clId="Web-{39061F29-3B2B-3ADB-F267-4A268F657837}" dt="2024-03-05T13:56:36.021" v="51"/>
        <pc:sldMkLst>
          <pc:docMk/>
          <pc:sldMk cId="2083642290" sldId="323"/>
        </pc:sldMkLst>
        <pc:spChg chg="mod">
          <ac:chgData name="Stephen John Stretton" userId="S::sstretton@worldbank.org::da8c780b-1aa2-4e36-94fb-871dc8111504" providerId="AD" clId="Web-{39061F29-3B2B-3ADB-F267-4A268F657837}" dt="2024-03-05T13:56:31.661" v="50" actId="20577"/>
          <ac:spMkLst>
            <pc:docMk/>
            <pc:sldMk cId="2083642290" sldId="323"/>
            <ac:spMk id="19" creationId="{4EDB45CC-E118-1480-808D-484091FD5A79}"/>
          </ac:spMkLst>
        </pc:spChg>
      </pc:sldChg>
      <pc:sldChg chg="modSp add replId">
        <pc:chgData name="Stephen John Stretton" userId="S::sstretton@worldbank.org::da8c780b-1aa2-4e36-94fb-871dc8111504" providerId="AD" clId="Web-{39061F29-3B2B-3ADB-F267-4A268F657837}" dt="2024-03-05T13:56:58.053" v="62" actId="20577"/>
        <pc:sldMkLst>
          <pc:docMk/>
          <pc:sldMk cId="437018475" sldId="330"/>
        </pc:sldMkLst>
        <pc:spChg chg="mod">
          <ac:chgData name="Stephen John Stretton" userId="S::sstretton@worldbank.org::da8c780b-1aa2-4e36-94fb-871dc8111504" providerId="AD" clId="Web-{39061F29-3B2B-3ADB-F267-4A268F657837}" dt="2024-03-05T13:56:58.053" v="62" actId="20577"/>
          <ac:spMkLst>
            <pc:docMk/>
            <pc:sldMk cId="437018475" sldId="330"/>
            <ac:spMk id="4" creationId="{AE9BF3A1-8884-4D4A-29B3-AEDABE3795A1}"/>
          </ac:spMkLst>
        </pc:spChg>
      </pc:sldChg>
    </pc:docChg>
  </pc:docChgLst>
  <pc:docChgLst>
    <pc:chgData name="Stephen John Stretton" userId="da8c780b-1aa2-4e36-94fb-871dc8111504" providerId="ADAL" clId="{A7B23744-8E34-4629-BABA-A99ECDA8EC39}"/>
    <pc:docChg chg="modSld">
      <pc:chgData name="Stephen John Stretton" userId="da8c780b-1aa2-4e36-94fb-871dc8111504" providerId="ADAL" clId="{A7B23744-8E34-4629-BABA-A99ECDA8EC39}" dt="2024-10-29T22:55:08.300" v="5" actId="207"/>
      <pc:docMkLst>
        <pc:docMk/>
      </pc:docMkLst>
      <pc:sldChg chg="modSp mod">
        <pc:chgData name="Stephen John Stretton" userId="da8c780b-1aa2-4e36-94fb-871dc8111504" providerId="ADAL" clId="{A7B23744-8E34-4629-BABA-A99ECDA8EC39}" dt="2024-10-29T22:55:08.300" v="5" actId="207"/>
        <pc:sldMkLst>
          <pc:docMk/>
          <pc:sldMk cId="0" sldId="276"/>
        </pc:sldMkLst>
        <pc:spChg chg="mod">
          <ac:chgData name="Stephen John Stretton" userId="da8c780b-1aa2-4e36-94fb-871dc8111504" providerId="ADAL" clId="{A7B23744-8E34-4629-BABA-A99ECDA8EC39}" dt="2024-10-29T22:55:08.300" v="5" actId="207"/>
          <ac:spMkLst>
            <pc:docMk/>
            <pc:sldMk cId="0" sldId="276"/>
            <ac:spMk id="2" creationId="{F70EB803-981C-19EA-EDFA-2A0543493A98}"/>
          </ac:spMkLst>
        </pc:spChg>
      </pc:sldChg>
      <pc:sldChg chg="modSp mod">
        <pc:chgData name="Stephen John Stretton" userId="da8c780b-1aa2-4e36-94fb-871dc8111504" providerId="ADAL" clId="{A7B23744-8E34-4629-BABA-A99ECDA8EC39}" dt="2024-10-29T22:54:48.229" v="2" actId="1582"/>
        <pc:sldMkLst>
          <pc:docMk/>
          <pc:sldMk cId="4149906644" sldId="314"/>
        </pc:sldMkLst>
        <pc:spChg chg="mod">
          <ac:chgData name="Stephen John Stretton" userId="da8c780b-1aa2-4e36-94fb-871dc8111504" providerId="ADAL" clId="{A7B23744-8E34-4629-BABA-A99ECDA8EC39}" dt="2024-10-29T22:54:48.229" v="2" actId="1582"/>
          <ac:spMkLst>
            <pc:docMk/>
            <pc:sldMk cId="4149906644" sldId="314"/>
            <ac:spMk id="6" creationId="{50E54242-28E7-57E2-55AE-5501E4C1C7EA}"/>
          </ac:spMkLst>
        </pc:spChg>
      </pc:sldChg>
    </pc:docChg>
  </pc:docChgLst>
  <pc:docChgLst>
    <pc:chgData name="Marcello Estevao" userId="S::mestevao@worldbank.org::3eb6c5ce-2aa9-4828-8ac9-dd7e4220b49e" providerId="AD" clId="Web-{AC35B3FC-9D56-8889-EB7F-231C3805F7E1}"/>
    <pc:docChg chg="addSld modSld">
      <pc:chgData name="Marcello Estevao" userId="S::mestevao@worldbank.org::3eb6c5ce-2aa9-4828-8ac9-dd7e4220b49e" providerId="AD" clId="Web-{AC35B3FC-9D56-8889-EB7F-231C3805F7E1}" dt="2024-03-08T12:29:05.780" v="150" actId="20577"/>
      <pc:docMkLst>
        <pc:docMk/>
      </pc:docMkLst>
      <pc:sldChg chg="modSp">
        <pc:chgData name="Marcello Estevao" userId="S::mestevao@worldbank.org::3eb6c5ce-2aa9-4828-8ac9-dd7e4220b49e" providerId="AD" clId="Web-{AC35B3FC-9D56-8889-EB7F-231C3805F7E1}" dt="2024-03-08T12:26:54.482" v="135" actId="1076"/>
        <pc:sldMkLst>
          <pc:docMk/>
          <pc:sldMk cId="4149906644" sldId="314"/>
        </pc:sldMkLst>
        <pc:spChg chg="mod">
          <ac:chgData name="Marcello Estevao" userId="S::mestevao@worldbank.org::3eb6c5ce-2aa9-4828-8ac9-dd7e4220b49e" providerId="AD" clId="Web-{AC35B3FC-9D56-8889-EB7F-231C3805F7E1}" dt="2024-03-08T12:26:54.482" v="135" actId="1076"/>
          <ac:spMkLst>
            <pc:docMk/>
            <pc:sldMk cId="4149906644" sldId="314"/>
            <ac:spMk id="5" creationId="{607EBD93-C391-4EF8-BBE2-B9995925E2FD}"/>
          </ac:spMkLst>
        </pc:spChg>
      </pc:sldChg>
      <pc:sldChg chg="delSp modSp add replId">
        <pc:chgData name="Marcello Estevao" userId="S::mestevao@worldbank.org::3eb6c5ce-2aa9-4828-8ac9-dd7e4220b49e" providerId="AD" clId="Web-{AC35B3FC-9D56-8889-EB7F-231C3805F7E1}" dt="2024-03-08T12:29:05.780" v="150" actId="20577"/>
        <pc:sldMkLst>
          <pc:docMk/>
          <pc:sldMk cId="1174603827" sldId="331"/>
        </pc:sldMkLst>
        <pc:spChg chg="mod">
          <ac:chgData name="Marcello Estevao" userId="S::mestevao@worldbank.org::3eb6c5ce-2aa9-4828-8ac9-dd7e4220b49e" providerId="AD" clId="Web-{AC35B3FC-9D56-8889-EB7F-231C3805F7E1}" dt="2024-03-08T12:29:05.780" v="150" actId="20577"/>
          <ac:spMkLst>
            <pc:docMk/>
            <pc:sldMk cId="1174603827" sldId="331"/>
            <ac:spMk id="5" creationId="{607EBD93-C391-4EF8-BBE2-B9995925E2FD}"/>
          </ac:spMkLst>
        </pc:spChg>
        <pc:spChg chg="del">
          <ac:chgData name="Marcello Estevao" userId="S::mestevao@worldbank.org::3eb6c5ce-2aa9-4828-8ac9-dd7e4220b49e" providerId="AD" clId="Web-{AC35B3FC-9D56-8889-EB7F-231C3805F7E1}" dt="2024-03-08T12:27:52.435" v="137"/>
          <ac:spMkLst>
            <pc:docMk/>
            <pc:sldMk cId="1174603827" sldId="331"/>
            <ac:spMk id="6" creationId="{50E54242-28E7-57E2-55AE-5501E4C1C7EA}"/>
          </ac:spMkLst>
        </pc:spChg>
        <pc:spChg chg="del topLvl">
          <ac:chgData name="Marcello Estevao" userId="S::mestevao@worldbank.org::3eb6c5ce-2aa9-4828-8ac9-dd7e4220b49e" providerId="AD" clId="Web-{AC35B3FC-9D56-8889-EB7F-231C3805F7E1}" dt="2024-03-08T12:28:09.482" v="140"/>
          <ac:spMkLst>
            <pc:docMk/>
            <pc:sldMk cId="1174603827" sldId="331"/>
            <ac:spMk id="234" creationId="{5362C647-7156-E40F-8ED7-2CDE802ABEC7}"/>
          </ac:spMkLst>
        </pc:spChg>
        <pc:spChg chg="del topLvl">
          <ac:chgData name="Marcello Estevao" userId="S::mestevao@worldbank.org::3eb6c5ce-2aa9-4828-8ac9-dd7e4220b49e" providerId="AD" clId="Web-{AC35B3FC-9D56-8889-EB7F-231C3805F7E1}" dt="2024-03-08T12:28:06.264" v="139"/>
          <ac:spMkLst>
            <pc:docMk/>
            <pc:sldMk cId="1174603827" sldId="331"/>
            <ac:spMk id="235" creationId="{E6EF399D-902E-FA52-830A-27DD7F75BDA7}"/>
          </ac:spMkLst>
        </pc:spChg>
        <pc:grpChg chg="del">
          <ac:chgData name="Marcello Estevao" userId="S::mestevao@worldbank.org::3eb6c5ce-2aa9-4828-8ac9-dd7e4220b49e" providerId="AD" clId="Web-{AC35B3FC-9D56-8889-EB7F-231C3805F7E1}" dt="2024-03-08T12:28:13.779" v="141"/>
          <ac:grpSpMkLst>
            <pc:docMk/>
            <pc:sldMk cId="1174603827" sldId="331"/>
            <ac:grpSpMk id="230" creationId="{61F08F50-F03D-4F8E-FD3D-D232781BF25F}"/>
          </ac:grpSpMkLst>
        </pc:grpChg>
        <pc:grpChg chg="del">
          <ac:chgData name="Marcello Estevao" userId="S::mestevao@worldbank.org::3eb6c5ce-2aa9-4828-8ac9-dd7e4220b49e" providerId="AD" clId="Web-{AC35B3FC-9D56-8889-EB7F-231C3805F7E1}" dt="2024-03-08T12:28:06.264" v="139"/>
          <ac:grpSpMkLst>
            <pc:docMk/>
            <pc:sldMk cId="1174603827" sldId="331"/>
            <ac:grpSpMk id="233" creationId="{51EF34A2-97C1-7D55-80D1-E57DF1A07DC0}"/>
          </ac:grpSpMkLst>
        </pc:grpChg>
        <pc:grpChg chg="del">
          <ac:chgData name="Marcello Estevao" userId="S::mestevao@worldbank.org::3eb6c5ce-2aa9-4828-8ac9-dd7e4220b49e" providerId="AD" clId="Web-{AC35B3FC-9D56-8889-EB7F-231C3805F7E1}" dt="2024-03-08T12:28:02.592" v="138"/>
          <ac:grpSpMkLst>
            <pc:docMk/>
            <pc:sldMk cId="1174603827" sldId="331"/>
            <ac:grpSpMk id="236" creationId="{344A37BE-9339-D768-FFF5-C4AC03DC0C8E}"/>
          </ac:grpSpMkLst>
        </pc:grpChg>
      </pc:sldChg>
    </pc:docChg>
  </pc:docChgLst>
  <pc:docChgLst>
    <pc:chgData clId="Web-{EE6AF024-D53A-FF70-92C2-96795DDCB782}"/>
    <pc:docChg chg="modSld">
      <pc:chgData name="" userId="" providerId="" clId="Web-{EE6AF024-D53A-FF70-92C2-96795DDCB782}" dt="2024-10-01T00:59:02.607" v="1" actId="1076"/>
      <pc:docMkLst>
        <pc:docMk/>
      </pc:docMkLst>
      <pc:sldChg chg="modSp">
        <pc:chgData name="" userId="" providerId="" clId="Web-{EE6AF024-D53A-FF70-92C2-96795DDCB782}" dt="2024-10-01T00:59:02.607" v="1" actId="1076"/>
        <pc:sldMkLst>
          <pc:docMk/>
          <pc:sldMk cId="2269282609" sldId="332"/>
        </pc:sldMkLst>
        <pc:picChg chg="mod">
          <ac:chgData name="" userId="" providerId="" clId="Web-{EE6AF024-D53A-FF70-92C2-96795DDCB782}" dt="2024-10-01T00:59:02.607" v="1" actId="1076"/>
          <ac:picMkLst>
            <pc:docMk/>
            <pc:sldMk cId="2269282609" sldId="332"/>
            <ac:picMk id="59" creationId="{50189246-675B-B16A-FAC1-966E896D8645}"/>
          </ac:picMkLst>
        </pc:picChg>
      </pc:sldChg>
    </pc:docChg>
  </pc:docChgLst>
  <pc:docChgLst>
    <pc:chgData name="Eve Lauren Davey" userId="S::eviedavey6_outlook.com#ext#@worldbankgroup.onmicrosoft.com::ae14ba05-11d6-4041-82d8-f2ed7e05eba3" providerId="AD" clId="Web-{EE6AF024-D53A-FF70-92C2-96795DDCB782}"/>
    <pc:docChg chg="modSld">
      <pc:chgData name="Eve Lauren Davey" userId="S::eviedavey6_outlook.com#ext#@worldbankgroup.onmicrosoft.com::ae14ba05-11d6-4041-82d8-f2ed7e05eba3" providerId="AD" clId="Web-{EE6AF024-D53A-FF70-92C2-96795DDCB782}" dt="2024-10-01T01:05:02.492" v="21"/>
      <pc:docMkLst>
        <pc:docMk/>
      </pc:docMkLst>
      <pc:sldChg chg="addSp delSp modSp">
        <pc:chgData name="Eve Lauren Davey" userId="S::eviedavey6_outlook.com#ext#@worldbankgroup.onmicrosoft.com::ae14ba05-11d6-4041-82d8-f2ed7e05eba3" providerId="AD" clId="Web-{EE6AF024-D53A-FF70-92C2-96795DDCB782}" dt="2024-10-01T01:05:02.492" v="21"/>
        <pc:sldMkLst>
          <pc:docMk/>
          <pc:sldMk cId="2269282609" sldId="332"/>
        </pc:sldMkLst>
        <pc:spChg chg="mod">
          <ac:chgData name="Eve Lauren Davey" userId="S::eviedavey6_outlook.com#ext#@worldbankgroup.onmicrosoft.com::ae14ba05-11d6-4041-82d8-f2ed7e05eba3" providerId="AD" clId="Web-{EE6AF024-D53A-FF70-92C2-96795DDCB782}" dt="2024-10-01T01:01:47.627" v="7" actId="1076"/>
          <ac:spMkLst>
            <pc:docMk/>
            <pc:sldMk cId="2269282609" sldId="332"/>
            <ac:spMk id="8" creationId="{4DD9FAB5-6609-9A3B-A7D5-F1632BC3E50A}"/>
          </ac:spMkLst>
        </pc:spChg>
        <pc:spChg chg="mod">
          <ac:chgData name="Eve Lauren Davey" userId="S::eviedavey6_outlook.com#ext#@worldbankgroup.onmicrosoft.com::ae14ba05-11d6-4041-82d8-f2ed7e05eba3" providerId="AD" clId="Web-{EE6AF024-D53A-FF70-92C2-96795DDCB782}" dt="2024-10-01T01:03:18.693" v="18" actId="14100"/>
          <ac:spMkLst>
            <pc:docMk/>
            <pc:sldMk cId="2269282609" sldId="332"/>
            <ac:spMk id="49" creationId="{0B228882-3438-1D04-D4C7-44A6BBBE9681}"/>
          </ac:spMkLst>
        </pc:spChg>
        <pc:spChg chg="mod">
          <ac:chgData name="Eve Lauren Davey" userId="S::eviedavey6_outlook.com#ext#@worldbankgroup.onmicrosoft.com::ae14ba05-11d6-4041-82d8-f2ed7e05eba3" providerId="AD" clId="Web-{EE6AF024-D53A-FF70-92C2-96795DDCB782}" dt="2024-10-01T01:01:19.377" v="1" actId="14100"/>
          <ac:spMkLst>
            <pc:docMk/>
            <pc:sldMk cId="2269282609" sldId="332"/>
            <ac:spMk id="63" creationId="{C546FA98-C57F-7885-CA27-2F6060083432}"/>
          </ac:spMkLst>
        </pc:spChg>
        <pc:spChg chg="mod">
          <ac:chgData name="Eve Lauren Davey" userId="S::eviedavey6_outlook.com#ext#@worldbankgroup.onmicrosoft.com::ae14ba05-11d6-4041-82d8-f2ed7e05eba3" providerId="AD" clId="Web-{EE6AF024-D53A-FF70-92C2-96795DDCB782}" dt="2024-10-01T01:03:14.536" v="17" actId="1076"/>
          <ac:spMkLst>
            <pc:docMk/>
            <pc:sldMk cId="2269282609" sldId="332"/>
            <ac:spMk id="1027" creationId="{72AC7949-DC99-75C1-6B58-10695B9D7475}"/>
          </ac:spMkLst>
        </pc:spChg>
        <pc:spChg chg="mod">
          <ac:chgData name="Eve Lauren Davey" userId="S::eviedavey6_outlook.com#ext#@worldbankgroup.onmicrosoft.com::ae14ba05-11d6-4041-82d8-f2ed7e05eba3" providerId="AD" clId="Web-{EE6AF024-D53A-FF70-92C2-96795DDCB782}" dt="2024-10-01T01:02:56.223" v="15" actId="1076"/>
          <ac:spMkLst>
            <pc:docMk/>
            <pc:sldMk cId="2269282609" sldId="332"/>
            <ac:spMk id="1028" creationId="{A0EC400B-7B51-CF9C-F941-98D6D09D3D7A}"/>
          </ac:spMkLst>
        </pc:spChg>
        <pc:picChg chg="add mod">
          <ac:chgData name="Eve Lauren Davey" userId="S::eviedavey6_outlook.com#ext#@worldbankgroup.onmicrosoft.com::ae14ba05-11d6-4041-82d8-f2ed7e05eba3" providerId="AD" clId="Web-{EE6AF024-D53A-FF70-92C2-96795DDCB782}" dt="2024-10-01T01:02:38.941" v="12" actId="1076"/>
          <ac:picMkLst>
            <pc:docMk/>
            <pc:sldMk cId="2269282609" sldId="332"/>
            <ac:picMk id="2" creationId="{780FEBB9-A3A4-5FFA-CFFF-FD3A433F573F}"/>
          </ac:picMkLst>
        </pc:picChg>
        <pc:picChg chg="add del mod">
          <ac:chgData name="Eve Lauren Davey" userId="S::eviedavey6_outlook.com#ext#@worldbankgroup.onmicrosoft.com::ae14ba05-11d6-4041-82d8-f2ed7e05eba3" providerId="AD" clId="Web-{EE6AF024-D53A-FF70-92C2-96795DDCB782}" dt="2024-10-01T01:05:02.492" v="21"/>
          <ac:picMkLst>
            <pc:docMk/>
            <pc:sldMk cId="2269282609" sldId="332"/>
            <ac:picMk id="3" creationId="{4E3A0000-BC5A-513D-D713-AA76E47B9E25}"/>
          </ac:picMkLst>
        </pc:picChg>
        <pc:picChg chg="mod">
          <ac:chgData name="Eve Lauren Davey" userId="S::eviedavey6_outlook.com#ext#@worldbankgroup.onmicrosoft.com::ae14ba05-11d6-4041-82d8-f2ed7e05eba3" providerId="AD" clId="Web-{EE6AF024-D53A-FF70-92C2-96795DDCB782}" dt="2024-10-01T01:03:12.146" v="16" actId="1076"/>
          <ac:picMkLst>
            <pc:docMk/>
            <pc:sldMk cId="2269282609" sldId="332"/>
            <ac:picMk id="46" creationId="{FEB03725-53A5-45E6-D0B1-9448AF4934FD}"/>
          </ac:picMkLst>
        </pc:picChg>
        <pc:picChg chg="mod">
          <ac:chgData name="Eve Lauren Davey" userId="S::eviedavey6_outlook.com#ext#@worldbankgroup.onmicrosoft.com::ae14ba05-11d6-4041-82d8-f2ed7e05eba3" providerId="AD" clId="Web-{EE6AF024-D53A-FF70-92C2-96795DDCB782}" dt="2024-10-01T01:01:42.081" v="6" actId="1076"/>
          <ac:picMkLst>
            <pc:docMk/>
            <pc:sldMk cId="2269282609" sldId="332"/>
            <ac:picMk id="47" creationId="{151AE048-3E74-1DA2-E6D7-B1F9C298884B}"/>
          </ac:picMkLst>
        </pc:picChg>
        <pc:picChg chg="add del">
          <ac:chgData name="Eve Lauren Davey" userId="S::eviedavey6_outlook.com#ext#@worldbankgroup.onmicrosoft.com::ae14ba05-11d6-4041-82d8-f2ed7e05eba3" providerId="AD" clId="Web-{EE6AF024-D53A-FF70-92C2-96795DDCB782}" dt="2024-10-01T01:02:24.538" v="9"/>
          <ac:picMkLst>
            <pc:docMk/>
            <pc:sldMk cId="2269282609" sldId="332"/>
            <ac:picMk id="55" creationId="{9E78C8DB-D9CE-12A8-1E31-EAF518B339A5}"/>
          </ac:picMkLst>
        </pc:picChg>
        <pc:picChg chg="mod">
          <ac:chgData name="Eve Lauren Davey" userId="S::eviedavey6_outlook.com#ext#@worldbankgroup.onmicrosoft.com::ae14ba05-11d6-4041-82d8-f2ed7e05eba3" providerId="AD" clId="Web-{EE6AF024-D53A-FF70-92C2-96795DDCB782}" dt="2024-10-01T01:03:21.599" v="19" actId="1076"/>
          <ac:picMkLst>
            <pc:docMk/>
            <pc:sldMk cId="2269282609" sldId="332"/>
            <ac:picMk id="59" creationId="{50189246-675B-B16A-FAC1-966E896D8645}"/>
          </ac:picMkLst>
        </pc:picChg>
        <pc:picChg chg="mod">
          <ac:chgData name="Eve Lauren Davey" userId="S::eviedavey6_outlook.com#ext#@worldbankgroup.onmicrosoft.com::ae14ba05-11d6-4041-82d8-f2ed7e05eba3" providerId="AD" clId="Web-{EE6AF024-D53A-FF70-92C2-96795DDCB782}" dt="2024-10-01T01:01:34.174" v="4" actId="1076"/>
          <ac:picMkLst>
            <pc:docMk/>
            <pc:sldMk cId="2269282609" sldId="332"/>
            <ac:picMk id="62" creationId="{BF3BB0D3-893A-2876-6C8C-410549858BA3}"/>
          </ac:picMkLst>
        </pc:picChg>
      </pc:sldChg>
    </pc:docChg>
  </pc:docChgLst>
  <pc:docChgLst>
    <pc:chgData name="Stephen Stretton" userId="d46b5d2afcd4ceb0" providerId="LiveId" clId="{DD9EFCC3-9D74-403C-9CB8-B15395DFCA66}"/>
    <pc:docChg chg="undo custSel addSld delSld modSld sldOrd">
      <pc:chgData name="Stephen Stretton" userId="d46b5d2afcd4ceb0" providerId="LiveId" clId="{DD9EFCC3-9D74-403C-9CB8-B15395DFCA66}" dt="2024-03-04T17:06:34.550" v="1857" actId="108"/>
      <pc:docMkLst>
        <pc:docMk/>
      </pc:docMkLst>
      <pc:sldChg chg="modSp mod">
        <pc:chgData name="Stephen Stretton" userId="d46b5d2afcd4ceb0" providerId="LiveId" clId="{DD9EFCC3-9D74-403C-9CB8-B15395DFCA66}" dt="2024-03-04T17:06:34.550" v="1857" actId="108"/>
        <pc:sldMkLst>
          <pc:docMk/>
          <pc:sldMk cId="0" sldId="257"/>
        </pc:sldMkLst>
        <pc:spChg chg="mod">
          <ac:chgData name="Stephen Stretton" userId="d46b5d2afcd4ceb0" providerId="LiveId" clId="{DD9EFCC3-9D74-403C-9CB8-B15395DFCA66}" dt="2024-03-04T17:06:34.550" v="1857" actId="108"/>
          <ac:spMkLst>
            <pc:docMk/>
            <pc:sldMk cId="0" sldId="257"/>
            <ac:spMk id="72" creationId="{00000000-0000-0000-0000-000000000000}"/>
          </ac:spMkLst>
        </pc:spChg>
      </pc:sldChg>
      <pc:sldChg chg="modSp add mod ord">
        <pc:chgData name="Stephen Stretton" userId="d46b5d2afcd4ceb0" providerId="LiveId" clId="{DD9EFCC3-9D74-403C-9CB8-B15395DFCA66}" dt="2024-03-04T16:56:45.863" v="1689" actId="1076"/>
        <pc:sldMkLst>
          <pc:docMk/>
          <pc:sldMk cId="360777889" sldId="270"/>
        </pc:sldMkLst>
        <pc:spChg chg="mod">
          <ac:chgData name="Stephen Stretton" userId="d46b5d2afcd4ceb0" providerId="LiveId" clId="{DD9EFCC3-9D74-403C-9CB8-B15395DFCA66}" dt="2024-03-04T16:56:45.863" v="1689" actId="1076"/>
          <ac:spMkLst>
            <pc:docMk/>
            <pc:sldMk cId="360777889" sldId="270"/>
            <ac:spMk id="4" creationId="{043CEE80-013E-9507-0991-F6F534C6D47E}"/>
          </ac:spMkLst>
        </pc:spChg>
      </pc:sldChg>
      <pc:sldChg chg="add del ord">
        <pc:chgData name="Stephen Stretton" userId="d46b5d2afcd4ceb0" providerId="LiveId" clId="{DD9EFCC3-9D74-403C-9CB8-B15395DFCA66}" dt="2024-03-04T15:56:18.634" v="5" actId="2696"/>
        <pc:sldMkLst>
          <pc:docMk/>
          <pc:sldMk cId="2071028296" sldId="274"/>
        </pc:sldMkLst>
      </pc:sldChg>
      <pc:sldChg chg="add del ord">
        <pc:chgData name="Stephen Stretton" userId="d46b5d2afcd4ceb0" providerId="LiveId" clId="{DD9EFCC3-9D74-403C-9CB8-B15395DFCA66}" dt="2024-03-04T16:59:04.747" v="1762" actId="2696"/>
        <pc:sldMkLst>
          <pc:docMk/>
          <pc:sldMk cId="2532016593" sldId="274"/>
        </pc:sldMkLst>
      </pc:sldChg>
      <pc:sldChg chg="addSp delSp modSp add mod">
        <pc:chgData name="Stephen Stretton" userId="d46b5d2afcd4ceb0" providerId="LiveId" clId="{DD9EFCC3-9D74-403C-9CB8-B15395DFCA66}" dt="2024-03-04T16:50:47.859" v="1537" actId="113"/>
        <pc:sldMkLst>
          <pc:docMk/>
          <pc:sldMk cId="0" sldId="276"/>
        </pc:sldMkLst>
        <pc:spChg chg="add mod">
          <ac:chgData name="Stephen Stretton" userId="d46b5d2afcd4ceb0" providerId="LiveId" clId="{DD9EFCC3-9D74-403C-9CB8-B15395DFCA66}" dt="2024-03-04T16:09:49.553" v="870" actId="14100"/>
          <ac:spMkLst>
            <pc:docMk/>
            <pc:sldMk cId="0" sldId="276"/>
            <ac:spMk id="2" creationId="{F70EB803-981C-19EA-EDFA-2A0543493A98}"/>
          </ac:spMkLst>
        </pc:spChg>
        <pc:spChg chg="mod">
          <ac:chgData name="Stephen Stretton" userId="d46b5d2afcd4ceb0" providerId="LiveId" clId="{DD9EFCC3-9D74-403C-9CB8-B15395DFCA66}" dt="2024-03-04T16:01:56.832" v="244"/>
          <ac:spMkLst>
            <pc:docMk/>
            <pc:sldMk cId="0" sldId="276"/>
            <ac:spMk id="3" creationId="{6778C64C-9964-0DEE-5572-7BF97CC911AA}"/>
          </ac:spMkLst>
        </pc:spChg>
        <pc:spChg chg="del">
          <ac:chgData name="Stephen Stretton" userId="d46b5d2afcd4ceb0" providerId="LiveId" clId="{DD9EFCC3-9D74-403C-9CB8-B15395DFCA66}" dt="2024-03-04T16:02:13.588" v="268" actId="478"/>
          <ac:spMkLst>
            <pc:docMk/>
            <pc:sldMk cId="0" sldId="276"/>
            <ac:spMk id="6" creationId="{16378F31-4A1F-B8F7-EDE2-CEFB68B6BB8C}"/>
          </ac:spMkLst>
        </pc:spChg>
        <pc:spChg chg="mod">
          <ac:chgData name="Stephen Stretton" userId="d46b5d2afcd4ceb0" providerId="LiveId" clId="{DD9EFCC3-9D74-403C-9CB8-B15395DFCA66}" dt="2024-03-04T16:50:47.859" v="1537" actId="113"/>
          <ac:spMkLst>
            <pc:docMk/>
            <pc:sldMk cId="0" sldId="276"/>
            <ac:spMk id="9" creationId="{BA16C714-6A5D-A349-DB4A-5313D8AFD7E4}"/>
          </ac:spMkLst>
        </pc:spChg>
        <pc:spChg chg="mod">
          <ac:chgData name="Stephen Stretton" userId="d46b5d2afcd4ceb0" providerId="LiveId" clId="{DD9EFCC3-9D74-403C-9CB8-B15395DFCA66}" dt="2024-03-04T16:09:35.645" v="868"/>
          <ac:spMkLst>
            <pc:docMk/>
            <pc:sldMk cId="0" sldId="276"/>
            <ac:spMk id="10" creationId="{0E117292-AB98-9E20-65E1-450C44D7DA8A}"/>
          </ac:spMkLst>
        </pc:spChg>
        <pc:spChg chg="mod">
          <ac:chgData name="Stephen Stretton" userId="d46b5d2afcd4ceb0" providerId="LiveId" clId="{DD9EFCC3-9D74-403C-9CB8-B15395DFCA66}" dt="2024-03-04T16:09:35.645" v="868"/>
          <ac:spMkLst>
            <pc:docMk/>
            <pc:sldMk cId="0" sldId="276"/>
            <ac:spMk id="12" creationId="{B89664C2-74B3-E04F-BFBC-B0D4898264A8}"/>
          </ac:spMkLst>
        </pc:spChg>
        <pc:spChg chg="mod">
          <ac:chgData name="Stephen Stretton" userId="d46b5d2afcd4ceb0" providerId="LiveId" clId="{DD9EFCC3-9D74-403C-9CB8-B15395DFCA66}" dt="2024-03-04T16:09:35.645" v="868"/>
          <ac:spMkLst>
            <pc:docMk/>
            <pc:sldMk cId="0" sldId="276"/>
            <ac:spMk id="13" creationId="{769052A4-9135-D0EA-7F10-E2836B9CE702}"/>
          </ac:spMkLst>
        </pc:spChg>
        <pc:spChg chg="mod">
          <ac:chgData name="Stephen Stretton" userId="d46b5d2afcd4ceb0" providerId="LiveId" clId="{DD9EFCC3-9D74-403C-9CB8-B15395DFCA66}" dt="2024-03-04T16:11:36.127" v="1011" actId="20577"/>
          <ac:spMkLst>
            <pc:docMk/>
            <pc:sldMk cId="0" sldId="276"/>
            <ac:spMk id="15" creationId="{EB5D3633-8140-D6E5-86C9-DB9CECB6C59E}"/>
          </ac:spMkLst>
        </pc:spChg>
        <pc:spChg chg="mod">
          <ac:chgData name="Stephen Stretton" userId="d46b5d2afcd4ceb0" providerId="LiveId" clId="{DD9EFCC3-9D74-403C-9CB8-B15395DFCA66}" dt="2024-03-04T16:09:35.645" v="868"/>
          <ac:spMkLst>
            <pc:docMk/>
            <pc:sldMk cId="0" sldId="276"/>
            <ac:spMk id="16" creationId="{825D3FF2-D38C-567F-82AC-9DC2B78BBD8C}"/>
          </ac:spMkLst>
        </pc:spChg>
        <pc:spChg chg="mod">
          <ac:chgData name="Stephen Stretton" userId="d46b5d2afcd4ceb0" providerId="LiveId" clId="{DD9EFCC3-9D74-403C-9CB8-B15395DFCA66}" dt="2024-03-04T16:09:35.645" v="868"/>
          <ac:spMkLst>
            <pc:docMk/>
            <pc:sldMk cId="0" sldId="276"/>
            <ac:spMk id="18" creationId="{0E3A837D-D3E8-B449-10D0-35C5F07C1E5E}"/>
          </ac:spMkLst>
        </pc:spChg>
        <pc:spChg chg="mod">
          <ac:chgData name="Stephen Stretton" userId="d46b5d2afcd4ceb0" providerId="LiveId" clId="{DD9EFCC3-9D74-403C-9CB8-B15395DFCA66}" dt="2024-03-04T16:09:35.645" v="868"/>
          <ac:spMkLst>
            <pc:docMk/>
            <pc:sldMk cId="0" sldId="276"/>
            <ac:spMk id="19" creationId="{EA4B82BA-5A5D-14F0-28A3-C7709416B1B1}"/>
          </ac:spMkLst>
        </pc:spChg>
        <pc:spChg chg="add mod">
          <ac:chgData name="Stephen Stretton" userId="d46b5d2afcd4ceb0" providerId="LiveId" clId="{DD9EFCC3-9D74-403C-9CB8-B15395DFCA66}" dt="2024-03-04T16:10:26.912" v="878" actId="1076"/>
          <ac:spMkLst>
            <pc:docMk/>
            <pc:sldMk cId="0" sldId="276"/>
            <ac:spMk id="20" creationId="{36B0820F-9C6E-B9FE-E9A6-0FD5B4D8A48E}"/>
          </ac:spMkLst>
        </pc:spChg>
        <pc:spChg chg="add mod">
          <ac:chgData name="Stephen Stretton" userId="d46b5d2afcd4ceb0" providerId="LiveId" clId="{DD9EFCC3-9D74-403C-9CB8-B15395DFCA66}" dt="2024-03-04T16:09:58.823" v="873" actId="1076"/>
          <ac:spMkLst>
            <pc:docMk/>
            <pc:sldMk cId="0" sldId="276"/>
            <ac:spMk id="21" creationId="{7FCCDD9D-9C73-70BF-93B2-ADDD149C333D}"/>
          </ac:spMkLst>
        </pc:spChg>
        <pc:spChg chg="add mod">
          <ac:chgData name="Stephen Stretton" userId="d46b5d2afcd4ceb0" providerId="LiveId" clId="{DD9EFCC3-9D74-403C-9CB8-B15395DFCA66}" dt="2024-03-04T16:09:49.553" v="870" actId="14100"/>
          <ac:spMkLst>
            <pc:docMk/>
            <pc:sldMk cId="0" sldId="276"/>
            <ac:spMk id="22" creationId="{CBBD8091-6535-11C7-F2AC-ADDE94C89120}"/>
          </ac:spMkLst>
        </pc:spChg>
        <pc:spChg chg="mod">
          <ac:chgData name="Stephen Stretton" userId="d46b5d2afcd4ceb0" providerId="LiveId" clId="{DD9EFCC3-9D74-403C-9CB8-B15395DFCA66}" dt="2024-03-04T16:48:29.139" v="1419" actId="20577"/>
          <ac:spMkLst>
            <pc:docMk/>
            <pc:sldMk cId="0" sldId="276"/>
            <ac:spMk id="317" creationId="{00000000-0000-0000-0000-000000000000}"/>
          </ac:spMkLst>
        </pc:spChg>
        <pc:grpChg chg="del">
          <ac:chgData name="Stephen Stretton" userId="d46b5d2afcd4ceb0" providerId="LiveId" clId="{DD9EFCC3-9D74-403C-9CB8-B15395DFCA66}" dt="2024-03-04T16:02:15.682" v="269" actId="478"/>
          <ac:grpSpMkLst>
            <pc:docMk/>
            <pc:sldMk cId="0" sldId="276"/>
            <ac:grpSpMk id="7" creationId="{5542B75F-53E2-E59F-13C4-A8999701EA46}"/>
          </ac:grpSpMkLst>
        </pc:grpChg>
        <pc:grpChg chg="add mod">
          <ac:chgData name="Stephen Stretton" userId="d46b5d2afcd4ceb0" providerId="LiveId" clId="{DD9EFCC3-9D74-403C-9CB8-B15395DFCA66}" dt="2024-03-04T16:09:49.553" v="870" actId="14100"/>
          <ac:grpSpMkLst>
            <pc:docMk/>
            <pc:sldMk cId="0" sldId="276"/>
            <ac:grpSpMk id="8" creationId="{6436A11E-6A3B-04C2-1C71-DA57757BF6B1}"/>
          </ac:grpSpMkLst>
        </pc:grpChg>
        <pc:grpChg chg="add mod">
          <ac:chgData name="Stephen Stretton" userId="d46b5d2afcd4ceb0" providerId="LiveId" clId="{DD9EFCC3-9D74-403C-9CB8-B15395DFCA66}" dt="2024-03-04T16:09:49.553" v="870" actId="14100"/>
          <ac:grpSpMkLst>
            <pc:docMk/>
            <pc:sldMk cId="0" sldId="276"/>
            <ac:grpSpMk id="11" creationId="{09493CD9-8639-6AFA-6D15-02DFD5BA214F}"/>
          </ac:grpSpMkLst>
        </pc:grpChg>
        <pc:grpChg chg="add mod">
          <ac:chgData name="Stephen Stretton" userId="d46b5d2afcd4ceb0" providerId="LiveId" clId="{DD9EFCC3-9D74-403C-9CB8-B15395DFCA66}" dt="2024-03-04T16:09:49.553" v="870" actId="14100"/>
          <ac:grpSpMkLst>
            <pc:docMk/>
            <pc:sldMk cId="0" sldId="276"/>
            <ac:grpSpMk id="14" creationId="{72141A81-D02A-6185-851D-A4105B501A14}"/>
          </ac:grpSpMkLst>
        </pc:grpChg>
        <pc:grpChg chg="add mod">
          <ac:chgData name="Stephen Stretton" userId="d46b5d2afcd4ceb0" providerId="LiveId" clId="{DD9EFCC3-9D74-403C-9CB8-B15395DFCA66}" dt="2024-03-04T16:09:49.553" v="870" actId="14100"/>
          <ac:grpSpMkLst>
            <pc:docMk/>
            <pc:sldMk cId="0" sldId="276"/>
            <ac:grpSpMk id="17" creationId="{B20C65B4-21B4-DF45-FBBA-E552C292DEE6}"/>
          </ac:grpSpMkLst>
        </pc:grpChg>
      </pc:sldChg>
      <pc:sldChg chg="add del ord">
        <pc:chgData name="Stephen Stretton" userId="d46b5d2afcd4ceb0" providerId="LiveId" clId="{DD9EFCC3-9D74-403C-9CB8-B15395DFCA66}" dt="2024-03-04T15:56:18.634" v="5" actId="2696"/>
        <pc:sldMkLst>
          <pc:docMk/>
          <pc:sldMk cId="2472807728" sldId="280"/>
        </pc:sldMkLst>
        <pc:spChg chg="add mod">
          <ac:chgData name="Stephen Stretton" userId="d46b5d2afcd4ceb0" providerId="LiveId" clId="{DD9EFCC3-9D74-403C-9CB8-B15395DFCA66}" dt="2024-03-04T16:54:44.179" v="1597" actId="179"/>
          <ac:spMkLst>
            <pc:docMk/>
            <pc:sldMk cId="2472807728" sldId="280"/>
            <ac:spMk id="3" creationId="{606A8B53-C3C9-40BA-DDD5-9C069A083756}"/>
          </ac:spMkLst>
        </pc:spChg>
        <pc:spChg chg="mod">
          <ac:chgData name="Stephen Stretton" userId="d46b5d2afcd4ceb0" providerId="LiveId" clId="{DD9EFCC3-9D74-403C-9CB8-B15395DFCA66}" dt="2024-03-04T16:54:22.880" v="1591" actId="20577"/>
          <ac:spMkLst>
            <pc:docMk/>
            <pc:sldMk cId="2472807728" sldId="280"/>
            <ac:spMk id="367" creationId="{CD96BF15-7BCC-0D5E-922F-29D954930892}"/>
          </ac:spMkLst>
        </pc:spChg>
      </pc:sldChg>
      <pc:sldChg chg="add del ord">
        <pc:chgData name="Stephen Stretton" userId="d46b5d2afcd4ceb0" providerId="LiveId" clId="{DD9EFCC3-9D74-403C-9CB8-B15395DFCA66}" dt="2024-03-04T15:56:18.634" v="5" actId="2696"/>
        <pc:sldMkLst>
          <pc:docMk/>
          <pc:sldMk cId="640958448" sldId="281"/>
        </pc:sldMkLst>
        <pc:spChg chg="add mod">
          <ac:chgData name="Stephen Stretton" userId="d46b5d2afcd4ceb0" providerId="LiveId" clId="{DD9EFCC3-9D74-403C-9CB8-B15395DFCA66}" dt="2024-03-04T16:54:55.976" v="1600" actId="179"/>
          <ac:spMkLst>
            <pc:docMk/>
            <pc:sldMk cId="640958448" sldId="281"/>
            <ac:spMk id="3" creationId="{481EDFEE-BC04-5CB9-7C5D-4CCDD26D19F1}"/>
          </ac:spMkLst>
        </pc:spChg>
        <pc:spChg chg="mod">
          <ac:chgData name="Stephen Stretton" userId="d46b5d2afcd4ceb0" providerId="LiveId" clId="{DD9EFCC3-9D74-403C-9CB8-B15395DFCA66}" dt="2024-03-04T16:53:45.249" v="1563" actId="14100"/>
          <ac:spMkLst>
            <pc:docMk/>
            <pc:sldMk cId="640958448" sldId="281"/>
            <ac:spMk id="379" creationId="{D1C96F6F-6A14-C8B7-2CFC-7AF8F11A1922}"/>
          </ac:spMkLst>
        </pc:spChg>
      </pc:sldChg>
      <pc:sldChg chg="add del ord">
        <pc:chgData name="Stephen Stretton" userId="d46b5d2afcd4ceb0" providerId="LiveId" clId="{DD9EFCC3-9D74-403C-9CB8-B15395DFCA66}" dt="2024-03-04T15:56:18.634" v="5" actId="2696"/>
        <pc:sldMkLst>
          <pc:docMk/>
          <pc:sldMk cId="1779949035" sldId="292"/>
        </pc:sldMkLst>
      </pc:sldChg>
      <pc:sldChg chg="add del">
        <pc:chgData name="Stephen Stretton" userId="d46b5d2afcd4ceb0" providerId="LiveId" clId="{DD9EFCC3-9D74-403C-9CB8-B15395DFCA66}" dt="2024-03-04T16:59:44.363" v="1783" actId="47"/>
        <pc:sldMkLst>
          <pc:docMk/>
          <pc:sldMk cId="2579419938" sldId="292"/>
        </pc:sldMkLst>
      </pc:sldChg>
      <pc:sldChg chg="add del ord">
        <pc:chgData name="Stephen Stretton" userId="d46b5d2afcd4ceb0" providerId="LiveId" clId="{DD9EFCC3-9D74-403C-9CB8-B15395DFCA66}" dt="2024-03-04T15:56:18.634" v="5" actId="2696"/>
        <pc:sldMkLst>
          <pc:docMk/>
          <pc:sldMk cId="2306965122" sldId="305"/>
        </pc:sldMkLst>
      </pc:sldChg>
      <pc:sldChg chg="modSp add del mod modCm">
        <pc:chgData name="Stephen Stretton" userId="d46b5d2afcd4ceb0" providerId="LiveId" clId="{DD9EFCC3-9D74-403C-9CB8-B15395DFCA66}" dt="2024-03-04T16:55:08.147" v="1601" actId="47"/>
        <pc:sldMkLst>
          <pc:docMk/>
          <pc:sldMk cId="3300421065" sldId="305"/>
        </pc:sldMkLst>
        <pc:spChg chg="mod">
          <ac:chgData name="Stephen Stretton" userId="d46b5d2afcd4ceb0" providerId="LiveId" clId="{DD9EFCC3-9D74-403C-9CB8-B15395DFCA66}" dt="2024-03-04T16:53:06.190" v="1551" actId="20577"/>
          <ac:spMkLst>
            <pc:docMk/>
            <pc:sldMk cId="3300421065" sldId="305"/>
            <ac:spMk id="305" creationId="{336B58D9-143C-424E-DF9F-EAAF0EE122C3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Stephen Stretton" userId="d46b5d2afcd4ceb0" providerId="LiveId" clId="{DD9EFCC3-9D74-403C-9CB8-B15395DFCA66}" dt="2024-03-04T16:53:06.190" v="1551" actId="20577"/>
              <pc2:cmMkLst xmlns:pc2="http://schemas.microsoft.com/office/powerpoint/2019/9/main/command">
                <pc:docMk/>
                <pc:sldMk cId="3300421065" sldId="305"/>
                <pc2:cmMk id="{8958B760-F129-46FF-B509-6A62D593D2ED}"/>
              </pc2:cmMkLst>
            </pc226:cmChg>
          </p:ext>
        </pc:extLst>
      </pc:sldChg>
      <pc:sldChg chg="ord">
        <pc:chgData name="Stephen Stretton" userId="d46b5d2afcd4ceb0" providerId="LiveId" clId="{DD9EFCC3-9D74-403C-9CB8-B15395DFCA66}" dt="2024-03-04T16:59:15.736" v="1765"/>
        <pc:sldMkLst>
          <pc:docMk/>
          <pc:sldMk cId="1750513697" sldId="309"/>
        </pc:sldMkLst>
      </pc:sldChg>
      <pc:sldChg chg="add del ord">
        <pc:chgData name="Stephen Stretton" userId="d46b5d2afcd4ceb0" providerId="LiveId" clId="{DD9EFCC3-9D74-403C-9CB8-B15395DFCA66}" dt="2024-03-04T15:56:18.634" v="5" actId="2696"/>
        <pc:sldMkLst>
          <pc:docMk/>
          <pc:sldMk cId="1118361571" sldId="315"/>
        </pc:sldMkLst>
      </pc:sldChg>
      <pc:sldChg chg="modSp add mod ord">
        <pc:chgData name="Stephen Stretton" userId="d46b5d2afcd4ceb0" providerId="LiveId" clId="{DD9EFCC3-9D74-403C-9CB8-B15395DFCA66}" dt="2024-03-04T16:59:38.759" v="1782" actId="20577"/>
        <pc:sldMkLst>
          <pc:docMk/>
          <pc:sldMk cId="1790245567" sldId="315"/>
        </pc:sldMkLst>
        <pc:spChg chg="mod">
          <ac:chgData name="Stephen Stretton" userId="d46b5d2afcd4ceb0" providerId="LiveId" clId="{DD9EFCC3-9D74-403C-9CB8-B15395DFCA66}" dt="2024-03-04T16:59:38.759" v="1782" actId="20577"/>
          <ac:spMkLst>
            <pc:docMk/>
            <pc:sldMk cId="1790245567" sldId="315"/>
            <ac:spMk id="229" creationId="{A1DE46E1-D172-1DF6-7093-F9415C6D6862}"/>
          </ac:spMkLst>
        </pc:spChg>
      </pc:sldChg>
      <pc:sldChg chg="modSp add del mod">
        <pc:chgData name="Stephen Stretton" userId="d46b5d2afcd4ceb0" providerId="LiveId" clId="{DD9EFCC3-9D74-403C-9CB8-B15395DFCA66}" dt="2024-03-04T16:59:04.747" v="1762" actId="2696"/>
        <pc:sldMkLst>
          <pc:docMk/>
          <pc:sldMk cId="1665575556" sldId="316"/>
        </pc:sldMkLst>
        <pc:spChg chg="mod">
          <ac:chgData name="Stephen Stretton" userId="d46b5d2afcd4ceb0" providerId="LiveId" clId="{DD9EFCC3-9D74-403C-9CB8-B15395DFCA66}" dt="2024-03-04T16:59:02.528" v="1761" actId="20577"/>
          <ac:spMkLst>
            <pc:docMk/>
            <pc:sldMk cId="1665575556" sldId="316"/>
            <ac:spMk id="2" creationId="{E1799C9B-8697-5C3B-12FA-62A72381467B}"/>
          </ac:spMkLst>
        </pc:spChg>
      </pc:sldChg>
      <pc:sldChg chg="add">
        <pc:chgData name="Stephen Stretton" userId="d46b5d2afcd4ceb0" providerId="LiveId" clId="{DD9EFCC3-9D74-403C-9CB8-B15395DFCA66}" dt="2024-03-04T16:59:08.885" v="1763"/>
        <pc:sldMkLst>
          <pc:docMk/>
          <pc:sldMk cId="2563094586" sldId="316"/>
        </pc:sldMkLst>
      </pc:sldChg>
      <pc:sldChg chg="add del ord">
        <pc:chgData name="Stephen Stretton" userId="d46b5d2afcd4ceb0" providerId="LiveId" clId="{DD9EFCC3-9D74-403C-9CB8-B15395DFCA66}" dt="2024-03-04T15:56:18.634" v="5" actId="2696"/>
        <pc:sldMkLst>
          <pc:docMk/>
          <pc:sldMk cId="3368144395" sldId="316"/>
        </pc:sldMkLst>
      </pc:sldChg>
      <pc:sldChg chg="add ord">
        <pc:chgData name="Stephen Stretton" userId="d46b5d2afcd4ceb0" providerId="LiveId" clId="{DD9EFCC3-9D74-403C-9CB8-B15395DFCA66}" dt="2024-03-04T16:55:35.047" v="1605"/>
        <pc:sldMkLst>
          <pc:docMk/>
          <pc:sldMk cId="3397061043" sldId="317"/>
        </pc:sldMkLst>
      </pc:sldChg>
      <pc:sldChg chg="add del ord">
        <pc:chgData name="Stephen Stretton" userId="d46b5d2afcd4ceb0" providerId="LiveId" clId="{DD9EFCC3-9D74-403C-9CB8-B15395DFCA66}" dt="2024-03-04T15:56:18.634" v="5" actId="2696"/>
        <pc:sldMkLst>
          <pc:docMk/>
          <pc:sldMk cId="3765635309" sldId="317"/>
        </pc:sldMkLst>
      </pc:sldChg>
      <pc:sldChg chg="add del ord">
        <pc:chgData name="Stephen Stretton" userId="d46b5d2afcd4ceb0" providerId="LiveId" clId="{DD9EFCC3-9D74-403C-9CB8-B15395DFCA66}" dt="2024-03-04T15:56:18.634" v="5" actId="2696"/>
        <pc:sldMkLst>
          <pc:docMk/>
          <pc:sldMk cId="1923720287" sldId="318"/>
        </pc:sldMkLst>
      </pc:sldChg>
      <pc:sldChg chg="add del">
        <pc:chgData name="Stephen Stretton" userId="d46b5d2afcd4ceb0" providerId="LiveId" clId="{DD9EFCC3-9D74-403C-9CB8-B15395DFCA66}" dt="2024-03-04T16:59:04.747" v="1762" actId="2696"/>
        <pc:sldMkLst>
          <pc:docMk/>
          <pc:sldMk cId="3127942328" sldId="318"/>
        </pc:sldMkLst>
      </pc:sldChg>
      <pc:sldChg chg="add">
        <pc:chgData name="Stephen Stretton" userId="d46b5d2afcd4ceb0" providerId="LiveId" clId="{DD9EFCC3-9D74-403C-9CB8-B15395DFCA66}" dt="2024-03-04T16:59:08.885" v="1763"/>
        <pc:sldMkLst>
          <pc:docMk/>
          <pc:sldMk cId="3403435879" sldId="318"/>
        </pc:sldMkLst>
      </pc:sldChg>
      <pc:sldChg chg="del">
        <pc:chgData name="Stephen Stretton" userId="d46b5d2afcd4ceb0" providerId="LiveId" clId="{DD9EFCC3-9D74-403C-9CB8-B15395DFCA66}" dt="2024-03-04T16:59:44.363" v="1783" actId="47"/>
        <pc:sldMkLst>
          <pc:docMk/>
          <pc:sldMk cId="3615669978" sldId="321"/>
        </pc:sldMkLst>
      </pc:sldChg>
      <pc:sldChg chg="add del ord">
        <pc:chgData name="Stephen Stretton" userId="d46b5d2afcd4ceb0" providerId="LiveId" clId="{DD9EFCC3-9D74-403C-9CB8-B15395DFCA66}" dt="2024-03-04T15:56:18.634" v="5" actId="2696"/>
        <pc:sldMkLst>
          <pc:docMk/>
          <pc:sldMk cId="923323546" sldId="323"/>
        </pc:sldMkLst>
      </pc:sldChg>
      <pc:sldChg chg="add ord">
        <pc:chgData name="Stephen Stretton" userId="d46b5d2afcd4ceb0" providerId="LiveId" clId="{DD9EFCC3-9D74-403C-9CB8-B15395DFCA66}" dt="2024-03-04T16:52:11.447" v="1547"/>
        <pc:sldMkLst>
          <pc:docMk/>
          <pc:sldMk cId="2083642290" sldId="323"/>
        </pc:sldMkLst>
      </pc:sldChg>
      <pc:sldChg chg="add del ord">
        <pc:chgData name="Stephen Stretton" userId="d46b5d2afcd4ceb0" providerId="LiveId" clId="{DD9EFCC3-9D74-403C-9CB8-B15395DFCA66}" dt="2024-03-04T15:56:18.634" v="5" actId="2696"/>
        <pc:sldMkLst>
          <pc:docMk/>
          <pc:sldMk cId="3329182171" sldId="324"/>
        </pc:sldMkLst>
      </pc:sldChg>
      <pc:sldChg chg="modSp add mod ord">
        <pc:chgData name="Stephen Stretton" userId="d46b5d2afcd4ceb0" providerId="LiveId" clId="{DD9EFCC3-9D74-403C-9CB8-B15395DFCA66}" dt="2024-03-04T16:11:53.524" v="1030"/>
        <pc:sldMkLst>
          <pc:docMk/>
          <pc:sldMk cId="4020773793" sldId="324"/>
        </pc:sldMkLst>
        <pc:spChg chg="mod">
          <ac:chgData name="Stephen Stretton" userId="d46b5d2afcd4ceb0" providerId="LiveId" clId="{DD9EFCC3-9D74-403C-9CB8-B15395DFCA66}" dt="2024-03-04T16:08:52.023" v="858" actId="12"/>
          <ac:spMkLst>
            <pc:docMk/>
            <pc:sldMk cId="4020773793" sldId="324"/>
            <ac:spMk id="2" creationId="{3976B511-2DE4-2032-CB03-01621CE22CC9}"/>
          </ac:spMkLst>
        </pc:spChg>
      </pc:sldChg>
      <pc:sldChg chg="modSp add mod setBg">
        <pc:chgData name="Stephen Stretton" userId="d46b5d2afcd4ceb0" providerId="LiveId" clId="{DD9EFCC3-9D74-403C-9CB8-B15395DFCA66}" dt="2024-03-04T16:55:53.884" v="1655" actId="20577"/>
        <pc:sldMkLst>
          <pc:docMk/>
          <pc:sldMk cId="177872910" sldId="325"/>
        </pc:sldMkLst>
        <pc:spChg chg="mod">
          <ac:chgData name="Stephen Stretton" userId="d46b5d2afcd4ceb0" providerId="LiveId" clId="{DD9EFCC3-9D74-403C-9CB8-B15395DFCA66}" dt="2024-03-04T16:55:53.884" v="1655" actId="20577"/>
          <ac:spMkLst>
            <pc:docMk/>
            <pc:sldMk cId="177872910" sldId="325"/>
            <ac:spMk id="4" creationId="{84223B5E-A7F6-9A48-5DC5-450DAEF343BC}"/>
          </ac:spMkLst>
        </pc:spChg>
      </pc:sldChg>
      <pc:sldChg chg="modSp add mod setBg">
        <pc:chgData name="Stephen Stretton" userId="d46b5d2afcd4ceb0" providerId="LiveId" clId="{DD9EFCC3-9D74-403C-9CB8-B15395DFCA66}" dt="2024-03-04T16:12:02.263" v="1058" actId="20577"/>
        <pc:sldMkLst>
          <pc:docMk/>
          <pc:sldMk cId="2807304930" sldId="326"/>
        </pc:sldMkLst>
        <pc:spChg chg="mod">
          <ac:chgData name="Stephen Stretton" userId="d46b5d2afcd4ceb0" providerId="LiveId" clId="{DD9EFCC3-9D74-403C-9CB8-B15395DFCA66}" dt="2024-03-04T16:12:02.263" v="1058" actId="20577"/>
          <ac:spMkLst>
            <pc:docMk/>
            <pc:sldMk cId="2807304930" sldId="326"/>
            <ac:spMk id="3" creationId="{DD0CB4FE-F1AC-C087-9826-A030411E38DC}"/>
          </ac:spMkLst>
        </pc:spChg>
      </pc:sldChg>
      <pc:sldChg chg="delSp modSp add del mod">
        <pc:chgData name="Stephen Stretton" userId="d46b5d2afcd4ceb0" providerId="LiveId" clId="{DD9EFCC3-9D74-403C-9CB8-B15395DFCA66}" dt="2024-03-04T16:02:00.415" v="245" actId="47"/>
        <pc:sldMkLst>
          <pc:docMk/>
          <pc:sldMk cId="3077041068" sldId="326"/>
        </pc:sldMkLst>
        <pc:spChg chg="mod">
          <ac:chgData name="Stephen Stretton" userId="d46b5d2afcd4ceb0" providerId="LiveId" clId="{DD9EFCC3-9D74-403C-9CB8-B15395DFCA66}" dt="2024-03-04T16:01:33.292" v="239"/>
          <ac:spMkLst>
            <pc:docMk/>
            <pc:sldMk cId="3077041068" sldId="326"/>
            <ac:spMk id="3" creationId="{80DEEB97-97B5-6E4C-5B3B-5C38BC405966}"/>
          </ac:spMkLst>
        </pc:spChg>
        <pc:spChg chg="del">
          <ac:chgData name="Stephen Stretton" userId="d46b5d2afcd4ceb0" providerId="LiveId" clId="{DD9EFCC3-9D74-403C-9CB8-B15395DFCA66}" dt="2024-03-04T15:59:11.996" v="91" actId="478"/>
          <ac:spMkLst>
            <pc:docMk/>
            <pc:sldMk cId="3077041068" sldId="326"/>
            <ac:spMk id="6" creationId="{57E0F66C-BCC4-12BB-F0F4-F7192FF7C986}"/>
          </ac:spMkLst>
        </pc:spChg>
        <pc:spChg chg="mod">
          <ac:chgData name="Stephen Stretton" userId="d46b5d2afcd4ceb0" providerId="LiveId" clId="{DD9EFCC3-9D74-403C-9CB8-B15395DFCA66}" dt="2024-03-04T15:58:45.186" v="89" actId="20577"/>
          <ac:spMkLst>
            <pc:docMk/>
            <pc:sldMk cId="3077041068" sldId="326"/>
            <ac:spMk id="317" creationId="{3A5FC6FD-9EE0-78AA-CACC-36EF85C72791}"/>
          </ac:spMkLst>
        </pc:spChg>
        <pc:grpChg chg="del">
          <ac:chgData name="Stephen Stretton" userId="d46b5d2afcd4ceb0" providerId="LiveId" clId="{DD9EFCC3-9D74-403C-9CB8-B15395DFCA66}" dt="2024-03-04T15:59:14.418" v="92" actId="478"/>
          <ac:grpSpMkLst>
            <pc:docMk/>
            <pc:sldMk cId="3077041068" sldId="326"/>
            <ac:grpSpMk id="7" creationId="{57645B9B-4F65-EEF4-E8A2-5C250B526F36}"/>
          </ac:grpSpMkLst>
        </pc:grpChg>
      </pc:sldChg>
      <pc:sldChg chg="modSp add del mod">
        <pc:chgData name="Stephen Stretton" userId="d46b5d2afcd4ceb0" providerId="LiveId" clId="{DD9EFCC3-9D74-403C-9CB8-B15395DFCA66}" dt="2024-03-04T16:16:56.881" v="1064" actId="47"/>
        <pc:sldMkLst>
          <pc:docMk/>
          <pc:sldMk cId="2638753946" sldId="327"/>
        </pc:sldMkLst>
        <pc:spChg chg="mod">
          <ac:chgData name="Stephen Stretton" userId="d46b5d2afcd4ceb0" providerId="LiveId" clId="{DD9EFCC3-9D74-403C-9CB8-B15395DFCA66}" dt="2024-03-04T16:16:33.542" v="1062" actId="20577"/>
          <ac:spMkLst>
            <pc:docMk/>
            <pc:sldMk cId="2638753946" sldId="327"/>
            <ac:spMk id="3" creationId="{10F50F8F-DB78-2C7B-9FF1-D165412CF522}"/>
          </ac:spMkLst>
        </pc:spChg>
      </pc:sldChg>
      <pc:sldChg chg="addSp delSp modSp add mod">
        <pc:chgData name="Stephen Stretton" userId="d46b5d2afcd4ceb0" providerId="LiveId" clId="{DD9EFCC3-9D74-403C-9CB8-B15395DFCA66}" dt="2024-03-04T16:58:40.968" v="1738" actId="1076"/>
        <pc:sldMkLst>
          <pc:docMk/>
          <pc:sldMk cId="83870014" sldId="328"/>
        </pc:sldMkLst>
        <pc:spChg chg="del mod">
          <ac:chgData name="Stephen Stretton" userId="d46b5d2afcd4ceb0" providerId="LiveId" clId="{DD9EFCC3-9D74-403C-9CB8-B15395DFCA66}" dt="2024-03-04T16:18:31.366" v="1145" actId="478"/>
          <ac:spMkLst>
            <pc:docMk/>
            <pc:sldMk cId="83870014" sldId="328"/>
            <ac:spMk id="2" creationId="{0797FF50-8659-6E4E-1497-9FD74FF69EA8}"/>
          </ac:spMkLst>
        </pc:spChg>
        <pc:spChg chg="mod">
          <ac:chgData name="Stephen Stretton" userId="d46b5d2afcd4ceb0" providerId="LiveId" clId="{DD9EFCC3-9D74-403C-9CB8-B15395DFCA66}" dt="2024-03-04T16:47:36.715" v="1257" actId="20577"/>
          <ac:spMkLst>
            <pc:docMk/>
            <pc:sldMk cId="83870014" sldId="328"/>
            <ac:spMk id="3" creationId="{934D4685-0435-B7D7-A875-DED68C183999}"/>
          </ac:spMkLst>
        </pc:spChg>
        <pc:spChg chg="mod">
          <ac:chgData name="Stephen Stretton" userId="d46b5d2afcd4ceb0" providerId="LiveId" clId="{DD9EFCC3-9D74-403C-9CB8-B15395DFCA66}" dt="2024-03-04T16:56:22.275" v="1685" actId="20577"/>
          <ac:spMkLst>
            <pc:docMk/>
            <pc:sldMk cId="83870014" sldId="328"/>
            <ac:spMk id="5" creationId="{836836A5-DF28-54B3-50B4-1E9ED31E0F65}"/>
          </ac:spMkLst>
        </pc:spChg>
        <pc:spChg chg="mod">
          <ac:chgData name="Stephen Stretton" userId="d46b5d2afcd4ceb0" providerId="LiveId" clId="{DD9EFCC3-9D74-403C-9CB8-B15395DFCA66}" dt="2024-03-04T16:49:04.364" v="1452" actId="14100"/>
          <ac:spMkLst>
            <pc:docMk/>
            <pc:sldMk cId="83870014" sldId="328"/>
            <ac:spMk id="6" creationId="{6BA75934-F008-47EF-CA28-825610C3C554}"/>
          </ac:spMkLst>
        </pc:spChg>
        <pc:spChg chg="add mod">
          <ac:chgData name="Stephen Stretton" userId="d46b5d2afcd4ceb0" providerId="LiveId" clId="{DD9EFCC3-9D74-403C-9CB8-B15395DFCA66}" dt="2024-03-04T16:57:25.584" v="1701" actId="688"/>
          <ac:spMkLst>
            <pc:docMk/>
            <pc:sldMk cId="83870014" sldId="328"/>
            <ac:spMk id="7" creationId="{E56A3200-81F4-6282-23E4-9A0CA27CBC50}"/>
          </ac:spMkLst>
        </pc:spChg>
        <pc:spChg chg="mod">
          <ac:chgData name="Stephen Stretton" userId="d46b5d2afcd4ceb0" providerId="LiveId" clId="{DD9EFCC3-9D74-403C-9CB8-B15395DFCA66}" dt="2024-03-04T16:58:34.823" v="1736" actId="20577"/>
          <ac:spMkLst>
            <pc:docMk/>
            <pc:sldMk cId="83870014" sldId="328"/>
            <ac:spMk id="9" creationId="{F51CD341-7FC2-BE14-967D-4E506F7475A9}"/>
          </ac:spMkLst>
        </pc:spChg>
        <pc:spChg chg="mod">
          <ac:chgData name="Stephen Stretton" userId="d46b5d2afcd4ceb0" providerId="LiveId" clId="{DD9EFCC3-9D74-403C-9CB8-B15395DFCA66}" dt="2024-03-04T16:18:01.374" v="1135" actId="20577"/>
          <ac:spMkLst>
            <pc:docMk/>
            <pc:sldMk cId="83870014" sldId="328"/>
            <ac:spMk id="10" creationId="{E7FCB302-6711-7661-651C-7F4CB1605C91}"/>
          </ac:spMkLst>
        </pc:spChg>
        <pc:spChg chg="mod">
          <ac:chgData name="Stephen Stretton" userId="d46b5d2afcd4ceb0" providerId="LiveId" clId="{DD9EFCC3-9D74-403C-9CB8-B15395DFCA66}" dt="2024-03-04T16:49:27.609" v="1489" actId="20577"/>
          <ac:spMkLst>
            <pc:docMk/>
            <pc:sldMk cId="83870014" sldId="328"/>
            <ac:spMk id="12" creationId="{19172850-CD93-0629-820A-DADE1EBD12FC}"/>
          </ac:spMkLst>
        </pc:spChg>
        <pc:spChg chg="mod">
          <ac:chgData name="Stephen Stretton" userId="d46b5d2afcd4ceb0" providerId="LiveId" clId="{DD9EFCC3-9D74-403C-9CB8-B15395DFCA66}" dt="2024-03-04T16:48:52.111" v="1447" actId="14100"/>
          <ac:spMkLst>
            <pc:docMk/>
            <pc:sldMk cId="83870014" sldId="328"/>
            <ac:spMk id="13" creationId="{C65E950C-E9CB-4514-2BAF-1146735DE660}"/>
          </ac:spMkLst>
        </pc:spChg>
        <pc:spChg chg="mod">
          <ac:chgData name="Stephen Stretton" userId="d46b5d2afcd4ceb0" providerId="LiveId" clId="{DD9EFCC3-9D74-403C-9CB8-B15395DFCA66}" dt="2024-03-04T16:49:09.026" v="1461" actId="20577"/>
          <ac:spMkLst>
            <pc:docMk/>
            <pc:sldMk cId="83870014" sldId="328"/>
            <ac:spMk id="15" creationId="{490E2C86-682B-EC96-7C62-22EF3B85C458}"/>
          </ac:spMkLst>
        </pc:spChg>
        <pc:spChg chg="mod">
          <ac:chgData name="Stephen Stretton" userId="d46b5d2afcd4ceb0" providerId="LiveId" clId="{DD9EFCC3-9D74-403C-9CB8-B15395DFCA66}" dt="2024-03-04T16:17:34.927" v="1082" actId="20577"/>
          <ac:spMkLst>
            <pc:docMk/>
            <pc:sldMk cId="83870014" sldId="328"/>
            <ac:spMk id="16" creationId="{D1A98517-0668-0C13-AF6E-6B777E289284}"/>
          </ac:spMkLst>
        </pc:spChg>
        <pc:spChg chg="del">
          <ac:chgData name="Stephen Stretton" userId="d46b5d2afcd4ceb0" providerId="LiveId" clId="{DD9EFCC3-9D74-403C-9CB8-B15395DFCA66}" dt="2024-03-04T16:17:17.055" v="1073" actId="478"/>
          <ac:spMkLst>
            <pc:docMk/>
            <pc:sldMk cId="83870014" sldId="328"/>
            <ac:spMk id="20" creationId="{0B86EAD3-9394-7AB2-F53D-15579CD0FFAC}"/>
          </ac:spMkLst>
        </pc:spChg>
        <pc:spChg chg="del">
          <ac:chgData name="Stephen Stretton" userId="d46b5d2afcd4ceb0" providerId="LiveId" clId="{DD9EFCC3-9D74-403C-9CB8-B15395DFCA66}" dt="2024-03-04T16:17:15.663" v="1072" actId="478"/>
          <ac:spMkLst>
            <pc:docMk/>
            <pc:sldMk cId="83870014" sldId="328"/>
            <ac:spMk id="21" creationId="{0AF673E9-4534-D85F-05CD-0F4D0D6D6075}"/>
          </ac:spMkLst>
        </pc:spChg>
        <pc:spChg chg="del">
          <ac:chgData name="Stephen Stretton" userId="d46b5d2afcd4ceb0" providerId="LiveId" clId="{DD9EFCC3-9D74-403C-9CB8-B15395DFCA66}" dt="2024-03-04T16:17:21.199" v="1076" actId="478"/>
          <ac:spMkLst>
            <pc:docMk/>
            <pc:sldMk cId="83870014" sldId="328"/>
            <ac:spMk id="22" creationId="{A51D5CD6-C25D-A031-D1FB-36F3AB65D878}"/>
          </ac:spMkLst>
        </pc:spChg>
        <pc:spChg chg="add mod">
          <ac:chgData name="Stephen Stretton" userId="d46b5d2afcd4ceb0" providerId="LiveId" clId="{DD9EFCC3-9D74-403C-9CB8-B15395DFCA66}" dt="2024-03-04T16:57:07.049" v="1696" actId="1076"/>
          <ac:spMkLst>
            <pc:docMk/>
            <pc:sldMk cId="83870014" sldId="328"/>
            <ac:spMk id="23" creationId="{0B6B40AB-1C67-4CED-98A6-6E1D2D9D6045}"/>
          </ac:spMkLst>
        </pc:spChg>
        <pc:spChg chg="add mod">
          <ac:chgData name="Stephen Stretton" userId="d46b5d2afcd4ceb0" providerId="LiveId" clId="{DD9EFCC3-9D74-403C-9CB8-B15395DFCA66}" dt="2024-03-04T16:57:27.615" v="1702" actId="1076"/>
          <ac:spMkLst>
            <pc:docMk/>
            <pc:sldMk cId="83870014" sldId="328"/>
            <ac:spMk id="24" creationId="{77CD7E4A-3740-A876-9850-BF0671336A6F}"/>
          </ac:spMkLst>
        </pc:spChg>
        <pc:spChg chg="add del mod">
          <ac:chgData name="Stephen Stretton" userId="d46b5d2afcd4ceb0" providerId="LiveId" clId="{DD9EFCC3-9D74-403C-9CB8-B15395DFCA66}" dt="2024-03-04T16:57:33.178" v="1704" actId="478"/>
          <ac:spMkLst>
            <pc:docMk/>
            <pc:sldMk cId="83870014" sldId="328"/>
            <ac:spMk id="25" creationId="{B7ACCA42-8918-2EFB-356D-F7CA2901662D}"/>
          </ac:spMkLst>
        </pc:spChg>
        <pc:spChg chg="add mod">
          <ac:chgData name="Stephen Stretton" userId="d46b5d2afcd4ceb0" providerId="LiveId" clId="{DD9EFCC3-9D74-403C-9CB8-B15395DFCA66}" dt="2024-03-04T16:57:45.616" v="1710" actId="1076"/>
          <ac:spMkLst>
            <pc:docMk/>
            <pc:sldMk cId="83870014" sldId="328"/>
            <ac:spMk id="26" creationId="{B51516B3-93A2-D03C-3197-858BED84E142}"/>
          </ac:spMkLst>
        </pc:spChg>
        <pc:spChg chg="add del mod">
          <ac:chgData name="Stephen Stretton" userId="d46b5d2afcd4ceb0" providerId="LiveId" clId="{DD9EFCC3-9D74-403C-9CB8-B15395DFCA66}" dt="2024-03-04T16:58:19.259" v="1721" actId="478"/>
          <ac:spMkLst>
            <pc:docMk/>
            <pc:sldMk cId="83870014" sldId="328"/>
            <ac:spMk id="27" creationId="{120A7C8A-2F61-461B-EF52-F929879694C4}"/>
          </ac:spMkLst>
        </pc:spChg>
        <pc:spChg chg="add del mod">
          <ac:chgData name="Stephen Stretton" userId="d46b5d2afcd4ceb0" providerId="LiveId" clId="{DD9EFCC3-9D74-403C-9CB8-B15395DFCA66}" dt="2024-03-04T16:58:19.259" v="1721" actId="478"/>
          <ac:spMkLst>
            <pc:docMk/>
            <pc:sldMk cId="83870014" sldId="328"/>
            <ac:spMk id="28" creationId="{F3A998E8-2981-8E5D-A52B-01B095F01E9D}"/>
          </ac:spMkLst>
        </pc:spChg>
        <pc:spChg chg="add mod">
          <ac:chgData name="Stephen Stretton" userId="d46b5d2afcd4ceb0" providerId="LiveId" clId="{DD9EFCC3-9D74-403C-9CB8-B15395DFCA66}" dt="2024-03-04T16:58:14.942" v="1719" actId="1076"/>
          <ac:spMkLst>
            <pc:docMk/>
            <pc:sldMk cId="83870014" sldId="328"/>
            <ac:spMk id="29" creationId="{FDED149C-8A98-9A9F-991D-2D46CC76B45D}"/>
          </ac:spMkLst>
        </pc:spChg>
        <pc:spChg chg="add mod">
          <ac:chgData name="Stephen Stretton" userId="d46b5d2afcd4ceb0" providerId="LiveId" clId="{DD9EFCC3-9D74-403C-9CB8-B15395DFCA66}" dt="2024-03-04T16:58:14.942" v="1719" actId="1076"/>
          <ac:spMkLst>
            <pc:docMk/>
            <pc:sldMk cId="83870014" sldId="328"/>
            <ac:spMk id="30" creationId="{1E1ED4DF-DEBD-C536-9E91-8E01C50FBEE3}"/>
          </ac:spMkLst>
        </pc:spChg>
        <pc:spChg chg="mod">
          <ac:chgData name="Stephen Stretton" userId="d46b5d2afcd4ceb0" providerId="LiveId" clId="{DD9EFCC3-9D74-403C-9CB8-B15395DFCA66}" dt="2024-03-04T16:17:05.326" v="1068" actId="14100"/>
          <ac:spMkLst>
            <pc:docMk/>
            <pc:sldMk cId="83870014" sldId="328"/>
            <ac:spMk id="317" creationId="{31BC723C-9BD2-98D7-A391-0B8604C953F2}"/>
          </ac:spMkLst>
        </pc:spChg>
        <pc:grpChg chg="add mod">
          <ac:chgData name="Stephen Stretton" userId="d46b5d2afcd4ceb0" providerId="LiveId" clId="{DD9EFCC3-9D74-403C-9CB8-B15395DFCA66}" dt="2024-03-04T16:18:23.671" v="1139" actId="1076"/>
          <ac:grpSpMkLst>
            <pc:docMk/>
            <pc:sldMk cId="83870014" sldId="328"/>
            <ac:grpSpMk id="4" creationId="{6C344702-7599-F974-CDD6-4F6BF24B5F27}"/>
          </ac:grpSpMkLst>
        </pc:grpChg>
        <pc:grpChg chg="mod">
          <ac:chgData name="Stephen Stretton" userId="d46b5d2afcd4ceb0" providerId="LiveId" clId="{DD9EFCC3-9D74-403C-9CB8-B15395DFCA66}" dt="2024-03-04T16:18:48.557" v="1149" actId="1076"/>
          <ac:grpSpMkLst>
            <pc:docMk/>
            <pc:sldMk cId="83870014" sldId="328"/>
            <ac:grpSpMk id="8" creationId="{B07A8872-3874-373C-E702-D8A8C4FEDE7D}"/>
          </ac:grpSpMkLst>
        </pc:grpChg>
        <pc:grpChg chg="mod">
          <ac:chgData name="Stephen Stretton" userId="d46b5d2afcd4ceb0" providerId="LiveId" clId="{DD9EFCC3-9D74-403C-9CB8-B15395DFCA66}" dt="2024-03-04T16:18:19.829" v="1137" actId="1076"/>
          <ac:grpSpMkLst>
            <pc:docMk/>
            <pc:sldMk cId="83870014" sldId="328"/>
            <ac:grpSpMk id="11" creationId="{23F78598-C81B-C3A6-57AF-F4F1384FF8C0}"/>
          </ac:grpSpMkLst>
        </pc:grpChg>
        <pc:grpChg chg="mod">
          <ac:chgData name="Stephen Stretton" userId="d46b5d2afcd4ceb0" providerId="LiveId" clId="{DD9EFCC3-9D74-403C-9CB8-B15395DFCA66}" dt="2024-03-04T16:58:40.968" v="1738" actId="1076"/>
          <ac:grpSpMkLst>
            <pc:docMk/>
            <pc:sldMk cId="83870014" sldId="328"/>
            <ac:grpSpMk id="14" creationId="{F5928925-377E-D0B5-71D2-402B23EDC091}"/>
          </ac:grpSpMkLst>
        </pc:grpChg>
        <pc:grpChg chg="del">
          <ac:chgData name="Stephen Stretton" userId="d46b5d2afcd4ceb0" providerId="LiveId" clId="{DD9EFCC3-9D74-403C-9CB8-B15395DFCA66}" dt="2024-03-04T16:17:20.310" v="1075" actId="478"/>
          <ac:grpSpMkLst>
            <pc:docMk/>
            <pc:sldMk cId="83870014" sldId="328"/>
            <ac:grpSpMk id="17" creationId="{7120969D-F82C-61FD-7BD6-B885A4B28B1E}"/>
          </ac:grpSpMkLst>
        </pc:grpChg>
      </pc:sldChg>
      <pc:sldChg chg="modSp add mod">
        <pc:chgData name="Stephen Stretton" userId="d46b5d2afcd4ceb0" providerId="LiveId" clId="{DD9EFCC3-9D74-403C-9CB8-B15395DFCA66}" dt="2024-03-04T16:58:46.936" v="1741" actId="20577"/>
        <pc:sldMkLst>
          <pc:docMk/>
          <pc:sldMk cId="2772506166" sldId="329"/>
        </pc:sldMkLst>
        <pc:spChg chg="mod">
          <ac:chgData name="Stephen Stretton" userId="d46b5d2afcd4ceb0" providerId="LiveId" clId="{DD9EFCC3-9D74-403C-9CB8-B15395DFCA66}" dt="2024-03-04T16:58:46.936" v="1741" actId="20577"/>
          <ac:spMkLst>
            <pc:docMk/>
            <pc:sldMk cId="2772506166" sldId="329"/>
            <ac:spMk id="4" creationId="{AE9BF3A1-8884-4D4A-29B3-AEDABE3795A1}"/>
          </ac:spMkLst>
        </pc:spChg>
      </pc:sldChg>
    </pc:docChg>
  </pc:docChgLst>
  <pc:docChgLst>
    <pc:chgData name="Stephen John Stretton" userId="da8c780b-1aa2-4e36-94fb-871dc8111504" providerId="ADAL" clId="{FBA4775D-900B-4290-B2F7-03B3C9007743}"/>
    <pc:docChg chg="undo custSel addSld delSld modSld sldOrd">
      <pc:chgData name="Stephen John Stretton" userId="da8c780b-1aa2-4e36-94fb-871dc8111504" providerId="ADAL" clId="{FBA4775D-900B-4290-B2F7-03B3C9007743}" dt="2024-03-04T21:46:00.887" v="207" actId="14100"/>
      <pc:docMkLst>
        <pc:docMk/>
      </pc:docMkLst>
      <pc:sldChg chg="modSp mod">
        <pc:chgData name="Stephen John Stretton" userId="da8c780b-1aa2-4e36-94fb-871dc8111504" providerId="ADAL" clId="{FBA4775D-900B-4290-B2F7-03B3C9007743}" dt="2024-03-04T21:46:00.887" v="207" actId="14100"/>
        <pc:sldMkLst>
          <pc:docMk/>
          <pc:sldMk cId="0" sldId="256"/>
        </pc:sldMkLst>
        <pc:spChg chg="mod">
          <ac:chgData name="Stephen John Stretton" userId="da8c780b-1aa2-4e36-94fb-871dc8111504" providerId="ADAL" clId="{FBA4775D-900B-4290-B2F7-03B3C9007743}" dt="2024-03-04T21:36:27.518" v="31" actId="20577"/>
          <ac:spMkLst>
            <pc:docMk/>
            <pc:sldMk cId="0" sldId="256"/>
            <ac:spMk id="65" creationId="{00000000-0000-0000-0000-000000000000}"/>
          </ac:spMkLst>
        </pc:spChg>
        <pc:spChg chg="mod">
          <ac:chgData name="Stephen John Stretton" userId="da8c780b-1aa2-4e36-94fb-871dc8111504" providerId="ADAL" clId="{FBA4775D-900B-4290-B2F7-03B3C9007743}" dt="2024-03-04T21:46:00.887" v="207" actId="14100"/>
          <ac:spMkLst>
            <pc:docMk/>
            <pc:sldMk cId="0" sldId="256"/>
            <ac:spMk id="66" creationId="{00000000-0000-0000-0000-000000000000}"/>
          </ac:spMkLst>
        </pc:spChg>
      </pc:sldChg>
      <pc:sldChg chg="modSp mod">
        <pc:chgData name="Stephen John Stretton" userId="da8c780b-1aa2-4e36-94fb-871dc8111504" providerId="ADAL" clId="{FBA4775D-900B-4290-B2F7-03B3C9007743}" dt="2024-03-04T21:44:46.400" v="204" actId="948"/>
        <pc:sldMkLst>
          <pc:docMk/>
          <pc:sldMk cId="0" sldId="257"/>
        </pc:sldMkLst>
        <pc:spChg chg="mod">
          <ac:chgData name="Stephen John Stretton" userId="da8c780b-1aa2-4e36-94fb-871dc8111504" providerId="ADAL" clId="{FBA4775D-900B-4290-B2F7-03B3C9007743}" dt="2024-03-04T21:44:46.400" v="204" actId="948"/>
          <ac:spMkLst>
            <pc:docMk/>
            <pc:sldMk cId="0" sldId="257"/>
            <ac:spMk id="72" creationId="{00000000-0000-0000-0000-000000000000}"/>
          </ac:spMkLst>
        </pc:spChg>
      </pc:sldChg>
      <pc:sldChg chg="delCm">
        <pc:chgData name="Stephen John Stretton" userId="da8c780b-1aa2-4e36-94fb-871dc8111504" providerId="ADAL" clId="{FBA4775D-900B-4290-B2F7-03B3C9007743}" dt="2024-03-04T21:45:41.973" v="205"/>
        <pc:sldMkLst>
          <pc:docMk/>
          <pc:sldMk cId="3497004109" sldId="30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Stephen John Stretton" userId="da8c780b-1aa2-4e36-94fb-871dc8111504" providerId="ADAL" clId="{FBA4775D-900B-4290-B2F7-03B3C9007743}" dt="2024-03-04T21:45:41.973" v="205"/>
              <pc2:cmMkLst xmlns:pc2="http://schemas.microsoft.com/office/powerpoint/2019/9/main/command">
                <pc:docMk/>
                <pc:sldMk cId="3497004109" sldId="302"/>
                <pc2:cmMk id="{2E030495-E2C3-4AB2-BE51-EB50A89FED70}"/>
              </pc2:cmMkLst>
            </pc226:cmChg>
          </p:ext>
        </pc:extLst>
      </pc:sldChg>
      <pc:sldChg chg="modSp mod ord">
        <pc:chgData name="Stephen John Stretton" userId="da8c780b-1aa2-4e36-94fb-871dc8111504" providerId="ADAL" clId="{FBA4775D-900B-4290-B2F7-03B3C9007743}" dt="2024-03-04T21:43:00.045" v="160" actId="20578"/>
        <pc:sldMkLst>
          <pc:docMk/>
          <pc:sldMk cId="1750513697" sldId="309"/>
        </pc:sldMkLst>
        <pc:spChg chg="mod">
          <ac:chgData name="Stephen John Stretton" userId="da8c780b-1aa2-4e36-94fb-871dc8111504" providerId="ADAL" clId="{FBA4775D-900B-4290-B2F7-03B3C9007743}" dt="2024-03-04T21:37:23.111" v="141" actId="20577"/>
          <ac:spMkLst>
            <pc:docMk/>
            <pc:sldMk cId="1750513697" sldId="309"/>
            <ac:spMk id="3" creationId="{BC38EE1B-515C-6A49-B614-83CD867EB0DD}"/>
          </ac:spMkLst>
        </pc:spChg>
      </pc:sldChg>
      <pc:sldChg chg="add del">
        <pc:chgData name="Stephen John Stretton" userId="da8c780b-1aa2-4e36-94fb-871dc8111504" providerId="ADAL" clId="{FBA4775D-900B-4290-B2F7-03B3C9007743}" dt="2024-03-04T21:43:00.738" v="161" actId="47"/>
        <pc:sldMkLst>
          <pc:docMk/>
          <pc:sldMk cId="2563094586" sldId="316"/>
        </pc:sldMkLst>
      </pc:sldChg>
      <pc:sldChg chg="modSp mod ord">
        <pc:chgData name="Stephen John Stretton" userId="da8c780b-1aa2-4e36-94fb-871dc8111504" providerId="ADAL" clId="{FBA4775D-900B-4290-B2F7-03B3C9007743}" dt="2024-03-04T21:36:37.967" v="33"/>
        <pc:sldMkLst>
          <pc:docMk/>
          <pc:sldMk cId="2083642290" sldId="323"/>
        </pc:sldMkLst>
        <pc:spChg chg="mod">
          <ac:chgData name="Stephen John Stretton" userId="da8c780b-1aa2-4e36-94fb-871dc8111504" providerId="ADAL" clId="{FBA4775D-900B-4290-B2F7-03B3C9007743}" dt="2024-03-04T18:54:46.275" v="30" actId="20577"/>
          <ac:spMkLst>
            <pc:docMk/>
            <pc:sldMk cId="2083642290" sldId="323"/>
            <ac:spMk id="2" creationId="{E0271326-58B4-E0F6-C6B9-C9B0FEF61880}"/>
          </ac:spMkLst>
        </pc:spChg>
        <pc:spChg chg="mod">
          <ac:chgData name="Stephen John Stretton" userId="da8c780b-1aa2-4e36-94fb-871dc8111504" providerId="ADAL" clId="{FBA4775D-900B-4290-B2F7-03B3C9007743}" dt="2024-03-04T18:54:09.405" v="3" actId="27636"/>
          <ac:spMkLst>
            <pc:docMk/>
            <pc:sldMk cId="2083642290" sldId="323"/>
            <ac:spMk id="19" creationId="{4EDB45CC-E118-1480-808D-484091FD5A79}"/>
          </ac:spMkLst>
        </pc:spChg>
      </pc:sldChg>
      <pc:sldChg chg="ord">
        <pc:chgData name="Stephen John Stretton" userId="da8c780b-1aa2-4e36-94fb-871dc8111504" providerId="ADAL" clId="{FBA4775D-900B-4290-B2F7-03B3C9007743}" dt="2024-03-04T21:36:45.590" v="35"/>
        <pc:sldMkLst>
          <pc:docMk/>
          <pc:sldMk cId="83870014" sldId="328"/>
        </pc:sldMkLst>
      </pc:sldChg>
    </pc:docChg>
  </pc:docChgLst>
  <pc:docChgLst>
    <pc:chgData name="Marcello Estevao" userId="3eb6c5ce-2aa9-4828-8ac9-dd7e4220b49e" providerId="ADAL" clId="{9EE1CCDB-EBD2-4E5C-BB25-FC07067F19A6}"/>
    <pc:docChg chg="undo custSel modSld">
      <pc:chgData name="Marcello Estevao" userId="3eb6c5ce-2aa9-4828-8ac9-dd7e4220b49e" providerId="ADAL" clId="{9EE1CCDB-EBD2-4E5C-BB25-FC07067F19A6}" dt="2024-03-08T13:01:28.382" v="681" actId="20577"/>
      <pc:docMkLst>
        <pc:docMk/>
      </pc:docMkLst>
      <pc:sldChg chg="modSp mod">
        <pc:chgData name="Marcello Estevao" userId="3eb6c5ce-2aa9-4828-8ac9-dd7e4220b49e" providerId="ADAL" clId="{9EE1CCDB-EBD2-4E5C-BB25-FC07067F19A6}" dt="2024-03-08T12:45:47.391" v="660" actId="1076"/>
        <pc:sldMkLst>
          <pc:docMk/>
          <pc:sldMk cId="3397061043" sldId="317"/>
        </pc:sldMkLst>
        <pc:spChg chg="mod">
          <ac:chgData name="Marcello Estevao" userId="3eb6c5ce-2aa9-4828-8ac9-dd7e4220b49e" providerId="ADAL" clId="{9EE1CCDB-EBD2-4E5C-BB25-FC07067F19A6}" dt="2024-03-08T12:44:53.821" v="659" actId="27636"/>
          <ac:spMkLst>
            <pc:docMk/>
            <pc:sldMk cId="3397061043" sldId="317"/>
            <ac:spMk id="4" creationId="{F54D5858-A5D5-B73E-8F59-10343FDD2F07}"/>
          </ac:spMkLst>
        </pc:spChg>
        <pc:spChg chg="mod">
          <ac:chgData name="Marcello Estevao" userId="3eb6c5ce-2aa9-4828-8ac9-dd7e4220b49e" providerId="ADAL" clId="{9EE1CCDB-EBD2-4E5C-BB25-FC07067F19A6}" dt="2024-03-08T12:44:18.385" v="655" actId="1076"/>
          <ac:spMkLst>
            <pc:docMk/>
            <pc:sldMk cId="3397061043" sldId="317"/>
            <ac:spMk id="12" creationId="{B805D687-D0AD-20AE-CD95-7E60B52B62EF}"/>
          </ac:spMkLst>
        </pc:spChg>
        <pc:spChg chg="mod">
          <ac:chgData name="Marcello Estevao" userId="3eb6c5ce-2aa9-4828-8ac9-dd7e4220b49e" providerId="ADAL" clId="{9EE1CCDB-EBD2-4E5C-BB25-FC07067F19A6}" dt="2024-03-08T12:43:53.211" v="652" actId="1076"/>
          <ac:spMkLst>
            <pc:docMk/>
            <pc:sldMk cId="3397061043" sldId="317"/>
            <ac:spMk id="13" creationId="{615AB3A1-A9D6-D7FD-060C-FA193599E23C}"/>
          </ac:spMkLst>
        </pc:spChg>
        <pc:spChg chg="mod">
          <ac:chgData name="Marcello Estevao" userId="3eb6c5ce-2aa9-4828-8ac9-dd7e4220b49e" providerId="ADAL" clId="{9EE1CCDB-EBD2-4E5C-BB25-FC07067F19A6}" dt="2024-03-08T12:44:13.903" v="654" actId="1076"/>
          <ac:spMkLst>
            <pc:docMk/>
            <pc:sldMk cId="3397061043" sldId="317"/>
            <ac:spMk id="14" creationId="{AE233B66-ACA9-C380-AB14-C6D2D22DFAF6}"/>
          </ac:spMkLst>
        </pc:spChg>
        <pc:spChg chg="mod">
          <ac:chgData name="Marcello Estevao" userId="3eb6c5ce-2aa9-4828-8ac9-dd7e4220b49e" providerId="ADAL" clId="{9EE1CCDB-EBD2-4E5C-BB25-FC07067F19A6}" dt="2024-03-08T12:45:47.391" v="660" actId="1076"/>
          <ac:spMkLst>
            <pc:docMk/>
            <pc:sldMk cId="3397061043" sldId="317"/>
            <ac:spMk id="19" creationId="{34B401A4-F19C-B499-98C5-BF9AF0546267}"/>
          </ac:spMkLst>
        </pc:spChg>
      </pc:sldChg>
      <pc:sldChg chg="modSp mod">
        <pc:chgData name="Marcello Estevao" userId="3eb6c5ce-2aa9-4828-8ac9-dd7e4220b49e" providerId="ADAL" clId="{9EE1CCDB-EBD2-4E5C-BB25-FC07067F19A6}" dt="2024-03-08T13:01:28.382" v="681" actId="20577"/>
        <pc:sldMkLst>
          <pc:docMk/>
          <pc:sldMk cId="1157802730" sldId="319"/>
        </pc:sldMkLst>
        <pc:spChg chg="mod">
          <ac:chgData name="Marcello Estevao" userId="3eb6c5ce-2aa9-4828-8ac9-dd7e4220b49e" providerId="ADAL" clId="{9EE1CCDB-EBD2-4E5C-BB25-FC07067F19A6}" dt="2024-03-08T13:01:28.382" v="681" actId="20577"/>
          <ac:spMkLst>
            <pc:docMk/>
            <pc:sldMk cId="1157802730" sldId="319"/>
            <ac:spMk id="3" creationId="{DE15D7C1-76F1-CE4F-1FBE-D812132649B2}"/>
          </ac:spMkLst>
        </pc:spChg>
      </pc:sldChg>
      <pc:sldChg chg="modSp mod">
        <pc:chgData name="Marcello Estevao" userId="3eb6c5ce-2aa9-4828-8ac9-dd7e4220b49e" providerId="ADAL" clId="{9EE1CCDB-EBD2-4E5C-BB25-FC07067F19A6}" dt="2024-03-08T12:36:40.677" v="537" actId="20577"/>
        <pc:sldMkLst>
          <pc:docMk/>
          <pc:sldMk cId="1174603827" sldId="331"/>
        </pc:sldMkLst>
        <pc:spChg chg="mod">
          <ac:chgData name="Marcello Estevao" userId="3eb6c5ce-2aa9-4828-8ac9-dd7e4220b49e" providerId="ADAL" clId="{9EE1CCDB-EBD2-4E5C-BB25-FC07067F19A6}" dt="2024-03-08T12:36:40.677" v="537" actId="20577"/>
          <ac:spMkLst>
            <pc:docMk/>
            <pc:sldMk cId="1174603827" sldId="331"/>
            <ac:spMk id="5" creationId="{607EBD93-C391-4EF8-BBE2-B9995925E2FD}"/>
          </ac:spMkLst>
        </pc:spChg>
      </pc:sldChg>
    </pc:docChg>
  </pc:docChgLst>
  <pc:docChgLst>
    <pc:chgData name="Eve Lauren Davey" userId="S::eviedavey6_outlook.com#ext#@worldbankgroup.onmicrosoft.com::ae14ba05-11d6-4041-82d8-f2ed7e05eba3" providerId="AD" clId="Web-{F7B6C1E7-8F6B-64BB-E840-53E21B75E22F}"/>
    <pc:docChg chg="modSld">
      <pc:chgData name="Eve Lauren Davey" userId="S::eviedavey6_outlook.com#ext#@worldbankgroup.onmicrosoft.com::ae14ba05-11d6-4041-82d8-f2ed7e05eba3" providerId="AD" clId="Web-{F7B6C1E7-8F6B-64BB-E840-53E21B75E22F}" dt="2024-10-01T00:24:18.516" v="0"/>
      <pc:docMkLst>
        <pc:docMk/>
      </pc:docMkLst>
      <pc:sldChg chg="addSp modSp">
        <pc:chgData name="Eve Lauren Davey" userId="S::eviedavey6_outlook.com#ext#@worldbankgroup.onmicrosoft.com::ae14ba05-11d6-4041-82d8-f2ed7e05eba3" providerId="AD" clId="Web-{F7B6C1E7-8F6B-64BB-E840-53E21B75E22F}" dt="2024-10-01T00:24:18.516" v="0"/>
        <pc:sldMkLst>
          <pc:docMk/>
          <pc:sldMk cId="2269282609" sldId="332"/>
        </pc:sldMkLst>
        <pc:picChg chg="add mod">
          <ac:chgData name="Eve Lauren Davey" userId="S::eviedavey6_outlook.com#ext#@worldbankgroup.onmicrosoft.com::ae14ba05-11d6-4041-82d8-f2ed7e05eba3" providerId="AD" clId="Web-{F7B6C1E7-8F6B-64BB-E840-53E21B75E22F}" dt="2024-10-01T00:24:18.516" v="0"/>
          <ac:picMkLst>
            <pc:docMk/>
            <pc:sldMk cId="2269282609" sldId="332"/>
            <ac:picMk id="2" creationId="{686AD260-E959-5A17-AD42-700A7EEB8E76}"/>
          </ac:picMkLst>
        </pc:picChg>
      </pc:sldChg>
    </pc:docChg>
  </pc:docChgLst>
  <pc:docChgLst>
    <pc:chgData name="Stephen John Stretton" userId="da8c780b-1aa2-4e36-94fb-871dc8111504" providerId="ADAL" clId="{D2B056E9-38E9-4C81-A19B-326E66C0940F}"/>
    <pc:docChg chg="undo custSel addSld delSld modSld">
      <pc:chgData name="Stephen John Stretton" userId="da8c780b-1aa2-4e36-94fb-871dc8111504" providerId="ADAL" clId="{D2B056E9-38E9-4C81-A19B-326E66C0940F}" dt="2024-09-09T15:40:33.445" v="302" actId="20577"/>
      <pc:docMkLst>
        <pc:docMk/>
      </pc:docMkLst>
      <pc:sldChg chg="addSp modSp mod modClrScheme chgLayout">
        <pc:chgData name="Stephen John Stretton" userId="da8c780b-1aa2-4e36-94fb-871dc8111504" providerId="ADAL" clId="{D2B056E9-38E9-4C81-A19B-326E66C0940F}" dt="2024-09-09T15:40:33.445" v="302" actId="20577"/>
        <pc:sldMkLst>
          <pc:docMk/>
          <pc:sldMk cId="0" sldId="256"/>
        </pc:sldMkLst>
        <pc:spChg chg="add mod">
          <ac:chgData name="Stephen John Stretton" userId="da8c780b-1aa2-4e36-94fb-871dc8111504" providerId="ADAL" clId="{D2B056E9-38E9-4C81-A19B-326E66C0940F}" dt="2024-09-09T15:40:33.445" v="302" actId="20577"/>
          <ac:spMkLst>
            <pc:docMk/>
            <pc:sldMk cId="0" sldId="256"/>
            <ac:spMk id="2" creationId="{EFB93CF6-86BA-4E2F-028D-059A6CA63C41}"/>
          </ac:spMkLst>
        </pc:spChg>
        <pc:spChg chg="mod ord">
          <ac:chgData name="Stephen John Stretton" userId="da8c780b-1aa2-4e36-94fb-871dc8111504" providerId="ADAL" clId="{D2B056E9-38E9-4C81-A19B-326E66C0940F}" dt="2024-09-09T15:39:57.974" v="288" actId="1076"/>
          <ac:spMkLst>
            <pc:docMk/>
            <pc:sldMk cId="0" sldId="256"/>
            <ac:spMk id="64" creationId="{00000000-0000-0000-0000-000000000000}"/>
          </ac:spMkLst>
        </pc:spChg>
        <pc:spChg chg="mod ord">
          <ac:chgData name="Stephen John Stretton" userId="da8c780b-1aa2-4e36-94fb-871dc8111504" providerId="ADAL" clId="{D2B056E9-38E9-4C81-A19B-326E66C0940F}" dt="2024-09-09T15:39:00.566" v="108" actId="700"/>
          <ac:spMkLst>
            <pc:docMk/>
            <pc:sldMk cId="0" sldId="256"/>
            <ac:spMk id="65" creationId="{00000000-0000-0000-0000-000000000000}"/>
          </ac:spMkLst>
        </pc:spChg>
        <pc:spChg chg="mod ord">
          <ac:chgData name="Stephen John Stretton" userId="da8c780b-1aa2-4e36-94fb-871dc8111504" providerId="ADAL" clId="{D2B056E9-38E9-4C81-A19B-326E66C0940F}" dt="2024-09-09T15:39:00.566" v="108" actId="700"/>
          <ac:spMkLst>
            <pc:docMk/>
            <pc:sldMk cId="0" sldId="256"/>
            <ac:spMk id="66" creationId="{00000000-0000-0000-0000-000000000000}"/>
          </ac:spMkLst>
        </pc:spChg>
      </pc:sldChg>
      <pc:sldChg chg="modSp mod">
        <pc:chgData name="Stephen John Stretton" userId="da8c780b-1aa2-4e36-94fb-871dc8111504" providerId="ADAL" clId="{D2B056E9-38E9-4C81-A19B-326E66C0940F}" dt="2024-09-09T12:14:24.530" v="100" actId="20577"/>
        <pc:sldMkLst>
          <pc:docMk/>
          <pc:sldMk cId="0" sldId="257"/>
        </pc:sldMkLst>
        <pc:spChg chg="mod">
          <ac:chgData name="Stephen John Stretton" userId="da8c780b-1aa2-4e36-94fb-871dc8111504" providerId="ADAL" clId="{D2B056E9-38E9-4C81-A19B-326E66C0940F}" dt="2024-09-09T12:14:24.530" v="100" actId="20577"/>
          <ac:spMkLst>
            <pc:docMk/>
            <pc:sldMk cId="0" sldId="257"/>
            <ac:spMk id="72" creationId="{00000000-0000-0000-0000-000000000000}"/>
          </ac:spMkLst>
        </pc:spChg>
      </pc:sldChg>
      <pc:sldChg chg="modSp">
        <pc:chgData name="Stephen John Stretton" userId="da8c780b-1aa2-4e36-94fb-871dc8111504" providerId="ADAL" clId="{D2B056E9-38E9-4C81-A19B-326E66C0940F}" dt="2024-09-09T12:14:43.088" v="101"/>
        <pc:sldMkLst>
          <pc:docMk/>
          <pc:sldMk cId="0" sldId="268"/>
        </pc:sldMkLst>
        <pc:spChg chg="mod">
          <ac:chgData name="Stephen John Stretton" userId="da8c780b-1aa2-4e36-94fb-871dc8111504" providerId="ADAL" clId="{D2B056E9-38E9-4C81-A19B-326E66C0940F}" dt="2024-09-09T12:14:43.088" v="101"/>
          <ac:spMkLst>
            <pc:docMk/>
            <pc:sldMk cId="0" sldId="268"/>
            <ac:spMk id="4" creationId="{F1BF0C33-6DD2-57A1-EA7E-CDC31C59B973}"/>
          </ac:spMkLst>
        </pc:spChg>
      </pc:sldChg>
      <pc:sldChg chg="modSp">
        <pc:chgData name="Stephen John Stretton" userId="da8c780b-1aa2-4e36-94fb-871dc8111504" providerId="ADAL" clId="{D2B056E9-38E9-4C81-A19B-326E66C0940F}" dt="2024-09-09T12:14:43.088" v="101"/>
        <pc:sldMkLst>
          <pc:docMk/>
          <pc:sldMk cId="360777889" sldId="270"/>
        </pc:sldMkLst>
        <pc:spChg chg="mod">
          <ac:chgData name="Stephen John Stretton" userId="da8c780b-1aa2-4e36-94fb-871dc8111504" providerId="ADAL" clId="{D2B056E9-38E9-4C81-A19B-326E66C0940F}" dt="2024-09-09T12:14:43.088" v="101"/>
          <ac:spMkLst>
            <pc:docMk/>
            <pc:sldMk cId="360777889" sldId="270"/>
            <ac:spMk id="247" creationId="{BDA15AB4-6F1E-81D8-9C61-4CDC3094B5C3}"/>
          </ac:spMkLst>
        </pc:spChg>
      </pc:sldChg>
      <pc:sldChg chg="modSp">
        <pc:chgData name="Stephen John Stretton" userId="da8c780b-1aa2-4e36-94fb-871dc8111504" providerId="ADAL" clId="{D2B056E9-38E9-4C81-A19B-326E66C0940F}" dt="2024-09-09T12:14:43.088" v="101"/>
        <pc:sldMkLst>
          <pc:docMk/>
          <pc:sldMk cId="0" sldId="276"/>
        </pc:sldMkLst>
        <pc:spChg chg="mod">
          <ac:chgData name="Stephen John Stretton" userId="da8c780b-1aa2-4e36-94fb-871dc8111504" providerId="ADAL" clId="{D2B056E9-38E9-4C81-A19B-326E66C0940F}" dt="2024-09-09T12:14:43.088" v="101"/>
          <ac:spMkLst>
            <pc:docMk/>
            <pc:sldMk cId="0" sldId="276"/>
            <ac:spMk id="3" creationId="{6778C64C-9964-0DEE-5572-7BF97CC911AA}"/>
          </ac:spMkLst>
        </pc:spChg>
        <pc:spChg chg="mod">
          <ac:chgData name="Stephen John Stretton" userId="da8c780b-1aa2-4e36-94fb-871dc8111504" providerId="ADAL" clId="{D2B056E9-38E9-4C81-A19B-326E66C0940F}" dt="2024-09-09T12:14:43.088" v="101"/>
          <ac:spMkLst>
            <pc:docMk/>
            <pc:sldMk cId="0" sldId="276"/>
            <ac:spMk id="317" creationId="{00000000-0000-0000-0000-000000000000}"/>
          </ac:spMkLst>
        </pc:spChg>
      </pc:sldChg>
      <pc:sldChg chg="modSp">
        <pc:chgData name="Stephen John Stretton" userId="da8c780b-1aa2-4e36-94fb-871dc8111504" providerId="ADAL" clId="{D2B056E9-38E9-4C81-A19B-326E66C0940F}" dt="2024-09-09T12:15:21.607" v="102"/>
        <pc:sldMkLst>
          <pc:docMk/>
          <pc:sldMk cId="2472807728" sldId="280"/>
        </pc:sldMkLst>
        <pc:spChg chg="mod">
          <ac:chgData name="Stephen John Stretton" userId="da8c780b-1aa2-4e36-94fb-871dc8111504" providerId="ADAL" clId="{D2B056E9-38E9-4C81-A19B-326E66C0940F}" dt="2024-09-09T12:15:21.607" v="102"/>
          <ac:spMkLst>
            <pc:docMk/>
            <pc:sldMk cId="2472807728" sldId="280"/>
            <ac:spMk id="368" creationId="{EAA08A4B-4E5B-3DE0-8E60-076DCA028420}"/>
          </ac:spMkLst>
        </pc:spChg>
      </pc:sldChg>
      <pc:sldChg chg="modSp add del">
        <pc:chgData name="Stephen John Stretton" userId="da8c780b-1aa2-4e36-94fb-871dc8111504" providerId="ADAL" clId="{D2B056E9-38E9-4C81-A19B-326E66C0940F}" dt="2024-09-09T12:14:43.088" v="101"/>
        <pc:sldMkLst>
          <pc:docMk/>
          <pc:sldMk cId="701908447" sldId="295"/>
        </pc:sldMkLst>
        <pc:spChg chg="mod">
          <ac:chgData name="Stephen John Stretton" userId="da8c780b-1aa2-4e36-94fb-871dc8111504" providerId="ADAL" clId="{D2B056E9-38E9-4C81-A19B-326E66C0940F}" dt="2024-09-09T12:14:43.088" v="101"/>
          <ac:spMkLst>
            <pc:docMk/>
            <pc:sldMk cId="701908447" sldId="295"/>
            <ac:spMk id="2" creationId="{83834CDD-F0FC-C4F8-80B4-80A7B9032932}"/>
          </ac:spMkLst>
        </pc:spChg>
      </pc:sldChg>
      <pc:sldChg chg="modSp">
        <pc:chgData name="Stephen John Stretton" userId="da8c780b-1aa2-4e36-94fb-871dc8111504" providerId="ADAL" clId="{D2B056E9-38E9-4C81-A19B-326E66C0940F}" dt="2024-09-09T12:14:43.088" v="101"/>
        <pc:sldMkLst>
          <pc:docMk/>
          <pc:sldMk cId="3552668643" sldId="297"/>
        </pc:sldMkLst>
        <pc:spChg chg="mod">
          <ac:chgData name="Stephen John Stretton" userId="da8c780b-1aa2-4e36-94fb-871dc8111504" providerId="ADAL" clId="{D2B056E9-38E9-4C81-A19B-326E66C0940F}" dt="2024-09-09T12:14:43.088" v="101"/>
          <ac:spMkLst>
            <pc:docMk/>
            <pc:sldMk cId="3552668643" sldId="297"/>
            <ac:spMk id="6" creationId="{B94EF978-E445-15BD-0A16-FFF11CFA7B6F}"/>
          </ac:spMkLst>
        </pc:spChg>
      </pc:sldChg>
      <pc:sldChg chg="modSp add del">
        <pc:chgData name="Stephen John Stretton" userId="da8c780b-1aa2-4e36-94fb-871dc8111504" providerId="ADAL" clId="{D2B056E9-38E9-4C81-A19B-326E66C0940F}" dt="2024-09-09T12:14:43.088" v="101"/>
        <pc:sldMkLst>
          <pc:docMk/>
          <pc:sldMk cId="3497004109" sldId="302"/>
        </pc:sldMkLst>
        <pc:spChg chg="mod">
          <ac:chgData name="Stephen John Stretton" userId="da8c780b-1aa2-4e36-94fb-871dc8111504" providerId="ADAL" clId="{D2B056E9-38E9-4C81-A19B-326E66C0940F}" dt="2024-09-09T12:14:43.088" v="101"/>
          <ac:spMkLst>
            <pc:docMk/>
            <pc:sldMk cId="3497004109" sldId="302"/>
            <ac:spMk id="116" creationId="{00000000-0000-0000-0000-000000000000}"/>
          </ac:spMkLst>
        </pc:spChg>
        <pc:spChg chg="mod">
          <ac:chgData name="Stephen John Stretton" userId="da8c780b-1aa2-4e36-94fb-871dc8111504" providerId="ADAL" clId="{D2B056E9-38E9-4C81-A19B-326E66C0940F}" dt="2024-09-09T12:14:43.088" v="101"/>
          <ac:spMkLst>
            <pc:docMk/>
            <pc:sldMk cId="3497004109" sldId="302"/>
            <ac:spMk id="117" creationId="{00000000-0000-0000-0000-000000000000}"/>
          </ac:spMkLst>
        </pc:spChg>
      </pc:sldChg>
      <pc:sldChg chg="modSp mod">
        <pc:chgData name="Stephen John Stretton" userId="da8c780b-1aa2-4e36-94fb-871dc8111504" providerId="ADAL" clId="{D2B056E9-38E9-4C81-A19B-326E66C0940F}" dt="2024-09-09T12:14:43.088" v="101"/>
        <pc:sldMkLst>
          <pc:docMk/>
          <pc:sldMk cId="1750513697" sldId="309"/>
        </pc:sldMkLst>
        <pc:spChg chg="mod">
          <ac:chgData name="Stephen John Stretton" userId="da8c780b-1aa2-4e36-94fb-871dc8111504" providerId="ADAL" clId="{D2B056E9-38E9-4C81-A19B-326E66C0940F}" dt="2024-09-08T22:22:46.445" v="4" actId="313"/>
          <ac:spMkLst>
            <pc:docMk/>
            <pc:sldMk cId="1750513697" sldId="309"/>
            <ac:spMk id="3" creationId="{BC38EE1B-515C-6A49-B614-83CD867EB0DD}"/>
          </ac:spMkLst>
        </pc:spChg>
        <pc:graphicFrameChg chg="mod">
          <ac:chgData name="Stephen John Stretton" userId="da8c780b-1aa2-4e36-94fb-871dc8111504" providerId="ADAL" clId="{D2B056E9-38E9-4C81-A19B-326E66C0940F}" dt="2024-09-09T12:14:43.088" v="101"/>
          <ac:graphicFrameMkLst>
            <pc:docMk/>
            <pc:sldMk cId="1750513697" sldId="309"/>
            <ac:graphicFrameMk id="7" creationId="{37EC8159-55F3-27C5-5844-9EB9B380591D}"/>
          </ac:graphicFrameMkLst>
        </pc:graphicFrameChg>
      </pc:sldChg>
      <pc:sldChg chg="modSp">
        <pc:chgData name="Stephen John Stretton" userId="da8c780b-1aa2-4e36-94fb-871dc8111504" providerId="ADAL" clId="{D2B056E9-38E9-4C81-A19B-326E66C0940F}" dt="2024-09-09T12:14:43.088" v="101"/>
        <pc:sldMkLst>
          <pc:docMk/>
          <pc:sldMk cId="4149906644" sldId="314"/>
        </pc:sldMkLst>
        <pc:spChg chg="mod">
          <ac:chgData name="Stephen John Stretton" userId="da8c780b-1aa2-4e36-94fb-871dc8111504" providerId="ADAL" clId="{D2B056E9-38E9-4C81-A19B-326E66C0940F}" dt="2024-09-09T12:14:43.088" v="101"/>
          <ac:spMkLst>
            <pc:docMk/>
            <pc:sldMk cId="4149906644" sldId="314"/>
            <ac:spMk id="5" creationId="{607EBD93-C391-4EF8-BBE2-B9995925E2FD}"/>
          </ac:spMkLst>
        </pc:spChg>
        <pc:spChg chg="mod">
          <ac:chgData name="Stephen John Stretton" userId="da8c780b-1aa2-4e36-94fb-871dc8111504" providerId="ADAL" clId="{D2B056E9-38E9-4C81-A19B-326E66C0940F}" dt="2024-09-09T12:14:43.088" v="101"/>
          <ac:spMkLst>
            <pc:docMk/>
            <pc:sldMk cId="4149906644" sldId="314"/>
            <ac:spMk id="229" creationId="{64BCDA48-FB99-B1E4-5ADA-BA7EDAACF527}"/>
          </ac:spMkLst>
        </pc:spChg>
      </pc:sldChg>
      <pc:sldChg chg="modSp">
        <pc:chgData name="Stephen John Stretton" userId="da8c780b-1aa2-4e36-94fb-871dc8111504" providerId="ADAL" clId="{D2B056E9-38E9-4C81-A19B-326E66C0940F}" dt="2024-09-09T12:15:21.607" v="102"/>
        <pc:sldMkLst>
          <pc:docMk/>
          <pc:sldMk cId="1790245567" sldId="315"/>
        </pc:sldMkLst>
        <pc:spChg chg="mod">
          <ac:chgData name="Stephen John Stretton" userId="da8c780b-1aa2-4e36-94fb-871dc8111504" providerId="ADAL" clId="{D2B056E9-38E9-4C81-A19B-326E66C0940F}" dt="2024-09-09T12:15:21.607" v="102"/>
          <ac:spMkLst>
            <pc:docMk/>
            <pc:sldMk cId="1790245567" sldId="315"/>
            <ac:spMk id="9" creationId="{A1304680-3F5D-CB03-186E-516B16E15090}"/>
          </ac:spMkLst>
        </pc:spChg>
        <pc:spChg chg="mod">
          <ac:chgData name="Stephen John Stretton" userId="da8c780b-1aa2-4e36-94fb-871dc8111504" providerId="ADAL" clId="{D2B056E9-38E9-4C81-A19B-326E66C0940F}" dt="2024-09-09T12:14:43.088" v="101"/>
          <ac:spMkLst>
            <pc:docMk/>
            <pc:sldMk cId="1790245567" sldId="315"/>
            <ac:spMk id="229" creationId="{A1DE46E1-D172-1DF6-7093-F9415C6D6862}"/>
          </ac:spMkLst>
        </pc:spChg>
      </pc:sldChg>
      <pc:sldChg chg="modSp">
        <pc:chgData name="Stephen John Stretton" userId="da8c780b-1aa2-4e36-94fb-871dc8111504" providerId="ADAL" clId="{D2B056E9-38E9-4C81-A19B-326E66C0940F}" dt="2024-09-09T12:14:43.088" v="101"/>
        <pc:sldMkLst>
          <pc:docMk/>
          <pc:sldMk cId="3397061043" sldId="317"/>
        </pc:sldMkLst>
        <pc:spChg chg="mod">
          <ac:chgData name="Stephen John Stretton" userId="da8c780b-1aa2-4e36-94fb-871dc8111504" providerId="ADAL" clId="{D2B056E9-38E9-4C81-A19B-326E66C0940F}" dt="2024-09-09T12:14:43.088" v="101"/>
          <ac:spMkLst>
            <pc:docMk/>
            <pc:sldMk cId="3397061043" sldId="317"/>
            <ac:spMk id="3" creationId="{C9CCFFA8-1FFA-B544-B19B-C119715DD60B}"/>
          </ac:spMkLst>
        </pc:spChg>
      </pc:sldChg>
      <pc:sldChg chg="modSp">
        <pc:chgData name="Stephen John Stretton" userId="da8c780b-1aa2-4e36-94fb-871dc8111504" providerId="ADAL" clId="{D2B056E9-38E9-4C81-A19B-326E66C0940F}" dt="2024-09-09T12:14:43.088" v="101"/>
        <pc:sldMkLst>
          <pc:docMk/>
          <pc:sldMk cId="1157802730" sldId="319"/>
        </pc:sldMkLst>
        <pc:spChg chg="mod">
          <ac:chgData name="Stephen John Stretton" userId="da8c780b-1aa2-4e36-94fb-871dc8111504" providerId="ADAL" clId="{D2B056E9-38E9-4C81-A19B-326E66C0940F}" dt="2024-09-09T12:14:43.088" v="101"/>
          <ac:spMkLst>
            <pc:docMk/>
            <pc:sldMk cId="1157802730" sldId="319"/>
            <ac:spMk id="3" creationId="{DE15D7C1-76F1-CE4F-1FBE-D812132649B2}"/>
          </ac:spMkLst>
        </pc:spChg>
      </pc:sldChg>
      <pc:sldChg chg="modSp">
        <pc:chgData name="Stephen John Stretton" userId="da8c780b-1aa2-4e36-94fb-871dc8111504" providerId="ADAL" clId="{D2B056E9-38E9-4C81-A19B-326E66C0940F}" dt="2024-09-09T12:14:43.088" v="101"/>
        <pc:sldMkLst>
          <pc:docMk/>
          <pc:sldMk cId="177872910" sldId="325"/>
        </pc:sldMkLst>
        <pc:spChg chg="mod">
          <ac:chgData name="Stephen John Stretton" userId="da8c780b-1aa2-4e36-94fb-871dc8111504" providerId="ADAL" clId="{D2B056E9-38E9-4C81-A19B-326E66C0940F}" dt="2024-09-09T12:14:43.088" v="101"/>
          <ac:spMkLst>
            <pc:docMk/>
            <pc:sldMk cId="177872910" sldId="325"/>
            <ac:spMk id="4" creationId="{84223B5E-A7F6-9A48-5DC5-450DAEF343BC}"/>
          </ac:spMkLst>
        </pc:spChg>
      </pc:sldChg>
      <pc:sldChg chg="modSp">
        <pc:chgData name="Stephen John Stretton" userId="da8c780b-1aa2-4e36-94fb-871dc8111504" providerId="ADAL" clId="{D2B056E9-38E9-4C81-A19B-326E66C0940F}" dt="2024-09-09T12:14:43.088" v="101"/>
        <pc:sldMkLst>
          <pc:docMk/>
          <pc:sldMk cId="83870014" sldId="328"/>
        </pc:sldMkLst>
        <pc:spChg chg="mod">
          <ac:chgData name="Stephen John Stretton" userId="da8c780b-1aa2-4e36-94fb-871dc8111504" providerId="ADAL" clId="{D2B056E9-38E9-4C81-A19B-326E66C0940F}" dt="2024-09-09T12:14:43.088" v="101"/>
          <ac:spMkLst>
            <pc:docMk/>
            <pc:sldMk cId="83870014" sldId="328"/>
            <ac:spMk id="3" creationId="{934D4685-0435-B7D7-A875-DED68C183999}"/>
          </ac:spMkLst>
        </pc:spChg>
        <pc:spChg chg="mod">
          <ac:chgData name="Stephen John Stretton" userId="da8c780b-1aa2-4e36-94fb-871dc8111504" providerId="ADAL" clId="{D2B056E9-38E9-4C81-A19B-326E66C0940F}" dt="2024-09-09T12:14:43.088" v="101"/>
          <ac:spMkLst>
            <pc:docMk/>
            <pc:sldMk cId="83870014" sldId="328"/>
            <ac:spMk id="317" creationId="{31BC723C-9BD2-98D7-A391-0B8604C953F2}"/>
          </ac:spMkLst>
        </pc:spChg>
      </pc:sldChg>
      <pc:sldChg chg="modSp">
        <pc:chgData name="Stephen John Stretton" userId="da8c780b-1aa2-4e36-94fb-871dc8111504" providerId="ADAL" clId="{D2B056E9-38E9-4C81-A19B-326E66C0940F}" dt="2024-09-09T12:14:43.088" v="101"/>
        <pc:sldMkLst>
          <pc:docMk/>
          <pc:sldMk cId="2772506166" sldId="329"/>
        </pc:sldMkLst>
        <pc:spChg chg="mod">
          <ac:chgData name="Stephen John Stretton" userId="da8c780b-1aa2-4e36-94fb-871dc8111504" providerId="ADAL" clId="{D2B056E9-38E9-4C81-A19B-326E66C0940F}" dt="2024-09-09T12:14:43.088" v="101"/>
          <ac:spMkLst>
            <pc:docMk/>
            <pc:sldMk cId="2772506166" sldId="329"/>
            <ac:spMk id="4" creationId="{AE9BF3A1-8884-4D4A-29B3-AEDABE3795A1}"/>
          </ac:spMkLst>
        </pc:spChg>
      </pc:sldChg>
      <pc:sldChg chg="modSp">
        <pc:chgData name="Stephen John Stretton" userId="da8c780b-1aa2-4e36-94fb-871dc8111504" providerId="ADAL" clId="{D2B056E9-38E9-4C81-A19B-326E66C0940F}" dt="2024-09-09T12:14:43.088" v="101"/>
        <pc:sldMkLst>
          <pc:docMk/>
          <pc:sldMk cId="437018475" sldId="330"/>
        </pc:sldMkLst>
        <pc:spChg chg="mod">
          <ac:chgData name="Stephen John Stretton" userId="da8c780b-1aa2-4e36-94fb-871dc8111504" providerId="ADAL" clId="{D2B056E9-38E9-4C81-A19B-326E66C0940F}" dt="2024-09-09T12:14:43.088" v="101"/>
          <ac:spMkLst>
            <pc:docMk/>
            <pc:sldMk cId="437018475" sldId="330"/>
            <ac:spMk id="4" creationId="{AE9BF3A1-8884-4D4A-29B3-AEDABE3795A1}"/>
          </ac:spMkLst>
        </pc:spChg>
      </pc:sldChg>
      <pc:sldChg chg="modSp">
        <pc:chgData name="Stephen John Stretton" userId="da8c780b-1aa2-4e36-94fb-871dc8111504" providerId="ADAL" clId="{D2B056E9-38E9-4C81-A19B-326E66C0940F}" dt="2024-09-09T12:14:43.088" v="101"/>
        <pc:sldMkLst>
          <pc:docMk/>
          <pc:sldMk cId="1174603827" sldId="331"/>
        </pc:sldMkLst>
        <pc:spChg chg="mod">
          <ac:chgData name="Stephen John Stretton" userId="da8c780b-1aa2-4e36-94fb-871dc8111504" providerId="ADAL" clId="{D2B056E9-38E9-4C81-A19B-326E66C0940F}" dt="2024-09-09T12:14:43.088" v="101"/>
          <ac:spMkLst>
            <pc:docMk/>
            <pc:sldMk cId="1174603827" sldId="331"/>
            <ac:spMk id="229" creationId="{64BCDA48-FB99-B1E4-5ADA-BA7EDAACF527}"/>
          </ac:spMkLst>
        </pc:spChg>
      </pc:sldChg>
      <pc:sldChg chg="addSp delSp modSp new mod modClrScheme chgLayout">
        <pc:chgData name="Stephen John Stretton" userId="da8c780b-1aa2-4e36-94fb-871dc8111504" providerId="ADAL" clId="{D2B056E9-38E9-4C81-A19B-326E66C0940F}" dt="2024-09-09T15:39:40.743" v="281" actId="27636"/>
        <pc:sldMkLst>
          <pc:docMk/>
          <pc:sldMk cId="749395957" sldId="332"/>
        </pc:sldMkLst>
        <pc:spChg chg="del mod ord">
          <ac:chgData name="Stephen John Stretton" userId="da8c780b-1aa2-4e36-94fb-871dc8111504" providerId="ADAL" clId="{D2B056E9-38E9-4C81-A19B-326E66C0940F}" dt="2024-09-09T15:39:06.831" v="110" actId="700"/>
          <ac:spMkLst>
            <pc:docMk/>
            <pc:sldMk cId="749395957" sldId="332"/>
            <ac:spMk id="2" creationId="{80AEC3A6-0EAD-8847-1D0D-9FD145F787AB}"/>
          </ac:spMkLst>
        </pc:spChg>
        <pc:spChg chg="add mod ord">
          <ac:chgData name="Stephen John Stretton" userId="da8c780b-1aa2-4e36-94fb-871dc8111504" providerId="ADAL" clId="{D2B056E9-38E9-4C81-A19B-326E66C0940F}" dt="2024-09-09T15:39:06.846" v="111" actId="27636"/>
          <ac:spMkLst>
            <pc:docMk/>
            <pc:sldMk cId="749395957" sldId="332"/>
            <ac:spMk id="3" creationId="{F9DEB0A3-0B56-1147-1071-384CA3D27CED}"/>
          </ac:spMkLst>
        </pc:spChg>
        <pc:spChg chg="add mod ord">
          <ac:chgData name="Stephen John Stretton" userId="da8c780b-1aa2-4e36-94fb-871dc8111504" providerId="ADAL" clId="{D2B056E9-38E9-4C81-A19B-326E66C0940F}" dt="2024-09-09T15:39:40.743" v="281" actId="27636"/>
          <ac:spMkLst>
            <pc:docMk/>
            <pc:sldMk cId="749395957" sldId="332"/>
            <ac:spMk id="4" creationId="{3F7ACBD4-EF5F-DA30-C280-3065F06FF7D4}"/>
          </ac:spMkLst>
        </pc:spChg>
      </pc:sldChg>
    </pc:docChg>
  </pc:docChgLst>
  <pc:docChgLst>
    <pc:chgData name="Eve Lauren Davey" userId="S::eviedavey6_outlook.com#ext#@worldbankgroup.onmicrosoft.com::ae14ba05-11d6-4041-82d8-f2ed7e05eba3" providerId="AD" clId="Web-{8C588F48-BD2A-15B5-BC8C-9856AD235305}"/>
    <pc:docChg chg="modSld">
      <pc:chgData name="Eve Lauren Davey" userId="S::eviedavey6_outlook.com#ext#@worldbankgroup.onmicrosoft.com::ae14ba05-11d6-4041-82d8-f2ed7e05eba3" providerId="AD" clId="Web-{8C588F48-BD2A-15B5-BC8C-9856AD235305}" dt="2024-10-01T07:39:02.381" v="0"/>
      <pc:docMkLst>
        <pc:docMk/>
      </pc:docMkLst>
      <pc:sldChg chg="modSp">
        <pc:chgData name="Eve Lauren Davey" userId="S::eviedavey6_outlook.com#ext#@worldbankgroup.onmicrosoft.com::ae14ba05-11d6-4041-82d8-f2ed7e05eba3" providerId="AD" clId="Web-{8C588F48-BD2A-15B5-BC8C-9856AD235305}" dt="2024-10-01T07:39:02.381" v="0"/>
        <pc:sldMkLst>
          <pc:docMk/>
          <pc:sldMk cId="2269282609" sldId="332"/>
        </pc:sldMkLst>
        <pc:spChg chg="mod">
          <ac:chgData name="Eve Lauren Davey" userId="S::eviedavey6_outlook.com#ext#@worldbankgroup.onmicrosoft.com::ae14ba05-11d6-4041-82d8-f2ed7e05eba3" providerId="AD" clId="Web-{8C588F48-BD2A-15B5-BC8C-9856AD235305}" dt="2024-10-01T07:39:02.381" v="0"/>
          <ac:spMkLst>
            <pc:docMk/>
            <pc:sldMk cId="2269282609" sldId="332"/>
            <ac:spMk id="8" creationId="{4DD9FAB5-6609-9A3B-A7D5-F1632BC3E50A}"/>
          </ac:spMkLst>
        </pc:spChg>
      </pc:sldChg>
    </pc:docChg>
  </pc:docChgLst>
  <pc:docChgLst>
    <pc:chgData name="Evie Davey" userId="08f35b59f79c2c7e" providerId="LiveId" clId="{C1D7FB65-E0CC-BE45-A2A1-FC3A51298520}"/>
    <pc:docChg chg="undo custSel addSld delSld modSld modMainMaster">
      <pc:chgData name="Evie Davey" userId="08f35b59f79c2c7e" providerId="LiveId" clId="{C1D7FB65-E0CC-BE45-A2A1-FC3A51298520}" dt="2024-10-01T01:23:25.540" v="1278" actId="207"/>
      <pc:docMkLst>
        <pc:docMk/>
      </pc:docMkLst>
      <pc:sldChg chg="delSp modSp mod">
        <pc:chgData name="Evie Davey" userId="08f35b59f79c2c7e" providerId="LiveId" clId="{C1D7FB65-E0CC-BE45-A2A1-FC3A51298520}" dt="2024-09-30T11:18:20.871" v="298" actId="27636"/>
        <pc:sldMkLst>
          <pc:docMk/>
          <pc:sldMk cId="0" sldId="256"/>
        </pc:sldMkLst>
        <pc:spChg chg="mod">
          <ac:chgData name="Evie Davey" userId="08f35b59f79c2c7e" providerId="LiveId" clId="{C1D7FB65-E0CC-BE45-A2A1-FC3A51298520}" dt="2024-09-30T11:18:20.871" v="298" actId="27636"/>
          <ac:spMkLst>
            <pc:docMk/>
            <pc:sldMk cId="0" sldId="256"/>
            <ac:spMk id="2" creationId="{EFB93CF6-86BA-4E2F-028D-059A6CA63C41}"/>
          </ac:spMkLst>
        </pc:spChg>
        <pc:spChg chg="del mod">
          <ac:chgData name="Evie Davey" userId="08f35b59f79c2c7e" providerId="LiveId" clId="{C1D7FB65-E0CC-BE45-A2A1-FC3A51298520}" dt="2024-09-30T11:17:46.890" v="293" actId="478"/>
          <ac:spMkLst>
            <pc:docMk/>
            <pc:sldMk cId="0" sldId="256"/>
            <ac:spMk id="64" creationId="{00000000-0000-0000-0000-000000000000}"/>
          </ac:spMkLst>
        </pc:spChg>
        <pc:spChg chg="mod">
          <ac:chgData name="Evie Davey" userId="08f35b59f79c2c7e" providerId="LiveId" clId="{C1D7FB65-E0CC-BE45-A2A1-FC3A51298520}" dt="2024-09-30T11:17:53.865" v="295" actId="1076"/>
          <ac:spMkLst>
            <pc:docMk/>
            <pc:sldMk cId="0" sldId="256"/>
            <ac:spMk id="65" creationId="{00000000-0000-0000-0000-000000000000}"/>
          </ac:spMkLst>
        </pc:spChg>
      </pc:sldChg>
      <pc:sldChg chg="addSp delSp modSp new mod modClrScheme chgLayout modNotes modNotesTx">
        <pc:chgData name="Evie Davey" userId="08f35b59f79c2c7e" providerId="LiveId" clId="{C1D7FB65-E0CC-BE45-A2A1-FC3A51298520}" dt="2024-10-01T01:23:25.540" v="1278" actId="207"/>
        <pc:sldMkLst>
          <pc:docMk/>
          <pc:sldMk cId="2269282609" sldId="332"/>
        </pc:sldMkLst>
        <pc:spChg chg="del">
          <ac:chgData name="Evie Davey" userId="08f35b59f79c2c7e" providerId="LiveId" clId="{C1D7FB65-E0CC-BE45-A2A1-FC3A51298520}" dt="2024-09-30T11:12:06.886" v="256" actId="700"/>
          <ac:spMkLst>
            <pc:docMk/>
            <pc:sldMk cId="2269282609" sldId="332"/>
            <ac:spMk id="2" creationId="{6CA11E46-3456-E080-0F9A-DB650BF2C9CE}"/>
          </ac:spMkLst>
        </pc:spChg>
        <pc:spChg chg="add mod">
          <ac:chgData name="Evie Davey" userId="08f35b59f79c2c7e" providerId="LiveId" clId="{C1D7FB65-E0CC-BE45-A2A1-FC3A51298520}" dt="2024-10-01T01:16:15.873" v="1214" actId="1076"/>
          <ac:spMkLst>
            <pc:docMk/>
            <pc:sldMk cId="2269282609" sldId="332"/>
            <ac:spMk id="4" creationId="{4BA73D33-C7D5-4048-4ACA-4905AB1E2F9D}"/>
          </ac:spMkLst>
        </pc:spChg>
        <pc:spChg chg="add del mod">
          <ac:chgData name="Evie Davey" userId="08f35b59f79c2c7e" providerId="LiveId" clId="{C1D7FB65-E0CC-BE45-A2A1-FC3A51298520}" dt="2024-09-30T11:15:44.087" v="268" actId="478"/>
          <ac:spMkLst>
            <pc:docMk/>
            <pc:sldMk cId="2269282609" sldId="332"/>
            <ac:spMk id="6" creationId="{47C2840B-0998-9540-355B-92A9E6DAAACD}"/>
          </ac:spMkLst>
        </pc:spChg>
        <pc:spChg chg="add mod">
          <ac:chgData name="Evie Davey" userId="08f35b59f79c2c7e" providerId="LiveId" clId="{C1D7FB65-E0CC-BE45-A2A1-FC3A51298520}" dt="2024-10-01T01:18:44.880" v="1239" actId="1076"/>
          <ac:spMkLst>
            <pc:docMk/>
            <pc:sldMk cId="2269282609" sldId="332"/>
            <ac:spMk id="7" creationId="{7F312E0E-26F3-02C5-20AB-A640EBF08C2C}"/>
          </ac:spMkLst>
        </pc:spChg>
        <pc:spChg chg="add mod">
          <ac:chgData name="Evie Davey" userId="08f35b59f79c2c7e" providerId="LiveId" clId="{C1D7FB65-E0CC-BE45-A2A1-FC3A51298520}" dt="2024-10-01T01:21:52.683" v="1267" actId="207"/>
          <ac:spMkLst>
            <pc:docMk/>
            <pc:sldMk cId="2269282609" sldId="332"/>
            <ac:spMk id="8" creationId="{4DD9FAB5-6609-9A3B-A7D5-F1632BC3E50A}"/>
          </ac:spMkLst>
        </pc:spChg>
        <pc:spChg chg="add del mod">
          <ac:chgData name="Evie Davey" userId="08f35b59f79c2c7e" providerId="LiveId" clId="{C1D7FB65-E0CC-BE45-A2A1-FC3A51298520}" dt="2024-10-01T01:10:41.483" v="1007" actId="478"/>
          <ac:spMkLst>
            <pc:docMk/>
            <pc:sldMk cId="2269282609" sldId="332"/>
            <ac:spMk id="9" creationId="{3A3A29BF-61D2-5AF5-C455-70FBCCC725D1}"/>
          </ac:spMkLst>
        </pc:spChg>
        <pc:spChg chg="add del mod">
          <ac:chgData name="Evie Davey" userId="08f35b59f79c2c7e" providerId="LiveId" clId="{C1D7FB65-E0CC-BE45-A2A1-FC3A51298520}" dt="2024-09-30T11:18:47.968" v="330" actId="478"/>
          <ac:spMkLst>
            <pc:docMk/>
            <pc:sldMk cId="2269282609" sldId="332"/>
            <ac:spMk id="9" creationId="{8FD0251B-4619-98ED-104A-4F4A8C729F29}"/>
          </ac:spMkLst>
        </pc:spChg>
        <pc:spChg chg="add mod">
          <ac:chgData name="Evie Davey" userId="08f35b59f79c2c7e" providerId="LiveId" clId="{C1D7FB65-E0CC-BE45-A2A1-FC3A51298520}" dt="2024-10-01T01:10:49.431" v="1010" actId="1076"/>
          <ac:spMkLst>
            <pc:docMk/>
            <pc:sldMk cId="2269282609" sldId="332"/>
            <ac:spMk id="13" creationId="{AC01B8E9-7BEF-3075-65F8-068A34831BCA}"/>
          </ac:spMkLst>
        </pc:spChg>
        <pc:spChg chg="add del mod">
          <ac:chgData name="Evie Davey" userId="08f35b59f79c2c7e" providerId="LiveId" clId="{C1D7FB65-E0CC-BE45-A2A1-FC3A51298520}" dt="2024-09-30T11:27:53.157" v="456" actId="478"/>
          <ac:spMkLst>
            <pc:docMk/>
            <pc:sldMk cId="2269282609" sldId="332"/>
            <ac:spMk id="14" creationId="{D4C3BEC7-945E-DE29-1718-63A93D9D387B}"/>
          </ac:spMkLst>
        </pc:spChg>
        <pc:spChg chg="add del mod">
          <ac:chgData name="Evie Davey" userId="08f35b59f79c2c7e" providerId="LiveId" clId="{C1D7FB65-E0CC-BE45-A2A1-FC3A51298520}" dt="2024-09-30T23:03:52.872" v="509" actId="478"/>
          <ac:spMkLst>
            <pc:docMk/>
            <pc:sldMk cId="2269282609" sldId="332"/>
            <ac:spMk id="37" creationId="{24B6022E-0FDD-54F2-A13F-9340B2819E1F}"/>
          </ac:spMkLst>
        </pc:spChg>
        <pc:spChg chg="add del mod">
          <ac:chgData name="Evie Davey" userId="08f35b59f79c2c7e" providerId="LiveId" clId="{C1D7FB65-E0CC-BE45-A2A1-FC3A51298520}" dt="2024-09-30T23:04:25.159" v="513" actId="478"/>
          <ac:spMkLst>
            <pc:docMk/>
            <pc:sldMk cId="2269282609" sldId="332"/>
            <ac:spMk id="38" creationId="{C9335A15-F1CE-506C-486C-1C23D1F4CCBA}"/>
          </ac:spMkLst>
        </pc:spChg>
        <pc:spChg chg="add mod">
          <ac:chgData name="Evie Davey" userId="08f35b59f79c2c7e" providerId="LiveId" clId="{C1D7FB65-E0CC-BE45-A2A1-FC3A51298520}" dt="2024-10-01T00:48:59.138" v="848" actId="1076"/>
          <ac:spMkLst>
            <pc:docMk/>
            <pc:sldMk cId="2269282609" sldId="332"/>
            <ac:spMk id="39" creationId="{E98313EB-3E7D-F58F-DC35-6D8161F05F5E}"/>
          </ac:spMkLst>
        </pc:spChg>
        <pc:spChg chg="add del mod">
          <ac:chgData name="Evie Davey" userId="08f35b59f79c2c7e" providerId="LiveId" clId="{C1D7FB65-E0CC-BE45-A2A1-FC3A51298520}" dt="2024-09-30T23:05:38.020" v="532" actId="478"/>
          <ac:spMkLst>
            <pc:docMk/>
            <pc:sldMk cId="2269282609" sldId="332"/>
            <ac:spMk id="40" creationId="{3CF77A7A-FDED-13F0-8973-8124AA50BDE9}"/>
          </ac:spMkLst>
        </pc:spChg>
        <pc:spChg chg="add mod">
          <ac:chgData name="Evie Davey" userId="08f35b59f79c2c7e" providerId="LiveId" clId="{C1D7FB65-E0CC-BE45-A2A1-FC3A51298520}" dt="2024-10-01T00:49:13.252" v="851" actId="1076"/>
          <ac:spMkLst>
            <pc:docMk/>
            <pc:sldMk cId="2269282609" sldId="332"/>
            <ac:spMk id="41" creationId="{693A9ECA-9D9B-A913-5A22-1CB5A4ACCAEA}"/>
          </ac:spMkLst>
        </pc:spChg>
        <pc:spChg chg="add del mod">
          <ac:chgData name="Evie Davey" userId="08f35b59f79c2c7e" providerId="LiveId" clId="{C1D7FB65-E0CC-BE45-A2A1-FC3A51298520}" dt="2024-10-01T00:44:04.801" v="797" actId="478"/>
          <ac:spMkLst>
            <pc:docMk/>
            <pc:sldMk cId="2269282609" sldId="332"/>
            <ac:spMk id="42" creationId="{2A3241DC-0D42-7F70-76B8-938433A281CE}"/>
          </ac:spMkLst>
        </pc:spChg>
        <pc:spChg chg="add mod">
          <ac:chgData name="Evie Davey" userId="08f35b59f79c2c7e" providerId="LiveId" clId="{C1D7FB65-E0CC-BE45-A2A1-FC3A51298520}" dt="2024-10-01T00:50:59.101" v="876" actId="1076"/>
          <ac:spMkLst>
            <pc:docMk/>
            <pc:sldMk cId="2269282609" sldId="332"/>
            <ac:spMk id="43" creationId="{C021C4DE-1D76-8316-5BD3-1546495099DC}"/>
          </ac:spMkLst>
        </pc:spChg>
        <pc:spChg chg="add del mod">
          <ac:chgData name="Evie Davey" userId="08f35b59f79c2c7e" providerId="LiveId" clId="{C1D7FB65-E0CC-BE45-A2A1-FC3A51298520}" dt="2024-10-01T00:27:16.214" v="581" actId="478"/>
          <ac:spMkLst>
            <pc:docMk/>
            <pc:sldMk cId="2269282609" sldId="332"/>
            <ac:spMk id="44" creationId="{F65B63CD-639D-64E7-9A7C-2349DBC68869}"/>
          </ac:spMkLst>
        </pc:spChg>
        <pc:spChg chg="add mod">
          <ac:chgData name="Evie Davey" userId="08f35b59f79c2c7e" providerId="LiveId" clId="{C1D7FB65-E0CC-BE45-A2A1-FC3A51298520}" dt="2024-10-01T01:09:51.250" v="996" actId="14100"/>
          <ac:spMkLst>
            <pc:docMk/>
            <pc:sldMk cId="2269282609" sldId="332"/>
            <ac:spMk id="49" creationId="{0B228882-3438-1D04-D4C7-44A6BBBE9681}"/>
          </ac:spMkLst>
        </pc:spChg>
        <pc:spChg chg="add del mod">
          <ac:chgData name="Evie Davey" userId="08f35b59f79c2c7e" providerId="LiveId" clId="{C1D7FB65-E0CC-BE45-A2A1-FC3A51298520}" dt="2024-10-01T00:52:32.281" v="890" actId="478"/>
          <ac:spMkLst>
            <pc:docMk/>
            <pc:sldMk cId="2269282609" sldId="332"/>
            <ac:spMk id="61" creationId="{923EB5B0-F48D-BA8B-28F3-B29D841E657F}"/>
          </ac:spMkLst>
        </pc:spChg>
        <pc:spChg chg="add mod">
          <ac:chgData name="Evie Davey" userId="08f35b59f79c2c7e" providerId="LiveId" clId="{C1D7FB65-E0CC-BE45-A2A1-FC3A51298520}" dt="2024-10-01T00:55:04.700" v="910" actId="1076"/>
          <ac:spMkLst>
            <pc:docMk/>
            <pc:sldMk cId="2269282609" sldId="332"/>
            <ac:spMk id="63" creationId="{C546FA98-C57F-7885-CA27-2F6060083432}"/>
          </ac:spMkLst>
        </pc:spChg>
        <pc:spChg chg="add mod">
          <ac:chgData name="Evie Davey" userId="08f35b59f79c2c7e" providerId="LiveId" clId="{C1D7FB65-E0CC-BE45-A2A1-FC3A51298520}" dt="2024-10-01T01:10:52.400" v="1011" actId="1076"/>
          <ac:spMkLst>
            <pc:docMk/>
            <pc:sldMk cId="2269282609" sldId="332"/>
            <ac:spMk id="1027" creationId="{72AC7949-DC99-75C1-6B58-10695B9D7475}"/>
          </ac:spMkLst>
        </pc:spChg>
        <pc:spChg chg="add del mod">
          <ac:chgData name="Evie Davey" userId="08f35b59f79c2c7e" providerId="LiveId" clId="{C1D7FB65-E0CC-BE45-A2A1-FC3A51298520}" dt="2024-10-01T01:10:45.028" v="1008" actId="478"/>
          <ac:spMkLst>
            <pc:docMk/>
            <pc:sldMk cId="2269282609" sldId="332"/>
            <ac:spMk id="1028" creationId="{A0EC400B-7B51-CF9C-F941-98D6D09D3D7A}"/>
          </ac:spMkLst>
        </pc:spChg>
        <pc:picChg chg="del">
          <ac:chgData name="Evie Davey" userId="08f35b59f79c2c7e" providerId="LiveId" clId="{C1D7FB65-E0CC-BE45-A2A1-FC3A51298520}" dt="2024-10-01T00:24:32.564" v="545" actId="478"/>
          <ac:picMkLst>
            <pc:docMk/>
            <pc:sldMk cId="2269282609" sldId="332"/>
            <ac:picMk id="2" creationId="{686AD260-E959-5A17-AD42-700A7EEB8E76}"/>
          </ac:picMkLst>
        </pc:picChg>
        <pc:picChg chg="mod">
          <ac:chgData name="Evie Davey" userId="08f35b59f79c2c7e" providerId="LiveId" clId="{C1D7FB65-E0CC-BE45-A2A1-FC3A51298520}" dt="2024-10-01T01:21:05.939" v="1265" actId="207"/>
          <ac:picMkLst>
            <pc:docMk/>
            <pc:sldMk cId="2269282609" sldId="332"/>
            <ac:picMk id="2" creationId="{780FEBB9-A3A4-5FFA-CFFF-FD3A433F573F}"/>
          </ac:picMkLst>
        </pc:picChg>
        <pc:picChg chg="add del">
          <ac:chgData name="Evie Davey" userId="08f35b59f79c2c7e" providerId="LiveId" clId="{C1D7FB65-E0CC-BE45-A2A1-FC3A51298520}" dt="2024-09-30T11:15:01.191" v="258" actId="478"/>
          <ac:picMkLst>
            <pc:docMk/>
            <pc:sldMk cId="2269282609" sldId="332"/>
            <ac:picMk id="3" creationId="{35AFF7AD-CDF0-6C04-A291-7643F6C83CA8}"/>
          </ac:picMkLst>
        </pc:picChg>
        <pc:picChg chg="add mod">
          <ac:chgData name="Evie Davey" userId="08f35b59f79c2c7e" providerId="LiveId" clId="{C1D7FB65-E0CC-BE45-A2A1-FC3A51298520}" dt="2024-10-01T01:16:29.825" v="1224" actId="1037"/>
          <ac:picMkLst>
            <pc:docMk/>
            <pc:sldMk cId="2269282609" sldId="332"/>
            <ac:picMk id="3" creationId="{4F03F7BF-8314-20A6-0E78-6AF30A16F9C7}"/>
          </ac:picMkLst>
        </pc:picChg>
        <pc:picChg chg="add del mod modCrop">
          <ac:chgData name="Evie Davey" userId="08f35b59f79c2c7e" providerId="LiveId" clId="{C1D7FB65-E0CC-BE45-A2A1-FC3A51298520}" dt="2024-10-01T01:18:13.450" v="1235" actId="478"/>
          <ac:picMkLst>
            <pc:docMk/>
            <pc:sldMk cId="2269282609" sldId="332"/>
            <ac:picMk id="5" creationId="{31497FB7-0B7F-70A6-F0A5-9379B6322C25}"/>
          </ac:picMkLst>
        </pc:picChg>
        <pc:picChg chg="add mod">
          <ac:chgData name="Evie Davey" userId="08f35b59f79c2c7e" providerId="LiveId" clId="{C1D7FB65-E0CC-BE45-A2A1-FC3A51298520}" dt="2024-10-01T01:20:53.811" v="1260" actId="207"/>
          <ac:picMkLst>
            <pc:docMk/>
            <pc:sldMk cId="2269282609" sldId="332"/>
            <ac:picMk id="6" creationId="{0A74C8DE-496B-430E-D32F-B0EF37F64B19}"/>
          </ac:picMkLst>
        </pc:picChg>
        <pc:picChg chg="add mod">
          <ac:chgData name="Evie Davey" userId="08f35b59f79c2c7e" providerId="LiveId" clId="{C1D7FB65-E0CC-BE45-A2A1-FC3A51298520}" dt="2024-10-01T01:19:06.047" v="1244" actId="1037"/>
          <ac:picMkLst>
            <pc:docMk/>
            <pc:sldMk cId="2269282609" sldId="332"/>
            <ac:picMk id="10" creationId="{566FA0F4-1539-CD12-9E11-4CBC1DEB9EA3}"/>
          </ac:picMkLst>
        </pc:picChg>
        <pc:picChg chg="add mod">
          <ac:chgData name="Evie Davey" userId="08f35b59f79c2c7e" providerId="LiveId" clId="{C1D7FB65-E0CC-BE45-A2A1-FC3A51298520}" dt="2024-10-01T01:19:07.528" v="1245" actId="1038"/>
          <ac:picMkLst>
            <pc:docMk/>
            <pc:sldMk cId="2269282609" sldId="332"/>
            <ac:picMk id="11" creationId="{7B575B5D-D1DB-3090-7B98-D4982208092E}"/>
          </ac:picMkLst>
        </pc:picChg>
        <pc:picChg chg="add del mod">
          <ac:chgData name="Evie Davey" userId="08f35b59f79c2c7e" providerId="LiveId" clId="{C1D7FB65-E0CC-BE45-A2A1-FC3A51298520}" dt="2024-10-01T01:12:57.243" v="1024" actId="478"/>
          <ac:picMkLst>
            <pc:docMk/>
            <pc:sldMk cId="2269282609" sldId="332"/>
            <ac:picMk id="12" creationId="{17E6CAC4-A883-4043-4452-C518CD45D8D8}"/>
          </ac:picMkLst>
        </pc:picChg>
        <pc:picChg chg="add del mod">
          <ac:chgData name="Evie Davey" userId="08f35b59f79c2c7e" providerId="LiveId" clId="{C1D7FB65-E0CC-BE45-A2A1-FC3A51298520}" dt="2024-10-01T00:26:31.186" v="565" actId="478"/>
          <ac:picMkLst>
            <pc:docMk/>
            <pc:sldMk cId="2269282609" sldId="332"/>
            <ac:picMk id="13" creationId="{90DDEF17-F276-4F13-F57D-ABF43DF5ED77}"/>
          </ac:picMkLst>
        </pc:picChg>
        <pc:picChg chg="add del mod">
          <ac:chgData name="Evie Davey" userId="08f35b59f79c2c7e" providerId="LiveId" clId="{C1D7FB65-E0CC-BE45-A2A1-FC3A51298520}" dt="2024-10-01T01:12:26.834" v="1019" actId="478"/>
          <ac:picMkLst>
            <pc:docMk/>
            <pc:sldMk cId="2269282609" sldId="332"/>
            <ac:picMk id="15" creationId="{23201A44-6617-4EF0-09AF-B31427F929F1}"/>
          </ac:picMkLst>
        </pc:picChg>
        <pc:picChg chg="add mod">
          <ac:chgData name="Evie Davey" userId="08f35b59f79c2c7e" providerId="LiveId" clId="{C1D7FB65-E0CC-BE45-A2A1-FC3A51298520}" dt="2024-10-01T01:23:25.540" v="1278" actId="207"/>
          <ac:picMkLst>
            <pc:docMk/>
            <pc:sldMk cId="2269282609" sldId="332"/>
            <ac:picMk id="17" creationId="{1289E1F2-52B9-F750-F2E0-DC3BDAF3ECE2}"/>
          </ac:picMkLst>
        </pc:picChg>
        <pc:picChg chg="add mod">
          <ac:chgData name="Evie Davey" userId="08f35b59f79c2c7e" providerId="LiveId" clId="{C1D7FB65-E0CC-BE45-A2A1-FC3A51298520}" dt="2024-10-01T01:21:09.258" v="1266" actId="207"/>
          <ac:picMkLst>
            <pc:docMk/>
            <pc:sldMk cId="2269282609" sldId="332"/>
            <ac:picMk id="18" creationId="{74DB2BFB-1A5A-C60F-B97E-3F98BD30712F}"/>
          </ac:picMkLst>
        </pc:picChg>
        <pc:picChg chg="add del mod">
          <ac:chgData name="Evie Davey" userId="08f35b59f79c2c7e" providerId="LiveId" clId="{C1D7FB65-E0CC-BE45-A2A1-FC3A51298520}" dt="2024-10-01T00:28:44.247" v="600" actId="478"/>
          <ac:picMkLst>
            <pc:docMk/>
            <pc:sldMk cId="2269282609" sldId="332"/>
            <ac:picMk id="45" creationId="{027D8E0A-C5E5-07C6-4586-6250E2CCADF6}"/>
          </ac:picMkLst>
        </pc:picChg>
        <pc:picChg chg="add mod">
          <ac:chgData name="Evie Davey" userId="08f35b59f79c2c7e" providerId="LiveId" clId="{C1D7FB65-E0CC-BE45-A2A1-FC3A51298520}" dt="2024-10-01T01:08:21.640" v="971" actId="1076"/>
          <ac:picMkLst>
            <pc:docMk/>
            <pc:sldMk cId="2269282609" sldId="332"/>
            <ac:picMk id="46" creationId="{FEB03725-53A5-45E6-D0B1-9448AF4934FD}"/>
          </ac:picMkLst>
        </pc:picChg>
        <pc:picChg chg="add mod">
          <ac:chgData name="Evie Davey" userId="08f35b59f79c2c7e" providerId="LiveId" clId="{C1D7FB65-E0CC-BE45-A2A1-FC3A51298520}" dt="2024-10-01T01:11:03.683" v="1013" actId="1076"/>
          <ac:picMkLst>
            <pc:docMk/>
            <pc:sldMk cId="2269282609" sldId="332"/>
            <ac:picMk id="47" creationId="{151AE048-3E74-1DA2-E6D7-B1F9C298884B}"/>
          </ac:picMkLst>
        </pc:picChg>
        <pc:picChg chg="add del mod">
          <ac:chgData name="Evie Davey" userId="08f35b59f79c2c7e" providerId="LiveId" clId="{C1D7FB65-E0CC-BE45-A2A1-FC3A51298520}" dt="2024-10-01T00:46:44.822" v="827" actId="478"/>
          <ac:picMkLst>
            <pc:docMk/>
            <pc:sldMk cId="2269282609" sldId="332"/>
            <ac:picMk id="48" creationId="{CC3A8911-0C2A-0FC3-5FCE-8EE679212942}"/>
          </ac:picMkLst>
        </pc:picChg>
        <pc:picChg chg="add del mod">
          <ac:chgData name="Evie Davey" userId="08f35b59f79c2c7e" providerId="LiveId" clId="{C1D7FB65-E0CC-BE45-A2A1-FC3A51298520}" dt="2024-10-01T00:40:56.304" v="756" actId="478"/>
          <ac:picMkLst>
            <pc:docMk/>
            <pc:sldMk cId="2269282609" sldId="332"/>
            <ac:picMk id="51" creationId="{1149E82E-9A5E-63C8-62DD-A78A0E126CA5}"/>
          </ac:picMkLst>
        </pc:picChg>
        <pc:picChg chg="add mod">
          <ac:chgData name="Evie Davey" userId="08f35b59f79c2c7e" providerId="LiveId" clId="{C1D7FB65-E0CC-BE45-A2A1-FC3A51298520}" dt="2024-10-01T01:20:36.987" v="1256" actId="207"/>
          <ac:picMkLst>
            <pc:docMk/>
            <pc:sldMk cId="2269282609" sldId="332"/>
            <ac:picMk id="52" creationId="{A8F531AF-6AAF-9A98-2EED-7E9F09C3605E}"/>
          </ac:picMkLst>
        </pc:picChg>
        <pc:picChg chg="add del mod">
          <ac:chgData name="Evie Davey" userId="08f35b59f79c2c7e" providerId="LiveId" clId="{C1D7FB65-E0CC-BE45-A2A1-FC3A51298520}" dt="2024-10-01T00:40:51.695" v="755" actId="478"/>
          <ac:picMkLst>
            <pc:docMk/>
            <pc:sldMk cId="2269282609" sldId="332"/>
            <ac:picMk id="53" creationId="{D84A2C9E-91DC-7D2B-DA71-B99B38940F21}"/>
          </ac:picMkLst>
        </pc:picChg>
        <pc:picChg chg="add mod">
          <ac:chgData name="Evie Davey" userId="08f35b59f79c2c7e" providerId="LiveId" clId="{C1D7FB65-E0CC-BE45-A2A1-FC3A51298520}" dt="2024-10-01T01:20:42.209" v="1257" actId="207"/>
          <ac:picMkLst>
            <pc:docMk/>
            <pc:sldMk cId="2269282609" sldId="332"/>
            <ac:picMk id="54" creationId="{A3B1C39B-E485-374F-0499-8ABAA07940B5}"/>
          </ac:picMkLst>
        </pc:picChg>
        <pc:picChg chg="add mod">
          <ac:chgData name="Evie Davey" userId="08f35b59f79c2c7e" providerId="LiveId" clId="{C1D7FB65-E0CC-BE45-A2A1-FC3A51298520}" dt="2024-10-01T01:20:48.020" v="1259" actId="207"/>
          <ac:picMkLst>
            <pc:docMk/>
            <pc:sldMk cId="2269282609" sldId="332"/>
            <ac:picMk id="55" creationId="{9E78C8DB-D9CE-12A8-1E31-EAF518B339A5}"/>
          </ac:picMkLst>
        </pc:picChg>
        <pc:picChg chg="add mod">
          <ac:chgData name="Evie Davey" userId="08f35b59f79c2c7e" providerId="LiveId" clId="{C1D7FB65-E0CC-BE45-A2A1-FC3A51298520}" dt="2024-10-01T01:20:45.022" v="1258" actId="207"/>
          <ac:picMkLst>
            <pc:docMk/>
            <pc:sldMk cId="2269282609" sldId="332"/>
            <ac:picMk id="56" creationId="{A907563B-8E64-A694-FBB2-7F7F42097FC0}"/>
          </ac:picMkLst>
        </pc:picChg>
        <pc:picChg chg="add del mod">
          <ac:chgData name="Evie Davey" userId="08f35b59f79c2c7e" providerId="LiveId" clId="{C1D7FB65-E0CC-BE45-A2A1-FC3A51298520}" dt="2024-10-01T00:44:02.264" v="796" actId="478"/>
          <ac:picMkLst>
            <pc:docMk/>
            <pc:sldMk cId="2269282609" sldId="332"/>
            <ac:picMk id="57" creationId="{9B319F09-65AD-B00E-1D13-9CB520FEE277}"/>
          </ac:picMkLst>
        </pc:picChg>
        <pc:picChg chg="add mod">
          <ac:chgData name="Evie Davey" userId="08f35b59f79c2c7e" providerId="LiveId" clId="{C1D7FB65-E0CC-BE45-A2A1-FC3A51298520}" dt="2024-10-01T01:21:00.414" v="1263" actId="207"/>
          <ac:picMkLst>
            <pc:docMk/>
            <pc:sldMk cId="2269282609" sldId="332"/>
            <ac:picMk id="58" creationId="{1B1CEDF2-EA88-6580-CD0C-4431E573F436}"/>
          </ac:picMkLst>
        </pc:picChg>
        <pc:picChg chg="add mod">
          <ac:chgData name="Evie Davey" userId="08f35b59f79c2c7e" providerId="LiveId" clId="{C1D7FB65-E0CC-BE45-A2A1-FC3A51298520}" dt="2024-10-01T01:20:55.797" v="1261" actId="207"/>
          <ac:picMkLst>
            <pc:docMk/>
            <pc:sldMk cId="2269282609" sldId="332"/>
            <ac:picMk id="59" creationId="{50189246-675B-B16A-FAC1-966E896D8645}"/>
          </ac:picMkLst>
        </pc:picChg>
        <pc:picChg chg="add del mod">
          <ac:chgData name="Evie Davey" userId="08f35b59f79c2c7e" providerId="LiveId" clId="{C1D7FB65-E0CC-BE45-A2A1-FC3A51298520}" dt="2024-10-01T00:47:02.576" v="832" actId="478"/>
          <ac:picMkLst>
            <pc:docMk/>
            <pc:sldMk cId="2269282609" sldId="332"/>
            <ac:picMk id="60" creationId="{AB642179-6937-521E-6265-497A8D6D147D}"/>
          </ac:picMkLst>
        </pc:picChg>
        <pc:picChg chg="add mod">
          <ac:chgData name="Evie Davey" userId="08f35b59f79c2c7e" providerId="LiveId" clId="{C1D7FB65-E0CC-BE45-A2A1-FC3A51298520}" dt="2024-10-01T01:13:55.039" v="1032" actId="1035"/>
          <ac:picMkLst>
            <pc:docMk/>
            <pc:sldMk cId="2269282609" sldId="332"/>
            <ac:picMk id="62" creationId="{BF3BB0D3-893A-2876-6C8C-410549858BA3}"/>
          </ac:picMkLst>
        </pc:picChg>
        <pc:picChg chg="add mod">
          <ac:chgData name="Evie Davey" userId="08f35b59f79c2c7e" providerId="LiveId" clId="{C1D7FB65-E0CC-BE45-A2A1-FC3A51298520}" dt="2024-10-01T01:20:58.431" v="1262" actId="207"/>
          <ac:picMkLst>
            <pc:docMk/>
            <pc:sldMk cId="2269282609" sldId="332"/>
            <ac:picMk id="1024" creationId="{4D272CA9-EA9B-9129-4B84-5B572E774B41}"/>
          </ac:picMkLst>
        </pc:picChg>
        <pc:picChg chg="add mod">
          <ac:chgData name="Evie Davey" userId="08f35b59f79c2c7e" providerId="LiveId" clId="{C1D7FB65-E0CC-BE45-A2A1-FC3A51298520}" dt="2024-10-01T01:21:03.535" v="1264" actId="207"/>
          <ac:picMkLst>
            <pc:docMk/>
            <pc:sldMk cId="2269282609" sldId="332"/>
            <ac:picMk id="1025" creationId="{376DB6A0-07B1-DDD1-FFF3-3859E9A5972D}"/>
          </ac:picMkLst>
        </pc:picChg>
        <pc:picChg chg="add del mod">
          <ac:chgData name="Evie Davey" userId="08f35b59f79c2c7e" providerId="LiveId" clId="{C1D7FB65-E0CC-BE45-A2A1-FC3A51298520}" dt="2024-10-01T00:53:18.174" v="892" actId="478"/>
          <ac:picMkLst>
            <pc:docMk/>
            <pc:sldMk cId="2269282609" sldId="332"/>
            <ac:picMk id="1026" creationId="{3A74CC17-298D-3BD5-9A19-AA6A1F9CB381}"/>
          </ac:picMkLst>
        </pc:picChg>
        <pc:cxnChg chg="add del mod">
          <ac:chgData name="Evie Davey" userId="08f35b59f79c2c7e" providerId="LiveId" clId="{C1D7FB65-E0CC-BE45-A2A1-FC3A51298520}" dt="2024-09-30T11:29:00.216" v="469" actId="478"/>
          <ac:cxnSpMkLst>
            <pc:docMk/>
            <pc:sldMk cId="2269282609" sldId="332"/>
            <ac:cxnSpMk id="16" creationId="{211E6E67-F06C-1291-342D-985E14CA4A46}"/>
          </ac:cxnSpMkLst>
        </pc:cxnChg>
        <pc:cxnChg chg="add del mod">
          <ac:chgData name="Evie Davey" userId="08f35b59f79c2c7e" providerId="LiveId" clId="{C1D7FB65-E0CC-BE45-A2A1-FC3A51298520}" dt="2024-09-30T11:29:15.995" v="471" actId="478"/>
          <ac:cxnSpMkLst>
            <pc:docMk/>
            <pc:sldMk cId="2269282609" sldId="332"/>
            <ac:cxnSpMk id="23" creationId="{3135C3DB-6523-55DA-85D9-31FDC926B8EB}"/>
          </ac:cxnSpMkLst>
        </pc:cxnChg>
        <pc:cxnChg chg="add del">
          <ac:chgData name="Evie Davey" userId="08f35b59f79c2c7e" providerId="LiveId" clId="{C1D7FB65-E0CC-BE45-A2A1-FC3A51298520}" dt="2024-09-30T11:29:45.008" v="473" actId="478"/>
          <ac:cxnSpMkLst>
            <pc:docMk/>
            <pc:sldMk cId="2269282609" sldId="332"/>
            <ac:cxnSpMk id="25" creationId="{00AA29B3-A5F4-E4F0-E05A-6D5260145DD8}"/>
          </ac:cxnSpMkLst>
        </pc:cxnChg>
        <pc:cxnChg chg="add del mod">
          <ac:chgData name="Evie Davey" userId="08f35b59f79c2c7e" providerId="LiveId" clId="{C1D7FB65-E0CC-BE45-A2A1-FC3A51298520}" dt="2024-09-30T11:31:41.974" v="505" actId="478"/>
          <ac:cxnSpMkLst>
            <pc:docMk/>
            <pc:sldMk cId="2269282609" sldId="332"/>
            <ac:cxnSpMk id="27" creationId="{49DC32BE-CD95-7FF6-1927-96CFB3B0F8EC}"/>
          </ac:cxnSpMkLst>
        </pc:cxnChg>
        <pc:cxnChg chg="add del mod">
          <ac:chgData name="Evie Davey" userId="08f35b59f79c2c7e" providerId="LiveId" clId="{C1D7FB65-E0CC-BE45-A2A1-FC3A51298520}" dt="2024-09-30T11:31:06.148" v="494" actId="478"/>
          <ac:cxnSpMkLst>
            <pc:docMk/>
            <pc:sldMk cId="2269282609" sldId="332"/>
            <ac:cxnSpMk id="29" creationId="{6F3C0C33-0F67-0DA3-BFDB-2A48CABB9E92}"/>
          </ac:cxnSpMkLst>
        </pc:cxnChg>
        <pc:cxnChg chg="add del mod">
          <ac:chgData name="Evie Davey" userId="08f35b59f79c2c7e" providerId="LiveId" clId="{C1D7FB65-E0CC-BE45-A2A1-FC3A51298520}" dt="2024-09-30T11:31:43.129" v="506" actId="478"/>
          <ac:cxnSpMkLst>
            <pc:docMk/>
            <pc:sldMk cId="2269282609" sldId="332"/>
            <ac:cxnSpMk id="32" creationId="{F11681D8-7FD4-2A0E-66F9-62CC615BBDC8}"/>
          </ac:cxnSpMkLst>
        </pc:cxnChg>
      </pc:sldChg>
      <pc:sldChg chg="addSp delSp modSp new del mod">
        <pc:chgData name="Evie Davey" userId="08f35b59f79c2c7e" providerId="LiveId" clId="{C1D7FB65-E0CC-BE45-A2A1-FC3A51298520}" dt="2024-09-30T11:11:26.430" v="252" actId="2696"/>
        <pc:sldMkLst>
          <pc:docMk/>
          <pc:sldMk cId="3128457782" sldId="332"/>
        </pc:sldMkLst>
        <pc:spChg chg="mod">
          <ac:chgData name="Evie Davey" userId="08f35b59f79c2c7e" providerId="LiveId" clId="{C1D7FB65-E0CC-BE45-A2A1-FC3A51298520}" dt="2024-09-30T10:37:06.614" v="2" actId="27636"/>
          <ac:spMkLst>
            <pc:docMk/>
            <pc:sldMk cId="3128457782" sldId="332"/>
            <ac:spMk id="2" creationId="{ED1F43B7-DD6E-EC27-E776-BF8408881D10}"/>
          </ac:spMkLst>
        </pc:spChg>
        <pc:spChg chg="add del">
          <ac:chgData name="Evie Davey" userId="08f35b59f79c2c7e" providerId="LiveId" clId="{C1D7FB65-E0CC-BE45-A2A1-FC3A51298520}" dt="2024-09-30T10:39:24.563" v="14" actId="478"/>
          <ac:spMkLst>
            <pc:docMk/>
            <pc:sldMk cId="3128457782" sldId="332"/>
            <ac:spMk id="6" creationId="{748E0202-E902-EBB1-B889-B62DCCB9F813}"/>
          </ac:spMkLst>
        </pc:spChg>
        <pc:picChg chg="add del mod">
          <ac:chgData name="Evie Davey" userId="08f35b59f79c2c7e" providerId="LiveId" clId="{C1D7FB65-E0CC-BE45-A2A1-FC3A51298520}" dt="2024-09-30T10:44:21.998" v="65" actId="478"/>
          <ac:picMkLst>
            <pc:docMk/>
            <pc:sldMk cId="3128457782" sldId="332"/>
            <ac:picMk id="4" creationId="{FAE73B92-AF1C-5B00-44D0-310E7720E43E}"/>
          </ac:picMkLst>
        </pc:picChg>
        <pc:picChg chg="add mod">
          <ac:chgData name="Evie Davey" userId="08f35b59f79c2c7e" providerId="LiveId" clId="{C1D7FB65-E0CC-BE45-A2A1-FC3A51298520}" dt="2024-09-30T10:54:25.941" v="128" actId="1076"/>
          <ac:picMkLst>
            <pc:docMk/>
            <pc:sldMk cId="3128457782" sldId="332"/>
            <ac:picMk id="7" creationId="{94E70C35-5565-91D1-F3F9-AD2AC117B53A}"/>
          </ac:picMkLst>
        </pc:picChg>
        <pc:picChg chg="add mod">
          <ac:chgData name="Evie Davey" userId="08f35b59f79c2c7e" providerId="LiveId" clId="{C1D7FB65-E0CC-BE45-A2A1-FC3A51298520}" dt="2024-09-30T10:54:34.216" v="130" actId="1076"/>
          <ac:picMkLst>
            <pc:docMk/>
            <pc:sldMk cId="3128457782" sldId="332"/>
            <ac:picMk id="8" creationId="{D11D1418-AF16-9FF7-5D12-E611478E0125}"/>
          </ac:picMkLst>
        </pc:picChg>
        <pc:picChg chg="add mod">
          <ac:chgData name="Evie Davey" userId="08f35b59f79c2c7e" providerId="LiveId" clId="{C1D7FB65-E0CC-BE45-A2A1-FC3A51298520}" dt="2024-09-30T10:59:51.653" v="159" actId="1076"/>
          <ac:picMkLst>
            <pc:docMk/>
            <pc:sldMk cId="3128457782" sldId="332"/>
            <ac:picMk id="9" creationId="{700ED4CD-E870-E35E-5EA6-259B5DB9ED99}"/>
          </ac:picMkLst>
        </pc:picChg>
        <pc:picChg chg="add del mod">
          <ac:chgData name="Evie Davey" userId="08f35b59f79c2c7e" providerId="LiveId" clId="{C1D7FB65-E0CC-BE45-A2A1-FC3A51298520}" dt="2024-09-30T10:54:12.629" v="123" actId="478"/>
          <ac:picMkLst>
            <pc:docMk/>
            <pc:sldMk cId="3128457782" sldId="332"/>
            <ac:picMk id="10" creationId="{6B43306D-6566-AE8B-24E1-5D04178CF5F6}"/>
          </ac:picMkLst>
        </pc:picChg>
        <pc:picChg chg="add del mod modCrop">
          <ac:chgData name="Evie Davey" userId="08f35b59f79c2c7e" providerId="LiveId" clId="{C1D7FB65-E0CC-BE45-A2A1-FC3A51298520}" dt="2024-09-30T10:49:28.793" v="99" actId="478"/>
          <ac:picMkLst>
            <pc:docMk/>
            <pc:sldMk cId="3128457782" sldId="332"/>
            <ac:picMk id="11" creationId="{969F4F5D-AF72-BFC6-D0D1-2A29EC92F035}"/>
          </ac:picMkLst>
        </pc:picChg>
        <pc:picChg chg="add mod">
          <ac:chgData name="Evie Davey" userId="08f35b59f79c2c7e" providerId="LiveId" clId="{C1D7FB65-E0CC-BE45-A2A1-FC3A51298520}" dt="2024-09-30T11:03:43.348" v="196" actId="1076"/>
          <ac:picMkLst>
            <pc:docMk/>
            <pc:sldMk cId="3128457782" sldId="332"/>
            <ac:picMk id="12" creationId="{0373BC05-4AFB-E193-E41D-34878B6C519A}"/>
          </ac:picMkLst>
        </pc:picChg>
        <pc:picChg chg="add mod">
          <ac:chgData name="Evie Davey" userId="08f35b59f79c2c7e" providerId="LiveId" clId="{C1D7FB65-E0CC-BE45-A2A1-FC3A51298520}" dt="2024-09-30T10:59:41.695" v="158" actId="1076"/>
          <ac:picMkLst>
            <pc:docMk/>
            <pc:sldMk cId="3128457782" sldId="332"/>
            <ac:picMk id="13" creationId="{4E2AA902-ABA4-89CA-B4C6-AF3B94450760}"/>
          </ac:picMkLst>
        </pc:picChg>
        <pc:picChg chg="add mod">
          <ac:chgData name="Evie Davey" userId="08f35b59f79c2c7e" providerId="LiveId" clId="{C1D7FB65-E0CC-BE45-A2A1-FC3A51298520}" dt="2024-09-30T10:59:58.056" v="161" actId="1076"/>
          <ac:picMkLst>
            <pc:docMk/>
            <pc:sldMk cId="3128457782" sldId="332"/>
            <ac:picMk id="14" creationId="{0611046D-BB62-F60F-44E6-7F1B240CD265}"/>
          </ac:picMkLst>
        </pc:picChg>
        <pc:picChg chg="add mod">
          <ac:chgData name="Evie Davey" userId="08f35b59f79c2c7e" providerId="LiveId" clId="{C1D7FB65-E0CC-BE45-A2A1-FC3A51298520}" dt="2024-09-30T10:59:39.380" v="157" actId="1076"/>
          <ac:picMkLst>
            <pc:docMk/>
            <pc:sldMk cId="3128457782" sldId="332"/>
            <ac:picMk id="15" creationId="{F5C211C2-213F-2F15-F1CE-5AA0D538AD2F}"/>
          </ac:picMkLst>
        </pc:picChg>
        <pc:picChg chg="add mod">
          <ac:chgData name="Evie Davey" userId="08f35b59f79c2c7e" providerId="LiveId" clId="{C1D7FB65-E0CC-BE45-A2A1-FC3A51298520}" dt="2024-09-30T10:59:11.193" v="150" actId="1076"/>
          <ac:picMkLst>
            <pc:docMk/>
            <pc:sldMk cId="3128457782" sldId="332"/>
            <ac:picMk id="16" creationId="{8867CD64-6FC5-DC96-9F7F-F9753E7E64A2}"/>
          </ac:picMkLst>
        </pc:picChg>
        <pc:picChg chg="add mod">
          <ac:chgData name="Evie Davey" userId="08f35b59f79c2c7e" providerId="LiveId" clId="{C1D7FB65-E0CC-BE45-A2A1-FC3A51298520}" dt="2024-09-30T11:00:17.679" v="163" actId="1076"/>
          <ac:picMkLst>
            <pc:docMk/>
            <pc:sldMk cId="3128457782" sldId="332"/>
            <ac:picMk id="17" creationId="{35416820-6CEE-1F14-D60B-31E2B9E15E13}"/>
          </ac:picMkLst>
        </pc:picChg>
        <pc:picChg chg="add mod">
          <ac:chgData name="Evie Davey" userId="08f35b59f79c2c7e" providerId="LiveId" clId="{C1D7FB65-E0CC-BE45-A2A1-FC3A51298520}" dt="2024-09-30T10:59:35.343" v="156" actId="1076"/>
          <ac:picMkLst>
            <pc:docMk/>
            <pc:sldMk cId="3128457782" sldId="332"/>
            <ac:picMk id="18" creationId="{BF6F5AF9-A016-DB7D-8FDA-A167B11C0177}"/>
          </ac:picMkLst>
        </pc:picChg>
        <pc:picChg chg="add mod">
          <ac:chgData name="Evie Davey" userId="08f35b59f79c2c7e" providerId="LiveId" clId="{C1D7FB65-E0CC-BE45-A2A1-FC3A51298520}" dt="2024-09-30T10:59:06.527" v="148" actId="1076"/>
          <ac:picMkLst>
            <pc:docMk/>
            <pc:sldMk cId="3128457782" sldId="332"/>
            <ac:picMk id="19" creationId="{F5B2FAE0-5AC8-DC29-1D5E-1C05DF907E03}"/>
          </ac:picMkLst>
        </pc:picChg>
        <pc:picChg chg="add mod">
          <ac:chgData name="Evie Davey" userId="08f35b59f79c2c7e" providerId="LiveId" clId="{C1D7FB65-E0CC-BE45-A2A1-FC3A51298520}" dt="2024-09-30T11:03:20.550" v="191" actId="1076"/>
          <ac:picMkLst>
            <pc:docMk/>
            <pc:sldMk cId="3128457782" sldId="332"/>
            <ac:picMk id="20" creationId="{05967382-25CE-A2BD-841F-D6CB961531F8}"/>
          </ac:picMkLst>
        </pc:picChg>
        <pc:picChg chg="add mod">
          <ac:chgData name="Evie Davey" userId="08f35b59f79c2c7e" providerId="LiveId" clId="{C1D7FB65-E0CC-BE45-A2A1-FC3A51298520}" dt="2024-09-30T11:09:22.724" v="246" actId="1076"/>
          <ac:picMkLst>
            <pc:docMk/>
            <pc:sldMk cId="3128457782" sldId="332"/>
            <ac:picMk id="21" creationId="{0A8A5460-8782-653A-9B11-1908E7704654}"/>
          </ac:picMkLst>
        </pc:picChg>
        <pc:picChg chg="add mod">
          <ac:chgData name="Evie Davey" userId="08f35b59f79c2c7e" providerId="LiveId" clId="{C1D7FB65-E0CC-BE45-A2A1-FC3A51298520}" dt="2024-09-30T11:03:25.440" v="193" actId="1076"/>
          <ac:picMkLst>
            <pc:docMk/>
            <pc:sldMk cId="3128457782" sldId="332"/>
            <ac:picMk id="22" creationId="{9C31A1EB-77B8-F166-2277-B3AB2911D379}"/>
          </ac:picMkLst>
        </pc:picChg>
        <pc:picChg chg="add mod">
          <ac:chgData name="Evie Davey" userId="08f35b59f79c2c7e" providerId="LiveId" clId="{C1D7FB65-E0CC-BE45-A2A1-FC3A51298520}" dt="2024-09-30T11:11:04.937" v="251" actId="1076"/>
          <ac:picMkLst>
            <pc:docMk/>
            <pc:sldMk cId="3128457782" sldId="332"/>
            <ac:picMk id="66" creationId="{910FFFD7-A1C4-E4C8-1235-B549DB65DB62}"/>
          </ac:picMkLst>
        </pc:picChg>
        <pc:cxnChg chg="add del">
          <ac:chgData name="Evie Davey" userId="08f35b59f79c2c7e" providerId="LiveId" clId="{C1D7FB65-E0CC-BE45-A2A1-FC3A51298520}" dt="2024-09-30T11:03:44.862" v="197" actId="478"/>
          <ac:cxnSpMkLst>
            <pc:docMk/>
            <pc:sldMk cId="3128457782" sldId="332"/>
            <ac:cxnSpMk id="24" creationId="{CBAC01D7-86A9-7326-A599-190C10E75059}"/>
          </ac:cxnSpMkLst>
        </pc:cxnChg>
        <pc:cxnChg chg="add del mod">
          <ac:chgData name="Evie Davey" userId="08f35b59f79c2c7e" providerId="LiveId" clId="{C1D7FB65-E0CC-BE45-A2A1-FC3A51298520}" dt="2024-09-30T11:05:08.958" v="207" actId="478"/>
          <ac:cxnSpMkLst>
            <pc:docMk/>
            <pc:sldMk cId="3128457782" sldId="332"/>
            <ac:cxnSpMk id="26" creationId="{B6954A52-4279-E049-B472-ED8EAB042E57}"/>
          </ac:cxnSpMkLst>
        </pc:cxnChg>
        <pc:cxnChg chg="add del mod">
          <ac:chgData name="Evie Davey" userId="08f35b59f79c2c7e" providerId="LiveId" clId="{C1D7FB65-E0CC-BE45-A2A1-FC3A51298520}" dt="2024-09-30T11:04:44.062" v="205" actId="478"/>
          <ac:cxnSpMkLst>
            <pc:docMk/>
            <pc:sldMk cId="3128457782" sldId="332"/>
            <ac:cxnSpMk id="29" creationId="{5804426C-4AAB-A240-B5DD-900812CDE694}"/>
          </ac:cxnSpMkLst>
        </pc:cxnChg>
        <pc:cxnChg chg="add del mod">
          <ac:chgData name="Evie Davey" userId="08f35b59f79c2c7e" providerId="LiveId" clId="{C1D7FB65-E0CC-BE45-A2A1-FC3A51298520}" dt="2024-09-30T11:05:34.866" v="213" actId="478"/>
          <ac:cxnSpMkLst>
            <pc:docMk/>
            <pc:sldMk cId="3128457782" sldId="332"/>
            <ac:cxnSpMk id="33" creationId="{833CB2FB-73D7-30D7-9CF1-4A642F6A1952}"/>
          </ac:cxnSpMkLst>
        </pc:cxnChg>
        <pc:cxnChg chg="add del">
          <ac:chgData name="Evie Davey" userId="08f35b59f79c2c7e" providerId="LiveId" clId="{C1D7FB65-E0CC-BE45-A2A1-FC3A51298520}" dt="2024-09-30T11:05:50.077" v="215" actId="478"/>
          <ac:cxnSpMkLst>
            <pc:docMk/>
            <pc:sldMk cId="3128457782" sldId="332"/>
            <ac:cxnSpMk id="38" creationId="{99C9FEEB-0408-B1D1-946D-EEE25079A8D2}"/>
          </ac:cxnSpMkLst>
        </pc:cxnChg>
        <pc:cxnChg chg="add mod">
          <ac:chgData name="Evie Davey" userId="08f35b59f79c2c7e" providerId="LiveId" clId="{C1D7FB65-E0CC-BE45-A2A1-FC3A51298520}" dt="2024-09-30T11:07:04.178" v="218" actId="14100"/>
          <ac:cxnSpMkLst>
            <pc:docMk/>
            <pc:sldMk cId="3128457782" sldId="332"/>
            <ac:cxnSpMk id="40" creationId="{37A352DC-B396-62F8-FB1A-089A92AFD71B}"/>
          </ac:cxnSpMkLst>
        </pc:cxnChg>
        <pc:cxnChg chg="add mod">
          <ac:chgData name="Evie Davey" userId="08f35b59f79c2c7e" providerId="LiveId" clId="{C1D7FB65-E0CC-BE45-A2A1-FC3A51298520}" dt="2024-09-30T11:07:30.868" v="227" actId="1076"/>
          <ac:cxnSpMkLst>
            <pc:docMk/>
            <pc:sldMk cId="3128457782" sldId="332"/>
            <ac:cxnSpMk id="43" creationId="{3E830719-119F-03AD-0EC3-FE201E8DBB04}"/>
          </ac:cxnSpMkLst>
        </pc:cxnChg>
        <pc:cxnChg chg="add del mod">
          <ac:chgData name="Evie Davey" userId="08f35b59f79c2c7e" providerId="LiveId" clId="{C1D7FB65-E0CC-BE45-A2A1-FC3A51298520}" dt="2024-09-30T11:08:05.260" v="239" actId="478"/>
          <ac:cxnSpMkLst>
            <pc:docMk/>
            <pc:sldMk cId="3128457782" sldId="332"/>
            <ac:cxnSpMk id="50" creationId="{118CF7BD-5002-57DF-4E01-EA8B10F42A2A}"/>
          </ac:cxnSpMkLst>
        </pc:cxnChg>
        <pc:cxnChg chg="add mod">
          <ac:chgData name="Evie Davey" userId="08f35b59f79c2c7e" providerId="LiveId" clId="{C1D7FB65-E0CC-BE45-A2A1-FC3A51298520}" dt="2024-09-30T11:08:34.541" v="245" actId="14100"/>
          <ac:cxnSpMkLst>
            <pc:docMk/>
            <pc:sldMk cId="3128457782" sldId="332"/>
            <ac:cxnSpMk id="60" creationId="{1CE446E1-AB75-6273-1EB8-139B4D0CC587}"/>
          </ac:cxnSpMkLst>
        </pc:cxnChg>
      </pc:sldChg>
      <pc:sldMasterChg chg="addSldLayout modSldLayout">
        <pc:chgData name="Evie Davey" userId="08f35b59f79c2c7e" providerId="LiveId" clId="{C1D7FB65-E0CC-BE45-A2A1-FC3A51298520}" dt="2024-10-01T01:17:48.423" v="1232"/>
        <pc:sldMasterMkLst>
          <pc:docMk/>
          <pc:sldMasterMk cId="0" sldId="2147483659"/>
        </pc:sldMasterMkLst>
        <pc:sldLayoutChg chg="delSp mod">
          <pc:chgData name="Evie Davey" userId="08f35b59f79c2c7e" providerId="LiveId" clId="{C1D7FB65-E0CC-BE45-A2A1-FC3A51298520}" dt="2024-09-30T11:11:52.721" v="255" actId="478"/>
          <pc:sldLayoutMkLst>
            <pc:docMk/>
            <pc:sldMasterMk cId="0" sldId="2147483659"/>
            <pc:sldLayoutMk cId="1460437377" sldId="2147483673"/>
          </pc:sldLayoutMkLst>
          <pc:spChg chg="del">
            <ac:chgData name="Evie Davey" userId="08f35b59f79c2c7e" providerId="LiveId" clId="{C1D7FB65-E0CC-BE45-A2A1-FC3A51298520}" dt="2024-09-30T11:11:51.442" v="254" actId="478"/>
            <ac:spMkLst>
              <pc:docMk/>
              <pc:sldMasterMk cId="0" sldId="2147483659"/>
              <pc:sldLayoutMk cId="1460437377" sldId="2147483673"/>
              <ac:spMk id="7" creationId="{B3002143-DCE6-53A9-16FF-F111AAE27700}"/>
            </ac:spMkLst>
          </pc:spChg>
          <pc:spChg chg="del">
            <ac:chgData name="Evie Davey" userId="08f35b59f79c2c7e" providerId="LiveId" clId="{C1D7FB65-E0CC-BE45-A2A1-FC3A51298520}" dt="2024-09-30T11:11:52.721" v="255" actId="478"/>
            <ac:spMkLst>
              <pc:docMk/>
              <pc:sldMasterMk cId="0" sldId="2147483659"/>
              <pc:sldLayoutMk cId="1460437377" sldId="2147483673"/>
              <ac:spMk id="15" creationId="{AC99EF0C-07B5-DCEF-C6E0-59F8EEAC98C3}"/>
            </ac:spMkLst>
          </pc:spChg>
        </pc:sldLayoutChg>
        <pc:sldLayoutChg chg="addSp modSp add mod modTransition">
          <pc:chgData name="Evie Davey" userId="08f35b59f79c2c7e" providerId="LiveId" clId="{C1D7FB65-E0CC-BE45-A2A1-FC3A51298520}" dt="2024-10-01T01:17:48.423" v="1232"/>
          <pc:sldLayoutMkLst>
            <pc:docMk/>
            <pc:sldMasterMk cId="0" sldId="2147483659"/>
            <pc:sldLayoutMk cId="482606915" sldId="2147483674"/>
          </pc:sldLayoutMkLst>
          <pc:picChg chg="add mod">
            <ac:chgData name="Evie Davey" userId="08f35b59f79c2c7e" providerId="LiveId" clId="{C1D7FB65-E0CC-BE45-A2A1-FC3A51298520}" dt="2024-10-01T01:17:48.423" v="1232"/>
            <ac:picMkLst>
              <pc:docMk/>
              <pc:sldMasterMk cId="0" sldId="2147483659"/>
              <pc:sldLayoutMk cId="482606915" sldId="2147483674"/>
              <ac:picMk id="2" creationId="{85C7152A-6F5F-551F-1C8C-B28EDA48E25F}"/>
            </ac:picMkLst>
          </pc:picChg>
        </pc:sldLayoutChg>
      </pc:sldMasterChg>
    </pc:docChg>
  </pc:docChgLst>
  <pc:docChgLst>
    <pc:chgData name="Eve Lauren Davey" userId="S::eviedavey6_outlook.com#ext#@worldbankgroup.onmicrosoft.com::ae14ba05-11d6-4041-82d8-f2ed7e05eba3" providerId="AD" clId="Web-{1EBB25F1-16F0-5982-0F23-5543B7F85598}"/>
    <pc:docChg chg="modSld">
      <pc:chgData name="Eve Lauren Davey" userId="S::eviedavey6_outlook.com#ext#@worldbankgroup.onmicrosoft.com::ae14ba05-11d6-4041-82d8-f2ed7e05eba3" providerId="AD" clId="Web-{1EBB25F1-16F0-5982-0F23-5543B7F85598}" dt="2024-10-01T01:26:59.904" v="4" actId="1076"/>
      <pc:docMkLst>
        <pc:docMk/>
      </pc:docMkLst>
      <pc:sldChg chg="addSp modSp">
        <pc:chgData name="Eve Lauren Davey" userId="S::eviedavey6_outlook.com#ext#@worldbankgroup.onmicrosoft.com::ae14ba05-11d6-4041-82d8-f2ed7e05eba3" providerId="AD" clId="Web-{1EBB25F1-16F0-5982-0F23-5543B7F85598}" dt="2024-10-01T01:26:59.904" v="4" actId="1076"/>
        <pc:sldMkLst>
          <pc:docMk/>
          <pc:sldMk cId="2269282609" sldId="332"/>
        </pc:sldMkLst>
        <pc:spChg chg="mod">
          <ac:chgData name="Eve Lauren Davey" userId="S::eviedavey6_outlook.com#ext#@worldbankgroup.onmicrosoft.com::ae14ba05-11d6-4041-82d8-f2ed7e05eba3" providerId="AD" clId="Web-{1EBB25F1-16F0-5982-0F23-5543B7F85598}" dt="2024-10-01T01:26:13.823" v="2" actId="20577"/>
          <ac:spMkLst>
            <pc:docMk/>
            <pc:sldMk cId="2269282609" sldId="332"/>
            <ac:spMk id="7" creationId="{7F312E0E-26F3-02C5-20AB-A640EBF08C2C}"/>
          </ac:spMkLst>
        </pc:spChg>
        <pc:spChg chg="mod">
          <ac:chgData name="Eve Lauren Davey" userId="S::eviedavey6_outlook.com#ext#@worldbankgroup.onmicrosoft.com::ae14ba05-11d6-4041-82d8-f2ed7e05eba3" providerId="AD" clId="Web-{1EBB25F1-16F0-5982-0F23-5543B7F85598}" dt="2024-10-01T01:25:37.304" v="0" actId="14100"/>
          <ac:spMkLst>
            <pc:docMk/>
            <pc:sldMk cId="2269282609" sldId="332"/>
            <ac:spMk id="8" creationId="{4DD9FAB5-6609-9A3B-A7D5-F1632BC3E50A}"/>
          </ac:spMkLst>
        </pc:spChg>
        <pc:grpChg chg="add mod">
          <ac:chgData name="Eve Lauren Davey" userId="S::eviedavey6_outlook.com#ext#@worldbankgroup.onmicrosoft.com::ae14ba05-11d6-4041-82d8-f2ed7e05eba3" providerId="AD" clId="Web-{1EBB25F1-16F0-5982-0F23-5543B7F85598}" dt="2024-10-01T01:26:59.904" v="4" actId="1076"/>
          <ac:grpSpMkLst>
            <pc:docMk/>
            <pc:sldMk cId="2269282609" sldId="332"/>
            <ac:grpSpMk id="5" creationId="{ED1B694F-8C07-BA11-02BA-618EACD161DC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key question is how to increase private investment flows to developing countries in order to finance sustainable development</a:t>
            </a:r>
          </a:p>
        </p:txBody>
      </p:sp>
    </p:spTree>
    <p:extLst>
      <p:ext uri="{BB962C8B-B14F-4D97-AF65-F5344CB8AC3E}">
        <p14:creationId xmlns:p14="http://schemas.microsoft.com/office/powerpoint/2010/main" val="31030970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a07d1cf7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a07d1cf71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a23badba93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a23badba93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97670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a23badba93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a23badba93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00286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0ac66233e_1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0ac66233e_1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a23badba93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a23badba93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a23badba93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a23badba93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a23badba93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a23badba93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a23badba93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a23badba93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a07d1cf71e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a07d1cf71e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4F71B39A-0B0F-589F-F041-1342C87AC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a07d1cf71e_0_10:notes">
            <a:extLst>
              <a:ext uri="{FF2B5EF4-FFF2-40B4-BE49-F238E27FC236}">
                <a16:creationId xmlns:a16="http://schemas.microsoft.com/office/drawing/2014/main" id="{3E9A73F0-68D3-B87F-71E6-43F0834C73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a07d1cf71e_0_10:notes">
            <a:extLst>
              <a:ext uri="{FF2B5EF4-FFF2-40B4-BE49-F238E27FC236}">
                <a16:creationId xmlns:a16="http://schemas.microsoft.com/office/drawing/2014/main" id="{4F79840C-54AA-395B-0840-C4DCE3A310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00841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C9D618D1-108A-8758-490D-F574A2477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a182c65f66_0_7:notes">
            <a:extLst>
              <a:ext uri="{FF2B5EF4-FFF2-40B4-BE49-F238E27FC236}">
                <a16:creationId xmlns:a16="http://schemas.microsoft.com/office/drawing/2014/main" id="{7CB4F76A-38D3-E7F2-EDA2-69FC07FF88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a182c65f66_0_7:notes">
            <a:extLst>
              <a:ext uri="{FF2B5EF4-FFF2-40B4-BE49-F238E27FC236}">
                <a16:creationId xmlns:a16="http://schemas.microsoft.com/office/drawing/2014/main" id="{6A21197C-D011-A011-6D2D-2DF98BC595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10494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953822A4-5644-8365-D1A9-2D50C60AE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a0ac66233e_1_3551:notes">
            <a:extLst>
              <a:ext uri="{FF2B5EF4-FFF2-40B4-BE49-F238E27FC236}">
                <a16:creationId xmlns:a16="http://schemas.microsoft.com/office/drawing/2014/main" id="{F2FD7067-69C7-5C69-9CBC-F464C27AF6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a0ac66233e_1_3551:notes">
            <a:extLst>
              <a:ext uri="{FF2B5EF4-FFF2-40B4-BE49-F238E27FC236}">
                <a16:creationId xmlns:a16="http://schemas.microsoft.com/office/drawing/2014/main" id="{DD2E1335-2CF5-1AD9-BB32-06A130F78B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94683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23badba93_1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23badba93_1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a08979779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a08979779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a23badba93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a23badba93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6DB9FEDD-326A-3A68-B87B-008EE4622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a0ac66233e_1_335:notes">
            <a:extLst>
              <a:ext uri="{FF2B5EF4-FFF2-40B4-BE49-F238E27FC236}">
                <a16:creationId xmlns:a16="http://schemas.microsoft.com/office/drawing/2014/main" id="{90050527-D4CA-6BF7-4895-C575C24E5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a0ac66233e_1_335:notes">
            <a:extLst>
              <a:ext uri="{FF2B5EF4-FFF2-40B4-BE49-F238E27FC236}">
                <a16:creationId xmlns:a16="http://schemas.microsoft.com/office/drawing/2014/main" id="{C9C7E27B-8788-7994-B3E0-DB4846A8CA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20295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6DB9FEDD-326A-3A68-B87B-008EE4622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a0ac66233e_1_335:notes">
            <a:extLst>
              <a:ext uri="{FF2B5EF4-FFF2-40B4-BE49-F238E27FC236}">
                <a16:creationId xmlns:a16="http://schemas.microsoft.com/office/drawing/2014/main" id="{90050527-D4CA-6BF7-4895-C575C24E5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a0ac66233e_1_335:notes">
            <a:extLst>
              <a:ext uri="{FF2B5EF4-FFF2-40B4-BE49-F238E27FC236}">
                <a16:creationId xmlns:a16="http://schemas.microsoft.com/office/drawing/2014/main" id="{C9C7E27B-8788-7994-B3E0-DB4846A8CA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96979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B1B71328-1C0A-1D79-7FF8-C427661E6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a23badba93_1_69:notes">
            <a:extLst>
              <a:ext uri="{FF2B5EF4-FFF2-40B4-BE49-F238E27FC236}">
                <a16:creationId xmlns:a16="http://schemas.microsoft.com/office/drawing/2014/main" id="{5C1C8799-1FCA-DAD5-0E65-BC378C66CC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a23badba93_1_69:notes">
            <a:extLst>
              <a:ext uri="{FF2B5EF4-FFF2-40B4-BE49-F238E27FC236}">
                <a16:creationId xmlns:a16="http://schemas.microsoft.com/office/drawing/2014/main" id="{93232149-D764-16C8-B01D-FB73CFA556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90507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>
          <a:extLst>
            <a:ext uri="{FF2B5EF4-FFF2-40B4-BE49-F238E27FC236}">
              <a16:creationId xmlns:a16="http://schemas.microsoft.com/office/drawing/2014/main" id="{7EB321FD-3410-8E77-AD94-062804E6C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a573917329_0_11:notes">
            <a:extLst>
              <a:ext uri="{FF2B5EF4-FFF2-40B4-BE49-F238E27FC236}">
                <a16:creationId xmlns:a16="http://schemas.microsoft.com/office/drawing/2014/main" id="{C7942AC4-EF33-7027-BB94-2C0F97967F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2a573917329_0_11:notes">
            <a:extLst>
              <a:ext uri="{FF2B5EF4-FFF2-40B4-BE49-F238E27FC236}">
                <a16:creationId xmlns:a16="http://schemas.microsoft.com/office/drawing/2014/main" id="{E6F743D2-CBD2-6340-2DB8-673840324D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02349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a23badba93_1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a23badba93_1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6E01D8CB-4F95-EFE4-54A2-E74B98B89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a23badba93_1_69:notes">
            <a:extLst>
              <a:ext uri="{FF2B5EF4-FFF2-40B4-BE49-F238E27FC236}">
                <a16:creationId xmlns:a16="http://schemas.microsoft.com/office/drawing/2014/main" id="{9922BE0A-C543-4095-2A18-F66B0C55B8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a23badba93_1_69:notes">
            <a:extLst>
              <a:ext uri="{FF2B5EF4-FFF2-40B4-BE49-F238E27FC236}">
                <a16:creationId xmlns:a16="http://schemas.microsoft.com/office/drawing/2014/main" id="{655C50DE-360C-C05C-9B6A-A7EF7F3CA9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81774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58D2E-F8B4-66A5-AE2C-20AF076AB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34D429-8584-8F62-3AF4-FB0F4B0363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E28EFE-13CB-8DCA-53A7-F099EC3ABE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2575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>
          <a:extLst>
            <a:ext uri="{FF2B5EF4-FFF2-40B4-BE49-F238E27FC236}">
              <a16:creationId xmlns:a16="http://schemas.microsoft.com/office/drawing/2014/main" id="{C41EBAA6-B394-57D1-3643-A67B943FA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a08979779a_0_5:notes">
            <a:extLst>
              <a:ext uri="{FF2B5EF4-FFF2-40B4-BE49-F238E27FC236}">
                <a16:creationId xmlns:a16="http://schemas.microsoft.com/office/drawing/2014/main" id="{AD82A3A1-8329-C2D3-1BC3-CD73B87340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2a08979779a_0_5:notes">
            <a:extLst>
              <a:ext uri="{FF2B5EF4-FFF2-40B4-BE49-F238E27FC236}">
                <a16:creationId xmlns:a16="http://schemas.microsoft.com/office/drawing/2014/main" id="{BBDADA87-35FA-2A64-27CC-AADA9691E7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61629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60185898-FDCB-90C1-32A7-42D82CEC5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0ac66233e_1_3533:notes">
            <a:extLst>
              <a:ext uri="{FF2B5EF4-FFF2-40B4-BE49-F238E27FC236}">
                <a16:creationId xmlns:a16="http://schemas.microsoft.com/office/drawing/2014/main" id="{836516CF-9E7A-6FB2-4502-3BE56A4B65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0ac66233e_1_3533:notes">
            <a:extLst>
              <a:ext uri="{FF2B5EF4-FFF2-40B4-BE49-F238E27FC236}">
                <a16:creationId xmlns:a16="http://schemas.microsoft.com/office/drawing/2014/main" id="{E748E527-D8F1-E2B1-4A9A-5F0E6E15FF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92286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>
          <a:extLst>
            <a:ext uri="{FF2B5EF4-FFF2-40B4-BE49-F238E27FC236}">
              <a16:creationId xmlns:a16="http://schemas.microsoft.com/office/drawing/2014/main" id="{C568FB48-0316-4879-EF92-62730FF41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a23badba93_1_90:notes">
            <a:extLst>
              <a:ext uri="{FF2B5EF4-FFF2-40B4-BE49-F238E27FC236}">
                <a16:creationId xmlns:a16="http://schemas.microsoft.com/office/drawing/2014/main" id="{B629B9BF-4DC0-1B03-D03D-C57205CB67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a23badba93_1_90:notes">
            <a:extLst>
              <a:ext uri="{FF2B5EF4-FFF2-40B4-BE49-F238E27FC236}">
                <a16:creationId xmlns:a16="http://schemas.microsoft.com/office/drawing/2014/main" id="{CDD27D09-23B9-81F9-91BA-15A227712A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25976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6E01D8CB-4F95-EFE4-54A2-E74B98B89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a23badba93_1_69:notes">
            <a:extLst>
              <a:ext uri="{FF2B5EF4-FFF2-40B4-BE49-F238E27FC236}">
                <a16:creationId xmlns:a16="http://schemas.microsoft.com/office/drawing/2014/main" id="{9922BE0A-C543-4095-2A18-F66B0C55B8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a23badba93_1_69:notes">
            <a:extLst>
              <a:ext uri="{FF2B5EF4-FFF2-40B4-BE49-F238E27FC236}">
                <a16:creationId xmlns:a16="http://schemas.microsoft.com/office/drawing/2014/main" id="{655C50DE-360C-C05C-9B6A-A7EF7F3CA9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58663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2378D60B-DB74-57E6-C79C-87318AA0C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a0ac66233e_1_335:notes">
            <a:extLst>
              <a:ext uri="{FF2B5EF4-FFF2-40B4-BE49-F238E27FC236}">
                <a16:creationId xmlns:a16="http://schemas.microsoft.com/office/drawing/2014/main" id="{06203255-B3A4-3B39-90F3-5025716A56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a0ac66233e_1_335:notes">
            <a:extLst>
              <a:ext uri="{FF2B5EF4-FFF2-40B4-BE49-F238E27FC236}">
                <a16:creationId xmlns:a16="http://schemas.microsoft.com/office/drawing/2014/main" id="{B79F1C4D-398F-6B31-F02D-C8CFB28368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093501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25F62519-CE46-1685-1273-682E9116A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a23badba93_1_85:notes">
            <a:extLst>
              <a:ext uri="{FF2B5EF4-FFF2-40B4-BE49-F238E27FC236}">
                <a16:creationId xmlns:a16="http://schemas.microsoft.com/office/drawing/2014/main" id="{5D60D3F8-BFF2-5F4E-E162-69A51A7DB6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a23badba93_1_85:notes">
            <a:extLst>
              <a:ext uri="{FF2B5EF4-FFF2-40B4-BE49-F238E27FC236}">
                <a16:creationId xmlns:a16="http://schemas.microsoft.com/office/drawing/2014/main" id="{D00B91D6-7DDA-3998-65CB-F281DF7587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10692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>
          <a:extLst>
            <a:ext uri="{FF2B5EF4-FFF2-40B4-BE49-F238E27FC236}">
              <a16:creationId xmlns:a16="http://schemas.microsoft.com/office/drawing/2014/main" id="{AB74FB60-1BF6-2BEB-17F6-1488CA8A1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a23badba93_1_96:notes">
            <a:extLst>
              <a:ext uri="{FF2B5EF4-FFF2-40B4-BE49-F238E27FC236}">
                <a16:creationId xmlns:a16="http://schemas.microsoft.com/office/drawing/2014/main" id="{40807575-47C4-4F5F-1AA3-1445265EFD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2a23badba93_1_96:notes">
            <a:extLst>
              <a:ext uri="{FF2B5EF4-FFF2-40B4-BE49-F238E27FC236}">
                <a16:creationId xmlns:a16="http://schemas.microsoft.com/office/drawing/2014/main" id="{F6B3E86F-935A-0785-089D-3BB90B65B8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96146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>
          <a:extLst>
            <a:ext uri="{FF2B5EF4-FFF2-40B4-BE49-F238E27FC236}">
              <a16:creationId xmlns:a16="http://schemas.microsoft.com/office/drawing/2014/main" id="{BD53A8BE-0C2B-51C4-400E-39D5C2D40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a23badba93_1_96:notes">
            <a:extLst>
              <a:ext uri="{FF2B5EF4-FFF2-40B4-BE49-F238E27FC236}">
                <a16:creationId xmlns:a16="http://schemas.microsoft.com/office/drawing/2014/main" id="{BC96791B-C140-C999-7215-09AEA709A9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2a23badba93_1_96:notes">
            <a:extLst>
              <a:ext uri="{FF2B5EF4-FFF2-40B4-BE49-F238E27FC236}">
                <a16:creationId xmlns:a16="http://schemas.microsoft.com/office/drawing/2014/main" id="{3EA04E1F-1429-B6F0-1602-DCEEF8D602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79897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>
          <a:extLst>
            <a:ext uri="{FF2B5EF4-FFF2-40B4-BE49-F238E27FC236}">
              <a16:creationId xmlns:a16="http://schemas.microsoft.com/office/drawing/2014/main" id="{27D82F59-4859-B4B4-361D-757A4A496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a23badba93_1_63:notes">
            <a:extLst>
              <a:ext uri="{FF2B5EF4-FFF2-40B4-BE49-F238E27FC236}">
                <a16:creationId xmlns:a16="http://schemas.microsoft.com/office/drawing/2014/main" id="{74788324-CA66-3F61-7786-D60F11F908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a23badba93_1_63:notes">
            <a:extLst>
              <a:ext uri="{FF2B5EF4-FFF2-40B4-BE49-F238E27FC236}">
                <a16:creationId xmlns:a16="http://schemas.microsoft.com/office/drawing/2014/main" id="{FA5D7473-5C82-5BC9-CA04-1282652B8B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68134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a23badba93_1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a23badba93_1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>
          <a:extLst>
            <a:ext uri="{FF2B5EF4-FFF2-40B4-BE49-F238E27FC236}">
              <a16:creationId xmlns:a16="http://schemas.microsoft.com/office/drawing/2014/main" id="{3875D3C9-DAB3-BD49-6F81-A39238B9D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a23badba93_1_90:notes">
            <a:extLst>
              <a:ext uri="{FF2B5EF4-FFF2-40B4-BE49-F238E27FC236}">
                <a16:creationId xmlns:a16="http://schemas.microsoft.com/office/drawing/2014/main" id="{1DA32A00-E202-8C6E-49DA-2B35D4F837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a23badba93_1_90:notes">
            <a:extLst>
              <a:ext uri="{FF2B5EF4-FFF2-40B4-BE49-F238E27FC236}">
                <a16:creationId xmlns:a16="http://schemas.microsoft.com/office/drawing/2014/main" id="{629E94F8-6437-7B9C-D095-B685422A54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10225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83884ABB-810E-C931-7AEF-17D6F6B05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a23badba93_1_85:notes">
            <a:extLst>
              <a:ext uri="{FF2B5EF4-FFF2-40B4-BE49-F238E27FC236}">
                <a16:creationId xmlns:a16="http://schemas.microsoft.com/office/drawing/2014/main" id="{E743A473-E9C3-6A0D-682E-A1E873DA6D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a23badba93_1_85:notes">
            <a:extLst>
              <a:ext uri="{FF2B5EF4-FFF2-40B4-BE49-F238E27FC236}">
                <a16:creationId xmlns:a16="http://schemas.microsoft.com/office/drawing/2014/main" id="{6D02233D-0F7F-3A8A-73FD-CBFE5A8F6B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0595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oking up at the sky through the trees&#10;&#10;Description automatically generated">
            <a:extLst>
              <a:ext uri="{FF2B5EF4-FFF2-40B4-BE49-F238E27FC236}">
                <a16:creationId xmlns:a16="http://schemas.microsoft.com/office/drawing/2014/main" id="{93E89D5A-95FC-C9B6-1B0C-99FF0E10BC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00440"/>
            <a:ext cx="9144000" cy="4943060"/>
          </a:xfrm>
          <a:prstGeom prst="rect">
            <a:avLst/>
          </a:prstGeom>
        </p:spPr>
      </p:pic>
      <p:sp>
        <p:nvSpPr>
          <p:cNvPr id="28" name="Google Shape;10;p2">
            <a:extLst>
              <a:ext uri="{FF2B5EF4-FFF2-40B4-BE49-F238E27FC236}">
                <a16:creationId xmlns:a16="http://schemas.microsoft.com/office/drawing/2014/main" id="{5228A903-53C0-8F47-64A3-A47C5B74A222}"/>
              </a:ext>
            </a:extLst>
          </p:cNvPr>
          <p:cNvSpPr/>
          <p:nvPr userDrawn="1"/>
        </p:nvSpPr>
        <p:spPr>
          <a:xfrm>
            <a:off x="0" y="0"/>
            <a:ext cx="9144000" cy="485775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529B4-9A66-3967-93D1-B1E1D764EE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0053" y="481076"/>
            <a:ext cx="7823835" cy="1790700"/>
          </a:xfrm>
          <a:prstGeom prst="rect">
            <a:avLst/>
          </a:prstGeom>
        </p:spPr>
        <p:txBody>
          <a:bodyPr anchor="b"/>
          <a:lstStyle>
            <a:lvl1pPr algn="l">
              <a:defRPr sz="3600" b="1" i="0">
                <a:solidFill>
                  <a:srgbClr val="042245"/>
                </a:solidFill>
                <a:latin typeface="Merriweather" pitchFamily="2" charset="77"/>
                <a:cs typeface="Arial Hebrew" pitchFamily="2" charset="-79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D037B6-4255-92E8-A047-EA43DE80A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053" y="2428875"/>
            <a:ext cx="4629150" cy="48107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i="0">
                <a:solidFill>
                  <a:srgbClr val="B85641"/>
                </a:solidFill>
                <a:latin typeface="Merriweather" pitchFamily="2" charset="77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305172B-6733-BD95-91C3-40B44DC1B9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27745" y="3761815"/>
            <a:ext cx="2047175" cy="118166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Merriweather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34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head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Looking up at a bamboo forest&#10;&#10;Description automatically generated">
            <a:extLst>
              <a:ext uri="{FF2B5EF4-FFF2-40B4-BE49-F238E27FC236}">
                <a16:creationId xmlns:a16="http://schemas.microsoft.com/office/drawing/2014/main" id="{B8E34BA2-ED21-1C61-8CD5-90EE59955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335" b="7335"/>
          <a:stretch/>
        </p:blipFill>
        <p:spPr>
          <a:xfrm>
            <a:off x="0" y="-74882"/>
            <a:ext cx="9144000" cy="5132318"/>
          </a:xfrm>
          <a:prstGeom prst="rect">
            <a:avLst/>
          </a:prstGeom>
        </p:spPr>
      </p:pic>
      <p:sp>
        <p:nvSpPr>
          <p:cNvPr id="12" name="Manual Input 11">
            <a:extLst>
              <a:ext uri="{FF2B5EF4-FFF2-40B4-BE49-F238E27FC236}">
                <a16:creationId xmlns:a16="http://schemas.microsoft.com/office/drawing/2014/main" id="{DEC40C85-5EF0-4AA0-7953-DB75EB19E6FF}"/>
              </a:ext>
            </a:extLst>
          </p:cNvPr>
          <p:cNvSpPr/>
          <p:nvPr userDrawn="1"/>
        </p:nvSpPr>
        <p:spPr>
          <a:xfrm>
            <a:off x="-2745" y="2167666"/>
            <a:ext cx="9146744" cy="2976899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13 w 10000"/>
              <a:gd name="connsiteY0" fmla="*/ 679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13 w 10000"/>
              <a:gd name="connsiteY4" fmla="*/ 6790 h 10000"/>
              <a:gd name="connsiteX0" fmla="*/ 13 w 10000"/>
              <a:gd name="connsiteY0" fmla="*/ 7456 h 10666"/>
              <a:gd name="connsiteX1" fmla="*/ 10000 w 10000"/>
              <a:gd name="connsiteY1" fmla="*/ 0 h 10666"/>
              <a:gd name="connsiteX2" fmla="*/ 10000 w 10000"/>
              <a:gd name="connsiteY2" fmla="*/ 10666 h 10666"/>
              <a:gd name="connsiteX3" fmla="*/ 0 w 10000"/>
              <a:gd name="connsiteY3" fmla="*/ 10666 h 10666"/>
              <a:gd name="connsiteX4" fmla="*/ 13 w 10000"/>
              <a:gd name="connsiteY4" fmla="*/ 7456 h 10666"/>
              <a:gd name="connsiteX0" fmla="*/ 0 w 10014"/>
              <a:gd name="connsiteY0" fmla="*/ 8900 h 10666"/>
              <a:gd name="connsiteX1" fmla="*/ 10014 w 10014"/>
              <a:gd name="connsiteY1" fmla="*/ 0 h 10666"/>
              <a:gd name="connsiteX2" fmla="*/ 10014 w 10014"/>
              <a:gd name="connsiteY2" fmla="*/ 10666 h 10666"/>
              <a:gd name="connsiteX3" fmla="*/ 14 w 10014"/>
              <a:gd name="connsiteY3" fmla="*/ 10666 h 10666"/>
              <a:gd name="connsiteX4" fmla="*/ 0 w 10014"/>
              <a:gd name="connsiteY4" fmla="*/ 8900 h 10666"/>
              <a:gd name="connsiteX0" fmla="*/ 0 w 10068"/>
              <a:gd name="connsiteY0" fmla="*/ 9282 h 10666"/>
              <a:gd name="connsiteX1" fmla="*/ 10068 w 10068"/>
              <a:gd name="connsiteY1" fmla="*/ 0 h 10666"/>
              <a:gd name="connsiteX2" fmla="*/ 10068 w 10068"/>
              <a:gd name="connsiteY2" fmla="*/ 10666 h 10666"/>
              <a:gd name="connsiteX3" fmla="*/ 68 w 10068"/>
              <a:gd name="connsiteY3" fmla="*/ 10666 h 10666"/>
              <a:gd name="connsiteX4" fmla="*/ 0 w 10068"/>
              <a:gd name="connsiteY4" fmla="*/ 9282 h 10666"/>
              <a:gd name="connsiteX0" fmla="*/ 0 w 10068"/>
              <a:gd name="connsiteY0" fmla="*/ 9537 h 10666"/>
              <a:gd name="connsiteX1" fmla="*/ 10068 w 10068"/>
              <a:gd name="connsiteY1" fmla="*/ 0 h 10666"/>
              <a:gd name="connsiteX2" fmla="*/ 10068 w 10068"/>
              <a:gd name="connsiteY2" fmla="*/ 10666 h 10666"/>
              <a:gd name="connsiteX3" fmla="*/ 68 w 10068"/>
              <a:gd name="connsiteY3" fmla="*/ 10666 h 10666"/>
              <a:gd name="connsiteX4" fmla="*/ 0 w 10068"/>
              <a:gd name="connsiteY4" fmla="*/ 9537 h 10666"/>
              <a:gd name="connsiteX0" fmla="*/ 2 w 10003"/>
              <a:gd name="connsiteY0" fmla="*/ 9410 h 10666"/>
              <a:gd name="connsiteX1" fmla="*/ 10003 w 10003"/>
              <a:gd name="connsiteY1" fmla="*/ 0 h 10666"/>
              <a:gd name="connsiteX2" fmla="*/ 10003 w 10003"/>
              <a:gd name="connsiteY2" fmla="*/ 10666 h 10666"/>
              <a:gd name="connsiteX3" fmla="*/ 3 w 10003"/>
              <a:gd name="connsiteY3" fmla="*/ 10666 h 10666"/>
              <a:gd name="connsiteX4" fmla="*/ 2 w 10003"/>
              <a:gd name="connsiteY4" fmla="*/ 9410 h 10666"/>
              <a:gd name="connsiteX0" fmla="*/ 2 w 10003"/>
              <a:gd name="connsiteY0" fmla="*/ 10599 h 11855"/>
              <a:gd name="connsiteX1" fmla="*/ 10003 w 10003"/>
              <a:gd name="connsiteY1" fmla="*/ 0 h 11855"/>
              <a:gd name="connsiteX2" fmla="*/ 10003 w 10003"/>
              <a:gd name="connsiteY2" fmla="*/ 11855 h 11855"/>
              <a:gd name="connsiteX3" fmla="*/ 3 w 10003"/>
              <a:gd name="connsiteY3" fmla="*/ 11855 h 11855"/>
              <a:gd name="connsiteX4" fmla="*/ 2 w 10003"/>
              <a:gd name="connsiteY4" fmla="*/ 10599 h 11855"/>
              <a:gd name="connsiteX0" fmla="*/ 2 w 10003"/>
              <a:gd name="connsiteY0" fmla="*/ 9070 h 10326"/>
              <a:gd name="connsiteX1" fmla="*/ 9990 w 10003"/>
              <a:gd name="connsiteY1" fmla="*/ 0 h 10326"/>
              <a:gd name="connsiteX2" fmla="*/ 10003 w 10003"/>
              <a:gd name="connsiteY2" fmla="*/ 10326 h 10326"/>
              <a:gd name="connsiteX3" fmla="*/ 3 w 10003"/>
              <a:gd name="connsiteY3" fmla="*/ 10326 h 10326"/>
              <a:gd name="connsiteX4" fmla="*/ 2 w 10003"/>
              <a:gd name="connsiteY4" fmla="*/ 9070 h 10326"/>
              <a:gd name="connsiteX0" fmla="*/ 2 w 10003"/>
              <a:gd name="connsiteY0" fmla="*/ 9537 h 10326"/>
              <a:gd name="connsiteX1" fmla="*/ 9990 w 10003"/>
              <a:gd name="connsiteY1" fmla="*/ 0 h 10326"/>
              <a:gd name="connsiteX2" fmla="*/ 10003 w 10003"/>
              <a:gd name="connsiteY2" fmla="*/ 10326 h 10326"/>
              <a:gd name="connsiteX3" fmla="*/ 3 w 10003"/>
              <a:gd name="connsiteY3" fmla="*/ 10326 h 10326"/>
              <a:gd name="connsiteX4" fmla="*/ 2 w 10003"/>
              <a:gd name="connsiteY4" fmla="*/ 9537 h 10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3" h="10326">
                <a:moveTo>
                  <a:pt x="2" y="9537"/>
                </a:moveTo>
                <a:lnTo>
                  <a:pt x="9990" y="0"/>
                </a:lnTo>
                <a:cubicBezTo>
                  <a:pt x="9994" y="3442"/>
                  <a:pt x="9999" y="6884"/>
                  <a:pt x="10003" y="10326"/>
                </a:cubicBezTo>
                <a:lnTo>
                  <a:pt x="3" y="10326"/>
                </a:lnTo>
                <a:cubicBezTo>
                  <a:pt x="7" y="9256"/>
                  <a:pt x="-2" y="10607"/>
                  <a:pt x="2" y="9537"/>
                </a:cubicBezTo>
                <a:close/>
              </a:path>
            </a:pathLst>
          </a:custGeom>
          <a:solidFill>
            <a:srgbClr val="042245"/>
          </a:solidFill>
          <a:ln>
            <a:solidFill>
              <a:srgbClr val="0422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53A72F4-2836-DB33-734C-BBC784C2AE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8782" y="3951791"/>
            <a:ext cx="5825218" cy="79482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700" b="0" i="0">
                <a:solidFill>
                  <a:schemeClr val="bg1"/>
                </a:solidFill>
                <a:latin typeface="Merriweather" pitchFamily="2" charset="77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12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1;p10">
            <a:extLst>
              <a:ext uri="{FF2B5EF4-FFF2-40B4-BE49-F238E27FC236}">
                <a16:creationId xmlns:a16="http://schemas.microsoft.com/office/drawing/2014/main" id="{948C60A9-87A5-CE5C-9845-FDB9E5ADEB71}"/>
              </a:ext>
            </a:extLst>
          </p:cNvPr>
          <p:cNvSpPr/>
          <p:nvPr userDrawn="1"/>
        </p:nvSpPr>
        <p:spPr>
          <a:xfrm>
            <a:off x="4901454" y="1"/>
            <a:ext cx="4255486" cy="907676"/>
          </a:xfrm>
          <a:prstGeom prst="rect">
            <a:avLst/>
          </a:prstGeom>
          <a:solidFill>
            <a:srgbClr val="0422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D037B6-4255-92E8-A047-EA43DE80A0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12393" y="396345"/>
            <a:ext cx="3684662" cy="48107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100" b="0" i="0">
                <a:solidFill>
                  <a:schemeClr val="bg1"/>
                </a:solidFill>
                <a:latin typeface="Merriweather" pitchFamily="2" charset="77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Contents</a:t>
            </a:r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C162F2BA-E0FC-F567-87AA-D8D8A4C92F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12393" y="1007877"/>
            <a:ext cx="3953434" cy="3984344"/>
          </a:xfrm>
          <a:prstGeom prst="rect">
            <a:avLst/>
          </a:prstGeom>
        </p:spPr>
        <p:txBody>
          <a:bodyPr>
            <a:normAutofit/>
          </a:bodyPr>
          <a:lstStyle>
            <a:lvl1pPr marL="214313" indent="-385763">
              <a:lnSpc>
                <a:spcPct val="150000"/>
              </a:lnSpc>
              <a:spcBef>
                <a:spcPts val="0"/>
              </a:spcBef>
              <a:buFont typeface="+mj-lt"/>
              <a:buAutoNum type="romanUcPeriod"/>
              <a:defRPr sz="1500" b="0" i="0">
                <a:solidFill>
                  <a:srgbClr val="B8564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557213" indent="-214313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35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defRPr sz="120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defRPr sz="120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defRPr sz="120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0"/>
            <a:r>
              <a:rPr lang="en-GB"/>
              <a:t>Click to edit </a:t>
            </a:r>
          </a:p>
          <a:p>
            <a:pPr lvl="1"/>
            <a:r>
              <a:rPr lang="en-GB"/>
              <a:t>c</a:t>
            </a:r>
          </a:p>
          <a:p>
            <a:pPr lvl="0"/>
            <a:endParaRPr lang="en-US"/>
          </a:p>
        </p:txBody>
      </p:sp>
      <p:pic>
        <p:nvPicPr>
          <p:cNvPr id="11" name="Picture 10" descr="Looking up view of trees in the forest&#10;&#10;Description automatically generated">
            <a:extLst>
              <a:ext uri="{FF2B5EF4-FFF2-40B4-BE49-F238E27FC236}">
                <a16:creationId xmlns:a16="http://schemas.microsoft.com/office/drawing/2014/main" id="{7180AF91-3BD3-C1B3-02C5-FD0B8796D1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8347" r="19585"/>
          <a:stretch/>
        </p:blipFill>
        <p:spPr>
          <a:xfrm>
            <a:off x="0" y="1"/>
            <a:ext cx="4901454" cy="515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822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1;p10">
            <a:extLst>
              <a:ext uri="{FF2B5EF4-FFF2-40B4-BE49-F238E27FC236}">
                <a16:creationId xmlns:a16="http://schemas.microsoft.com/office/drawing/2014/main" id="{644A956F-8D9E-730A-8ED4-70AE9CAF9BFF}"/>
              </a:ext>
            </a:extLst>
          </p:cNvPr>
          <p:cNvSpPr/>
          <p:nvPr userDrawn="1"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rgbClr val="0422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065AF75-8151-A814-B641-45A094F28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837" y="4662424"/>
            <a:ext cx="8560046" cy="48107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100" b="0" i="0">
                <a:solidFill>
                  <a:schemeClr val="bg1"/>
                </a:solidFill>
                <a:latin typeface="Merriweather" pitchFamily="2" charset="77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</a:t>
            </a: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A8B43B10-DBFB-A02C-5C8F-67E30474F3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9661" y="386775"/>
            <a:ext cx="8512222" cy="3792723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lnSpc>
                <a:spcPct val="150000"/>
              </a:lnSpc>
              <a:spcBef>
                <a:spcPts val="0"/>
              </a:spcBef>
              <a:defRPr sz="1500" b="0" i="0">
                <a:solidFill>
                  <a:srgbClr val="B8564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557213" indent="-214313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35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defRPr sz="135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defRPr sz="135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defRPr sz="135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0"/>
            <a:r>
              <a:rPr lang="en-GB"/>
              <a:t>Click to edit </a:t>
            </a:r>
          </a:p>
          <a:p>
            <a:pPr lvl="1"/>
            <a:r>
              <a:rPr lang="en-GB"/>
              <a:t>c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377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1;p10">
            <a:extLst>
              <a:ext uri="{FF2B5EF4-FFF2-40B4-BE49-F238E27FC236}">
                <a16:creationId xmlns:a16="http://schemas.microsoft.com/office/drawing/2014/main" id="{225E250B-4C8B-406B-CF64-6E0549C0FFAB}"/>
              </a:ext>
            </a:extLst>
          </p:cNvPr>
          <p:cNvSpPr/>
          <p:nvPr userDrawn="1"/>
        </p:nvSpPr>
        <p:spPr>
          <a:xfrm>
            <a:off x="0" y="0"/>
            <a:ext cx="9156940" cy="1036931"/>
          </a:xfrm>
          <a:prstGeom prst="rect">
            <a:avLst/>
          </a:prstGeom>
          <a:solidFill>
            <a:srgbClr val="0422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E9B70A4-430C-DC78-7F41-725E8EED92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3300" y="1273628"/>
            <a:ext cx="8534811" cy="3698045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lnSpc>
                <a:spcPct val="150000"/>
              </a:lnSpc>
              <a:spcBef>
                <a:spcPts val="0"/>
              </a:spcBef>
              <a:defRPr sz="1500" b="0" i="0">
                <a:solidFill>
                  <a:srgbClr val="B8564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557213" indent="-214313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35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371600" indent="-29845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35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defRPr sz="135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defRPr sz="1350" b="0" i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0"/>
            <a:r>
              <a:rPr lang="en-GB"/>
              <a:t>Click to edit </a:t>
            </a:r>
          </a:p>
          <a:p>
            <a:pPr lvl="1"/>
            <a:r>
              <a:rPr lang="en-GB"/>
              <a:t>c</a:t>
            </a:r>
          </a:p>
          <a:p>
            <a:pPr lvl="0"/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EE527EC-1F3E-4121-D1F7-3658ED913F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300" y="554416"/>
            <a:ext cx="8557402" cy="48107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100" b="0" i="0">
                <a:solidFill>
                  <a:schemeClr val="bg1"/>
                </a:solidFill>
                <a:latin typeface="Merriweather" pitchFamily="2" charset="77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123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1;p10">
            <a:extLst>
              <a:ext uri="{FF2B5EF4-FFF2-40B4-BE49-F238E27FC236}">
                <a16:creationId xmlns:a16="http://schemas.microsoft.com/office/drawing/2014/main" id="{8E1BF2F3-06A5-4050-31FC-FE51036B6ABC}"/>
              </a:ext>
            </a:extLst>
          </p:cNvPr>
          <p:cNvSpPr/>
          <p:nvPr userDrawn="1"/>
        </p:nvSpPr>
        <p:spPr>
          <a:xfrm>
            <a:off x="0" y="-1761"/>
            <a:ext cx="9156940" cy="1036931"/>
          </a:xfrm>
          <a:prstGeom prst="rect">
            <a:avLst/>
          </a:prstGeom>
          <a:solidFill>
            <a:srgbClr val="0422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B3B0D6B-886D-9A9D-79B9-5E1327DDC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300" y="554416"/>
            <a:ext cx="8557402" cy="48107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100" b="0" i="0">
                <a:solidFill>
                  <a:schemeClr val="bg1"/>
                </a:solidFill>
                <a:latin typeface="Merriweather" pitchFamily="2" charset="77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607CD20-8558-BEBC-3934-70E89D829B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3300" y="1298122"/>
            <a:ext cx="4008680" cy="3465738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350">
                <a:solidFill>
                  <a:srgbClr val="B8564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4A3D92E-6B42-22AE-27F2-4AFA182C94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0" y="1298122"/>
            <a:ext cx="4278701" cy="3465738"/>
          </a:xfrm>
          <a:prstGeom prst="rect">
            <a:avLst/>
          </a:prstGeom>
        </p:spPr>
        <p:txBody>
          <a:bodyPr/>
          <a:lstStyle>
            <a:lvl1pPr marL="0">
              <a:lnSpc>
                <a:spcPct val="150000"/>
              </a:lnSpc>
              <a:spcBef>
                <a:spcPts val="0"/>
              </a:spcBef>
              <a:defRPr sz="1350">
                <a:solidFill>
                  <a:srgbClr val="B8564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004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 Graphic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51;p10">
            <a:extLst>
              <a:ext uri="{FF2B5EF4-FFF2-40B4-BE49-F238E27FC236}">
                <a16:creationId xmlns:a16="http://schemas.microsoft.com/office/drawing/2014/main" id="{B3002143-DCE6-53A9-16FF-F111AAE27700}"/>
              </a:ext>
            </a:extLst>
          </p:cNvPr>
          <p:cNvSpPr/>
          <p:nvPr userDrawn="1"/>
        </p:nvSpPr>
        <p:spPr>
          <a:xfrm>
            <a:off x="0" y="0"/>
            <a:ext cx="9156940" cy="1036931"/>
          </a:xfrm>
          <a:prstGeom prst="rect">
            <a:avLst/>
          </a:prstGeom>
          <a:solidFill>
            <a:srgbClr val="0422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AC99EF0C-07B5-DCEF-C6E0-59F8EEAC9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300" y="554416"/>
            <a:ext cx="8557402" cy="48107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100" b="0" i="0">
                <a:solidFill>
                  <a:schemeClr val="bg1"/>
                </a:solidFill>
                <a:latin typeface="Merriweather" pitchFamily="2" charset="77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18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0437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ind turbines on a green hill&#10;&#10;Description automatically generated">
            <a:extLst>
              <a:ext uri="{FF2B5EF4-FFF2-40B4-BE49-F238E27FC236}">
                <a16:creationId xmlns:a16="http://schemas.microsoft.com/office/drawing/2014/main" id="{85C7152A-6F5F-551F-1C8C-B28EDA48E2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3167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606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 Graphic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road through a forest&#10;&#10;Description automatically generated">
            <a:extLst>
              <a:ext uri="{FF2B5EF4-FFF2-40B4-BE49-F238E27FC236}">
                <a16:creationId xmlns:a16="http://schemas.microsoft.com/office/drawing/2014/main" id="{CE1F6373-7F0A-A7C6-B928-1B3AAEF95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4977"/>
          <a:stretch/>
        </p:blipFill>
        <p:spPr>
          <a:xfrm>
            <a:off x="0" y="0"/>
            <a:ext cx="9144000" cy="5113898"/>
          </a:xfrm>
          <a:prstGeom prst="rect">
            <a:avLst/>
          </a:prstGeom>
        </p:spPr>
      </p:pic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3C0B19E-F837-676A-6CB4-58C990C911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06235" y="1182548"/>
            <a:ext cx="2316491" cy="458880"/>
          </a:xfrm>
          <a:prstGeom prst="rect">
            <a:avLst/>
          </a:prstGeom>
          <a:solidFill>
            <a:srgbClr val="042245"/>
          </a:solidFill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>
                <a:solidFill>
                  <a:schemeClr val="bg1"/>
                </a:solidFill>
                <a:latin typeface="Merriweather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A109A92A-AC3B-E974-C248-E4B16C9F8A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6235" y="2069027"/>
            <a:ext cx="2316491" cy="458881"/>
          </a:xfrm>
          <a:prstGeom prst="rect">
            <a:avLst/>
          </a:prstGeom>
          <a:solidFill>
            <a:srgbClr val="039384"/>
          </a:solidFill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>
                <a:solidFill>
                  <a:schemeClr val="bg1"/>
                </a:solidFill>
                <a:latin typeface="Merriweather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FFEF4454-697D-C5DA-CE32-FBD3E33B0C0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6235" y="2975097"/>
            <a:ext cx="2316491" cy="458881"/>
          </a:xfrm>
          <a:prstGeom prst="rect">
            <a:avLst/>
          </a:prstGeom>
          <a:solidFill>
            <a:srgbClr val="B85641"/>
          </a:solidFill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>
                <a:solidFill>
                  <a:schemeClr val="bg1"/>
                </a:solidFill>
                <a:latin typeface="Merriweather" pitchFamily="2" charset="77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6" name="Google Shape;80;p15">
            <a:extLst>
              <a:ext uri="{FF2B5EF4-FFF2-40B4-BE49-F238E27FC236}">
                <a16:creationId xmlns:a16="http://schemas.microsoft.com/office/drawing/2014/main" id="{8E00970D-6EFC-E822-CF8D-ADF868EC3CBA}"/>
              </a:ext>
            </a:extLst>
          </p:cNvPr>
          <p:cNvSpPr/>
          <p:nvPr userDrawn="1"/>
        </p:nvSpPr>
        <p:spPr>
          <a:xfrm>
            <a:off x="3425740" y="1029616"/>
            <a:ext cx="5237528" cy="703854"/>
          </a:xfrm>
          <a:prstGeom prst="rect">
            <a:avLst/>
          </a:prstGeom>
          <a:solidFill>
            <a:srgbClr val="042245"/>
          </a:solidFill>
          <a:ln>
            <a:solidFill>
              <a:srgbClr val="042245"/>
            </a:solidFill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042245"/>
              </a:solidFill>
            </a:endParaRPr>
          </a:p>
        </p:txBody>
      </p:sp>
      <p:sp>
        <p:nvSpPr>
          <p:cNvPr id="7" name="Google Shape;80;p15">
            <a:extLst>
              <a:ext uri="{FF2B5EF4-FFF2-40B4-BE49-F238E27FC236}">
                <a16:creationId xmlns:a16="http://schemas.microsoft.com/office/drawing/2014/main" id="{87E9B779-45A0-202D-7207-228FFC03B079}"/>
              </a:ext>
            </a:extLst>
          </p:cNvPr>
          <p:cNvSpPr/>
          <p:nvPr userDrawn="1"/>
        </p:nvSpPr>
        <p:spPr>
          <a:xfrm>
            <a:off x="3425741" y="1931318"/>
            <a:ext cx="4963862" cy="703853"/>
          </a:xfrm>
          <a:prstGeom prst="rect">
            <a:avLst/>
          </a:prstGeom>
          <a:solidFill>
            <a:srgbClr val="039384"/>
          </a:solidFill>
          <a:ln>
            <a:solidFill>
              <a:srgbClr val="039384"/>
            </a:solidFill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042245"/>
              </a:solidFill>
            </a:endParaRPr>
          </a:p>
        </p:txBody>
      </p:sp>
      <p:sp>
        <p:nvSpPr>
          <p:cNvPr id="8" name="Google Shape;80;p15">
            <a:extLst>
              <a:ext uri="{FF2B5EF4-FFF2-40B4-BE49-F238E27FC236}">
                <a16:creationId xmlns:a16="http://schemas.microsoft.com/office/drawing/2014/main" id="{9E10C2D6-B777-B6B1-B17D-D96869EBA49A}"/>
              </a:ext>
            </a:extLst>
          </p:cNvPr>
          <p:cNvSpPr/>
          <p:nvPr userDrawn="1"/>
        </p:nvSpPr>
        <p:spPr>
          <a:xfrm>
            <a:off x="3425740" y="2833020"/>
            <a:ext cx="4594460" cy="703853"/>
          </a:xfrm>
          <a:prstGeom prst="rect">
            <a:avLst/>
          </a:prstGeom>
          <a:solidFill>
            <a:srgbClr val="B85641"/>
          </a:solidFill>
          <a:ln>
            <a:solidFill>
              <a:srgbClr val="B85641"/>
            </a:solidFill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042245"/>
              </a:solidFill>
            </a:endParaRP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36021CDE-0D58-10A2-CF59-18E36D858B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29309" y="1090507"/>
            <a:ext cx="4957106" cy="6429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B91E61A1-147C-2650-D723-8AA20C1387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29581" y="1976363"/>
            <a:ext cx="4698224" cy="6465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395EE974-9A45-84E9-EB44-6AB3A51339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29309" y="2881266"/>
            <a:ext cx="4390659" cy="64654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Google Shape;51;p10">
            <a:extLst>
              <a:ext uri="{FF2B5EF4-FFF2-40B4-BE49-F238E27FC236}">
                <a16:creationId xmlns:a16="http://schemas.microsoft.com/office/drawing/2014/main" id="{06B9471A-7F37-57BD-6368-76E00F759D8F}"/>
              </a:ext>
            </a:extLst>
          </p:cNvPr>
          <p:cNvSpPr/>
          <p:nvPr userDrawn="1"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rgbClr val="0422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888858D8-EF37-1198-F97A-FE57CDE56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300" y="4644735"/>
            <a:ext cx="8557402" cy="48107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100" b="0" i="0">
                <a:solidFill>
                  <a:schemeClr val="bg1"/>
                </a:solidFill>
                <a:latin typeface="Merriweather" pitchFamily="2" charset="77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63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ionship Graph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wooden walkway in a forest&#10;&#10;Description automatically generated">
            <a:extLst>
              <a:ext uri="{FF2B5EF4-FFF2-40B4-BE49-F238E27FC236}">
                <a16:creationId xmlns:a16="http://schemas.microsoft.com/office/drawing/2014/main" id="{A6A0CCE7-9BB8-A7F1-1AA3-CD5F3E80D8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8348"/>
          <a:stretch/>
        </p:blipFill>
        <p:spPr>
          <a:xfrm>
            <a:off x="0" y="207264"/>
            <a:ext cx="9156940" cy="4936237"/>
          </a:xfrm>
          <a:prstGeom prst="rect">
            <a:avLst/>
          </a:prstGeom>
        </p:spPr>
      </p:pic>
      <p:sp>
        <p:nvSpPr>
          <p:cNvPr id="3" name="Google Shape;107;p17">
            <a:extLst>
              <a:ext uri="{FF2B5EF4-FFF2-40B4-BE49-F238E27FC236}">
                <a16:creationId xmlns:a16="http://schemas.microsoft.com/office/drawing/2014/main" id="{FA46C4F8-4911-BF44-8805-B6ED7ECBBEC5}"/>
              </a:ext>
            </a:extLst>
          </p:cNvPr>
          <p:cNvSpPr/>
          <p:nvPr userDrawn="1"/>
        </p:nvSpPr>
        <p:spPr>
          <a:xfrm rot="10800000" flipH="1">
            <a:off x="3000930" y="1733891"/>
            <a:ext cx="2737971" cy="2536184"/>
          </a:xfrm>
          <a:prstGeom prst="round2DiagRect">
            <a:avLst>
              <a:gd name="adj1" fmla="val 0"/>
              <a:gd name="adj2" fmla="val 17764"/>
            </a:avLst>
          </a:prstGeom>
          <a:solidFill>
            <a:srgbClr val="039384"/>
          </a:solidFill>
          <a:ln w="9525" cap="flat" cmpd="sng">
            <a:solidFill>
              <a:srgbClr val="03938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4" name="Google Shape;111;p17">
            <a:extLst>
              <a:ext uri="{FF2B5EF4-FFF2-40B4-BE49-F238E27FC236}">
                <a16:creationId xmlns:a16="http://schemas.microsoft.com/office/drawing/2014/main" id="{2CCDE042-AE20-0F5F-46FE-A11A8C7C13E9}"/>
              </a:ext>
            </a:extLst>
          </p:cNvPr>
          <p:cNvSpPr/>
          <p:nvPr userDrawn="1"/>
        </p:nvSpPr>
        <p:spPr>
          <a:xfrm>
            <a:off x="450588" y="1733891"/>
            <a:ext cx="2579676" cy="2536184"/>
          </a:xfrm>
          <a:prstGeom prst="round2DiagRect">
            <a:avLst>
              <a:gd name="adj1" fmla="val 0"/>
              <a:gd name="adj2" fmla="val 17764"/>
            </a:avLst>
          </a:prstGeom>
          <a:solidFill>
            <a:srgbClr val="B85641"/>
          </a:solidFill>
          <a:ln w="9525" cap="flat" cmpd="sng">
            <a:solidFill>
              <a:srgbClr val="B856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5" name="Google Shape;115;p17">
            <a:extLst>
              <a:ext uri="{FF2B5EF4-FFF2-40B4-BE49-F238E27FC236}">
                <a16:creationId xmlns:a16="http://schemas.microsoft.com/office/drawing/2014/main" id="{FB31FDF0-A2C9-8024-ACBC-D4FE78A1527F}"/>
              </a:ext>
            </a:extLst>
          </p:cNvPr>
          <p:cNvSpPr/>
          <p:nvPr userDrawn="1"/>
        </p:nvSpPr>
        <p:spPr>
          <a:xfrm>
            <a:off x="5411945" y="1733891"/>
            <a:ext cx="3251586" cy="2536184"/>
          </a:xfrm>
          <a:prstGeom prst="round2DiagRect">
            <a:avLst>
              <a:gd name="adj1" fmla="val 0"/>
              <a:gd name="adj2" fmla="val 17764"/>
            </a:avLst>
          </a:prstGeom>
          <a:solidFill>
            <a:srgbClr val="042245"/>
          </a:solidFill>
          <a:ln w="9525" cap="flat" cmpd="sng">
            <a:solidFill>
              <a:srgbClr val="0422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grpSp>
        <p:nvGrpSpPr>
          <p:cNvPr id="6" name="Google Shape;121;p17">
            <a:extLst>
              <a:ext uri="{FF2B5EF4-FFF2-40B4-BE49-F238E27FC236}">
                <a16:creationId xmlns:a16="http://schemas.microsoft.com/office/drawing/2014/main" id="{52CD9916-4CBE-0CC8-4C11-82CEE352802B}"/>
              </a:ext>
            </a:extLst>
          </p:cNvPr>
          <p:cNvGrpSpPr/>
          <p:nvPr userDrawn="1"/>
        </p:nvGrpSpPr>
        <p:grpSpPr>
          <a:xfrm>
            <a:off x="2852545" y="2351329"/>
            <a:ext cx="285074" cy="283091"/>
            <a:chOff x="4858109" y="2631368"/>
            <a:chExt cx="316442" cy="315000"/>
          </a:xfrm>
        </p:grpSpPr>
        <p:sp>
          <p:nvSpPr>
            <p:cNvPr id="7" name="Google Shape;122;p17">
              <a:extLst>
                <a:ext uri="{FF2B5EF4-FFF2-40B4-BE49-F238E27FC236}">
                  <a16:creationId xmlns:a16="http://schemas.microsoft.com/office/drawing/2014/main" id="{CDAA877C-35E2-8BF8-5BDA-1A511BAD183E}"/>
                </a:ext>
              </a:extLst>
            </p:cNvPr>
            <p:cNvSpPr/>
            <p:nvPr/>
          </p:nvSpPr>
          <p:spPr>
            <a:xfrm>
              <a:off x="4859551" y="2631368"/>
              <a:ext cx="315000" cy="315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8" name="Google Shape;123;p17">
              <a:extLst>
                <a:ext uri="{FF2B5EF4-FFF2-40B4-BE49-F238E27FC236}">
                  <a16:creationId xmlns:a16="http://schemas.microsoft.com/office/drawing/2014/main" id="{E29E2E3D-032A-5B99-6F77-C88C49A2DFFA}"/>
                </a:ext>
              </a:extLst>
            </p:cNvPr>
            <p:cNvSpPr/>
            <p:nvPr/>
          </p:nvSpPr>
          <p:spPr>
            <a:xfrm>
              <a:off x="4858109" y="2739300"/>
              <a:ext cx="239100" cy="99000"/>
            </a:xfrm>
            <a:prstGeom prst="rightArrow">
              <a:avLst>
                <a:gd name="adj1" fmla="val 32020"/>
                <a:gd name="adj2" fmla="val 66970"/>
              </a:avLst>
            </a:prstGeom>
            <a:solidFill>
              <a:srgbClr val="3139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 sz="1050"/>
              </a:br>
              <a:endParaRPr sz="1050"/>
            </a:p>
          </p:txBody>
        </p:sp>
      </p:grp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9D2C1FFD-944D-C199-7072-61BF41086E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4423" y="1940719"/>
            <a:ext cx="2235758" cy="6310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05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6072F383-773F-93E3-F6C0-96D3B38752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1502" y="1940719"/>
            <a:ext cx="2133089" cy="6310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05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8A634037-1AFA-B4BC-E51E-CEA312A2B24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34527" y="1940719"/>
            <a:ext cx="2935049" cy="6310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05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3CB12DFD-FC12-E008-8D0B-CB9A8180FD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4423" y="2669736"/>
            <a:ext cx="2250896" cy="1406246"/>
          </a:xfrm>
          <a:prstGeom prst="rect">
            <a:avLst/>
          </a:prstGeom>
        </p:spPr>
        <p:txBody>
          <a:bodyPr/>
          <a:lstStyle>
            <a:lvl1pPr marL="214313" indent="-214313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50"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13716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F</a:t>
            </a:r>
          </a:p>
          <a:p>
            <a:pPr lvl="2"/>
            <a:r>
              <a:rPr lang="en-GB"/>
              <a:t>F</a:t>
            </a:r>
          </a:p>
          <a:p>
            <a:pPr lvl="3"/>
            <a:r>
              <a:rPr lang="en-GB"/>
              <a:t>F</a:t>
            </a:r>
          </a:p>
          <a:p>
            <a:pPr lvl="4"/>
            <a:endParaRPr lang="en-GB"/>
          </a:p>
          <a:p>
            <a:pPr lvl="1"/>
            <a:endParaRPr lang="en-GB"/>
          </a:p>
          <a:p>
            <a:pPr lvl="1"/>
            <a:endParaRPr lang="en-GB"/>
          </a:p>
          <a:p>
            <a:pPr lvl="8"/>
            <a:endParaRPr lang="en-GB"/>
          </a:p>
        </p:txBody>
      </p:sp>
      <p:sp>
        <p:nvSpPr>
          <p:cNvPr id="13" name="Text Placeholder 22">
            <a:extLst>
              <a:ext uri="{FF2B5EF4-FFF2-40B4-BE49-F238E27FC236}">
                <a16:creationId xmlns:a16="http://schemas.microsoft.com/office/drawing/2014/main" id="{9BDCB9F9-7B46-0612-EFD8-D3B0996EFE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1503" y="2669736"/>
            <a:ext cx="2133088" cy="1406246"/>
          </a:xfrm>
          <a:prstGeom prst="rect">
            <a:avLst/>
          </a:prstGeom>
        </p:spPr>
        <p:txBody>
          <a:bodyPr/>
          <a:lstStyle>
            <a:lvl1pPr marL="214313" indent="-214313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50"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</a:t>
            </a:r>
          </a:p>
          <a:p>
            <a:pPr lvl="2"/>
            <a:r>
              <a:rPr lang="en-GB"/>
              <a:t>S</a:t>
            </a:r>
          </a:p>
          <a:p>
            <a:pPr lvl="3"/>
            <a:r>
              <a:rPr lang="en-GB"/>
              <a:t>S</a:t>
            </a:r>
          </a:p>
          <a:p>
            <a:pPr lvl="1"/>
            <a:endParaRPr lang="en-GB"/>
          </a:p>
        </p:txBody>
      </p:sp>
      <p:grpSp>
        <p:nvGrpSpPr>
          <p:cNvPr id="14" name="Google Shape;121;p17">
            <a:extLst>
              <a:ext uri="{FF2B5EF4-FFF2-40B4-BE49-F238E27FC236}">
                <a16:creationId xmlns:a16="http://schemas.microsoft.com/office/drawing/2014/main" id="{1C459823-5EA1-51BE-1272-55DCC417EE97}"/>
              </a:ext>
            </a:extLst>
          </p:cNvPr>
          <p:cNvGrpSpPr/>
          <p:nvPr userDrawn="1"/>
        </p:nvGrpSpPr>
        <p:grpSpPr>
          <a:xfrm>
            <a:off x="5307088" y="2351268"/>
            <a:ext cx="285074" cy="283091"/>
            <a:chOff x="4858109" y="2631368"/>
            <a:chExt cx="316442" cy="315000"/>
          </a:xfrm>
        </p:grpSpPr>
        <p:sp>
          <p:nvSpPr>
            <p:cNvPr id="15" name="Google Shape;122;p17">
              <a:extLst>
                <a:ext uri="{FF2B5EF4-FFF2-40B4-BE49-F238E27FC236}">
                  <a16:creationId xmlns:a16="http://schemas.microsoft.com/office/drawing/2014/main" id="{62CBE027-9459-EBBE-2B10-D35302965124}"/>
                </a:ext>
              </a:extLst>
            </p:cNvPr>
            <p:cNvSpPr/>
            <p:nvPr/>
          </p:nvSpPr>
          <p:spPr>
            <a:xfrm>
              <a:off x="4859551" y="2631368"/>
              <a:ext cx="315000" cy="315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6" name="Google Shape;123;p17">
              <a:extLst>
                <a:ext uri="{FF2B5EF4-FFF2-40B4-BE49-F238E27FC236}">
                  <a16:creationId xmlns:a16="http://schemas.microsoft.com/office/drawing/2014/main" id="{B41D7853-8DA7-F9F2-44AE-2DA5E445F193}"/>
                </a:ext>
              </a:extLst>
            </p:cNvPr>
            <p:cNvSpPr/>
            <p:nvPr/>
          </p:nvSpPr>
          <p:spPr>
            <a:xfrm>
              <a:off x="4858109" y="2739300"/>
              <a:ext cx="239100" cy="99000"/>
            </a:xfrm>
            <a:prstGeom prst="rightArrow">
              <a:avLst>
                <a:gd name="adj1" fmla="val 32020"/>
                <a:gd name="adj2" fmla="val 66970"/>
              </a:avLst>
            </a:prstGeom>
            <a:solidFill>
              <a:srgbClr val="3139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 sz="1050"/>
              </a:br>
              <a:endParaRPr sz="1050"/>
            </a:p>
          </p:txBody>
        </p:sp>
      </p:grpSp>
      <p:sp>
        <p:nvSpPr>
          <p:cNvPr id="17" name="Text Placeholder 22">
            <a:extLst>
              <a:ext uri="{FF2B5EF4-FFF2-40B4-BE49-F238E27FC236}">
                <a16:creationId xmlns:a16="http://schemas.microsoft.com/office/drawing/2014/main" id="{8737CE3B-4AC9-C5F6-530D-15F5C07B21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634527" y="2717789"/>
            <a:ext cx="2935050" cy="1358193"/>
          </a:xfrm>
          <a:prstGeom prst="rect">
            <a:avLst/>
          </a:prstGeom>
        </p:spPr>
        <p:txBody>
          <a:bodyPr/>
          <a:lstStyle>
            <a:lvl1pPr marL="214313" indent="-214313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50"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D</a:t>
            </a:r>
          </a:p>
          <a:p>
            <a:pPr lvl="2"/>
            <a:r>
              <a:rPr lang="en-GB"/>
              <a:t>D</a:t>
            </a:r>
          </a:p>
          <a:p>
            <a:pPr lvl="3"/>
            <a:r>
              <a:rPr lang="en-GB"/>
              <a:t>D</a:t>
            </a:r>
          </a:p>
          <a:p>
            <a:pPr lvl="0"/>
            <a:endParaRPr lang="en-GB"/>
          </a:p>
        </p:txBody>
      </p:sp>
      <p:sp>
        <p:nvSpPr>
          <p:cNvPr id="18" name="Google Shape;51;p10">
            <a:extLst>
              <a:ext uri="{FF2B5EF4-FFF2-40B4-BE49-F238E27FC236}">
                <a16:creationId xmlns:a16="http://schemas.microsoft.com/office/drawing/2014/main" id="{F293C96B-3E37-5291-2DA6-404031F56228}"/>
              </a:ext>
            </a:extLst>
          </p:cNvPr>
          <p:cNvSpPr/>
          <p:nvPr userDrawn="1"/>
        </p:nvSpPr>
        <p:spPr>
          <a:xfrm>
            <a:off x="0" y="-1761"/>
            <a:ext cx="9156940" cy="1036931"/>
          </a:xfrm>
          <a:prstGeom prst="rect">
            <a:avLst/>
          </a:prstGeom>
          <a:solidFill>
            <a:srgbClr val="0422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CF06B36E-CD52-C4E6-313F-9E502C5305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300" y="554416"/>
            <a:ext cx="8557402" cy="48107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100" b="0" i="0">
                <a:solidFill>
                  <a:schemeClr val="bg1"/>
                </a:solidFill>
                <a:latin typeface="Merriweather" pitchFamily="2" charset="77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441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 road through a forest&#10;&#10;Description automatically generated">
            <a:extLst>
              <a:ext uri="{FF2B5EF4-FFF2-40B4-BE49-F238E27FC236}">
                <a16:creationId xmlns:a16="http://schemas.microsoft.com/office/drawing/2014/main" id="{DDDCA30F-C73B-7792-5A30-082600B010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42" b="9757"/>
          <a:stretch/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sp>
        <p:nvSpPr>
          <p:cNvPr id="3" name="Google Shape;51;p10">
            <a:extLst>
              <a:ext uri="{FF2B5EF4-FFF2-40B4-BE49-F238E27FC236}">
                <a16:creationId xmlns:a16="http://schemas.microsoft.com/office/drawing/2014/main" id="{199843A6-062D-2226-E952-6C57D99A91B9}"/>
              </a:ext>
            </a:extLst>
          </p:cNvPr>
          <p:cNvSpPr/>
          <p:nvPr userDrawn="1"/>
        </p:nvSpPr>
        <p:spPr>
          <a:xfrm>
            <a:off x="0" y="-1761"/>
            <a:ext cx="9156940" cy="1036931"/>
          </a:xfrm>
          <a:prstGeom prst="rect">
            <a:avLst/>
          </a:prstGeom>
          <a:solidFill>
            <a:srgbClr val="0422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6" name="Google Shape;339;p36">
            <a:extLst>
              <a:ext uri="{FF2B5EF4-FFF2-40B4-BE49-F238E27FC236}">
                <a16:creationId xmlns:a16="http://schemas.microsoft.com/office/drawing/2014/main" id="{10D23BDC-026D-9138-9BEA-C86C67FE5280}"/>
              </a:ext>
            </a:extLst>
          </p:cNvPr>
          <p:cNvGrpSpPr/>
          <p:nvPr userDrawn="1"/>
        </p:nvGrpSpPr>
        <p:grpSpPr>
          <a:xfrm>
            <a:off x="1769322" y="1591346"/>
            <a:ext cx="5614185" cy="754878"/>
            <a:chOff x="1492524" y="2322568"/>
            <a:chExt cx="6214597" cy="643500"/>
          </a:xfrm>
        </p:grpSpPr>
        <p:sp>
          <p:nvSpPr>
            <p:cNvPr id="7" name="Google Shape;340;p36">
              <a:extLst>
                <a:ext uri="{FF2B5EF4-FFF2-40B4-BE49-F238E27FC236}">
                  <a16:creationId xmlns:a16="http://schemas.microsoft.com/office/drawing/2014/main" id="{3FD785EB-CA04-6EE1-73AA-B3F8E38737A2}"/>
                </a:ext>
              </a:extLst>
            </p:cNvPr>
            <p:cNvSpPr/>
            <p:nvPr/>
          </p:nvSpPr>
          <p:spPr>
            <a:xfrm>
              <a:off x="3728375" y="2322568"/>
              <a:ext cx="3978746" cy="643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8" name="Google Shape;341;p36">
              <a:extLst>
                <a:ext uri="{FF2B5EF4-FFF2-40B4-BE49-F238E27FC236}">
                  <a16:creationId xmlns:a16="http://schemas.microsoft.com/office/drawing/2014/main" id="{1F029C64-2B41-C891-BC81-2B458418B65A}"/>
                </a:ext>
              </a:extLst>
            </p:cNvPr>
            <p:cNvSpPr/>
            <p:nvPr/>
          </p:nvSpPr>
          <p:spPr>
            <a:xfrm flipH="1">
              <a:off x="2139073" y="2322575"/>
              <a:ext cx="1988352" cy="642600"/>
            </a:xfrm>
            <a:prstGeom prst="rect">
              <a:avLst/>
            </a:prstGeom>
            <a:solidFill>
              <a:srgbClr val="039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9" name="Google Shape;342;p36">
              <a:extLst>
                <a:ext uri="{FF2B5EF4-FFF2-40B4-BE49-F238E27FC236}">
                  <a16:creationId xmlns:a16="http://schemas.microsoft.com/office/drawing/2014/main" id="{30CCFF64-A5C4-34A9-8847-C939D0C163EA}"/>
                </a:ext>
              </a:extLst>
            </p:cNvPr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39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0" name="Google Shape;345;p36">
              <a:extLst>
                <a:ext uri="{FF2B5EF4-FFF2-40B4-BE49-F238E27FC236}">
                  <a16:creationId xmlns:a16="http://schemas.microsoft.com/office/drawing/2014/main" id="{9540466A-1027-4721-CC2E-6F96DFE7C346}"/>
                </a:ext>
              </a:extLst>
            </p:cNvPr>
            <p:cNvSpPr/>
            <p:nvPr/>
          </p:nvSpPr>
          <p:spPr>
            <a:xfrm>
              <a:off x="1492524" y="2322575"/>
              <a:ext cx="690000" cy="642600"/>
            </a:xfrm>
            <a:prstGeom prst="rect">
              <a:avLst/>
            </a:prstGeom>
            <a:solidFill>
              <a:srgbClr val="B85641"/>
            </a:solidFill>
            <a:ln>
              <a:solidFill>
                <a:srgbClr val="B8564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50" b="1">
                  <a:solidFill>
                    <a:srgbClr val="FFFFFF"/>
                  </a:solidFill>
                  <a:latin typeface="Merriweather" pitchFamily="2" charset="77"/>
                  <a:ea typeface="Roboto Thin"/>
                  <a:cs typeface="Roboto Thin"/>
                  <a:sym typeface="Roboto Thin"/>
                </a:rPr>
                <a:t>01</a:t>
              </a:r>
              <a:endParaRPr sz="1950" b="1">
                <a:solidFill>
                  <a:srgbClr val="FFFFFF"/>
                </a:solidFill>
                <a:latin typeface="Merriweather" pitchFamily="2" charset="77"/>
                <a:ea typeface="Roboto Thin"/>
                <a:cs typeface="Roboto Thin"/>
                <a:sym typeface="Roboto Thin"/>
              </a:endParaRPr>
            </a:p>
          </p:txBody>
        </p:sp>
      </p:grpSp>
      <p:grpSp>
        <p:nvGrpSpPr>
          <p:cNvPr id="11" name="Google Shape;347;p36">
            <a:extLst>
              <a:ext uri="{FF2B5EF4-FFF2-40B4-BE49-F238E27FC236}">
                <a16:creationId xmlns:a16="http://schemas.microsoft.com/office/drawing/2014/main" id="{6F1D57E8-8B56-A6B3-5FCD-C322F8DDFF8B}"/>
              </a:ext>
            </a:extLst>
          </p:cNvPr>
          <p:cNvGrpSpPr/>
          <p:nvPr userDrawn="1"/>
        </p:nvGrpSpPr>
        <p:grpSpPr>
          <a:xfrm>
            <a:off x="1769323" y="2656467"/>
            <a:ext cx="5614184" cy="754712"/>
            <a:chOff x="1492526" y="2322567"/>
            <a:chExt cx="6214593" cy="643501"/>
          </a:xfrm>
        </p:grpSpPr>
        <p:sp>
          <p:nvSpPr>
            <p:cNvPr id="12" name="Google Shape;348;p36">
              <a:extLst>
                <a:ext uri="{FF2B5EF4-FFF2-40B4-BE49-F238E27FC236}">
                  <a16:creationId xmlns:a16="http://schemas.microsoft.com/office/drawing/2014/main" id="{5EA7BF30-5BB4-8141-BFDD-9A83056DF1F5}"/>
                </a:ext>
              </a:extLst>
            </p:cNvPr>
            <p:cNvSpPr/>
            <p:nvPr/>
          </p:nvSpPr>
          <p:spPr>
            <a:xfrm>
              <a:off x="3728375" y="2322568"/>
              <a:ext cx="3978744" cy="643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3" name="Google Shape;349;p36">
              <a:extLst>
                <a:ext uri="{FF2B5EF4-FFF2-40B4-BE49-F238E27FC236}">
                  <a16:creationId xmlns:a16="http://schemas.microsoft.com/office/drawing/2014/main" id="{90A238B9-C92D-D780-7073-DC9737C01217}"/>
                </a:ext>
              </a:extLst>
            </p:cNvPr>
            <p:cNvSpPr/>
            <p:nvPr/>
          </p:nvSpPr>
          <p:spPr>
            <a:xfrm flipH="1">
              <a:off x="2182525" y="2322575"/>
              <a:ext cx="1944900" cy="642600"/>
            </a:xfrm>
            <a:prstGeom prst="rect">
              <a:avLst/>
            </a:prstGeom>
            <a:solidFill>
              <a:srgbClr val="039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4" name="Google Shape;350;p36">
              <a:extLst>
                <a:ext uri="{FF2B5EF4-FFF2-40B4-BE49-F238E27FC236}">
                  <a16:creationId xmlns:a16="http://schemas.microsoft.com/office/drawing/2014/main" id="{AD7CE73A-B86F-A9E9-8B5C-87200AE44C06}"/>
                </a:ext>
              </a:extLst>
            </p:cNvPr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39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5" name="Google Shape;353;p36">
              <a:extLst>
                <a:ext uri="{FF2B5EF4-FFF2-40B4-BE49-F238E27FC236}">
                  <a16:creationId xmlns:a16="http://schemas.microsoft.com/office/drawing/2014/main" id="{3137DD22-61A7-0540-76B9-E0B5F90BB204}"/>
                </a:ext>
              </a:extLst>
            </p:cNvPr>
            <p:cNvSpPr/>
            <p:nvPr userDrawn="1"/>
          </p:nvSpPr>
          <p:spPr>
            <a:xfrm>
              <a:off x="1492526" y="2322567"/>
              <a:ext cx="690000" cy="642600"/>
            </a:xfrm>
            <a:prstGeom prst="rect">
              <a:avLst/>
            </a:prstGeom>
            <a:solidFill>
              <a:srgbClr val="B856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50" b="1">
                  <a:solidFill>
                    <a:srgbClr val="FFFFFF"/>
                  </a:solidFill>
                  <a:latin typeface="Merriweather" pitchFamily="2" charset="77"/>
                  <a:ea typeface="Roboto Thin"/>
                  <a:cs typeface="Roboto Thin"/>
                  <a:sym typeface="Roboto Thin"/>
                </a:rPr>
                <a:t>02</a:t>
              </a:r>
              <a:endParaRPr sz="1950" b="1">
                <a:solidFill>
                  <a:srgbClr val="FFFFFF"/>
                </a:solidFill>
                <a:latin typeface="Merriweather" pitchFamily="2" charset="77"/>
                <a:ea typeface="Roboto Thin"/>
                <a:cs typeface="Roboto Thin"/>
                <a:sym typeface="Roboto Thin"/>
              </a:endParaRPr>
            </a:p>
          </p:txBody>
        </p:sp>
      </p:grpSp>
      <p:grpSp>
        <p:nvGrpSpPr>
          <p:cNvPr id="16" name="Google Shape;355;p36">
            <a:extLst>
              <a:ext uri="{FF2B5EF4-FFF2-40B4-BE49-F238E27FC236}">
                <a16:creationId xmlns:a16="http://schemas.microsoft.com/office/drawing/2014/main" id="{AE1C90D6-52DD-94D8-935C-E53D03951799}"/>
              </a:ext>
            </a:extLst>
          </p:cNvPr>
          <p:cNvGrpSpPr/>
          <p:nvPr userDrawn="1"/>
        </p:nvGrpSpPr>
        <p:grpSpPr>
          <a:xfrm>
            <a:off x="1774867" y="3723011"/>
            <a:ext cx="5608640" cy="753480"/>
            <a:chOff x="1477881" y="2322417"/>
            <a:chExt cx="6264182" cy="643651"/>
          </a:xfrm>
        </p:grpSpPr>
        <p:sp>
          <p:nvSpPr>
            <p:cNvPr id="17" name="Google Shape;356;p36">
              <a:extLst>
                <a:ext uri="{FF2B5EF4-FFF2-40B4-BE49-F238E27FC236}">
                  <a16:creationId xmlns:a16="http://schemas.microsoft.com/office/drawing/2014/main" id="{63AF99DD-6AC7-9C01-1356-AA3A10E73F80}"/>
                </a:ext>
              </a:extLst>
            </p:cNvPr>
            <p:cNvSpPr/>
            <p:nvPr/>
          </p:nvSpPr>
          <p:spPr>
            <a:xfrm>
              <a:off x="3728375" y="2322568"/>
              <a:ext cx="4013688" cy="643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8" name="Google Shape;357;p36">
              <a:extLst>
                <a:ext uri="{FF2B5EF4-FFF2-40B4-BE49-F238E27FC236}">
                  <a16:creationId xmlns:a16="http://schemas.microsoft.com/office/drawing/2014/main" id="{C7A132C8-E5C4-90A8-BB59-E26D80CDF326}"/>
                </a:ext>
              </a:extLst>
            </p:cNvPr>
            <p:cNvSpPr/>
            <p:nvPr/>
          </p:nvSpPr>
          <p:spPr>
            <a:xfrm flipH="1">
              <a:off x="2165068" y="2322575"/>
              <a:ext cx="1962357" cy="642600"/>
            </a:xfrm>
            <a:prstGeom prst="rect">
              <a:avLst/>
            </a:prstGeom>
            <a:solidFill>
              <a:srgbClr val="039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19" name="Google Shape;358;p36">
              <a:extLst>
                <a:ext uri="{FF2B5EF4-FFF2-40B4-BE49-F238E27FC236}">
                  <a16:creationId xmlns:a16="http://schemas.microsoft.com/office/drawing/2014/main" id="{6EA2F57C-7C58-1652-03D9-5998EE423497}"/>
                </a:ext>
              </a:extLst>
            </p:cNvPr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393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20" name="Google Shape;361;p36">
              <a:extLst>
                <a:ext uri="{FF2B5EF4-FFF2-40B4-BE49-F238E27FC236}">
                  <a16:creationId xmlns:a16="http://schemas.microsoft.com/office/drawing/2014/main" id="{1FF3B7BE-60E4-E708-ED2E-CFBE2FF6B042}"/>
                </a:ext>
              </a:extLst>
            </p:cNvPr>
            <p:cNvSpPr/>
            <p:nvPr/>
          </p:nvSpPr>
          <p:spPr>
            <a:xfrm>
              <a:off x="1477881" y="2322417"/>
              <a:ext cx="690000" cy="642600"/>
            </a:xfrm>
            <a:prstGeom prst="rect">
              <a:avLst/>
            </a:prstGeom>
            <a:solidFill>
              <a:srgbClr val="B856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50" b="1">
                  <a:solidFill>
                    <a:srgbClr val="FFFFFF"/>
                  </a:solidFill>
                  <a:latin typeface="Merriweather" pitchFamily="2" charset="77"/>
                  <a:ea typeface="Roboto Thin"/>
                  <a:cs typeface="Roboto Thin"/>
                  <a:sym typeface="Roboto Thin"/>
                </a:rPr>
                <a:t>03</a:t>
              </a:r>
              <a:endParaRPr sz="1950" b="1">
                <a:solidFill>
                  <a:srgbClr val="FFFFFF"/>
                </a:solidFill>
                <a:latin typeface="Merriweather" pitchFamily="2" charset="77"/>
                <a:ea typeface="Roboto Thin"/>
                <a:cs typeface="Roboto Thin"/>
                <a:sym typeface="Roboto Thin"/>
              </a:endParaRPr>
            </a:p>
          </p:txBody>
        </p:sp>
      </p:grpSp>
      <p:sp>
        <p:nvSpPr>
          <p:cNvPr id="21" name="Text Placeholder 22">
            <a:extLst>
              <a:ext uri="{FF2B5EF4-FFF2-40B4-BE49-F238E27FC236}">
                <a16:creationId xmlns:a16="http://schemas.microsoft.com/office/drawing/2014/main" id="{354A4B30-33BC-24B4-89C5-0AEF29D559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5731" y="1691334"/>
            <a:ext cx="1796252" cy="47700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05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22">
            <a:extLst>
              <a:ext uri="{FF2B5EF4-FFF2-40B4-BE49-F238E27FC236}">
                <a16:creationId xmlns:a16="http://schemas.microsoft.com/office/drawing/2014/main" id="{4CB2964B-0F75-AACD-34EF-C73A238AED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04775" y="2728294"/>
            <a:ext cx="1796252" cy="47700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05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4FC46BC9-6AAA-4942-489F-5B39FF3C68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32374" y="3822606"/>
            <a:ext cx="1796252" cy="47700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05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F0EF6396-B41D-A320-0DCF-0D99672802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28111" y="1627265"/>
            <a:ext cx="2643386" cy="681631"/>
          </a:xfrm>
          <a:prstGeom prst="rect">
            <a:avLst/>
          </a:prstGeom>
        </p:spPr>
        <p:txBody>
          <a:bodyPr/>
          <a:lstStyle>
            <a:lvl1pPr marL="0" indent="-128588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 b="0">
                <a:solidFill>
                  <a:srgbClr val="B8564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sz="900">
                <a:solidFill>
                  <a:srgbClr val="B8564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endParaRPr lang="en-GB"/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B95D3D73-7F59-20F8-D53C-5FF51D31A1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28006" y="2692478"/>
            <a:ext cx="2643386" cy="681631"/>
          </a:xfrm>
          <a:prstGeom prst="rect">
            <a:avLst/>
          </a:prstGeom>
        </p:spPr>
        <p:txBody>
          <a:bodyPr/>
          <a:lstStyle>
            <a:lvl1pPr marL="0" indent="-128588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 b="0">
                <a:solidFill>
                  <a:srgbClr val="B8564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sz="900">
                <a:solidFill>
                  <a:srgbClr val="B8564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endParaRPr lang="en-GB"/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4AE2E838-E0DB-35ED-E9C6-91876CBA77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25118" y="3758320"/>
            <a:ext cx="2643386" cy="681631"/>
          </a:xfrm>
          <a:prstGeom prst="rect">
            <a:avLst/>
          </a:prstGeom>
        </p:spPr>
        <p:txBody>
          <a:bodyPr/>
          <a:lstStyle>
            <a:lvl1pPr marL="0" indent="-128588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900" b="0">
                <a:solidFill>
                  <a:srgbClr val="B8564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sz="900">
                <a:solidFill>
                  <a:srgbClr val="B8564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endParaRPr lang="en-GB"/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D1DEBF63-1364-A7A9-80BB-0D563116DE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300" y="554416"/>
            <a:ext cx="8557402" cy="48107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100" b="0" i="0">
                <a:solidFill>
                  <a:schemeClr val="bg1"/>
                </a:solidFill>
                <a:latin typeface="Merriweather" pitchFamily="2" charset="77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22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02F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2F4A"/>
              </a:solidFill>
            </a:endParaRPr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6510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73" r:id="rId8"/>
    <p:sldLayoutId id="2147483674" r:id="rId9"/>
    <p:sldLayoutId id="2147483669" r:id="rId10"/>
    <p:sldLayoutId id="2147483670" r:id="rId11"/>
    <p:sldLayoutId id="2147483671" r:id="rId12"/>
    <p:sldLayoutId id="2147483672" r:id="rId13"/>
  </p:sldLayoutIdLst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14.png"/><Relationship Id="rId18" Type="http://schemas.openxmlformats.org/officeDocument/2006/relationships/image" Target="../media/image17.sv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12" Type="http://schemas.openxmlformats.org/officeDocument/2006/relationships/image" Target="../media/image13.sv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microsoft.com/office/2007/relationships/hdphoto" Target="../media/hdphoto6.wdp"/><Relationship Id="rId1" Type="http://schemas.openxmlformats.org/officeDocument/2006/relationships/slideLayout" Target="../slideLayouts/slideLayout9.xml"/><Relationship Id="rId6" Type="http://schemas.microsoft.com/office/2007/relationships/hdphoto" Target="../media/hdphoto2.wdp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5" Type="http://schemas.openxmlformats.org/officeDocument/2006/relationships/image" Target="../media/image15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11.png"/><Relationship Id="rId14" Type="http://schemas.microsoft.com/office/2007/relationships/hdphoto" Target="../media/hdphoto5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>
            <a:spLocks noGrp="1"/>
          </p:cNvSpPr>
          <p:nvPr>
            <p:ph type="ctrTitle"/>
          </p:nvPr>
        </p:nvSpPr>
        <p:spPr>
          <a:xfrm>
            <a:off x="420053" y="1167491"/>
            <a:ext cx="7823835" cy="1326622"/>
          </a:xfr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/>
              <a:t>Sustainability-Linked Intermediated Debt Instruments (SLIDIs)</a:t>
            </a:r>
            <a:endParaRPr lang="en-US"/>
          </a:p>
        </p:txBody>
      </p:sp>
      <p:sp>
        <p:nvSpPr>
          <p:cNvPr id="66" name="Google Shape;66;p13"/>
          <p:cNvSpPr txBox="1">
            <a:spLocks noGrp="1"/>
          </p:cNvSpPr>
          <p:nvPr>
            <p:ph type="body" sz="quarter" idx="10"/>
          </p:nvPr>
        </p:nvSpPr>
        <p:spPr>
          <a:xfrm>
            <a:off x="5859195" y="4135901"/>
            <a:ext cx="3015726" cy="807573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>
                <a:sym typeface="Merriweather"/>
              </a:rPr>
              <a:t>Marcello </a:t>
            </a:r>
            <a:r>
              <a:rPr lang="en-GB" err="1">
                <a:sym typeface="Merriweather"/>
              </a:rPr>
              <a:t>Estevão</a:t>
            </a:r>
            <a:endParaRPr lang="en-GB">
              <a:sym typeface="Merriweather"/>
            </a:endParaRPr>
          </a:p>
          <a:p>
            <a:pPr lvl="0"/>
            <a:r>
              <a:rPr lang="en-GB">
                <a:sym typeface="Merriweather"/>
              </a:rPr>
              <a:t>Nils (Jasper) Zimmermann</a:t>
            </a:r>
          </a:p>
          <a:p>
            <a:pPr lvl="0"/>
            <a:r>
              <a:rPr lang="en-GB">
                <a:sym typeface="Merriweather"/>
              </a:rPr>
              <a:t>Stephen Stretton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FB93CF6-86BA-4E2F-028D-059A6CA63C41}"/>
              </a:ext>
            </a:extLst>
          </p:cNvPr>
          <p:cNvSpPr txBox="1">
            <a:spLocks/>
          </p:cNvSpPr>
          <p:nvPr/>
        </p:nvSpPr>
        <p:spPr>
          <a:xfrm>
            <a:off x="420053" y="2571750"/>
            <a:ext cx="3677494" cy="110613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>
                <a:solidFill>
                  <a:schemeClr val="tx1"/>
                </a:solidFill>
                <a:latin typeface="Merriweather" pitchFamily="2" charset="77"/>
                <a:ea typeface="Roboto"/>
                <a:sym typeface="Roboto"/>
              </a:rPr>
              <a:t>*Please note these remarks are made in a </a:t>
            </a:r>
            <a:r>
              <a:rPr lang="en-US" sz="1800" b="1">
                <a:solidFill>
                  <a:schemeClr val="tx1"/>
                </a:solidFill>
                <a:latin typeface="Merriweather" pitchFamily="2" charset="77"/>
                <a:ea typeface="Roboto"/>
                <a:sym typeface="Roboto"/>
              </a:rPr>
              <a:t>personal capacity </a:t>
            </a:r>
            <a:r>
              <a:rPr lang="en-US" sz="1800">
                <a:solidFill>
                  <a:schemeClr val="tx1"/>
                </a:solidFill>
                <a:latin typeface="Merriweather" pitchFamily="2" charset="77"/>
                <a:ea typeface="Roboto"/>
                <a:sym typeface="Roboto"/>
              </a:rPr>
              <a:t>and </a:t>
            </a:r>
            <a:r>
              <a:rPr lang="en-US" sz="1800" b="1">
                <a:solidFill>
                  <a:schemeClr val="tx1"/>
                </a:solidFill>
                <a:latin typeface="Merriweather" pitchFamily="2" charset="77"/>
                <a:ea typeface="Roboto"/>
                <a:sym typeface="Roboto"/>
              </a:rPr>
              <a:t>do not </a:t>
            </a:r>
            <a:r>
              <a:rPr lang="en-US" sz="1800">
                <a:solidFill>
                  <a:schemeClr val="tx1"/>
                </a:solidFill>
                <a:latin typeface="Merriweather" pitchFamily="2" charset="77"/>
                <a:ea typeface="Roboto"/>
                <a:sym typeface="Roboto"/>
              </a:rPr>
              <a:t>represent the views of any institutions that we are affiliated to.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64;p13">
            <a:extLst>
              <a:ext uri="{FF2B5EF4-FFF2-40B4-BE49-F238E27FC236}">
                <a16:creationId xmlns:a16="http://schemas.microsoft.com/office/drawing/2014/main" id="{7F312E0E-26F3-02C5-20AB-A640EBF08C2C}"/>
              </a:ext>
            </a:extLst>
          </p:cNvPr>
          <p:cNvSpPr txBox="1">
            <a:spLocks/>
          </p:cNvSpPr>
          <p:nvPr/>
        </p:nvSpPr>
        <p:spPr>
          <a:xfrm>
            <a:off x="4409974" y="265119"/>
            <a:ext cx="4629150" cy="19985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" sz="2800" dirty="0">
                <a:latin typeface="Merriweather" pitchFamily="2" charset="77"/>
                <a:sym typeface="Merriweather"/>
              </a:rPr>
              <a:t>Unlocking Private Capital to Incentivize Global Public Good Provision</a:t>
            </a:r>
            <a:endParaRPr lang="en" sz="2800" dirty="0">
              <a:latin typeface="Merriweather" pitchFamily="2" charset="77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D1B694F-8C07-BA11-02BA-618EACD161DC}"/>
              </a:ext>
            </a:extLst>
          </p:cNvPr>
          <p:cNvGrpSpPr/>
          <p:nvPr/>
        </p:nvGrpSpPr>
        <p:grpSpPr>
          <a:xfrm>
            <a:off x="350929" y="464278"/>
            <a:ext cx="3871249" cy="4212986"/>
            <a:chOff x="421113" y="509396"/>
            <a:chExt cx="3871249" cy="421298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DD9FAB5-6609-9A3B-A7D5-F1632BC3E50A}"/>
                </a:ext>
              </a:extLst>
            </p:cNvPr>
            <p:cNvSpPr/>
            <p:nvPr/>
          </p:nvSpPr>
          <p:spPr>
            <a:xfrm>
              <a:off x="423176" y="522984"/>
              <a:ext cx="3869186" cy="4199398"/>
            </a:xfrm>
            <a:prstGeom prst="rect">
              <a:avLst/>
            </a:prstGeom>
            <a:solidFill>
              <a:srgbClr val="FFFFFF">
                <a:alpha val="7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66FA0F4-1539-CD12-9E11-4CBC1DEB9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354" b="96037" l="10000" r="90000">
                          <a14:foregroundMark x1="47097" y1="24085" x2="47097" y2="24085"/>
                          <a14:foregroundMark x1="46774" y1="6250" x2="46774" y2="6250"/>
                          <a14:foregroundMark x1="46290" y1="3354" x2="46290" y2="3354"/>
                          <a14:foregroundMark x1="45645" y1="39787" x2="45645" y2="39787"/>
                          <a14:foregroundMark x1="31290" y1="50762" x2="31290" y2="50762"/>
                          <a14:foregroundMark x1="64194" y1="55945" x2="64194" y2="55945"/>
                          <a14:foregroundMark x1="60968" y1="63872" x2="60968" y2="63872"/>
                          <a14:foregroundMark x1="70323" y1="91311" x2="70323" y2="91311"/>
                          <a14:foregroundMark x1="59032" y1="96037" x2="59032" y2="96037"/>
                          <a14:foregroundMark x1="45645" y1="69055" x2="45645" y2="69055"/>
                          <a14:foregroundMark x1="31290" y1="65701" x2="31290" y2="65701"/>
                          <a14:foregroundMark x1="23226" y1="87348" x2="23226" y2="87348"/>
                          <a14:foregroundMark x1="46774" y1="80335" x2="46774" y2="80335"/>
                          <a14:foregroundMark x1="45968" y1="87957" x2="45968" y2="87957"/>
                          <a14:foregroundMark x1="45968" y1="95274" x2="45968" y2="95274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21113" y="1561951"/>
              <a:ext cx="925854" cy="97961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B575B5D-D1DB-3090-7B98-D498220809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4684" b="90000" l="5962" r="91058">
                          <a14:foregroundMark x1="35865" y1="20886" x2="35865" y2="20886"/>
                          <a14:foregroundMark x1="50481" y1="4810" x2="50481" y2="4810"/>
                          <a14:foregroundMark x1="19904" y1="13165" x2="19904" y2="13165"/>
                          <a14:foregroundMark x1="12308" y1="35443" x2="12308" y2="35443"/>
                          <a14:foregroundMark x1="28654" y1="38987" x2="28654" y2="38987"/>
                          <a14:foregroundMark x1="11442" y1="45696" x2="11442" y2="45696"/>
                          <a14:foregroundMark x1="5962" y1="44557" x2="5962" y2="44557"/>
                          <a14:foregroundMark x1="72596" y1="34177" x2="72596" y2="34177"/>
                          <a14:foregroundMark x1="91058" y1="42152" x2="91058" y2="42152"/>
                          <a14:foregroundMark x1="78942" y1="41266" x2="78942" y2="4126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85187" y="1536533"/>
              <a:ext cx="1399533" cy="1063106"/>
            </a:xfrm>
            <a:prstGeom prst="rect">
              <a:avLst/>
            </a:prstGeom>
          </p:spPr>
        </p:pic>
        <p:sp>
          <p:nvSpPr>
            <p:cNvPr id="39" name="Bent Arrow 38">
              <a:extLst>
                <a:ext uri="{FF2B5EF4-FFF2-40B4-BE49-F238E27FC236}">
                  <a16:creationId xmlns:a16="http://schemas.microsoft.com/office/drawing/2014/main" id="{E98313EB-3E7D-F58F-DC35-6D8161F05F5E}"/>
                </a:ext>
              </a:extLst>
            </p:cNvPr>
            <p:cNvSpPr/>
            <p:nvPr/>
          </p:nvSpPr>
          <p:spPr>
            <a:xfrm flipH="1">
              <a:off x="2874913" y="1094578"/>
              <a:ext cx="1074457" cy="382685"/>
            </a:xfrm>
            <a:prstGeom prst="bentArrow">
              <a:avLst>
                <a:gd name="adj1" fmla="val 25000"/>
                <a:gd name="adj2" fmla="val 26641"/>
                <a:gd name="adj3" fmla="val 25000"/>
                <a:gd name="adj4" fmla="val 43750"/>
              </a:avLst>
            </a:prstGeom>
            <a:solidFill>
              <a:srgbClr val="002F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1" name="Bent Arrow 40">
              <a:extLst>
                <a:ext uri="{FF2B5EF4-FFF2-40B4-BE49-F238E27FC236}">
                  <a16:creationId xmlns:a16="http://schemas.microsoft.com/office/drawing/2014/main" id="{693A9ECA-9D9B-A913-5A22-1CB5A4ACCAEA}"/>
                </a:ext>
              </a:extLst>
            </p:cNvPr>
            <p:cNvSpPr/>
            <p:nvPr/>
          </p:nvSpPr>
          <p:spPr>
            <a:xfrm rot="16200000" flipH="1">
              <a:off x="1114672" y="786627"/>
              <a:ext cx="382684" cy="1093005"/>
            </a:xfrm>
            <a:prstGeom prst="bentArrow">
              <a:avLst>
                <a:gd name="adj1" fmla="val 25000"/>
                <a:gd name="adj2" fmla="val 26641"/>
                <a:gd name="adj3" fmla="val 25000"/>
                <a:gd name="adj4" fmla="val 43750"/>
              </a:avLst>
            </a:prstGeom>
            <a:solidFill>
              <a:srgbClr val="002F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3" name="Left Arrow 42">
              <a:extLst>
                <a:ext uri="{FF2B5EF4-FFF2-40B4-BE49-F238E27FC236}">
                  <a16:creationId xmlns:a16="http://schemas.microsoft.com/office/drawing/2014/main" id="{C021C4DE-1D76-8316-5BD3-1546495099DC}"/>
                </a:ext>
              </a:extLst>
            </p:cNvPr>
            <p:cNvSpPr/>
            <p:nvPr/>
          </p:nvSpPr>
          <p:spPr>
            <a:xfrm rot="10800000">
              <a:off x="1240120" y="2263689"/>
              <a:ext cx="794253" cy="187108"/>
            </a:xfrm>
            <a:prstGeom prst="leftArrow">
              <a:avLst/>
            </a:prstGeom>
            <a:solidFill>
              <a:srgbClr val="002F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FEB03725-53A5-45E6-D0B1-9448AF4934F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3404" b="98474" l="8753" r="94092">
                          <a14:foregroundMark x1="33589" y1="20892" x2="33589" y2="20892"/>
                          <a14:foregroundMark x1="69037" y1="21244" x2="69037" y2="21244"/>
                          <a14:foregroundMark x1="69475" y1="6338" x2="69475" y2="6338"/>
                          <a14:foregroundMark x1="54048" y1="15141" x2="54048" y2="15141"/>
                          <a14:foregroundMark x1="48687" y1="30634" x2="48687" y2="30634"/>
                          <a14:foregroundMark x1="86761" y1="12089" x2="86761" y2="12089"/>
                          <a14:foregroundMark x1="68818" y1="3638" x2="68818" y2="3638"/>
                          <a14:foregroundMark x1="91357" y1="30869" x2="91357" y2="30869"/>
                          <a14:foregroundMark x1="94201" y1="30869" x2="94201" y2="30869"/>
                          <a14:foregroundMark x1="55142" y1="15493" x2="55142" y2="15493"/>
                          <a14:foregroundMark x1="83370" y1="45775" x2="83370" y2="45775"/>
                          <a14:foregroundMark x1="69037" y1="51526" x2="69037" y2="51526"/>
                          <a14:foregroundMark x1="8862" y1="46831" x2="8862" y2="46831"/>
                          <a14:foregroundMark x1="33260" y1="92371" x2="33260" y2="92371"/>
                          <a14:foregroundMark x1="38621" y1="98474" x2="38621" y2="98474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94298" y="3575827"/>
              <a:ext cx="1050898" cy="979612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151AE048-3E74-1DA2-E6D7-B1F9C2988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3802" b="96198" l="9954" r="89931">
                          <a14:foregroundMark x1="49537" y1="3917" x2="49537" y2="3917"/>
                          <a14:foregroundMark x1="39699" y1="21889" x2="39699" y2="21889"/>
                          <a14:foregroundMark x1="63194" y1="23272" x2="63194" y2="23272"/>
                          <a14:foregroundMark x1="52315" y1="35945" x2="52315" y2="35945"/>
                          <a14:foregroundMark x1="65162" y1="54954" x2="65162" y2="54954"/>
                          <a14:foregroundMark x1="33796" y1="54954" x2="33796" y2="54954"/>
                          <a14:foregroundMark x1="50231" y1="65438" x2="50231" y2="65438"/>
                          <a14:foregroundMark x1="48958" y1="90323" x2="48958" y2="90323"/>
                          <a14:foregroundMark x1="34838" y1="96198" x2="34838" y2="96198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46028" y="1908180"/>
              <a:ext cx="1005534" cy="1010189"/>
            </a:xfrm>
            <a:prstGeom prst="rect">
              <a:avLst/>
            </a:prstGeom>
          </p:spPr>
        </p:pic>
        <p:sp>
          <p:nvSpPr>
            <p:cNvPr id="49" name="Left Arrow 48">
              <a:extLst>
                <a:ext uri="{FF2B5EF4-FFF2-40B4-BE49-F238E27FC236}">
                  <a16:creationId xmlns:a16="http://schemas.microsoft.com/office/drawing/2014/main" id="{0B228882-3438-1D04-D4C7-44A6BBBE9681}"/>
                </a:ext>
              </a:extLst>
            </p:cNvPr>
            <p:cNvSpPr/>
            <p:nvPr/>
          </p:nvSpPr>
          <p:spPr>
            <a:xfrm rot="16200000">
              <a:off x="398686" y="2953029"/>
              <a:ext cx="979611" cy="199315"/>
            </a:xfrm>
            <a:prstGeom prst="leftArrow">
              <a:avLst/>
            </a:prstGeom>
            <a:solidFill>
              <a:srgbClr val="002F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2" name="Graphic 51" descr="Dollar with solid fill">
              <a:extLst>
                <a:ext uri="{FF2B5EF4-FFF2-40B4-BE49-F238E27FC236}">
                  <a16:creationId xmlns:a16="http://schemas.microsoft.com/office/drawing/2014/main" id="{A8F531AF-6AAF-9A98-2EED-7E9F09C36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198462" y="963368"/>
              <a:ext cx="457200" cy="457200"/>
            </a:xfrm>
            <a:prstGeom prst="rect">
              <a:avLst/>
            </a:prstGeom>
          </p:spPr>
        </p:pic>
        <p:pic>
          <p:nvPicPr>
            <p:cNvPr id="54" name="Graphic 53" descr="Dollar with solid fill">
              <a:extLst>
                <a:ext uri="{FF2B5EF4-FFF2-40B4-BE49-F238E27FC236}">
                  <a16:creationId xmlns:a16="http://schemas.microsoft.com/office/drawing/2014/main" id="{A3B1C39B-E485-374F-0499-8ABAA0794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413476" y="963368"/>
              <a:ext cx="457200" cy="457200"/>
            </a:xfrm>
            <a:prstGeom prst="rect">
              <a:avLst/>
            </a:prstGeom>
          </p:spPr>
        </p:pic>
        <p:pic>
          <p:nvPicPr>
            <p:cNvPr id="55" name="Graphic 54" descr="Dollar with solid fill">
              <a:extLst>
                <a:ext uri="{FF2B5EF4-FFF2-40B4-BE49-F238E27FC236}">
                  <a16:creationId xmlns:a16="http://schemas.microsoft.com/office/drawing/2014/main" id="{9E78C8DB-D9CE-12A8-1E31-EAF518B33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60246" y="958713"/>
              <a:ext cx="457200" cy="457200"/>
            </a:xfrm>
            <a:prstGeom prst="rect">
              <a:avLst/>
            </a:prstGeom>
          </p:spPr>
        </p:pic>
        <p:pic>
          <p:nvPicPr>
            <p:cNvPr id="56" name="Graphic 55" descr="Dollar with solid fill">
              <a:extLst>
                <a:ext uri="{FF2B5EF4-FFF2-40B4-BE49-F238E27FC236}">
                  <a16:creationId xmlns:a16="http://schemas.microsoft.com/office/drawing/2014/main" id="{A907563B-8E64-A694-FBB2-7F7F42097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89767" y="963368"/>
              <a:ext cx="457200" cy="457200"/>
            </a:xfrm>
            <a:prstGeom prst="rect">
              <a:avLst/>
            </a:prstGeom>
          </p:spPr>
        </p:pic>
        <p:pic>
          <p:nvPicPr>
            <p:cNvPr id="58" name="Graphic 57" descr="Dollar with solid fill">
              <a:extLst>
                <a:ext uri="{FF2B5EF4-FFF2-40B4-BE49-F238E27FC236}">
                  <a16:creationId xmlns:a16="http://schemas.microsoft.com/office/drawing/2014/main" id="{1B1CEDF2-EA88-6580-CD0C-4431E573F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385163" y="2114845"/>
              <a:ext cx="457200" cy="457200"/>
            </a:xfrm>
            <a:prstGeom prst="rect">
              <a:avLst/>
            </a:prstGeom>
          </p:spPr>
        </p:pic>
        <p:pic>
          <p:nvPicPr>
            <p:cNvPr id="59" name="Graphic 58" descr="Dollar with solid fill">
              <a:extLst>
                <a:ext uri="{FF2B5EF4-FFF2-40B4-BE49-F238E27FC236}">
                  <a16:creationId xmlns:a16="http://schemas.microsoft.com/office/drawing/2014/main" id="{50189246-675B-B16A-FAC1-966E896D8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648288" y="2747093"/>
              <a:ext cx="457200" cy="457200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BF3BB0D3-893A-2876-6C8C-410549858B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5913" b="96658" l="4961" r="96345">
                          <a14:foregroundMark x1="29373" y1="37018" x2="29373" y2="37018"/>
                          <a14:foregroundMark x1="96475" y1="6041" x2="96475" y2="6041"/>
                          <a14:foregroundMark x1="70366" y1="24165" x2="70366" y2="24165"/>
                          <a14:foregroundMark x1="58225" y1="39203" x2="58225" y2="39203"/>
                          <a14:foregroundMark x1="18016" y1="49229" x2="18016" y2="49229"/>
                          <a14:foregroundMark x1="18668" y1="47943" x2="18668" y2="47943"/>
                          <a14:foregroundMark x1="66580" y1="45887" x2="66580" y2="45887"/>
                          <a14:foregroundMark x1="5091" y1="88946" x2="5091" y2="88946"/>
                          <a14:foregroundMark x1="5483" y1="96658" x2="5483" y2="96658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451348" y="3619902"/>
              <a:ext cx="1016328" cy="990588"/>
            </a:xfrm>
            <a:prstGeom prst="rect">
              <a:avLst/>
            </a:prstGeom>
          </p:spPr>
        </p:pic>
        <p:sp>
          <p:nvSpPr>
            <p:cNvPr id="63" name="Bent Arrow 62">
              <a:extLst>
                <a:ext uri="{FF2B5EF4-FFF2-40B4-BE49-F238E27FC236}">
                  <a16:creationId xmlns:a16="http://schemas.microsoft.com/office/drawing/2014/main" id="{C546FA98-C57F-7885-CA27-2F6060083432}"/>
                </a:ext>
              </a:extLst>
            </p:cNvPr>
            <p:cNvSpPr/>
            <p:nvPr/>
          </p:nvSpPr>
          <p:spPr>
            <a:xfrm rot="5400000" flipH="1">
              <a:off x="2969568" y="3153571"/>
              <a:ext cx="1480522" cy="352607"/>
            </a:xfrm>
            <a:prstGeom prst="bentArrow">
              <a:avLst>
                <a:gd name="adj1" fmla="val 25000"/>
                <a:gd name="adj2" fmla="val 26641"/>
                <a:gd name="adj3" fmla="val 25000"/>
                <a:gd name="adj4" fmla="val 43750"/>
              </a:avLst>
            </a:prstGeom>
            <a:solidFill>
              <a:srgbClr val="002F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1024" name="Graphic 1023" descr="Dollar with solid fill">
              <a:extLst>
                <a:ext uri="{FF2B5EF4-FFF2-40B4-BE49-F238E27FC236}">
                  <a16:creationId xmlns:a16="http://schemas.microsoft.com/office/drawing/2014/main" id="{4D272CA9-EA9B-9129-4B84-5B572E774B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3577467" y="2687839"/>
              <a:ext cx="457200" cy="457200"/>
            </a:xfrm>
            <a:prstGeom prst="rect">
              <a:avLst/>
            </a:prstGeom>
          </p:spPr>
        </p:pic>
        <p:pic>
          <p:nvPicPr>
            <p:cNvPr id="1025" name="Graphic 1024" descr="Dollar with solid fill">
              <a:extLst>
                <a:ext uri="{FF2B5EF4-FFF2-40B4-BE49-F238E27FC236}">
                  <a16:creationId xmlns:a16="http://schemas.microsoft.com/office/drawing/2014/main" id="{376DB6A0-07B1-DDD1-FFF3-3859E9A59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3566838" y="2988741"/>
              <a:ext cx="457200" cy="457200"/>
            </a:xfrm>
            <a:prstGeom prst="rect">
              <a:avLst/>
            </a:prstGeom>
          </p:spPr>
        </p:pic>
        <p:sp>
          <p:nvSpPr>
            <p:cNvPr id="1027" name="Left Arrow 1026">
              <a:extLst>
                <a:ext uri="{FF2B5EF4-FFF2-40B4-BE49-F238E27FC236}">
                  <a16:creationId xmlns:a16="http://schemas.microsoft.com/office/drawing/2014/main" id="{72AC7949-DC99-75C1-6B58-10695B9D7475}"/>
                </a:ext>
              </a:extLst>
            </p:cNvPr>
            <p:cNvSpPr/>
            <p:nvPr/>
          </p:nvSpPr>
          <p:spPr>
            <a:xfrm rot="10800000">
              <a:off x="1541442" y="4182223"/>
              <a:ext cx="827704" cy="103079"/>
            </a:xfrm>
            <a:prstGeom prst="leftArrow">
              <a:avLst/>
            </a:prstGeom>
            <a:solidFill>
              <a:srgbClr val="002F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" name="Graphic 1" descr="Dollar with solid fill">
              <a:extLst>
                <a:ext uri="{FF2B5EF4-FFF2-40B4-BE49-F238E27FC236}">
                  <a16:creationId xmlns:a16="http://schemas.microsoft.com/office/drawing/2014/main" id="{780FEBB9-A3A4-5FFA-CFFF-FD3A433F5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3566838" y="3294048"/>
              <a:ext cx="457200" cy="4572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F03F7BF-8314-20A6-0E78-6AF30A16F9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backgroundRemoval t="5598" b="96947" l="6595" r="92326">
                          <a14:foregroundMark x1="36451" y1="13486" x2="36451" y2="13486"/>
                          <a14:foregroundMark x1="27218" y1="5598" x2="27218" y2="5598"/>
                          <a14:foregroundMark x1="87530" y1="36768" x2="87530" y2="36768"/>
                          <a14:foregroundMark x1="10312" y1="35751" x2="10312" y2="35751"/>
                          <a14:foregroundMark x1="6595" y1="31934" x2="6595" y2="31934"/>
                          <a14:foregroundMark x1="92446" y1="33079" x2="92446" y2="33079"/>
                          <a14:foregroundMark x1="53717" y1="96947" x2="53717" y2="96947"/>
                          <a14:foregroundMark x1="41607" y1="64377" x2="41607" y2="64377"/>
                          <a14:foregroundMark x1="34053" y1="61196" x2="34053" y2="61196"/>
                          <a14:foregroundMark x1="31415" y1="61196" x2="31415" y2="61196"/>
                          <a14:foregroundMark x1="30815" y1="52672" x2="30815" y2="52672"/>
                          <a14:foregroundMark x1="68585" y1="50509" x2="68585" y2="50509"/>
                          <a14:foregroundMark x1="68465" y1="59033" x2="68465" y2="59033"/>
                          <a14:foregroundMark x1="67866" y1="68066" x2="67866" y2="68066"/>
                          <a14:foregroundMark x1="67626" y1="76209" x2="67626" y2="76209"/>
                          <a14:foregroundMark x1="19664" y1="44784" x2="19664" y2="44784"/>
                          <a14:backgroundMark x1="39329" y1="56616" x2="39329" y2="56616"/>
                          <a14:backgroundMark x1="39928" y1="63486" x2="39928" y2="63486"/>
                          <a14:backgroundMark x1="46043" y1="62977" x2="46043" y2="62977"/>
                          <a14:backgroundMark x1="40288" y1="69720" x2="40288" y2="69720"/>
                          <a14:backgroundMark x1="27458" y1="85242" x2="27458" y2="85242"/>
                          <a14:backgroundMark x1="71343" y1="85496" x2="71343" y2="85496"/>
                          <a14:backgroundMark x1="33333" y1="63995" x2="33333" y2="63995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626616" y="3057986"/>
              <a:ext cx="777092" cy="732367"/>
            </a:xfrm>
            <a:prstGeom prst="rect">
              <a:avLst/>
            </a:prstGeom>
          </p:spPr>
        </p:pic>
        <p:sp>
          <p:nvSpPr>
            <p:cNvPr id="4" name="Left Arrow 3">
              <a:extLst>
                <a:ext uri="{FF2B5EF4-FFF2-40B4-BE49-F238E27FC236}">
                  <a16:creationId xmlns:a16="http://schemas.microsoft.com/office/drawing/2014/main" id="{4BA73D33-C7D5-4048-4ACA-4905AB1E2F9D}"/>
                </a:ext>
              </a:extLst>
            </p:cNvPr>
            <p:cNvSpPr/>
            <p:nvPr/>
          </p:nvSpPr>
          <p:spPr>
            <a:xfrm rot="13829328">
              <a:off x="1031524" y="2781264"/>
              <a:ext cx="754242" cy="161574"/>
            </a:xfrm>
            <a:prstGeom prst="leftArrow">
              <a:avLst/>
            </a:prstGeom>
            <a:solidFill>
              <a:srgbClr val="002F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Graphic 5" descr="Dollar with solid fill">
              <a:extLst>
                <a:ext uri="{FF2B5EF4-FFF2-40B4-BE49-F238E27FC236}">
                  <a16:creationId xmlns:a16="http://schemas.microsoft.com/office/drawing/2014/main" id="{0A74C8DE-496B-430E-D32F-B0EF37F64B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3165798">
              <a:off x="1160419" y="2576541"/>
              <a:ext cx="457200" cy="457200"/>
            </a:xfrm>
            <a:prstGeom prst="rect">
              <a:avLst/>
            </a:prstGeom>
          </p:spPr>
        </p:pic>
        <p:sp>
          <p:nvSpPr>
            <p:cNvPr id="13" name="Left Arrow 12">
              <a:extLst>
                <a:ext uri="{FF2B5EF4-FFF2-40B4-BE49-F238E27FC236}">
                  <a16:creationId xmlns:a16="http://schemas.microsoft.com/office/drawing/2014/main" id="{AC01B8E9-7BEF-3075-65F8-068A34831BCA}"/>
                </a:ext>
              </a:extLst>
            </p:cNvPr>
            <p:cNvSpPr/>
            <p:nvPr/>
          </p:nvSpPr>
          <p:spPr>
            <a:xfrm rot="10800000">
              <a:off x="1545196" y="4342236"/>
              <a:ext cx="827704" cy="103079"/>
            </a:xfrm>
            <a:prstGeom prst="leftArrow">
              <a:avLst/>
            </a:prstGeom>
            <a:solidFill>
              <a:srgbClr val="002F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Graphic 16" descr="Unlock with solid fill">
              <a:extLst>
                <a:ext uri="{FF2B5EF4-FFF2-40B4-BE49-F238E27FC236}">
                  <a16:creationId xmlns:a16="http://schemas.microsoft.com/office/drawing/2014/main" id="{1289E1F2-52B9-F750-F2E0-DC3BDAF3E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703224" y="509396"/>
              <a:ext cx="1334611" cy="1334611"/>
            </a:xfrm>
            <a:prstGeom prst="rect">
              <a:avLst/>
            </a:prstGeom>
          </p:spPr>
        </p:pic>
        <p:pic>
          <p:nvPicPr>
            <p:cNvPr id="18" name="Graphic 17" descr="Dollar with solid fill">
              <a:extLst>
                <a:ext uri="{FF2B5EF4-FFF2-40B4-BE49-F238E27FC236}">
                  <a16:creationId xmlns:a16="http://schemas.microsoft.com/office/drawing/2014/main" id="{74DB2BFB-1A5A-C60F-B97E-3F98BD3071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3575152" y="3575827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69282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5240FCA-0859-01A2-00C6-B59F955E38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2393" y="396345"/>
            <a:ext cx="3684662" cy="481076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Contents</a:t>
            </a:r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sz="quarter" idx="11"/>
          </p:nvPr>
        </p:nvSpPr>
        <p:spPr>
          <a:xfrm>
            <a:off x="5012393" y="1007877"/>
            <a:ext cx="3953434" cy="3984344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1638" indent="-401638">
              <a:spcAft>
                <a:spcPts val="600"/>
              </a:spcAft>
            </a:pPr>
            <a:r>
              <a:rPr lang="en-GB" b="1" noProof="0">
                <a:sym typeface="Merriweather"/>
              </a:rPr>
              <a:t>Narrative</a:t>
            </a:r>
            <a:r>
              <a:rPr lang="en-GB" b="1">
                <a:sym typeface="Merriweather"/>
              </a:rPr>
              <a:t>: </a:t>
            </a:r>
            <a:r>
              <a:rPr lang="en-GB">
                <a:sym typeface="Merriweather"/>
              </a:rPr>
              <a:t>Why SLIDIs?</a:t>
            </a:r>
          </a:p>
          <a:p>
            <a:pPr marL="401638" indent="-401638">
              <a:spcAft>
                <a:spcPts val="600"/>
              </a:spcAft>
            </a:pPr>
            <a:r>
              <a:rPr lang="en-GB" b="1">
                <a:sym typeface="Merriweather"/>
              </a:rPr>
              <a:t>Sustainability-Linked-Bonds:</a:t>
            </a:r>
            <a:r>
              <a:rPr lang="en-GB">
                <a:sym typeface="Merriweather"/>
              </a:rPr>
              <a:t> Basic Concept &amp; Shortcomings</a:t>
            </a:r>
          </a:p>
          <a:p>
            <a:pPr marL="401638" indent="-401638">
              <a:spcAft>
                <a:spcPts val="600"/>
              </a:spcAft>
            </a:pPr>
            <a:r>
              <a:rPr lang="en-GB" b="1" noProof="0">
                <a:sym typeface="Merriweather"/>
              </a:rPr>
              <a:t>SLIDIs: </a:t>
            </a:r>
            <a:r>
              <a:rPr lang="en-GB" noProof="0">
                <a:sym typeface="Merriweather"/>
              </a:rPr>
              <a:t>Basic Concept</a:t>
            </a:r>
            <a:endParaRPr lang="en-GB">
              <a:solidFill>
                <a:schemeClr val="dk2"/>
              </a:solidFill>
            </a:endParaRPr>
          </a:p>
          <a:p>
            <a:pPr marL="401638" indent="-401638">
              <a:spcAft>
                <a:spcPts val="600"/>
              </a:spcAft>
            </a:pPr>
            <a:r>
              <a:rPr lang="en-GB" b="1">
                <a:sym typeface="Merriweather"/>
              </a:rPr>
              <a:t>Option One: </a:t>
            </a:r>
            <a:r>
              <a:rPr lang="en-GB">
                <a:sym typeface="Merriweather"/>
              </a:rPr>
              <a:t>WB Side Payments</a:t>
            </a:r>
          </a:p>
          <a:p>
            <a:pPr marL="401638" indent="-401638">
              <a:spcAft>
                <a:spcPts val="600"/>
              </a:spcAft>
            </a:pPr>
            <a:r>
              <a:rPr lang="en-GB" b="1">
                <a:sym typeface="Merriweather"/>
              </a:rPr>
              <a:t>Option Two: </a:t>
            </a:r>
            <a:r>
              <a:rPr lang="en-GB">
                <a:sym typeface="Merriweather"/>
              </a:rPr>
              <a:t>Trusted Intermediary</a:t>
            </a:r>
            <a:r>
              <a:rPr lang="en-GB" b="1">
                <a:sym typeface="Merriweather"/>
              </a:rPr>
              <a:t>	</a:t>
            </a:r>
          </a:p>
          <a:p>
            <a:pPr marL="401638" indent="-401638">
              <a:spcAft>
                <a:spcPts val="600"/>
              </a:spcAft>
            </a:pPr>
            <a:r>
              <a:rPr lang="en-GB" b="1" noProof="0">
                <a:sym typeface="Merriweather"/>
              </a:rPr>
              <a:t>Development Partner Role</a:t>
            </a:r>
          </a:p>
          <a:p>
            <a:pPr marL="401638" indent="-401638">
              <a:spcAft>
                <a:spcPts val="600"/>
              </a:spcAft>
            </a:pPr>
            <a:r>
              <a:rPr lang="en-GB" b="1">
                <a:sym typeface="Merriweather"/>
              </a:rPr>
              <a:t>Structuring KPIs</a:t>
            </a:r>
            <a:endParaRPr lang="en-GB" b="1" noProof="0">
              <a:sym typeface="Merriweather"/>
            </a:endParaRPr>
          </a:p>
          <a:p>
            <a:pPr marL="401638" indent="-401638">
              <a:spcAft>
                <a:spcPts val="600"/>
              </a:spcAft>
            </a:pPr>
            <a:r>
              <a:rPr lang="en-GB" b="1" noProof="0">
                <a:sym typeface="Merriweather"/>
              </a:rPr>
              <a:t>Conclusions</a:t>
            </a:r>
            <a:endParaRPr lang="en-US"/>
          </a:p>
          <a:p>
            <a:pPr lvl="0"/>
            <a:endParaRPr lang="en-US"/>
          </a:p>
          <a:p>
            <a:endParaRPr lang="en-US"/>
          </a:p>
          <a:p>
            <a:pPr lvl="0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3834CDD-F0FC-C4F8-80B4-80A7B90329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Why SLIDIs?</a:t>
            </a:r>
          </a:p>
        </p:txBody>
      </p:sp>
    </p:spTree>
    <p:extLst>
      <p:ext uri="{BB962C8B-B14F-4D97-AF65-F5344CB8AC3E}">
        <p14:creationId xmlns:p14="http://schemas.microsoft.com/office/powerpoint/2010/main" val="70190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10">
            <a:extLst>
              <a:ext uri="{FF2B5EF4-FFF2-40B4-BE49-F238E27FC236}">
                <a16:creationId xmlns:a16="http://schemas.microsoft.com/office/drawing/2014/main" id="{A7C5783E-BE0C-DC39-55D3-4BACE04F9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300" y="554416"/>
            <a:ext cx="8557402" cy="481076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Why? Overview</a:t>
            </a:r>
          </a:p>
        </p:txBody>
      </p:sp>
      <p:grpSp>
        <p:nvGrpSpPr>
          <p:cNvPr id="106" name="Google Shape;106;p17"/>
          <p:cNvGrpSpPr/>
          <p:nvPr/>
        </p:nvGrpSpPr>
        <p:grpSpPr>
          <a:xfrm>
            <a:off x="3102321" y="1697166"/>
            <a:ext cx="2755134" cy="2791145"/>
            <a:chOff x="3071454" y="2013875"/>
            <a:chExt cx="2154300" cy="1569600"/>
          </a:xfrm>
        </p:grpSpPr>
        <p:sp>
          <p:nvSpPr>
            <p:cNvPr id="107" name="Google Shape;107;p17"/>
            <p:cNvSpPr/>
            <p:nvPr/>
          </p:nvSpPr>
          <p:spPr>
            <a:xfrm rot="10800000" flipH="1">
              <a:off x="3071454" y="2013875"/>
              <a:ext cx="21543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7"/>
            <p:cNvSpPr txBox="1"/>
            <p:nvPr/>
          </p:nvSpPr>
          <p:spPr>
            <a:xfrm>
              <a:off x="3276566" y="2256376"/>
              <a:ext cx="1557900" cy="4599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Existing structures to incentivize countries and mobilize capital are limited</a:t>
              </a:r>
              <a:endParaRPr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" name="Google Shape;109;p17"/>
            <p:cNvSpPr txBox="1"/>
            <p:nvPr/>
          </p:nvSpPr>
          <p:spPr>
            <a:xfrm>
              <a:off x="3233808" y="2597080"/>
              <a:ext cx="1647300" cy="858019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>
                <a:lnSpc>
                  <a:spcPct val="115000"/>
                </a:lnSpc>
                <a:spcAft>
                  <a:spcPts val="1600"/>
                </a:spcAft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Sustainability Linked Bonds are a step in the right direction, but usually penalize governments for inaction (rather than rewarding action), have variable returns which may be unappealing to investors, and lack a clear implementation framework.</a:t>
              </a:r>
              <a:endParaRPr lang="en" sz="1000">
                <a:solidFill>
                  <a:srgbClr val="FFFFFF"/>
                </a:solidFill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10" name="Google Shape;110;p17"/>
          <p:cNvGrpSpPr/>
          <p:nvPr/>
        </p:nvGrpSpPr>
        <p:grpSpPr>
          <a:xfrm>
            <a:off x="508956" y="1697303"/>
            <a:ext cx="2588704" cy="2788108"/>
            <a:chOff x="1126863" y="2013875"/>
            <a:chExt cx="1944600" cy="1569600"/>
          </a:xfrm>
        </p:grpSpPr>
        <p:sp>
          <p:nvSpPr>
            <p:cNvPr id="111" name="Google Shape;111;p17"/>
            <p:cNvSpPr/>
            <p:nvPr/>
          </p:nvSpPr>
          <p:spPr>
            <a:xfrm>
              <a:off x="1126863" y="2013875"/>
              <a:ext cx="19446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7"/>
            <p:cNvSpPr txBox="1"/>
            <p:nvPr/>
          </p:nvSpPr>
          <p:spPr>
            <a:xfrm>
              <a:off x="1351627" y="2129157"/>
              <a:ext cx="1451700" cy="555427"/>
            </a:xfrm>
            <a:prstGeom prst="rect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>
                <a:spcBef>
                  <a:spcPts val="600"/>
                </a:spcBef>
              </a:pPr>
              <a:r>
                <a:rPr lang="en" sz="1100" b="1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The world needs more mitigation policy action</a:t>
              </a:r>
              <a:endParaRPr lang="en">
                <a:ea typeface="Roboto"/>
              </a:endParaRPr>
            </a:p>
            <a:p>
              <a:pPr>
                <a:spcBef>
                  <a:spcPts val="600"/>
                </a:spcBef>
              </a:pPr>
              <a:r>
                <a:rPr lang="en-US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Most future emissions will come from Emerging Markets and Developing Economies. </a:t>
              </a:r>
              <a:endParaRPr lang="en"/>
            </a:p>
          </p:txBody>
        </p:sp>
        <p:sp>
          <p:nvSpPr>
            <p:cNvPr id="113" name="Google Shape;113;p17"/>
            <p:cNvSpPr txBox="1"/>
            <p:nvPr/>
          </p:nvSpPr>
          <p:spPr>
            <a:xfrm>
              <a:off x="1351295" y="2840192"/>
              <a:ext cx="1605799" cy="359577"/>
            </a:xfrm>
            <a:prstGeom prst="rect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>
                <a:spcAft>
                  <a:spcPts val="600"/>
                </a:spcAft>
              </a:pPr>
              <a:r>
                <a:rPr lang="en" sz="11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Developing countries need access to cheap finance</a:t>
              </a:r>
              <a:endParaRPr lang="en-US"/>
            </a:p>
            <a:p>
              <a:pPr>
                <a:spcAft>
                  <a:spcPts val="600"/>
                </a:spcAft>
              </a:pPr>
              <a:r>
                <a:rPr lang="en-US" sz="10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Necessary capital for the transition will need to come mostly from private sources.</a:t>
              </a:r>
              <a:endParaRPr lang="en" sz="1000">
                <a:solidFill>
                  <a:srgbClr val="FFFFFF"/>
                </a:solidFill>
                <a:latin typeface="Roboto"/>
                <a:ea typeface="Roboto"/>
                <a:cs typeface="Roboto"/>
              </a:endParaRPr>
            </a:p>
            <a:p>
              <a:pPr>
                <a:lnSpc>
                  <a:spcPct val="114999"/>
                </a:lnSpc>
                <a:spcAft>
                  <a:spcPts val="1600"/>
                </a:spcAft>
              </a:pPr>
              <a:endParaRPr lang="en" sz="1100" b="1">
                <a:solidFill>
                  <a:srgbClr val="FFFFFF"/>
                </a:solidFill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14" name="Google Shape;114;p17"/>
          <p:cNvGrpSpPr/>
          <p:nvPr/>
        </p:nvGrpSpPr>
        <p:grpSpPr>
          <a:xfrm>
            <a:off x="5636125" y="1697031"/>
            <a:ext cx="2752652" cy="2791280"/>
            <a:chOff x="5015938" y="2013875"/>
            <a:chExt cx="3001200" cy="1569600"/>
          </a:xfrm>
        </p:grpSpPr>
        <p:sp>
          <p:nvSpPr>
            <p:cNvPr id="115" name="Google Shape;115;p17"/>
            <p:cNvSpPr/>
            <p:nvPr/>
          </p:nvSpPr>
          <p:spPr>
            <a:xfrm>
              <a:off x="5015938" y="2013875"/>
              <a:ext cx="30012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7"/>
            <p:cNvSpPr txBox="1"/>
            <p:nvPr/>
          </p:nvSpPr>
          <p:spPr>
            <a:xfrm>
              <a:off x="5360226" y="2256387"/>
              <a:ext cx="2417100" cy="33135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SLIDIs</a:t>
              </a:r>
              <a:r>
                <a:rPr lang="en" sz="11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are a better alternative</a:t>
              </a:r>
              <a:endParaRPr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" name="Google Shape;117;p17"/>
            <p:cNvSpPr txBox="1"/>
            <p:nvPr/>
          </p:nvSpPr>
          <p:spPr>
            <a:xfrm>
              <a:off x="5360225" y="2513668"/>
              <a:ext cx="2417100" cy="941437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171450" indent="-1714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SLIDIs</a:t>
              </a: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would benefit governments and ensure robust climate action.</a:t>
              </a:r>
            </a:p>
            <a:p>
              <a:pPr marL="171450" indent="-1714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SLIDIs</a:t>
              </a: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provide stable returns for investors.</a:t>
              </a:r>
            </a:p>
            <a:p>
              <a:pPr marL="171450" indent="-171450"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With support from development partners, </a:t>
              </a:r>
              <a:r>
                <a:rPr lang="en-US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SLIDIs</a:t>
              </a: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can be implemented with a clear framework and monitoring system.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18" name="Google Shape;118;p17"/>
          <p:cNvGrpSpPr/>
          <p:nvPr/>
        </p:nvGrpSpPr>
        <p:grpSpPr>
          <a:xfrm>
            <a:off x="5566253" y="2455699"/>
            <a:ext cx="261571" cy="260379"/>
            <a:chOff x="4858109" y="2631368"/>
            <a:chExt cx="316442" cy="315000"/>
          </a:xfrm>
        </p:grpSpPr>
        <p:sp>
          <p:nvSpPr>
            <p:cNvPr id="119" name="Google Shape;119;p17"/>
            <p:cNvSpPr/>
            <p:nvPr/>
          </p:nvSpPr>
          <p:spPr>
            <a:xfrm>
              <a:off x="4859551" y="2631368"/>
              <a:ext cx="315000" cy="315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4858109" y="2739300"/>
              <a:ext cx="239100" cy="99000"/>
            </a:xfrm>
            <a:prstGeom prst="rightArrow">
              <a:avLst>
                <a:gd name="adj1" fmla="val 32020"/>
                <a:gd name="adj2" fmla="val 66970"/>
              </a:avLst>
            </a:prstGeom>
            <a:solidFill>
              <a:srgbClr val="0D5D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/>
              </a:br>
              <a:endParaRPr/>
            </a:p>
          </p:txBody>
        </p:sp>
      </p:grpSp>
      <p:grpSp>
        <p:nvGrpSpPr>
          <p:cNvPr id="121" name="Google Shape;121;p17"/>
          <p:cNvGrpSpPr/>
          <p:nvPr/>
        </p:nvGrpSpPr>
        <p:grpSpPr>
          <a:xfrm>
            <a:off x="2945409" y="2460751"/>
            <a:ext cx="261571" cy="260379"/>
            <a:chOff x="4858109" y="2631368"/>
            <a:chExt cx="316442" cy="315000"/>
          </a:xfrm>
        </p:grpSpPr>
        <p:sp>
          <p:nvSpPr>
            <p:cNvPr id="122" name="Google Shape;122;p17"/>
            <p:cNvSpPr/>
            <p:nvPr/>
          </p:nvSpPr>
          <p:spPr>
            <a:xfrm>
              <a:off x="4859551" y="2631368"/>
              <a:ext cx="315000" cy="315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4858109" y="2739300"/>
              <a:ext cx="239100" cy="99000"/>
            </a:xfrm>
            <a:prstGeom prst="rightArrow">
              <a:avLst>
                <a:gd name="adj1" fmla="val 32020"/>
                <a:gd name="adj2" fmla="val 66970"/>
              </a:avLst>
            </a:prstGeom>
            <a:solidFill>
              <a:srgbClr val="0D5D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/>
              </a:b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9700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87A8F82-B25E-90F1-3E69-B3AF4802A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300" y="554416"/>
            <a:ext cx="8557402" cy="481076"/>
          </a:xfrm>
        </p:spPr>
        <p:txBody>
          <a:bodyPr>
            <a:normAutofit fontScale="92500" lnSpcReduction="20000"/>
          </a:bodyPr>
          <a:lstStyle/>
          <a:p>
            <a:r>
              <a:rPr lang="en-GB">
                <a:sym typeface="Merriweather"/>
              </a:rPr>
              <a:t>Why? Mobilise Investment: Quantity</a:t>
            </a:r>
          </a:p>
          <a:p>
            <a:endParaRPr lang="en-US"/>
          </a:p>
        </p:txBody>
      </p:sp>
      <p:sp>
        <p:nvSpPr>
          <p:cNvPr id="96" name="Google Shape;96;p16"/>
          <p:cNvSpPr txBox="1">
            <a:spLocks noGrp="1"/>
          </p:cNvSpPr>
          <p:nvPr>
            <p:ph type="body" sz="quarter" idx="10"/>
          </p:nvPr>
        </p:nvSpPr>
        <p:spPr>
          <a:xfrm>
            <a:off x="143850" y="1246816"/>
            <a:ext cx="4577986" cy="3465513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300">
                <a:solidFill>
                  <a:srgbClr val="002F4A"/>
                </a:solidFill>
              </a:rPr>
              <a:t>To achieve global net zero by 2050, annual investments from</a:t>
            </a:r>
            <a:r>
              <a:rPr lang="en-GB" sz="1300">
                <a:solidFill>
                  <a:srgbClr val="B85741"/>
                </a:solidFill>
              </a:rPr>
              <a:t> </a:t>
            </a:r>
            <a:r>
              <a:rPr lang="en-GB" sz="1300" b="1">
                <a:solidFill>
                  <a:srgbClr val="B85741"/>
                </a:solidFill>
              </a:rPr>
              <a:t>US$3.4 trillion to $8.1 trillion </a:t>
            </a:r>
            <a:r>
              <a:rPr lang="en-GB" sz="1300">
                <a:solidFill>
                  <a:srgbClr val="002F4A"/>
                </a:solidFill>
              </a:rPr>
              <a:t>are needed (Yilmaz et al. 2022). </a:t>
            </a:r>
          </a:p>
          <a:p>
            <a:pPr lvl="0"/>
            <a:r>
              <a:rPr lang="en-GB" sz="1300">
                <a:solidFill>
                  <a:srgbClr val="002F4A"/>
                </a:solidFill>
              </a:rPr>
              <a:t>Developing countries alone will require </a:t>
            </a:r>
            <a:r>
              <a:rPr lang="en-GB" sz="1300" b="1">
                <a:solidFill>
                  <a:srgbClr val="B85741"/>
                </a:solidFill>
              </a:rPr>
              <a:t>$2 trillion annually</a:t>
            </a:r>
            <a:r>
              <a:rPr lang="en-GB" sz="1300">
                <a:solidFill>
                  <a:srgbClr val="002F4A"/>
                </a:solidFill>
              </a:rPr>
              <a:t> (IMF, 2023).</a:t>
            </a:r>
          </a:p>
          <a:p>
            <a:pPr lvl="0"/>
            <a:r>
              <a:rPr lang="en-GB" sz="1300">
                <a:solidFill>
                  <a:srgbClr val="002F4A"/>
                </a:solidFill>
              </a:rPr>
              <a:t>The flow of climate finance from developed to developing countries in 2020 was between $21 and $83.3 billion (UNFCCC), </a:t>
            </a:r>
            <a:r>
              <a:rPr lang="en-GB" sz="1300" b="1">
                <a:solidFill>
                  <a:srgbClr val="B85741"/>
                </a:solidFill>
              </a:rPr>
              <a:t>significantly below </a:t>
            </a:r>
            <a:r>
              <a:rPr lang="en-GB" sz="1300">
                <a:solidFill>
                  <a:srgbClr val="002F4A"/>
                </a:solidFill>
              </a:rPr>
              <a:t>the required investment level.</a:t>
            </a:r>
          </a:p>
          <a:p>
            <a:pPr lvl="0"/>
            <a:r>
              <a:rPr lang="en-GB" sz="1300">
                <a:solidFill>
                  <a:srgbClr val="002F4A"/>
                </a:solidFill>
              </a:rPr>
              <a:t>The IMF (2023) predicts that approximately </a:t>
            </a:r>
            <a:r>
              <a:rPr lang="en-GB" sz="1300" b="1">
                <a:solidFill>
                  <a:srgbClr val="B85741"/>
                </a:solidFill>
              </a:rPr>
              <a:t>80%</a:t>
            </a:r>
            <a:r>
              <a:rPr lang="en-GB" sz="1300" b="1">
                <a:solidFill>
                  <a:srgbClr val="002F4A"/>
                </a:solidFill>
              </a:rPr>
              <a:t> </a:t>
            </a:r>
            <a:r>
              <a:rPr lang="en-GB" sz="1300">
                <a:solidFill>
                  <a:srgbClr val="002F4A"/>
                </a:solidFill>
              </a:rPr>
              <a:t>of the necessary investment must come from </a:t>
            </a:r>
            <a:r>
              <a:rPr lang="en-GB" sz="1300" b="1">
                <a:solidFill>
                  <a:srgbClr val="B85741"/>
                </a:solidFill>
              </a:rPr>
              <a:t>the private sector.</a:t>
            </a:r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sz="quarter" idx="11"/>
          </p:nvPr>
        </p:nvSpPr>
        <p:spPr>
          <a:xfrm>
            <a:off x="4572000" y="1298122"/>
            <a:ext cx="4278701" cy="3465738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0">
              <a:buNone/>
            </a:pPr>
            <a:endParaRPr lang="en-GB"/>
          </a:p>
          <a:p>
            <a:pPr lvl="0" indent="0">
              <a:buNone/>
            </a:pPr>
            <a:endParaRPr lang="en-GB"/>
          </a:p>
          <a:p>
            <a:pPr lvl="0" indent="0">
              <a:buNone/>
            </a:pPr>
            <a:endParaRPr lang="en-GB"/>
          </a:p>
          <a:p>
            <a:pPr lvl="0" indent="0">
              <a:buNone/>
            </a:pPr>
            <a:endParaRPr lang="en-GB"/>
          </a:p>
          <a:p>
            <a:pPr lvl="0" indent="0">
              <a:buNone/>
            </a:pPr>
            <a:endParaRPr lang="en-GB"/>
          </a:p>
          <a:p>
            <a:pPr lvl="0" indent="0">
              <a:buNone/>
            </a:pPr>
            <a:endParaRPr lang="en-GB"/>
          </a:p>
          <a:p>
            <a:pPr lvl="0" indent="0">
              <a:buNone/>
            </a:pPr>
            <a:endParaRPr lang="en-GB"/>
          </a:p>
          <a:p>
            <a:pPr lvl="0" indent="0">
              <a:buNone/>
            </a:pPr>
            <a:endParaRPr lang="en-GB"/>
          </a:p>
          <a:p>
            <a:pPr lvl="0" indent="0" algn="ctr">
              <a:buNone/>
            </a:pPr>
            <a:r>
              <a:rPr lang="en-GB" sz="1100" b="1">
                <a:solidFill>
                  <a:srgbClr val="002F4A"/>
                </a:solidFill>
              </a:rPr>
              <a:t>Annual Flow of Private Sector Investments to Developing Countries (</a:t>
            </a:r>
            <a:r>
              <a:rPr lang="en-GB" sz="1100" b="1" err="1">
                <a:solidFill>
                  <a:srgbClr val="002F4A"/>
                </a:solidFill>
              </a:rPr>
              <a:t>US$bn</a:t>
            </a:r>
            <a:r>
              <a:rPr lang="en-GB" sz="1100" b="1">
                <a:solidFill>
                  <a:srgbClr val="002F4A"/>
                </a:solidFill>
              </a:rPr>
              <a:t>)</a:t>
            </a:r>
          </a:p>
          <a:p>
            <a:pPr lvl="0" indent="0" algn="ctr">
              <a:buNone/>
            </a:pPr>
            <a:r>
              <a:rPr lang="en-GB" sz="1050">
                <a:solidFill>
                  <a:srgbClr val="002F4A"/>
                </a:solidFill>
              </a:rPr>
              <a:t>Sources: IMF (2023); OECD (2021)</a:t>
            </a:r>
          </a:p>
        </p:txBody>
      </p:sp>
      <p:pic>
        <p:nvPicPr>
          <p:cNvPr id="98" name="Google Shape;98;p16" title="Points scored"/>
          <p:cNvPicPr preferRelativeResize="0"/>
          <p:nvPr/>
        </p:nvPicPr>
        <p:blipFill rotWithShape="1">
          <a:blip r:embed="rId3">
            <a:alphaModFix/>
          </a:blip>
          <a:srcRect t="19707"/>
          <a:stretch/>
        </p:blipFill>
        <p:spPr>
          <a:xfrm>
            <a:off x="4721836" y="1595120"/>
            <a:ext cx="4278314" cy="2247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90A0F-8970-0842-6C4F-1972E55D81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6471" y="1123951"/>
            <a:ext cx="4384111" cy="3918062"/>
          </a:xfrm>
        </p:spPr>
        <p:txBody>
          <a:bodyPr>
            <a:noAutofit/>
          </a:bodyPr>
          <a:lstStyle/>
          <a:p>
            <a:r>
              <a:rPr lang="en-GB" sz="1200" b="1">
                <a:solidFill>
                  <a:srgbClr val="B85741"/>
                </a:solidFill>
                <a:latin typeface="Roboto"/>
                <a:ea typeface="Roboto"/>
                <a:cs typeface="Roboto"/>
                <a:sym typeface="Roboto"/>
              </a:rPr>
              <a:t>Developing countries have severe difficulty accessing low-cost financing.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105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Countries with low financial development and less developed financial institutions are less able to attract private capital.</a:t>
            </a:r>
          </a:p>
          <a:p>
            <a:r>
              <a:rPr lang="en-GB" sz="1200" b="1">
                <a:solidFill>
                  <a:srgbClr val="B85741"/>
                </a:solidFill>
                <a:latin typeface="Roboto"/>
                <a:ea typeface="Roboto"/>
                <a:cs typeface="Roboto"/>
                <a:sym typeface="Roboto"/>
              </a:rPr>
              <a:t>The cost of capital in developing countries is very high.</a:t>
            </a:r>
            <a:endParaRPr lang="en-GB" sz="1200">
              <a:solidFill>
                <a:srgbClr val="B85741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105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High cost of capital makes the initial investment requirements for many projects, like renewable energy, infeasible.</a:t>
            </a:r>
          </a:p>
          <a:p>
            <a:r>
              <a:rPr lang="en-GB" sz="1200" b="1">
                <a:solidFill>
                  <a:srgbClr val="B85741"/>
                </a:solidFill>
                <a:latin typeface="Roboto"/>
                <a:ea typeface="Roboto"/>
                <a:cs typeface="Roboto"/>
                <a:sym typeface="Roboto"/>
              </a:rPr>
              <a:t>Mobilising investment in developing countries is imperative to finance climate action.</a:t>
            </a:r>
            <a:endParaRPr lang="en-GB" sz="1200">
              <a:solidFill>
                <a:srgbClr val="B85741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105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In many developing countries, dramatic reductions in the cost of capital and access to low-cost financing will be necessary to enable a boom in clean infrastructure projects</a:t>
            </a:r>
            <a:r>
              <a:rPr lang="en-GB" sz="140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marL="342900" lvl="1" indent="0">
              <a:buNone/>
            </a:pPr>
            <a:endParaRPr lang="en-US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37D934D5-FEEB-7364-729F-E82BAC43B1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sz="20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Why? Mobilise Investment: Cost</a:t>
            </a:r>
          </a:p>
          <a:p>
            <a:endParaRPr lang="en-US"/>
          </a:p>
        </p:txBody>
      </p:sp>
      <p:sp>
        <p:nvSpPr>
          <p:cNvPr id="104" name="Google Shape;104;p17"/>
          <p:cNvSpPr txBox="1">
            <a:spLocks noGrp="1"/>
          </p:cNvSpPr>
          <p:nvPr>
            <p:ph type="title" idx="4294967295"/>
          </p:nvPr>
        </p:nvSpPr>
        <p:spPr>
          <a:xfrm>
            <a:off x="0" y="501650"/>
            <a:ext cx="8521700" cy="62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rgbClr val="FF9900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AA4111B-6977-7641-882C-A410CB0BD2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0" t="5765" r="32178" b="19760"/>
          <a:stretch/>
        </p:blipFill>
        <p:spPr bwMode="auto">
          <a:xfrm>
            <a:off x="4894932" y="1516687"/>
            <a:ext cx="4096667" cy="2526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99;p16">
            <a:extLst>
              <a:ext uri="{FF2B5EF4-FFF2-40B4-BE49-F238E27FC236}">
                <a16:creationId xmlns:a16="http://schemas.microsoft.com/office/drawing/2014/main" id="{F98121F2-F554-918F-BBFC-D90BB75184A5}"/>
              </a:ext>
            </a:extLst>
          </p:cNvPr>
          <p:cNvSpPr txBox="1">
            <a:spLocks/>
          </p:cNvSpPr>
          <p:nvPr/>
        </p:nvSpPr>
        <p:spPr>
          <a:xfrm>
            <a:off x="4421688" y="1346814"/>
            <a:ext cx="4660927" cy="3451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500" b="0" i="0" u="none" strike="noStrike" cap="none">
                <a:solidFill>
                  <a:srgbClr val="B8564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defRPr>
            </a:lvl1pPr>
            <a:lvl2pPr marL="557213" marR="0" lvl="1" indent="-21431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Arial" panose="020B0604020202020204" pitchFamily="34" charset="0"/>
              <a:buChar char="•"/>
              <a:defRPr sz="1350" b="0" i="0" u="none" strike="noStrike" cap="none">
                <a:solidFill>
                  <a:schemeClr val="dk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defRPr>
            </a:lvl2pPr>
            <a:lvl3pPr marL="1371600" marR="0" lvl="2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Courier New" panose="02070309020205020404" pitchFamily="49" charset="0"/>
              <a:buChar char="o"/>
              <a:defRPr sz="1350" b="0" i="0" u="none" strike="noStrike" cap="none">
                <a:solidFill>
                  <a:schemeClr val="dk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defRPr>
            </a:lvl3pPr>
            <a:lvl4pPr marL="1828800" marR="0" lvl="3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Roboto"/>
              <a:buChar char="●"/>
              <a:defRPr sz="1350" b="0" i="0" u="none" strike="noStrike" cap="none">
                <a:solidFill>
                  <a:schemeClr val="dk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defRPr>
            </a:lvl4pPr>
            <a:lvl5pPr marL="2286000" marR="0" lvl="4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Roboto"/>
              <a:buChar char="○"/>
              <a:defRPr sz="1350" b="0" i="0" u="none" strike="noStrike" cap="none">
                <a:solidFill>
                  <a:schemeClr val="dk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>
              <a:buFont typeface="Roboto"/>
              <a:buNone/>
            </a:pPr>
            <a:endParaRPr lang="en-GB"/>
          </a:p>
          <a:p>
            <a:pPr indent="0">
              <a:buFont typeface="Roboto"/>
              <a:buNone/>
            </a:pPr>
            <a:endParaRPr lang="en-GB"/>
          </a:p>
          <a:p>
            <a:pPr indent="0">
              <a:buFont typeface="Roboto"/>
              <a:buNone/>
            </a:pPr>
            <a:endParaRPr lang="en-GB"/>
          </a:p>
          <a:p>
            <a:pPr indent="0">
              <a:buFont typeface="Roboto"/>
              <a:buNone/>
            </a:pPr>
            <a:endParaRPr lang="en-GB"/>
          </a:p>
          <a:p>
            <a:pPr indent="0">
              <a:buFont typeface="Roboto"/>
              <a:buNone/>
            </a:pPr>
            <a:endParaRPr lang="en-GB"/>
          </a:p>
          <a:p>
            <a:pPr indent="0">
              <a:buFont typeface="Roboto"/>
              <a:buNone/>
            </a:pPr>
            <a:endParaRPr lang="en-GB"/>
          </a:p>
          <a:p>
            <a:pPr indent="0">
              <a:buFont typeface="Roboto"/>
              <a:buNone/>
            </a:pPr>
            <a:endParaRPr lang="en-GB"/>
          </a:p>
          <a:p>
            <a:pPr indent="0">
              <a:buFont typeface="Roboto"/>
              <a:buNone/>
            </a:pPr>
            <a:endParaRPr lang="en-GB"/>
          </a:p>
          <a:p>
            <a:pPr indent="0" algn="ctr">
              <a:buFont typeface="Roboto"/>
              <a:buNone/>
            </a:pPr>
            <a:r>
              <a:rPr lang="en-GB" sz="1100" b="1">
                <a:solidFill>
                  <a:srgbClr val="002F4A"/>
                </a:solidFill>
              </a:rPr>
              <a:t>Electricity Generation From Renewable Sources (per capita, per year)</a:t>
            </a:r>
          </a:p>
          <a:p>
            <a:pPr indent="0" algn="ctr">
              <a:buNone/>
            </a:pPr>
            <a:r>
              <a:rPr lang="en-GB" sz="1000">
                <a:solidFill>
                  <a:srgbClr val="002F4A"/>
                </a:solidFill>
              </a:rPr>
              <a:t>Source: </a:t>
            </a:r>
            <a:r>
              <a:rPr lang="en-GB" sz="1000" err="1">
                <a:solidFill>
                  <a:srgbClr val="002F4A"/>
                </a:solidFill>
              </a:rPr>
              <a:t>Babayomi</a:t>
            </a:r>
            <a:r>
              <a:rPr lang="en-GB" sz="1000">
                <a:solidFill>
                  <a:srgbClr val="002F4A"/>
                </a:solidFill>
              </a:rPr>
              <a:t>, O., </a:t>
            </a:r>
            <a:r>
              <a:rPr lang="en-GB" sz="1000" err="1">
                <a:solidFill>
                  <a:srgbClr val="002F4A"/>
                </a:solidFill>
              </a:rPr>
              <a:t>Dahoro</a:t>
            </a:r>
            <a:r>
              <a:rPr lang="en-GB" sz="1000">
                <a:solidFill>
                  <a:srgbClr val="002F4A"/>
                </a:solidFill>
              </a:rPr>
              <a:t>, D. &amp; Zhang, Z. (2022).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 spcFirstLastPara="1" wrap="square" lIns="91425" tIns="91425" rIns="82200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400" b="1">
                <a:solidFill>
                  <a:srgbClr val="B85741"/>
                </a:solidFill>
              </a:rPr>
              <a:t>Current mechanisms encouraging climate financing in developing nations have proved insufficient:</a:t>
            </a:r>
            <a:endParaRPr sz="1400" b="1">
              <a:solidFill>
                <a:srgbClr val="B85741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en" sz="1200">
                <a:solidFill>
                  <a:srgbClr val="002F4A"/>
                </a:solidFill>
              </a:rPr>
              <a:t>Carbon Markets</a:t>
            </a:r>
            <a:endParaRPr sz="1200">
              <a:solidFill>
                <a:srgbClr val="002F4A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en" sz="1200">
                <a:solidFill>
                  <a:srgbClr val="002F4A"/>
                </a:solidFill>
              </a:rPr>
              <a:t>Development Policy Financing</a:t>
            </a:r>
            <a:endParaRPr sz="1200">
              <a:solidFill>
                <a:srgbClr val="002F4A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en" sz="1200">
                <a:solidFill>
                  <a:srgbClr val="002F4A"/>
                </a:solidFill>
              </a:rPr>
              <a:t>EU CBAM</a:t>
            </a:r>
            <a:endParaRPr sz="1200">
              <a:solidFill>
                <a:srgbClr val="002F4A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en" sz="1200">
                <a:solidFill>
                  <a:srgbClr val="002F4A"/>
                </a:solidFill>
              </a:rPr>
              <a:t>Sustainability-Linked-Bonds</a:t>
            </a:r>
            <a:endParaRPr sz="1200">
              <a:solidFill>
                <a:srgbClr val="002F4A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400" b="1">
                <a:solidFill>
                  <a:srgbClr val="B85741"/>
                </a:solidFill>
              </a:rPr>
              <a:t>Need for financing with a clear incentives framework within public and private sector:</a:t>
            </a:r>
            <a:endParaRPr sz="1400" b="1">
              <a:solidFill>
                <a:srgbClr val="B85741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en" sz="1200">
                <a:solidFill>
                  <a:srgbClr val="002F4A"/>
                </a:solidFill>
              </a:rPr>
              <a:t>95% of public climate financing is provided upfront and lacks a clear and effective incentive structure (WB, 2022).</a:t>
            </a:r>
            <a:endParaRPr sz="1200">
              <a:solidFill>
                <a:srgbClr val="002F4A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400" b="1">
                <a:solidFill>
                  <a:srgbClr val="B85741"/>
                </a:solidFill>
              </a:rPr>
              <a:t>Can we formulate another instrument that effectively incentivizes developing countries to engage in environmentally responsible practices?</a:t>
            </a:r>
            <a:endParaRPr sz="1400" b="1">
              <a:solidFill>
                <a:srgbClr val="B8574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7783D5-6437-7EEC-573E-954525A6FE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" sz="2000"/>
              <a:t>Why? Incentivize Climate Action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5C62A54-6B89-10F7-F1AF-C0BEC10EA8B1}"/>
              </a:ext>
            </a:extLst>
          </p:cNvPr>
          <p:cNvSpPr/>
          <p:nvPr/>
        </p:nvSpPr>
        <p:spPr>
          <a:xfrm>
            <a:off x="4724456" y="1282694"/>
            <a:ext cx="3814884" cy="368111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41E3C5-F108-0C0A-5B68-D312B0A11AA9}"/>
              </a:ext>
            </a:extLst>
          </p:cNvPr>
          <p:cNvSpPr/>
          <p:nvPr/>
        </p:nvSpPr>
        <p:spPr>
          <a:xfrm>
            <a:off x="604660" y="1282695"/>
            <a:ext cx="3814884" cy="368111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Google Shape;147;p19"/>
          <p:cNvSpPr txBox="1">
            <a:spLocks noGrp="1"/>
          </p:cNvSpPr>
          <p:nvPr>
            <p:ph type="subTitle" idx="1"/>
          </p:nvPr>
        </p:nvSpPr>
        <p:spPr>
          <a:xfrm>
            <a:off x="293300" y="554416"/>
            <a:ext cx="8557402" cy="481076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/>
              <a:t>Why? Reduce the Risk</a:t>
            </a:r>
            <a:endParaRPr lang="en-GB"/>
          </a:p>
        </p:txBody>
      </p:sp>
      <p:sp>
        <p:nvSpPr>
          <p:cNvPr id="148" name="Google Shape;148;p19"/>
          <p:cNvSpPr txBox="1">
            <a:spLocks noGrp="1"/>
          </p:cNvSpPr>
          <p:nvPr>
            <p:ph type="body" idx="4294967295"/>
          </p:nvPr>
        </p:nvSpPr>
        <p:spPr>
          <a:xfrm>
            <a:off x="4828817" y="2830204"/>
            <a:ext cx="3814885" cy="1989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B85741"/>
                </a:solidFill>
              </a:rPr>
              <a:t>Institutional Contribution to De-risking:</a:t>
            </a:r>
            <a:endParaRPr sz="1200" b="1">
              <a:solidFill>
                <a:srgbClr val="B85741"/>
              </a:solidFill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2F4A"/>
                </a:solidFill>
              </a:rPr>
              <a:t>World Bank and similar institutions create a 'halo effect.' Influences investors to seek lower yields based on confidence from WB's due diligence.</a:t>
            </a:r>
            <a:endParaRPr sz="1200">
              <a:solidFill>
                <a:srgbClr val="002F4A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2F4A"/>
                </a:solidFill>
              </a:rPr>
              <a:t>Strategic direction of resources from bond issuance to operations actively reducing the risk of nonpayment.</a:t>
            </a:r>
            <a:endParaRPr sz="1200">
              <a:solidFill>
                <a:srgbClr val="002F4A"/>
              </a:solidFill>
            </a:endParaRPr>
          </a:p>
        </p:txBody>
      </p:sp>
      <p:grpSp>
        <p:nvGrpSpPr>
          <p:cNvPr id="140" name="Google Shape;140;p19"/>
          <p:cNvGrpSpPr/>
          <p:nvPr/>
        </p:nvGrpSpPr>
        <p:grpSpPr>
          <a:xfrm>
            <a:off x="523463" y="1282889"/>
            <a:ext cx="3896138" cy="1402891"/>
            <a:chOff x="1126857" y="2013877"/>
            <a:chExt cx="1944600" cy="652500"/>
          </a:xfrm>
        </p:grpSpPr>
        <p:sp>
          <p:nvSpPr>
            <p:cNvPr id="141" name="Google Shape;141;p19"/>
            <p:cNvSpPr/>
            <p:nvPr/>
          </p:nvSpPr>
          <p:spPr>
            <a:xfrm>
              <a:off x="1126857" y="2013877"/>
              <a:ext cx="1944600" cy="652500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9"/>
            <p:cNvSpPr txBox="1"/>
            <p:nvPr/>
          </p:nvSpPr>
          <p:spPr>
            <a:xfrm>
              <a:off x="1265614" y="2082573"/>
              <a:ext cx="1667100" cy="515100"/>
            </a:xfrm>
            <a:prstGeom prst="rect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To ensure a consistent flow of private investment to developing countries, it is crucial to streamline the investment process, aiming to optimize rewards and minimize risks. </a:t>
              </a:r>
              <a:endParaRPr sz="12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3" name="Google Shape;143;p19"/>
          <p:cNvGrpSpPr/>
          <p:nvPr/>
        </p:nvGrpSpPr>
        <p:grpSpPr>
          <a:xfrm>
            <a:off x="4724457" y="1282695"/>
            <a:ext cx="3875155" cy="1402891"/>
            <a:chOff x="3071454" y="2013875"/>
            <a:chExt cx="2154300" cy="1569600"/>
          </a:xfrm>
        </p:grpSpPr>
        <p:sp>
          <p:nvSpPr>
            <p:cNvPr id="144" name="Google Shape;144;p19"/>
            <p:cNvSpPr/>
            <p:nvPr/>
          </p:nvSpPr>
          <p:spPr>
            <a:xfrm rot="10800000" flipH="1">
              <a:off x="3071454" y="2013875"/>
              <a:ext cx="21543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9"/>
            <p:cNvSpPr txBox="1"/>
            <p:nvPr/>
          </p:nvSpPr>
          <p:spPr>
            <a:xfrm>
              <a:off x="3259784" y="2301422"/>
              <a:ext cx="1779000" cy="4599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Mitigating perceived risks is achievable through the collaboration with the World Bank and other development partners.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6" name="Google Shape;146;p19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5" name="Google Shape;148;p19">
            <a:extLst>
              <a:ext uri="{FF2B5EF4-FFF2-40B4-BE49-F238E27FC236}">
                <a16:creationId xmlns:a16="http://schemas.microsoft.com/office/drawing/2014/main" id="{122AF2CE-415D-0FD5-153F-B2941238B327}"/>
              </a:ext>
            </a:extLst>
          </p:cNvPr>
          <p:cNvSpPr txBox="1">
            <a:spLocks/>
          </p:cNvSpPr>
          <p:nvPr/>
        </p:nvSpPr>
        <p:spPr>
          <a:xfrm>
            <a:off x="627825" y="2830204"/>
            <a:ext cx="3791719" cy="2173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46050" indent="0">
              <a:buNone/>
            </a:pPr>
            <a:r>
              <a:rPr lang="en-GB" sz="1200" b="1">
                <a:solidFill>
                  <a:srgbClr val="B85741"/>
                </a:solidFill>
              </a:rPr>
              <a:t>Direct Investment Risks in Developing Countries:</a:t>
            </a:r>
          </a:p>
          <a:p>
            <a:pPr marL="457200" indent="-304800">
              <a:spcBef>
                <a:spcPts val="1200"/>
              </a:spcBef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-GB" sz="1200">
                <a:solidFill>
                  <a:srgbClr val="002F4A"/>
                </a:solidFill>
              </a:rPr>
              <a:t>Concerns about financial stability and reliability of repayments.</a:t>
            </a:r>
          </a:p>
          <a:p>
            <a:pPr marL="457200" indent="-304800"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-GB" sz="1200">
                <a:solidFill>
                  <a:srgbClr val="002F4A"/>
                </a:solidFill>
              </a:rPr>
              <a:t>Currency depreciation and foreign exchange risks.</a:t>
            </a:r>
          </a:p>
          <a:p>
            <a:pPr marL="457200" indent="-304800"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-GB" sz="1200">
                <a:solidFill>
                  <a:srgbClr val="002F4A"/>
                </a:solidFill>
              </a:rPr>
              <a:t>Institutional capacity gaps and technical limitations.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F8EC68-4424-C4F8-CEBF-7671BE0EC8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8782" y="3951791"/>
            <a:ext cx="5825218" cy="794828"/>
          </a:xfrm>
        </p:spPr>
        <p:txBody>
          <a:bodyPr>
            <a:normAutofit fontScale="77500" lnSpcReduction="20000"/>
          </a:bodyPr>
          <a:lstStyle/>
          <a:p>
            <a:r>
              <a:rPr lang="en-GB"/>
              <a:t>Sustainability-Linked Bonds</a:t>
            </a:r>
          </a:p>
          <a:p>
            <a:pPr lvl="0"/>
            <a:r>
              <a:rPr lang="en-GB"/>
              <a:t>Basic Concept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9CD31BF-8970-BF63-5029-FB28C6BD8512}"/>
              </a:ext>
            </a:extLst>
          </p:cNvPr>
          <p:cNvSpPr/>
          <p:nvPr/>
        </p:nvSpPr>
        <p:spPr>
          <a:xfrm>
            <a:off x="4762030" y="1365228"/>
            <a:ext cx="4204170" cy="36118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1"/>
          </p:nvPr>
        </p:nvSpPr>
        <p:spPr>
          <a:xfrm>
            <a:off x="293300" y="554416"/>
            <a:ext cx="8557402" cy="481076"/>
          </a:xfr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r>
              <a:rPr lang="en"/>
              <a:t>Basic Concept</a:t>
            </a:r>
            <a:endParaRPr lang="en-GB"/>
          </a:p>
        </p:txBody>
      </p:sp>
      <p:sp>
        <p:nvSpPr>
          <p:cNvPr id="160" name="Google Shape;160;p21"/>
          <p:cNvSpPr txBox="1">
            <a:spLocks noGrp="1"/>
          </p:cNvSpPr>
          <p:nvPr>
            <p:ph type="body" idx="4294967295"/>
          </p:nvPr>
        </p:nvSpPr>
        <p:spPr>
          <a:xfrm>
            <a:off x="152365" y="1480949"/>
            <a:ext cx="4419636" cy="30344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60000"/>
              </a:lnSpc>
              <a:buClr>
                <a:srgbClr val="666666"/>
              </a:buClr>
            </a:pPr>
            <a:r>
              <a:rPr lang="en-US" sz="1400" b="1">
                <a:solidFill>
                  <a:srgbClr val="B85741"/>
                </a:solidFill>
              </a:rPr>
              <a:t>As a country achieves sustainability-related KPIs:</a:t>
            </a:r>
          </a:p>
          <a:p>
            <a:pPr lvl="1">
              <a:lnSpc>
                <a:spcPct val="160000"/>
              </a:lnSpc>
              <a:buClr>
                <a:srgbClr val="666666"/>
              </a:buClr>
            </a:pPr>
            <a:r>
              <a:rPr lang="en-US" sz="1400">
                <a:solidFill>
                  <a:srgbClr val="002F4A"/>
                </a:solidFill>
              </a:rPr>
              <a:t>Coupon payments on sovereign-issued SLBs are reduced and investors receive lower coupons (step-down mechanism). </a:t>
            </a:r>
          </a:p>
          <a:p>
            <a:pPr lvl="1">
              <a:lnSpc>
                <a:spcPct val="160000"/>
              </a:lnSpc>
              <a:buClr>
                <a:srgbClr val="666666"/>
              </a:buClr>
            </a:pPr>
            <a:endParaRPr lang="en-US" sz="1200">
              <a:solidFill>
                <a:srgbClr val="002F4A"/>
              </a:solidFill>
            </a:endParaRPr>
          </a:p>
          <a:p>
            <a:pPr>
              <a:lnSpc>
                <a:spcPct val="160000"/>
              </a:lnSpc>
              <a:buClr>
                <a:srgbClr val="666666"/>
              </a:buClr>
            </a:pPr>
            <a:r>
              <a:rPr lang="en-US" sz="1400" b="1">
                <a:solidFill>
                  <a:srgbClr val="B85741"/>
                </a:solidFill>
              </a:rPr>
              <a:t>Conversely, if KPIs are not achieved: </a:t>
            </a:r>
          </a:p>
          <a:p>
            <a:pPr lvl="1">
              <a:lnSpc>
                <a:spcPct val="160000"/>
              </a:lnSpc>
              <a:buClr>
                <a:srgbClr val="666666"/>
              </a:buClr>
              <a:buSzPts val="1300"/>
            </a:pPr>
            <a:r>
              <a:rPr lang="en-US" sz="1400">
                <a:solidFill>
                  <a:srgbClr val="002F4A"/>
                </a:solidFill>
              </a:rPr>
              <a:t>Sovereign pays higher coupon payments (step-up mechanism). </a:t>
            </a:r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4294967295"/>
          </p:nvPr>
        </p:nvSpPr>
        <p:spPr>
          <a:xfrm>
            <a:off x="6934284" y="4087111"/>
            <a:ext cx="1909762" cy="9810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indent="0" algn="ctr">
              <a:spcAft>
                <a:spcPts val="1200"/>
              </a:spcAft>
              <a:buNone/>
            </a:pPr>
            <a:r>
              <a:rPr lang="en" sz="1000" b="1">
                <a:solidFill>
                  <a:srgbClr val="B85741"/>
                </a:solidFill>
              </a:rPr>
              <a:t>Stands to receive a higher payment rate if the country deviates from public good provision</a:t>
            </a:r>
          </a:p>
        </p:txBody>
      </p:sp>
      <p:grpSp>
        <p:nvGrpSpPr>
          <p:cNvPr id="161" name="Google Shape;161;p21"/>
          <p:cNvGrpSpPr/>
          <p:nvPr/>
        </p:nvGrpSpPr>
        <p:grpSpPr>
          <a:xfrm>
            <a:off x="5181716" y="2322168"/>
            <a:ext cx="1574517" cy="2399700"/>
            <a:chOff x="2744034" y="1146343"/>
            <a:chExt cx="1827900" cy="2399700"/>
          </a:xfrm>
        </p:grpSpPr>
        <p:sp>
          <p:nvSpPr>
            <p:cNvPr id="162" name="Google Shape;162;p21"/>
            <p:cNvSpPr/>
            <p:nvPr/>
          </p:nvSpPr>
          <p:spPr>
            <a:xfrm rot="-5400000">
              <a:off x="2458134" y="1432243"/>
              <a:ext cx="2399700" cy="1827900"/>
            </a:xfrm>
            <a:prstGeom prst="rightArrowCallout">
              <a:avLst>
                <a:gd name="adj1" fmla="val 9283"/>
                <a:gd name="adj2" fmla="val 13570"/>
                <a:gd name="adj3" fmla="val 16082"/>
                <a:gd name="adj4" fmla="val 81236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1"/>
            <p:cNvSpPr/>
            <p:nvPr/>
          </p:nvSpPr>
          <p:spPr>
            <a:xfrm flipH="1">
              <a:off x="2832600" y="1686400"/>
              <a:ext cx="1649400" cy="1769700"/>
            </a:xfrm>
            <a:prstGeom prst="snip1Rect">
              <a:avLst>
                <a:gd name="adj" fmla="val 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1"/>
            <p:cNvSpPr txBox="1"/>
            <p:nvPr/>
          </p:nvSpPr>
          <p:spPr>
            <a:xfrm>
              <a:off x="2907484" y="1740797"/>
              <a:ext cx="1510200" cy="1605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The sovereign receives an infusion of private investment, earmarked for climate financing and achieving its NDCs.</a:t>
              </a:r>
              <a:endParaRPr sz="105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endParaRPr sz="800">
                <a:solidFill>
                  <a:srgbClr val="FFFFFF"/>
                </a:solidFill>
              </a:endParaRPr>
            </a:p>
          </p:txBody>
        </p:sp>
      </p:grpSp>
      <p:grpSp>
        <p:nvGrpSpPr>
          <p:cNvPr id="167" name="Google Shape;167;p21"/>
          <p:cNvGrpSpPr/>
          <p:nvPr/>
        </p:nvGrpSpPr>
        <p:grpSpPr>
          <a:xfrm>
            <a:off x="7070719" y="1597469"/>
            <a:ext cx="1574518" cy="2399700"/>
            <a:chOff x="4572085" y="1597469"/>
            <a:chExt cx="1827900" cy="2399700"/>
          </a:xfrm>
        </p:grpSpPr>
        <p:sp>
          <p:nvSpPr>
            <p:cNvPr id="168" name="Google Shape;168;p21"/>
            <p:cNvSpPr/>
            <p:nvPr/>
          </p:nvSpPr>
          <p:spPr>
            <a:xfrm rot="5400000">
              <a:off x="4286185" y="1883369"/>
              <a:ext cx="2399700" cy="1827900"/>
            </a:xfrm>
            <a:prstGeom prst="rightArrowCallout">
              <a:avLst>
                <a:gd name="adj1" fmla="val 9283"/>
                <a:gd name="adj2" fmla="val 13570"/>
                <a:gd name="adj3" fmla="val 16082"/>
                <a:gd name="adj4" fmla="val 81236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1"/>
            <p:cNvSpPr txBox="1"/>
            <p:nvPr/>
          </p:nvSpPr>
          <p:spPr>
            <a:xfrm>
              <a:off x="4794525" y="1904895"/>
              <a:ext cx="1383000" cy="1476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Investor contributes to the financing of clean infrastructure and a green economy</a:t>
              </a:r>
              <a:endParaRPr sz="800">
                <a:solidFill>
                  <a:srgbClr val="FFFFFF"/>
                </a:solidFill>
              </a:endParaRPr>
            </a:p>
          </p:txBody>
        </p:sp>
        <p:sp>
          <p:nvSpPr>
            <p:cNvPr id="170" name="Google Shape;170;p21"/>
            <p:cNvSpPr/>
            <p:nvPr/>
          </p:nvSpPr>
          <p:spPr>
            <a:xfrm rot="10800000" flipH="1">
              <a:off x="4662018" y="1687411"/>
              <a:ext cx="1649400" cy="1769700"/>
            </a:xfrm>
            <a:prstGeom prst="snip1Rect">
              <a:avLst>
                <a:gd name="adj" fmla="val 0"/>
              </a:avLst>
            </a:prstGeom>
            <a:solidFill>
              <a:srgbClr val="A72A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" name="Google Shape;171;p21"/>
          <p:cNvSpPr txBox="1"/>
          <p:nvPr/>
        </p:nvSpPr>
        <p:spPr>
          <a:xfrm>
            <a:off x="7156725" y="1709695"/>
            <a:ext cx="1383000" cy="1476000"/>
          </a:xfrm>
          <a:prstGeom prst="rect">
            <a:avLst/>
          </a:prstGeom>
          <a:solidFill>
            <a:srgbClr val="A72A1E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investor actively contributes to sustainability objectives and experiences a variable return on investment.</a:t>
            </a:r>
            <a:endParaRPr sz="105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800">
              <a:solidFill>
                <a:srgbClr val="FFFFFF"/>
              </a:solidFill>
            </a:endParaRPr>
          </a:p>
        </p:txBody>
      </p:sp>
      <p:sp>
        <p:nvSpPr>
          <p:cNvPr id="4" name="Google Shape;166;p21">
            <a:extLst>
              <a:ext uri="{FF2B5EF4-FFF2-40B4-BE49-F238E27FC236}">
                <a16:creationId xmlns:a16="http://schemas.microsoft.com/office/drawing/2014/main" id="{5DE2F404-98BE-F399-1AB6-176BAB6120B0}"/>
              </a:ext>
            </a:extLst>
          </p:cNvPr>
          <p:cNvSpPr txBox="1">
            <a:spLocks/>
          </p:cNvSpPr>
          <p:nvPr/>
        </p:nvSpPr>
        <p:spPr>
          <a:xfrm>
            <a:off x="5098169" y="1466620"/>
            <a:ext cx="1673348" cy="981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spcAft>
                <a:spcPts val="1200"/>
              </a:spcAft>
              <a:buSzPct val="57291"/>
              <a:buNone/>
            </a:pPr>
            <a:r>
              <a:rPr lang="en-GB" sz="1000" b="1">
                <a:solidFill>
                  <a:srgbClr val="002F4A"/>
                </a:solidFill>
              </a:rPr>
              <a:t>Contributes to global public good and concurrently lowers interest rate on debt</a:t>
            </a:r>
            <a:endParaRPr lang="en-GB" sz="300" b="1">
              <a:solidFill>
                <a:srgbClr val="002F4A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776491C7-CA12-95ED-C6DD-04FF5AEC3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>
            <a:extLst>
              <a:ext uri="{FF2B5EF4-FFF2-40B4-BE49-F238E27FC236}">
                <a16:creationId xmlns:a16="http://schemas.microsoft.com/office/drawing/2014/main" id="{BE80F45C-4E02-E087-C08A-F4FFC682A50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93300" y="554416"/>
            <a:ext cx="8557402" cy="481076"/>
          </a:xfr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r>
              <a:rPr lang="en"/>
              <a:t>Basic Concept</a:t>
            </a:r>
            <a:endParaRPr lang="en-GB"/>
          </a:p>
        </p:txBody>
      </p:sp>
      <p:sp>
        <p:nvSpPr>
          <p:cNvPr id="160" name="Google Shape;160;p21">
            <a:extLst>
              <a:ext uri="{FF2B5EF4-FFF2-40B4-BE49-F238E27FC236}">
                <a16:creationId xmlns:a16="http://schemas.microsoft.com/office/drawing/2014/main" id="{ACCC6BE3-957B-8FAF-2F72-8A479262EBA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1228725"/>
            <a:ext cx="8408988" cy="37782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Clr>
                <a:srgbClr val="666666"/>
              </a:buClr>
            </a:pPr>
            <a:r>
              <a:rPr lang="en-US" sz="1400" b="1">
                <a:solidFill>
                  <a:srgbClr val="B85741"/>
                </a:solidFill>
              </a:rPr>
              <a:t>Investor Perspective: </a:t>
            </a:r>
          </a:p>
          <a:p>
            <a:pPr lvl="1">
              <a:lnSpc>
                <a:spcPct val="150000"/>
              </a:lnSpc>
              <a:buClr>
                <a:srgbClr val="666666"/>
              </a:buClr>
            </a:pPr>
            <a:r>
              <a:rPr lang="en-GB" sz="1200" b="0" i="0" u="none" strike="noStrike">
                <a:solidFill>
                  <a:srgbClr val="002F4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SLBs allow companies to meet ESG goals without imposing a financial burden on unwilling shareholders.</a:t>
            </a:r>
            <a:endParaRPr lang="en-US" sz="1200">
              <a:solidFill>
                <a:srgbClr val="002F4A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>
              <a:lnSpc>
                <a:spcPct val="150000"/>
              </a:lnSpc>
              <a:buClr>
                <a:srgbClr val="666666"/>
              </a:buClr>
            </a:pPr>
            <a:r>
              <a:rPr lang="en-US" sz="1200">
                <a:solidFill>
                  <a:srgbClr val="002F4A"/>
                </a:solidFill>
              </a:rPr>
              <a:t>Research shows investors are willing to accept a 4-7bps lower yield when bonds are linked to sustainability objectives (</a:t>
            </a:r>
            <a:r>
              <a:rPr lang="en-US" sz="1200" err="1">
                <a:solidFill>
                  <a:srgbClr val="002F4A"/>
                </a:solidFill>
              </a:rPr>
              <a:t>Feldhütter</a:t>
            </a:r>
            <a:r>
              <a:rPr lang="en-US" sz="1200">
                <a:solidFill>
                  <a:srgbClr val="002F4A"/>
                </a:solidFill>
              </a:rPr>
              <a:t> et al., 2023).</a:t>
            </a:r>
          </a:p>
          <a:p>
            <a:pPr lvl="1">
              <a:lnSpc>
                <a:spcPct val="150000"/>
              </a:lnSpc>
              <a:buClr>
                <a:srgbClr val="666666"/>
              </a:buClr>
            </a:pPr>
            <a:r>
              <a:rPr lang="en-US" sz="1200">
                <a:solidFill>
                  <a:srgbClr val="002F4A"/>
                </a:solidFill>
              </a:rPr>
              <a:t>Investors desire external bodies which provide frameworks for data publication, credibility, and serve as external verifiers of selected KPIs to enhance market comfort and reduce risks (</a:t>
            </a:r>
            <a:r>
              <a:rPr lang="en-US" sz="1200" err="1">
                <a:solidFill>
                  <a:srgbClr val="002F4A"/>
                </a:solidFill>
              </a:rPr>
              <a:t>Giráldez</a:t>
            </a:r>
            <a:r>
              <a:rPr lang="en-US" sz="1200">
                <a:solidFill>
                  <a:srgbClr val="002F4A"/>
                </a:solidFill>
              </a:rPr>
              <a:t> &amp; Fontana, 2022).</a:t>
            </a:r>
          </a:p>
          <a:p>
            <a:pPr marL="615950" lvl="1" indent="0">
              <a:lnSpc>
                <a:spcPct val="150000"/>
              </a:lnSpc>
              <a:buClr>
                <a:srgbClr val="666666"/>
              </a:buClr>
              <a:buNone/>
            </a:pPr>
            <a:endParaRPr lang="en-US" sz="1200">
              <a:solidFill>
                <a:srgbClr val="002F4A"/>
              </a:solidFill>
            </a:endParaRPr>
          </a:p>
          <a:p>
            <a:pPr>
              <a:lnSpc>
                <a:spcPct val="150000"/>
              </a:lnSpc>
              <a:buClr>
                <a:srgbClr val="666666"/>
              </a:buClr>
            </a:pPr>
            <a:r>
              <a:rPr lang="en-US" sz="1400" b="1">
                <a:solidFill>
                  <a:srgbClr val="B85741"/>
                </a:solidFill>
              </a:rPr>
              <a:t>Sovereign Perspective:</a:t>
            </a:r>
          </a:p>
          <a:p>
            <a:pPr lvl="1">
              <a:lnSpc>
                <a:spcPct val="150000"/>
              </a:lnSpc>
              <a:buClr>
                <a:srgbClr val="666666"/>
              </a:buClr>
            </a:pPr>
            <a:r>
              <a:rPr lang="en-US" sz="1200">
                <a:solidFill>
                  <a:srgbClr val="002F4A"/>
                </a:solidFill>
              </a:rPr>
              <a:t>Sovereigns, responding to broader constituencies, have a unique opportunity with SLBs to make firm commitments to the Paris Agreements (</a:t>
            </a:r>
            <a:r>
              <a:rPr lang="en-US" sz="1200" err="1">
                <a:solidFill>
                  <a:srgbClr val="002F4A"/>
                </a:solidFill>
              </a:rPr>
              <a:t>Giráldez</a:t>
            </a:r>
            <a:r>
              <a:rPr lang="en-US" sz="1200">
                <a:solidFill>
                  <a:srgbClr val="002F4A"/>
                </a:solidFill>
              </a:rPr>
              <a:t> &amp; Fontana, 2022).</a:t>
            </a:r>
          </a:p>
          <a:p>
            <a:pPr lvl="1">
              <a:lnSpc>
                <a:spcPct val="150000"/>
              </a:lnSpc>
              <a:buClr>
                <a:srgbClr val="666666"/>
              </a:buClr>
            </a:pPr>
            <a:r>
              <a:rPr lang="en-US" sz="1200">
                <a:solidFill>
                  <a:srgbClr val="002F4A"/>
                </a:solidFill>
              </a:rPr>
              <a:t>Risks of unknown events impacting KPI achievement necessitate a source of risk mitigation (</a:t>
            </a:r>
            <a:r>
              <a:rPr lang="en-US" sz="1200" err="1">
                <a:solidFill>
                  <a:srgbClr val="002F4A"/>
                </a:solidFill>
              </a:rPr>
              <a:t>Giráldez</a:t>
            </a:r>
            <a:r>
              <a:rPr lang="en-US" sz="1200">
                <a:solidFill>
                  <a:srgbClr val="002F4A"/>
                </a:solidFill>
              </a:rPr>
              <a:t> &amp; Fontana, 2022).</a:t>
            </a:r>
          </a:p>
          <a:p>
            <a:pPr lvl="1">
              <a:lnSpc>
                <a:spcPct val="160000"/>
              </a:lnSpc>
              <a:buClr>
                <a:srgbClr val="666666"/>
              </a:buClr>
            </a:pPr>
            <a:endParaRPr lang="en-US" sz="1200" b="1">
              <a:solidFill>
                <a:srgbClr val="002F4A"/>
              </a:solidFill>
            </a:endParaRPr>
          </a:p>
          <a:p>
            <a:pPr>
              <a:lnSpc>
                <a:spcPct val="160000"/>
              </a:lnSpc>
              <a:buClr>
                <a:srgbClr val="666666"/>
              </a:buClr>
            </a:pPr>
            <a:endParaRPr lang="en-US">
              <a:solidFill>
                <a:srgbClr val="002F4A"/>
              </a:solidFill>
            </a:endParaRPr>
          </a:p>
          <a:p>
            <a:pPr lvl="1">
              <a:lnSpc>
                <a:spcPct val="114999"/>
              </a:lnSpc>
              <a:buClr>
                <a:srgbClr val="666666"/>
              </a:buClr>
            </a:pPr>
            <a:endParaRPr lang="en-US" sz="1400">
              <a:solidFill>
                <a:srgbClr val="002F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7362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9BBAE33D-55AF-E332-1C63-082DB6510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C94426B-FB6C-2CD6-3245-EE59659F488A}"/>
              </a:ext>
            </a:extLst>
          </p:cNvPr>
          <p:cNvSpPr/>
          <p:nvPr/>
        </p:nvSpPr>
        <p:spPr>
          <a:xfrm>
            <a:off x="4658999" y="1361777"/>
            <a:ext cx="4332839" cy="36118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Google Shape;194;p23">
            <a:extLst>
              <a:ext uri="{FF2B5EF4-FFF2-40B4-BE49-F238E27FC236}">
                <a16:creationId xmlns:a16="http://schemas.microsoft.com/office/drawing/2014/main" id="{835DBB40-B165-A563-4ED6-385DF04352D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93300" y="554416"/>
            <a:ext cx="8557402" cy="481076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1900"/>
              <a:t>Enel Group SLB Example (step-up)</a:t>
            </a:r>
          </a:p>
        </p:txBody>
      </p:sp>
      <p:sp>
        <p:nvSpPr>
          <p:cNvPr id="195" name="Google Shape;195;p23">
            <a:extLst>
              <a:ext uri="{FF2B5EF4-FFF2-40B4-BE49-F238E27FC236}">
                <a16:creationId xmlns:a16="http://schemas.microsoft.com/office/drawing/2014/main" id="{2951B2EF-F67F-E103-64F3-AE90B4E5172C}"/>
              </a:ext>
            </a:extLst>
          </p:cNvPr>
          <p:cNvSpPr/>
          <p:nvPr/>
        </p:nvSpPr>
        <p:spPr>
          <a:xfrm>
            <a:off x="4814425" y="1962900"/>
            <a:ext cx="1521600" cy="12276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KPI Target Performance 2027 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23">
            <a:extLst>
              <a:ext uri="{FF2B5EF4-FFF2-40B4-BE49-F238E27FC236}">
                <a16:creationId xmlns:a16="http://schemas.microsoft.com/office/drawing/2014/main" id="{92361A00-A8CE-6F18-0A12-6B407F0A0EF8}"/>
              </a:ext>
            </a:extLst>
          </p:cNvPr>
          <p:cNvSpPr/>
          <p:nvPr/>
        </p:nvSpPr>
        <p:spPr>
          <a:xfrm rot="710568">
            <a:off x="6402508" y="2895981"/>
            <a:ext cx="1119734" cy="17933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23">
            <a:extLst>
              <a:ext uri="{FF2B5EF4-FFF2-40B4-BE49-F238E27FC236}">
                <a16:creationId xmlns:a16="http://schemas.microsoft.com/office/drawing/2014/main" id="{E9BCAB5D-1FAE-6B81-FCD1-062104AFDBF3}"/>
              </a:ext>
            </a:extLst>
          </p:cNvPr>
          <p:cNvSpPr txBox="1"/>
          <p:nvPr/>
        </p:nvSpPr>
        <p:spPr>
          <a:xfrm rot="674456">
            <a:off x="6391495" y="2642289"/>
            <a:ext cx="1514351" cy="267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Fail to deliver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23">
            <a:extLst>
              <a:ext uri="{FF2B5EF4-FFF2-40B4-BE49-F238E27FC236}">
                <a16:creationId xmlns:a16="http://schemas.microsoft.com/office/drawing/2014/main" id="{0CF39848-7548-E4AD-17D7-1CBB93059C8E}"/>
              </a:ext>
            </a:extLst>
          </p:cNvPr>
          <p:cNvSpPr/>
          <p:nvPr/>
        </p:nvSpPr>
        <p:spPr>
          <a:xfrm>
            <a:off x="7588725" y="2754575"/>
            <a:ext cx="1287300" cy="853200"/>
          </a:xfrm>
          <a:prstGeom prst="rect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Interest rate rises 25bps p.a. until bond maturity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23">
            <a:extLst>
              <a:ext uri="{FF2B5EF4-FFF2-40B4-BE49-F238E27FC236}">
                <a16:creationId xmlns:a16="http://schemas.microsoft.com/office/drawing/2014/main" id="{319DC4E2-C5FE-BFAD-6DE7-AF16711C6511}"/>
              </a:ext>
            </a:extLst>
          </p:cNvPr>
          <p:cNvSpPr/>
          <p:nvPr/>
        </p:nvSpPr>
        <p:spPr>
          <a:xfrm rot="-899608">
            <a:off x="6387292" y="2100083"/>
            <a:ext cx="1106262" cy="179449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23">
            <a:extLst>
              <a:ext uri="{FF2B5EF4-FFF2-40B4-BE49-F238E27FC236}">
                <a16:creationId xmlns:a16="http://schemas.microsoft.com/office/drawing/2014/main" id="{A7A9EAA5-BF0D-E6A8-9CE1-572DDAD53416}"/>
              </a:ext>
            </a:extLst>
          </p:cNvPr>
          <p:cNvSpPr/>
          <p:nvPr/>
        </p:nvSpPr>
        <p:spPr>
          <a:xfrm>
            <a:off x="7621225" y="1755263"/>
            <a:ext cx="1287300" cy="576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Interest rate stays at 1% p.a.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23">
            <a:extLst>
              <a:ext uri="{FF2B5EF4-FFF2-40B4-BE49-F238E27FC236}">
                <a16:creationId xmlns:a16="http://schemas.microsoft.com/office/drawing/2014/main" id="{870284F4-CAB7-BE19-A784-D5602F8B87FE}"/>
              </a:ext>
            </a:extLst>
          </p:cNvPr>
          <p:cNvSpPr txBox="1"/>
          <p:nvPr/>
        </p:nvSpPr>
        <p:spPr>
          <a:xfrm rot="-874765">
            <a:off x="6483071" y="1860564"/>
            <a:ext cx="767514" cy="18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Achieve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23">
            <a:extLst>
              <a:ext uri="{FF2B5EF4-FFF2-40B4-BE49-F238E27FC236}">
                <a16:creationId xmlns:a16="http://schemas.microsoft.com/office/drawing/2014/main" id="{AA4C8280-DFCF-A5A9-10AF-E007FCE1654C}"/>
              </a:ext>
            </a:extLst>
          </p:cNvPr>
          <p:cNvSpPr txBox="1"/>
          <p:nvPr/>
        </p:nvSpPr>
        <p:spPr>
          <a:xfrm>
            <a:off x="4916384" y="3865091"/>
            <a:ext cx="3764478" cy="896384"/>
          </a:xfrm>
          <a:prstGeom prst="rect">
            <a:avLst/>
          </a:prstGeom>
          <a:solidFill>
            <a:srgbClr val="B8574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Enel are </a:t>
            </a:r>
            <a:r>
              <a:rPr lang="en" sz="1100" b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off-track</a:t>
            </a:r>
            <a:r>
              <a:rPr lang="en" sz="110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to achieve their KPI targets (AFII, 2023), but the subsequent step-up penalty is likely to have little impact on the company’s overall financial health (Ritchie, 2023). </a:t>
            </a:r>
            <a:endParaRPr sz="110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194;p23">
            <a:extLst>
              <a:ext uri="{FF2B5EF4-FFF2-40B4-BE49-F238E27FC236}">
                <a16:creationId xmlns:a16="http://schemas.microsoft.com/office/drawing/2014/main" id="{6AD41387-31A5-7386-5094-9C8427939A0B}"/>
              </a:ext>
            </a:extLst>
          </p:cNvPr>
          <p:cNvSpPr txBox="1">
            <a:spLocks/>
          </p:cNvSpPr>
          <p:nvPr/>
        </p:nvSpPr>
        <p:spPr>
          <a:xfrm>
            <a:off x="323906" y="1471194"/>
            <a:ext cx="4159620" cy="3443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None/>
              <a:defRPr sz="2100" b="0" i="0" u="none" strike="noStrike" cap="none">
                <a:solidFill>
                  <a:schemeClr val="bg1"/>
                </a:solidFill>
                <a:latin typeface="Merriweather" pitchFamily="2" charset="77"/>
                <a:ea typeface="Roboto"/>
                <a:cs typeface="Roboto"/>
                <a:sym typeface="Roboto"/>
              </a:defRPr>
            </a:lvl1pPr>
            <a:lvl2pPr marL="342900" marR="0" lvl="1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5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685800" marR="0" lvl="2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35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028700" marR="0" lvl="3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1371600" marR="0" lvl="4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1714500" marR="0" lvl="5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2057400" marR="0" lvl="6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2400300" marR="0" lvl="7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2743200" marR="0" lvl="8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GB" sz="130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Enel is a key issuer of SLBs, amounting to a substantial value of $10.8 billion.</a:t>
            </a:r>
          </a:p>
          <a:p>
            <a:pPr>
              <a:spcBef>
                <a:spcPts val="1200"/>
              </a:spcBef>
            </a:pPr>
            <a:r>
              <a:rPr lang="en-GB" sz="130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Verified by a second party as relevant and ambitious, the bond is linked to the following KPI target:</a:t>
            </a:r>
          </a:p>
          <a:p>
            <a:pPr marL="457200" indent="-298450">
              <a:spcBef>
                <a:spcPts val="1200"/>
              </a:spcBef>
              <a:buClr>
                <a:srgbClr val="000000"/>
              </a:buClr>
              <a:buSzPts val="1100"/>
              <a:buFont typeface="Roboto"/>
              <a:buAutoNum type="arabicPeriod"/>
            </a:pPr>
            <a:r>
              <a:rPr lang="en-GB" sz="130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 reduce direct greenhouse gas emissions by 64% by 2023, 80% by 2030, and completely by 2050 – against a 2017 base level. </a:t>
            </a:r>
          </a:p>
          <a:p>
            <a:pPr marL="914400" lvl="1" indent="-298450" algn="l">
              <a:buClr>
                <a:srgbClr val="000000"/>
              </a:buClr>
              <a:buFont typeface="Roboto"/>
              <a:buAutoNum type="alphaLcPeriod"/>
            </a:pPr>
            <a:r>
              <a:rPr lang="en-GB" sz="120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 reach 60% of renewable installed capacity by 2022 compared to its baseline level in 2019.</a:t>
            </a:r>
          </a:p>
          <a:p>
            <a:pPr marL="914400" lvl="1" indent="-298450" algn="l">
              <a:buClr>
                <a:srgbClr val="000000"/>
              </a:buClr>
              <a:buFont typeface="Roboto"/>
              <a:buAutoNum type="alphaLcPeriod"/>
            </a:pPr>
            <a:r>
              <a:rPr lang="en-GB" sz="120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 reach 65% of renewable installed capacity by 2023 compared to its baseline level in 2019. 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03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>
          <a:extLst>
            <a:ext uri="{FF2B5EF4-FFF2-40B4-BE49-F238E27FC236}">
              <a16:creationId xmlns:a16="http://schemas.microsoft.com/office/drawing/2014/main" id="{EF383659-2436-8A41-1585-CD625DA59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F3F03-A1E7-7DEC-334A-4E43DADE4738}"/>
              </a:ext>
            </a:extLst>
          </p:cNvPr>
          <p:cNvSpPr/>
          <p:nvPr/>
        </p:nvSpPr>
        <p:spPr>
          <a:xfrm>
            <a:off x="4658999" y="1361777"/>
            <a:ext cx="4332839" cy="36118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Google Shape;177;p22">
            <a:extLst>
              <a:ext uri="{FF2B5EF4-FFF2-40B4-BE49-F238E27FC236}">
                <a16:creationId xmlns:a16="http://schemas.microsoft.com/office/drawing/2014/main" id="{E7BC11EF-F3DA-014B-AA2D-AF469B56BB1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Uruguay SLB Example (step-up or down)</a:t>
            </a:r>
            <a:endParaRPr lang="en-GB" sz="1900">
              <a:solidFill>
                <a:srgbClr val="000000"/>
              </a:solidFill>
            </a:endParaRPr>
          </a:p>
        </p:txBody>
      </p:sp>
      <p:sp>
        <p:nvSpPr>
          <p:cNvPr id="185" name="Google Shape;185;p22">
            <a:extLst>
              <a:ext uri="{FF2B5EF4-FFF2-40B4-BE49-F238E27FC236}">
                <a16:creationId xmlns:a16="http://schemas.microsoft.com/office/drawing/2014/main" id="{F1CCD14D-0086-35BE-1E25-5B24FD4B89F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200675" y="4019639"/>
            <a:ext cx="3313933" cy="786199"/>
          </a:xfrm>
          <a:prstGeom prst="rect">
            <a:avLst/>
          </a:prstGeom>
          <a:solidFill>
            <a:srgbClr val="B8574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bg1"/>
                </a:solidFill>
              </a:rPr>
              <a:t>Uruguay's SSLB 2023 Annual Report show they are currently 9 percentage points short of achieving KPI 1.1 and </a:t>
            </a:r>
            <a:r>
              <a:rPr lang="en" sz="1100" b="1">
                <a:solidFill>
                  <a:schemeClr val="bg1"/>
                </a:solidFill>
              </a:rPr>
              <a:t>on track </a:t>
            </a:r>
            <a:r>
              <a:rPr lang="en" sz="1100">
                <a:solidFill>
                  <a:schemeClr val="bg1"/>
                </a:solidFill>
              </a:rPr>
              <a:t>to achieve KPI 2.1.</a:t>
            </a:r>
            <a:endParaRPr sz="1100">
              <a:solidFill>
                <a:schemeClr val="bg1"/>
              </a:solidFill>
            </a:endParaRPr>
          </a:p>
        </p:txBody>
      </p:sp>
      <p:sp>
        <p:nvSpPr>
          <p:cNvPr id="178" name="Google Shape;178;p22">
            <a:extLst>
              <a:ext uri="{FF2B5EF4-FFF2-40B4-BE49-F238E27FC236}">
                <a16:creationId xmlns:a16="http://schemas.microsoft.com/office/drawing/2014/main" id="{E5D8CF36-2DAD-7F97-E7D8-99B51A31523A}"/>
              </a:ext>
            </a:extLst>
          </p:cNvPr>
          <p:cNvSpPr/>
          <p:nvPr/>
        </p:nvSpPr>
        <p:spPr>
          <a:xfrm>
            <a:off x="4738225" y="1984508"/>
            <a:ext cx="1521600" cy="12276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KPI Target Performance 2025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22">
            <a:extLst>
              <a:ext uri="{FF2B5EF4-FFF2-40B4-BE49-F238E27FC236}">
                <a16:creationId xmlns:a16="http://schemas.microsoft.com/office/drawing/2014/main" id="{38295AE4-F12E-1394-4C16-2685DE928935}"/>
              </a:ext>
            </a:extLst>
          </p:cNvPr>
          <p:cNvSpPr/>
          <p:nvPr/>
        </p:nvSpPr>
        <p:spPr>
          <a:xfrm rot="-897566">
            <a:off x="6301526" y="1971305"/>
            <a:ext cx="1106397" cy="179449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22">
            <a:extLst>
              <a:ext uri="{FF2B5EF4-FFF2-40B4-BE49-F238E27FC236}">
                <a16:creationId xmlns:a16="http://schemas.microsoft.com/office/drawing/2014/main" id="{3CFF6E8F-9B15-4E5D-20EB-CE0B9979488B}"/>
              </a:ext>
            </a:extLst>
          </p:cNvPr>
          <p:cNvSpPr/>
          <p:nvPr/>
        </p:nvSpPr>
        <p:spPr>
          <a:xfrm>
            <a:off x="7468825" y="1597308"/>
            <a:ext cx="1287300" cy="576600"/>
          </a:xfrm>
          <a:prstGeom prst="rect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Interest rate drops 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2">
            <a:extLst>
              <a:ext uri="{FF2B5EF4-FFF2-40B4-BE49-F238E27FC236}">
                <a16:creationId xmlns:a16="http://schemas.microsoft.com/office/drawing/2014/main" id="{6BEADD00-67F9-B15C-2D7B-8F7ED913A5A4}"/>
              </a:ext>
            </a:extLst>
          </p:cNvPr>
          <p:cNvSpPr txBox="1"/>
          <p:nvPr/>
        </p:nvSpPr>
        <p:spPr>
          <a:xfrm rot="-893421">
            <a:off x="6194871" y="1681728"/>
            <a:ext cx="1132428" cy="18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Overperform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22">
            <a:extLst>
              <a:ext uri="{FF2B5EF4-FFF2-40B4-BE49-F238E27FC236}">
                <a16:creationId xmlns:a16="http://schemas.microsoft.com/office/drawing/2014/main" id="{26C0E2AF-CBE5-14DB-9CDF-2F9FC6C6ABEC}"/>
              </a:ext>
            </a:extLst>
          </p:cNvPr>
          <p:cNvSpPr/>
          <p:nvPr/>
        </p:nvSpPr>
        <p:spPr>
          <a:xfrm rot="710568">
            <a:off x="6326308" y="3222389"/>
            <a:ext cx="1119734" cy="17933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2">
            <a:extLst>
              <a:ext uri="{FF2B5EF4-FFF2-40B4-BE49-F238E27FC236}">
                <a16:creationId xmlns:a16="http://schemas.microsoft.com/office/drawing/2014/main" id="{3640130A-C4C2-428B-EED8-7E5B3B513129}"/>
              </a:ext>
            </a:extLst>
          </p:cNvPr>
          <p:cNvSpPr txBox="1"/>
          <p:nvPr/>
        </p:nvSpPr>
        <p:spPr>
          <a:xfrm rot="674456">
            <a:off x="6323401" y="2969495"/>
            <a:ext cx="1514351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Fail to deliver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2">
            <a:extLst>
              <a:ext uri="{FF2B5EF4-FFF2-40B4-BE49-F238E27FC236}">
                <a16:creationId xmlns:a16="http://schemas.microsoft.com/office/drawing/2014/main" id="{D03D50D4-1436-31AD-F74A-22AA7067EB07}"/>
              </a:ext>
            </a:extLst>
          </p:cNvPr>
          <p:cNvSpPr/>
          <p:nvPr/>
        </p:nvSpPr>
        <p:spPr>
          <a:xfrm>
            <a:off x="7512525" y="3126758"/>
            <a:ext cx="1287300" cy="576600"/>
          </a:xfrm>
          <a:prstGeom prst="rect">
            <a:avLst/>
          </a:prstGeom>
          <a:solidFill>
            <a:srgbClr val="B02C20"/>
          </a:solidFill>
          <a:ln w="9525" cap="flat" cmpd="sng">
            <a:solidFill>
              <a:srgbClr val="B02C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Interest rate rises 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22">
            <a:extLst>
              <a:ext uri="{FF2B5EF4-FFF2-40B4-BE49-F238E27FC236}">
                <a16:creationId xmlns:a16="http://schemas.microsoft.com/office/drawing/2014/main" id="{4C5A38A0-8C10-AB2F-5E02-754C4BC1D09D}"/>
              </a:ext>
            </a:extLst>
          </p:cNvPr>
          <p:cNvSpPr/>
          <p:nvPr/>
        </p:nvSpPr>
        <p:spPr>
          <a:xfrm rot="-2796">
            <a:off x="6311126" y="2578870"/>
            <a:ext cx="1106400" cy="179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22">
            <a:extLst>
              <a:ext uri="{FF2B5EF4-FFF2-40B4-BE49-F238E27FC236}">
                <a16:creationId xmlns:a16="http://schemas.microsoft.com/office/drawing/2014/main" id="{22AF265C-69D2-A3AF-55D6-5EE207E07BA1}"/>
              </a:ext>
            </a:extLst>
          </p:cNvPr>
          <p:cNvSpPr/>
          <p:nvPr/>
        </p:nvSpPr>
        <p:spPr>
          <a:xfrm>
            <a:off x="7545025" y="2386471"/>
            <a:ext cx="1287300" cy="576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Interest rate stays static 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22">
            <a:extLst>
              <a:ext uri="{FF2B5EF4-FFF2-40B4-BE49-F238E27FC236}">
                <a16:creationId xmlns:a16="http://schemas.microsoft.com/office/drawing/2014/main" id="{02872B60-6843-5A8F-F4BF-944E7B5C5BAD}"/>
              </a:ext>
            </a:extLst>
          </p:cNvPr>
          <p:cNvSpPr txBox="1"/>
          <p:nvPr/>
        </p:nvSpPr>
        <p:spPr>
          <a:xfrm rot="-2688">
            <a:off x="6453575" y="2352403"/>
            <a:ext cx="767400" cy="1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Achieve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177;p22">
            <a:extLst>
              <a:ext uri="{FF2B5EF4-FFF2-40B4-BE49-F238E27FC236}">
                <a16:creationId xmlns:a16="http://schemas.microsoft.com/office/drawing/2014/main" id="{286B605E-731D-CCA2-00DD-67F883FBA44E}"/>
              </a:ext>
            </a:extLst>
          </p:cNvPr>
          <p:cNvSpPr txBox="1">
            <a:spLocks/>
          </p:cNvSpPr>
          <p:nvPr/>
        </p:nvSpPr>
        <p:spPr>
          <a:xfrm>
            <a:off x="190093" y="1375425"/>
            <a:ext cx="4332839" cy="3785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None/>
              <a:defRPr sz="2100" b="0" i="0" u="none" strike="noStrike" cap="none">
                <a:solidFill>
                  <a:schemeClr val="bg1"/>
                </a:solidFill>
                <a:latin typeface="Merriweather" pitchFamily="2" charset="77"/>
                <a:ea typeface="Roboto"/>
                <a:cs typeface="Roboto"/>
                <a:sym typeface="Roboto"/>
              </a:defRPr>
            </a:lvl1pPr>
            <a:lvl2pPr marL="342900" marR="0" lvl="1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5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685800" marR="0" lvl="2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35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028700" marR="0" lvl="3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1371600" marR="0" lvl="4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1714500" marR="0" lvl="5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2057400" marR="0" lvl="6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2400300" marR="0" lvl="7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2743200" marR="0" lvl="8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GB" sz="140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UNDP serves as external verifier to ensure progress toward the following sustainability-linked KPIs:</a:t>
            </a:r>
          </a:p>
          <a:p>
            <a:pPr marL="457200" indent="-298450">
              <a:spcBef>
                <a:spcPts val="1200"/>
              </a:spcBef>
              <a:buSzPts val="1100"/>
              <a:buFont typeface="Roboto"/>
              <a:buAutoNum type="arabicPeriod"/>
            </a:pPr>
            <a:r>
              <a:rPr lang="en-GB" sz="140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reduction of aggregate gross GHG emissions per real GDP unit in comparison to the reference year of 1990.</a:t>
            </a:r>
          </a:p>
          <a:p>
            <a:pPr marL="914400" lvl="1" indent="-298450" algn="l">
              <a:buClr>
                <a:srgbClr val="000000"/>
              </a:buClr>
              <a:buFont typeface="Roboto"/>
              <a:buAutoNum type="alphaLcPeriod"/>
            </a:pPr>
            <a:r>
              <a:rPr lang="en-GB" sz="120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[1.1] Achieve: 50% reduction by 2025</a:t>
            </a:r>
          </a:p>
          <a:p>
            <a:pPr marL="914400" lvl="1" indent="-298450" algn="l">
              <a:buClr>
                <a:srgbClr val="000000"/>
              </a:buClr>
              <a:buFont typeface="Roboto"/>
              <a:buAutoNum type="alphaLcPeriod"/>
            </a:pPr>
            <a:r>
              <a:rPr lang="en-GB" sz="120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[1.2] Outperform: More than 52% reduction by 2025</a:t>
            </a:r>
          </a:p>
          <a:p>
            <a:pPr marL="457200" indent="-298450">
              <a:buClr>
                <a:srgbClr val="000000"/>
              </a:buClr>
              <a:buSzPts val="1100"/>
              <a:buFont typeface="Roboto"/>
              <a:buAutoNum type="arabicPeriod"/>
            </a:pPr>
            <a:r>
              <a:rPr lang="en-GB" sz="140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Maintain the area of native forest in Uruguay, with respect to the reference year of 2012.</a:t>
            </a:r>
          </a:p>
          <a:p>
            <a:pPr marL="914400" lvl="1" indent="-298450" algn="l">
              <a:buClr>
                <a:srgbClr val="000000"/>
              </a:buClr>
              <a:buFont typeface="Roboto"/>
              <a:buAutoNum type="alphaLcPeriod"/>
            </a:pPr>
            <a:r>
              <a:rPr lang="en-GB" sz="120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[2.1] Achieve: Maintain 100% of forest cover</a:t>
            </a:r>
          </a:p>
          <a:p>
            <a:pPr marL="914400" lvl="1" indent="-298450" algn="l">
              <a:buClr>
                <a:srgbClr val="000000"/>
              </a:buClr>
              <a:buFont typeface="Roboto"/>
              <a:buAutoNum type="alphaLcPeriod"/>
            </a:pPr>
            <a:r>
              <a:rPr lang="en-GB" sz="120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[2.2] Outperform: An increase of more than 3% of forest cover. </a:t>
            </a:r>
          </a:p>
        </p:txBody>
      </p:sp>
    </p:spTree>
    <p:extLst>
      <p:ext uri="{BB962C8B-B14F-4D97-AF65-F5344CB8AC3E}">
        <p14:creationId xmlns:p14="http://schemas.microsoft.com/office/powerpoint/2010/main" val="2917026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9274AD-527E-C47B-37D0-236DF508D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8782" y="3951791"/>
            <a:ext cx="5825218" cy="794828"/>
          </a:xfrm>
        </p:spPr>
        <p:txBody>
          <a:bodyPr>
            <a:normAutofit fontScale="77500" lnSpcReduction="20000"/>
          </a:bodyPr>
          <a:lstStyle/>
          <a:p>
            <a:r>
              <a:rPr lang="en-US"/>
              <a:t>Sustainability-Linked Bonds</a:t>
            </a:r>
            <a:br>
              <a:rPr lang="en-US"/>
            </a:br>
            <a:r>
              <a:rPr lang="en"/>
              <a:t>Shortcomings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>
            <a:spLocks noGrp="1"/>
          </p:cNvSpPr>
          <p:nvPr>
            <p:ph type="title"/>
          </p:nvPr>
        </p:nvSpPr>
        <p:spPr>
          <a:xfrm>
            <a:off x="418325" y="447250"/>
            <a:ext cx="37044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SLBs</a:t>
            </a:r>
            <a:endParaRPr sz="2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500">
                <a:solidFill>
                  <a:schemeClr val="bg1"/>
                </a:solidFill>
              </a:rPr>
              <a:t>Shortcomings</a:t>
            </a:r>
            <a:endParaRPr sz="250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4"/>
          <p:cNvSpPr txBox="1"/>
          <p:nvPr/>
        </p:nvSpPr>
        <p:spPr>
          <a:xfrm>
            <a:off x="5001550" y="328550"/>
            <a:ext cx="3954900" cy="1524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Disincentives for Investors:</a:t>
            </a:r>
            <a:endParaRPr sz="1200" b="1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Activist investors are uncomfortable with </a:t>
            </a:r>
            <a:r>
              <a:rPr lang="en" sz="1100" b="1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higher</a:t>
            </a:r>
            <a:r>
              <a:rPr lang="en" sz="110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 coupon payments linked to </a:t>
            </a:r>
            <a:r>
              <a:rPr lang="en" sz="1100" b="1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failure</a:t>
            </a:r>
            <a:r>
              <a:rPr lang="en" sz="110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 to achieve climate objectives. </a:t>
            </a:r>
            <a:endParaRPr sz="1100">
              <a:solidFill>
                <a:srgbClr val="002F4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Investors are exposed to </a:t>
            </a:r>
            <a:r>
              <a:rPr lang="en" sz="1100" b="1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risks</a:t>
            </a:r>
            <a:r>
              <a:rPr lang="en" sz="110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 related to non payments.</a:t>
            </a:r>
            <a:endParaRPr sz="1100">
              <a:solidFill>
                <a:srgbClr val="002F4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24"/>
          <p:cNvSpPr txBox="1"/>
          <p:nvPr/>
        </p:nvSpPr>
        <p:spPr>
          <a:xfrm>
            <a:off x="5228350" y="2118388"/>
            <a:ext cx="3604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300"/>
          </a:p>
        </p:txBody>
      </p:sp>
      <p:sp>
        <p:nvSpPr>
          <p:cNvPr id="210" name="Google Shape;210;p24"/>
          <p:cNvSpPr txBox="1"/>
          <p:nvPr/>
        </p:nvSpPr>
        <p:spPr>
          <a:xfrm>
            <a:off x="5228350" y="3431000"/>
            <a:ext cx="3402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300" b="1"/>
          </a:p>
        </p:txBody>
      </p:sp>
      <p:pic>
        <p:nvPicPr>
          <p:cNvPr id="211" name="Google Shape;21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73000"/>
            <a:ext cx="5151900" cy="3370500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212" name="Google Shape;212;p24"/>
          <p:cNvSpPr/>
          <p:nvPr/>
        </p:nvSpPr>
        <p:spPr>
          <a:xfrm>
            <a:off x="4084400" y="429800"/>
            <a:ext cx="846000" cy="235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24"/>
          <p:cNvSpPr/>
          <p:nvPr/>
        </p:nvSpPr>
        <p:spPr>
          <a:xfrm>
            <a:off x="4084400" y="2017150"/>
            <a:ext cx="846000" cy="235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24"/>
          <p:cNvSpPr txBox="1"/>
          <p:nvPr/>
        </p:nvSpPr>
        <p:spPr>
          <a:xfrm>
            <a:off x="5429350" y="3604500"/>
            <a:ext cx="3000000" cy="11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3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24"/>
          <p:cNvSpPr/>
          <p:nvPr/>
        </p:nvSpPr>
        <p:spPr>
          <a:xfrm>
            <a:off x="4084400" y="3604500"/>
            <a:ext cx="846000" cy="235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4"/>
          <p:cNvSpPr txBox="1"/>
          <p:nvPr/>
        </p:nvSpPr>
        <p:spPr>
          <a:xfrm>
            <a:off x="5001550" y="1853411"/>
            <a:ext cx="3855600" cy="1524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Disincentives for Sovereign:</a:t>
            </a:r>
            <a:endParaRPr sz="1200" b="1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Nearly 95% of SLBs employ a step-up coupon structure (</a:t>
            </a:r>
            <a:r>
              <a:rPr lang="en" sz="1100" err="1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Berrada</a:t>
            </a:r>
            <a:r>
              <a:rPr lang="en" sz="110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 et al., 2022).</a:t>
            </a:r>
            <a:endParaRPr sz="1100">
              <a:solidFill>
                <a:srgbClr val="002F4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</a:pPr>
            <a:r>
              <a:rPr lang="en" sz="110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Sovereigns are financially </a:t>
            </a:r>
            <a:r>
              <a:rPr lang="en" sz="1100" b="1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penalized</a:t>
            </a:r>
            <a:r>
              <a:rPr lang="en" sz="110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 for not achieving KPI targets, rather than being rewarded for outperforming.</a:t>
            </a:r>
          </a:p>
        </p:txBody>
      </p:sp>
      <p:sp>
        <p:nvSpPr>
          <p:cNvPr id="217" name="Google Shape;217;p24"/>
          <p:cNvSpPr txBox="1"/>
          <p:nvPr/>
        </p:nvSpPr>
        <p:spPr>
          <a:xfrm>
            <a:off x="5001550" y="3321499"/>
            <a:ext cx="3954900" cy="1718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Complexity:</a:t>
            </a:r>
            <a:endParaRPr sz="1200" b="1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Char char="●"/>
            </a:pPr>
            <a:r>
              <a:rPr lang="en-AU" sz="110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While SLBs hold great potential, they have not seen widespread adoption from sovereigns or financial institutions. </a:t>
            </a:r>
            <a:endParaRPr sz="1100">
              <a:solidFill>
                <a:srgbClr val="002F4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Char char="○"/>
            </a:pPr>
            <a:r>
              <a:rPr lang="en" sz="110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Perceived </a:t>
            </a:r>
            <a:r>
              <a:rPr lang="en" sz="1100" b="1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complexity</a:t>
            </a:r>
            <a:r>
              <a:rPr lang="en" sz="110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 is a key deterrent.</a:t>
            </a:r>
            <a:endParaRPr sz="1100">
              <a:solidFill>
                <a:srgbClr val="002F4A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Char char="○"/>
            </a:pPr>
            <a:r>
              <a:rPr lang="en-GB" sz="110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Uptake of </a:t>
            </a:r>
            <a:r>
              <a:rPr lang="en-GB" sz="1100" b="1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uniform standards </a:t>
            </a:r>
            <a:r>
              <a:rPr lang="en-GB" sz="110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for targets</a:t>
            </a:r>
            <a:r>
              <a:rPr lang="en-GB" sz="1100" b="1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1100">
                <a:solidFill>
                  <a:srgbClr val="002F4A"/>
                </a:solidFill>
                <a:latin typeface="Roboto"/>
                <a:ea typeface="Roboto"/>
                <a:cs typeface="Roboto"/>
                <a:sym typeface="Roboto"/>
              </a:rPr>
              <a:t>has been slow.</a:t>
            </a:r>
            <a:endParaRPr lang="en-GB" sz="1100">
              <a:solidFill>
                <a:srgbClr val="002F4A"/>
              </a:solidFill>
              <a:latin typeface="Roboto"/>
              <a:ea typeface="Roboto"/>
              <a:cs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F1BF0C33-6DD2-57A1-EA7E-CDC31C59B9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8782" y="3951791"/>
            <a:ext cx="5825218" cy="794828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US"/>
              <a:t> </a:t>
            </a:r>
            <a:r>
              <a:rPr lang="en-GB"/>
              <a:t>SLIDIs</a:t>
            </a:r>
          </a:p>
          <a:p>
            <a:pPr lvl="0"/>
            <a:r>
              <a:rPr lang="en-GB"/>
              <a:t>Basic Concept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>
          <a:extLst>
            <a:ext uri="{FF2B5EF4-FFF2-40B4-BE49-F238E27FC236}">
              <a16:creationId xmlns:a16="http://schemas.microsoft.com/office/drawing/2014/main" id="{C42FE23C-A3C2-B842-E92C-7F3C38F37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>
            <a:extLst>
              <a:ext uri="{FF2B5EF4-FFF2-40B4-BE49-F238E27FC236}">
                <a16:creationId xmlns:a16="http://schemas.microsoft.com/office/drawing/2014/main" id="{64BCDA48-FB99-B1E4-5ADA-BA7EDAACF52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93300" y="554416"/>
            <a:ext cx="8557402" cy="481076"/>
          </a:xfr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r>
              <a:rPr lang="en-AU"/>
              <a:t>SLIDIs</a:t>
            </a:r>
            <a:endParaRPr lang="en"/>
          </a:p>
        </p:txBody>
      </p:sp>
      <p:sp>
        <p:nvSpPr>
          <p:cNvPr id="5" name="Google Shape;229;p26">
            <a:extLst>
              <a:ext uri="{FF2B5EF4-FFF2-40B4-BE49-F238E27FC236}">
                <a16:creationId xmlns:a16="http://schemas.microsoft.com/office/drawing/2014/main" id="{607EBD93-C391-4EF8-BBE2-B9995925E2FD}"/>
              </a:ext>
            </a:extLst>
          </p:cNvPr>
          <p:cNvSpPr txBox="1">
            <a:spLocks/>
          </p:cNvSpPr>
          <p:nvPr/>
        </p:nvSpPr>
        <p:spPr>
          <a:xfrm>
            <a:off x="355830" y="1034715"/>
            <a:ext cx="8266802" cy="3994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None/>
              <a:defRPr sz="2100" b="0" i="0" u="none" strike="noStrike" cap="none">
                <a:solidFill>
                  <a:schemeClr val="bg1"/>
                </a:solidFill>
                <a:latin typeface="Merriweather" pitchFamily="2" charset="77"/>
                <a:ea typeface="Roboto"/>
                <a:cs typeface="Roboto"/>
                <a:sym typeface="Roboto"/>
              </a:defRPr>
            </a:lvl1pPr>
            <a:lvl2pPr marL="342900" marR="0" lvl="1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5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685800" marR="0" lvl="2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35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028700" marR="0" lvl="3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1371600" marR="0" lvl="4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1714500" marR="0" lvl="5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2057400" marR="0" lvl="6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2400300" marR="0" lvl="7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2743200" marR="0" lvl="8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52400" algn="ctr">
              <a:lnSpc>
                <a:spcPct val="160000"/>
              </a:lnSpc>
              <a:buClr>
                <a:schemeClr val="accent1"/>
              </a:buClr>
              <a:buSzPts val="1200"/>
            </a:pPr>
            <a:r>
              <a:rPr lang="en" sz="2000" b="1">
                <a:solidFill>
                  <a:srgbClr val="B85741"/>
                </a:solidFill>
                <a:latin typeface="Roboto"/>
              </a:rPr>
              <a:t>Motivation</a:t>
            </a:r>
          </a:p>
          <a:p>
            <a:pPr marL="152400" algn="ctr">
              <a:lnSpc>
                <a:spcPct val="160000"/>
              </a:lnSpc>
              <a:buClr>
                <a:schemeClr val="accent1"/>
              </a:buClr>
              <a:buSzPts val="1200"/>
            </a:pPr>
            <a:endParaRPr lang="en" sz="2000" b="1">
              <a:solidFill>
                <a:srgbClr val="B85741"/>
              </a:solidFill>
              <a:latin typeface="Roboto"/>
            </a:endParaRPr>
          </a:p>
          <a:p>
            <a:pPr marL="495300" indent="-342900">
              <a:lnSpc>
                <a:spcPct val="100000"/>
              </a:lnSpc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</a:pPr>
            <a:r>
              <a:rPr lang="en" sz="2000" b="1">
                <a:solidFill>
                  <a:srgbClr val="002F4A"/>
                </a:solidFill>
                <a:latin typeface="Roboto"/>
              </a:rPr>
              <a:t>Tie down private sector and official sector flows to climate agenda in developing countries, without compromising WB </a:t>
            </a:r>
            <a:r>
              <a:rPr lang="en" sz="2000" b="1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balance sheet.</a:t>
            </a:r>
          </a:p>
          <a:p>
            <a:pPr marL="495300" indent="-342900">
              <a:lnSpc>
                <a:spcPct val="100000"/>
              </a:lnSpc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</a:pPr>
            <a:endParaRPr lang="en" sz="2000" b="1">
              <a:solidFill>
                <a:srgbClr val="002F4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495300" indent="-342900">
              <a:lnSpc>
                <a:spcPct val="100000"/>
              </a:lnSpc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</a:pPr>
            <a:r>
              <a:rPr lang="en" sz="2000" b="1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Enhancing incentives for private sector financing without hurting incentives for developing countries to achieve climate targets.</a:t>
            </a:r>
          </a:p>
          <a:p>
            <a:pPr marL="495300" indent="-342900">
              <a:lnSpc>
                <a:spcPct val="100000"/>
              </a:lnSpc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</a:pPr>
            <a:endParaRPr lang="en" sz="2000" b="1">
              <a:solidFill>
                <a:srgbClr val="002F4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495300" indent="-342900">
              <a:lnSpc>
                <a:spcPct val="100000"/>
              </a:lnSpc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</a:pPr>
            <a:r>
              <a:rPr lang="en" sz="2000" b="1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Unifying aspects of WB operations and private sector lending into only one bond would hardwire this complementarity and bypass market failures.</a:t>
            </a:r>
            <a:endParaRPr lang="en" sz="2000" b="1">
              <a:solidFill>
                <a:srgbClr val="002F4A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174603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>
          <a:extLst>
            <a:ext uri="{FF2B5EF4-FFF2-40B4-BE49-F238E27FC236}">
              <a16:creationId xmlns:a16="http://schemas.microsoft.com/office/drawing/2014/main" id="{C42FE23C-A3C2-B842-E92C-7F3C38F37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E54242-28E7-57E2-55AE-5501E4C1C7EA}"/>
              </a:ext>
            </a:extLst>
          </p:cNvPr>
          <p:cNvSpPr/>
          <p:nvPr/>
        </p:nvSpPr>
        <p:spPr>
          <a:xfrm>
            <a:off x="445699" y="1485900"/>
            <a:ext cx="4278701" cy="3354160"/>
          </a:xfrm>
          <a:prstGeom prst="rect">
            <a:avLst/>
          </a:prstGeom>
          <a:solidFill>
            <a:schemeClr val="bg1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9" name="Google Shape;229;p26">
            <a:extLst>
              <a:ext uri="{FF2B5EF4-FFF2-40B4-BE49-F238E27FC236}">
                <a16:creationId xmlns:a16="http://schemas.microsoft.com/office/drawing/2014/main" id="{64BCDA48-FB99-B1E4-5ADA-BA7EDAACF52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93300" y="554416"/>
            <a:ext cx="8557402" cy="481076"/>
          </a:xfr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r>
              <a:rPr lang="en-AU"/>
              <a:t>SLIDIs</a:t>
            </a:r>
            <a:endParaRPr lang="en"/>
          </a:p>
        </p:txBody>
      </p:sp>
      <p:grpSp>
        <p:nvGrpSpPr>
          <p:cNvPr id="230" name="Google Shape;230;p26">
            <a:extLst>
              <a:ext uri="{FF2B5EF4-FFF2-40B4-BE49-F238E27FC236}">
                <a16:creationId xmlns:a16="http://schemas.microsoft.com/office/drawing/2014/main" id="{61F08F50-F03D-4F8E-FD3D-D232781BF25F}"/>
              </a:ext>
            </a:extLst>
          </p:cNvPr>
          <p:cNvGrpSpPr/>
          <p:nvPr/>
        </p:nvGrpSpPr>
        <p:grpSpPr>
          <a:xfrm>
            <a:off x="1383359" y="3485386"/>
            <a:ext cx="2196033" cy="1220887"/>
            <a:chOff x="5040038" y="2459523"/>
            <a:chExt cx="1718739" cy="966656"/>
          </a:xfrm>
        </p:grpSpPr>
        <p:sp>
          <p:nvSpPr>
            <p:cNvPr id="231" name="Google Shape;231;p26">
              <a:extLst>
                <a:ext uri="{FF2B5EF4-FFF2-40B4-BE49-F238E27FC236}">
                  <a16:creationId xmlns:a16="http://schemas.microsoft.com/office/drawing/2014/main" id="{A85334DD-0A46-D8F7-16DF-3A6C90688376}"/>
                </a:ext>
              </a:extLst>
            </p:cNvPr>
            <p:cNvSpPr/>
            <p:nvPr/>
          </p:nvSpPr>
          <p:spPr>
            <a:xfrm>
              <a:off x="5040039" y="2707679"/>
              <a:ext cx="1718738" cy="718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10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Guarantees</a:t>
              </a: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the coupon rate for the investor and </a:t>
              </a:r>
              <a:r>
                <a:rPr lang="en" sz="10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lowers the rate </a:t>
              </a: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for the sovereign depending on target achievement. </a:t>
              </a:r>
              <a:endParaRPr sz="1000">
                <a:solidFill>
                  <a:srgbClr val="FFFFFF"/>
                </a:solidFill>
              </a:endParaRPr>
            </a:p>
          </p:txBody>
        </p:sp>
        <p:sp>
          <p:nvSpPr>
            <p:cNvPr id="232" name="Google Shape;232;p26">
              <a:extLst>
                <a:ext uri="{FF2B5EF4-FFF2-40B4-BE49-F238E27FC236}">
                  <a16:creationId xmlns:a16="http://schemas.microsoft.com/office/drawing/2014/main" id="{136142B9-C076-0543-CCE1-F674005A3730}"/>
                </a:ext>
              </a:extLst>
            </p:cNvPr>
            <p:cNvSpPr/>
            <p:nvPr/>
          </p:nvSpPr>
          <p:spPr>
            <a:xfrm>
              <a:off x="5040038" y="2459523"/>
              <a:ext cx="1718739" cy="285000"/>
            </a:xfrm>
            <a:prstGeom prst="round1Rect">
              <a:avLst>
                <a:gd name="adj" fmla="val 50000"/>
              </a:avLst>
            </a:prstGeom>
            <a:solidFill>
              <a:srgbClr val="323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Institution or Fund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  <p:grpSp>
        <p:nvGrpSpPr>
          <p:cNvPr id="233" name="Google Shape;233;p26">
            <a:extLst>
              <a:ext uri="{FF2B5EF4-FFF2-40B4-BE49-F238E27FC236}">
                <a16:creationId xmlns:a16="http://schemas.microsoft.com/office/drawing/2014/main" id="{51EF34A2-97C1-7D55-80D1-E57DF1A07DC0}"/>
              </a:ext>
            </a:extLst>
          </p:cNvPr>
          <p:cNvGrpSpPr/>
          <p:nvPr/>
        </p:nvGrpSpPr>
        <p:grpSpPr>
          <a:xfrm>
            <a:off x="2933404" y="1701170"/>
            <a:ext cx="1638596" cy="1295717"/>
            <a:chOff x="3798075" y="647329"/>
            <a:chExt cx="1332300" cy="1052915"/>
          </a:xfrm>
        </p:grpSpPr>
        <p:sp>
          <p:nvSpPr>
            <p:cNvPr id="234" name="Google Shape;234;p26">
              <a:extLst>
                <a:ext uri="{FF2B5EF4-FFF2-40B4-BE49-F238E27FC236}">
                  <a16:creationId xmlns:a16="http://schemas.microsoft.com/office/drawing/2014/main" id="{5362C647-7156-E40F-8ED7-2CDE802ABEC7}"/>
                </a:ext>
              </a:extLst>
            </p:cNvPr>
            <p:cNvSpPr/>
            <p:nvPr/>
          </p:nvSpPr>
          <p:spPr>
            <a:xfrm>
              <a:off x="3798075" y="932329"/>
              <a:ext cx="1332300" cy="7679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Pays </a:t>
              </a:r>
              <a:r>
                <a:rPr lang="en" sz="10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lower coupon </a:t>
              </a: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payments when certain targets are met. Is incentivized to pursue climate action.</a:t>
              </a:r>
              <a:endParaRPr sz="1000">
                <a:solidFill>
                  <a:srgbClr val="FFFFFF"/>
                </a:solidFill>
              </a:endParaRPr>
            </a:p>
          </p:txBody>
        </p:sp>
        <p:sp>
          <p:nvSpPr>
            <p:cNvPr id="235" name="Google Shape;235;p26">
              <a:extLst>
                <a:ext uri="{FF2B5EF4-FFF2-40B4-BE49-F238E27FC236}">
                  <a16:creationId xmlns:a16="http://schemas.microsoft.com/office/drawing/2014/main" id="{E6EF399D-902E-FA52-830A-27DD7F75BDA7}"/>
                </a:ext>
              </a:extLst>
            </p:cNvPr>
            <p:cNvSpPr/>
            <p:nvPr/>
          </p:nvSpPr>
          <p:spPr>
            <a:xfrm>
              <a:off x="3798075" y="647329"/>
              <a:ext cx="1332300" cy="285000"/>
            </a:xfrm>
            <a:prstGeom prst="round1Rect">
              <a:avLst>
                <a:gd name="adj" fmla="val 50000"/>
              </a:avLst>
            </a:prstGeom>
            <a:solidFill>
              <a:srgbClr val="323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Sovereign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  <p:grpSp>
        <p:nvGrpSpPr>
          <p:cNvPr id="236" name="Google Shape;236;p26">
            <a:extLst>
              <a:ext uri="{FF2B5EF4-FFF2-40B4-BE49-F238E27FC236}">
                <a16:creationId xmlns:a16="http://schemas.microsoft.com/office/drawing/2014/main" id="{344A37BE-9339-D768-FFF5-C4AC03DC0C8E}"/>
              </a:ext>
            </a:extLst>
          </p:cNvPr>
          <p:cNvGrpSpPr/>
          <p:nvPr/>
        </p:nvGrpSpPr>
        <p:grpSpPr>
          <a:xfrm>
            <a:off x="559499" y="1666540"/>
            <a:ext cx="1638596" cy="1325411"/>
            <a:chOff x="2465775" y="2422675"/>
            <a:chExt cx="1332300" cy="992966"/>
          </a:xfrm>
        </p:grpSpPr>
        <p:sp>
          <p:nvSpPr>
            <p:cNvPr id="237" name="Google Shape;237;p26">
              <a:extLst>
                <a:ext uri="{FF2B5EF4-FFF2-40B4-BE49-F238E27FC236}">
                  <a16:creationId xmlns:a16="http://schemas.microsoft.com/office/drawing/2014/main" id="{115BCE6D-62A9-CE71-28B7-4DBDDA365977}"/>
                </a:ext>
              </a:extLst>
            </p:cNvPr>
            <p:cNvSpPr/>
            <p:nvPr/>
          </p:nvSpPr>
          <p:spPr>
            <a:xfrm>
              <a:off x="2465775" y="2707674"/>
              <a:ext cx="1332300" cy="70796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Guaranteed</a:t>
              </a: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to receive stable returns and is incentivized to invest.</a:t>
              </a:r>
              <a:endParaRPr sz="1000">
                <a:solidFill>
                  <a:srgbClr val="FFFFFF"/>
                </a:solidFill>
              </a:endParaRPr>
            </a:p>
          </p:txBody>
        </p:sp>
        <p:sp>
          <p:nvSpPr>
            <p:cNvPr id="238" name="Google Shape;238;p26">
              <a:extLst>
                <a:ext uri="{FF2B5EF4-FFF2-40B4-BE49-F238E27FC236}">
                  <a16:creationId xmlns:a16="http://schemas.microsoft.com/office/drawing/2014/main" id="{8D86FD10-03A1-6F6D-B262-64137B1F48D0}"/>
                </a:ext>
              </a:extLst>
            </p:cNvPr>
            <p:cNvSpPr/>
            <p:nvPr/>
          </p:nvSpPr>
          <p:spPr>
            <a:xfrm>
              <a:off x="2465775" y="2422675"/>
              <a:ext cx="1332300" cy="285000"/>
            </a:xfrm>
            <a:prstGeom prst="round1Rect">
              <a:avLst>
                <a:gd name="adj" fmla="val 50000"/>
              </a:avLst>
            </a:prstGeom>
            <a:solidFill>
              <a:srgbClr val="323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Investor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  <p:sp>
        <p:nvSpPr>
          <p:cNvPr id="5" name="Google Shape;229;p26">
            <a:extLst>
              <a:ext uri="{FF2B5EF4-FFF2-40B4-BE49-F238E27FC236}">
                <a16:creationId xmlns:a16="http://schemas.microsoft.com/office/drawing/2014/main" id="{607EBD93-C391-4EF8-BBE2-B9995925E2FD}"/>
              </a:ext>
            </a:extLst>
          </p:cNvPr>
          <p:cNvSpPr txBox="1">
            <a:spLocks/>
          </p:cNvSpPr>
          <p:nvPr/>
        </p:nvSpPr>
        <p:spPr>
          <a:xfrm>
            <a:off x="4657119" y="1004637"/>
            <a:ext cx="4717486" cy="4317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None/>
              <a:defRPr sz="2100" b="0" i="0" u="none" strike="noStrike" cap="none">
                <a:solidFill>
                  <a:schemeClr val="bg1"/>
                </a:solidFill>
                <a:latin typeface="Merriweather" pitchFamily="2" charset="77"/>
                <a:ea typeface="Roboto"/>
                <a:cs typeface="Roboto"/>
                <a:sym typeface="Roboto"/>
              </a:defRPr>
            </a:lvl1pPr>
            <a:lvl2pPr marL="342900" marR="0" lvl="1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5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685800" marR="0" lvl="2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35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028700" marR="0" lvl="3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1371600" marR="0" lvl="4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1714500" marR="0" lvl="5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2057400" marR="0" lvl="6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2400300" marR="0" lvl="7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2743200" marR="0" lvl="8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52400">
              <a:lnSpc>
                <a:spcPct val="160000"/>
              </a:lnSpc>
              <a:buClr>
                <a:schemeClr val="accent1"/>
              </a:buClr>
              <a:buSzPts val="1200"/>
            </a:pPr>
            <a:r>
              <a:rPr lang="en" sz="1000" b="1">
                <a:solidFill>
                  <a:srgbClr val="B85741"/>
                </a:solidFill>
                <a:latin typeface="Roboto"/>
              </a:rPr>
              <a:t>From Sovereign Side:</a:t>
            </a:r>
          </a:p>
          <a:p>
            <a:pPr marL="438150" indent="-285750">
              <a:lnSpc>
                <a:spcPct val="160000"/>
              </a:lnSpc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</a:pPr>
            <a:r>
              <a:rPr lang="en" sz="1000">
                <a:solidFill>
                  <a:schemeClr val="accent6">
                    <a:lumMod val="10000"/>
                  </a:schemeClr>
                </a:solidFill>
                <a:latin typeface="Roboto"/>
              </a:rPr>
              <a:t>Pays a </a:t>
            </a:r>
            <a:r>
              <a:rPr lang="en" sz="1000" b="1">
                <a:solidFill>
                  <a:schemeClr val="accent6">
                    <a:lumMod val="10000"/>
                  </a:schemeClr>
                </a:solidFill>
                <a:latin typeface="Roboto"/>
              </a:rPr>
              <a:t>lower</a:t>
            </a:r>
            <a:r>
              <a:rPr lang="en" sz="1000">
                <a:solidFill>
                  <a:schemeClr val="accent6">
                    <a:lumMod val="10000"/>
                  </a:schemeClr>
                </a:solidFill>
                <a:latin typeface="Roboto"/>
              </a:rPr>
              <a:t> coupon when KPIs are met.</a:t>
            </a:r>
          </a:p>
          <a:p>
            <a:pPr marL="438150" indent="-285750">
              <a:lnSpc>
                <a:spcPct val="160000"/>
              </a:lnSpc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</a:pPr>
            <a:r>
              <a:rPr lang="en-GB" sz="1000" b="1">
                <a:solidFill>
                  <a:schemeClr val="accent6">
                    <a:lumMod val="10000"/>
                  </a:schemeClr>
                </a:solidFill>
                <a:latin typeface="Roboto"/>
              </a:rPr>
              <a:t>Rewarded</a:t>
            </a:r>
            <a:r>
              <a:rPr lang="en-GB" sz="1000">
                <a:solidFill>
                  <a:schemeClr val="accent6">
                    <a:lumMod val="10000"/>
                  </a:schemeClr>
                </a:solidFill>
                <a:latin typeface="Roboto"/>
              </a:rPr>
              <a:t> for meeting targets.</a:t>
            </a:r>
            <a:endParaRPr lang="en" sz="1000">
              <a:solidFill>
                <a:schemeClr val="accent6">
                  <a:lumMod val="10000"/>
                </a:schemeClr>
              </a:solidFill>
              <a:latin typeface="Roboto"/>
            </a:endParaRPr>
          </a:p>
          <a:p>
            <a:pPr marL="152400">
              <a:lnSpc>
                <a:spcPct val="160000"/>
              </a:lnSpc>
            </a:pPr>
            <a:endParaRPr lang="en" sz="1000">
              <a:solidFill>
                <a:schemeClr val="accent6">
                  <a:lumMod val="1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52400">
              <a:lnSpc>
                <a:spcPct val="160000"/>
              </a:lnSpc>
            </a:pPr>
            <a:r>
              <a:rPr lang="en" sz="1000" b="1">
                <a:solidFill>
                  <a:srgbClr val="B85741"/>
                </a:solidFill>
                <a:latin typeface="Roboto"/>
              </a:rPr>
              <a:t>On Investor Side: </a:t>
            </a:r>
          </a:p>
          <a:p>
            <a:pPr marL="4381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6">
                    <a:lumMod val="10000"/>
                  </a:schemeClr>
                </a:solidFill>
                <a:latin typeface="Roboto"/>
              </a:rPr>
              <a:t>SLIDIs maintain a </a:t>
            </a:r>
            <a:r>
              <a:rPr lang="en-US" sz="1000" b="1">
                <a:solidFill>
                  <a:schemeClr val="accent6">
                    <a:lumMod val="10000"/>
                  </a:schemeClr>
                </a:solidFill>
                <a:latin typeface="Roboto"/>
              </a:rPr>
              <a:t>fixed coupon </a:t>
            </a:r>
            <a:r>
              <a:rPr lang="en-US" sz="1000">
                <a:solidFill>
                  <a:schemeClr val="accent6">
                    <a:lumMod val="10000"/>
                  </a:schemeClr>
                </a:solidFill>
                <a:latin typeface="Roboto"/>
              </a:rPr>
              <a:t>payment, </a:t>
            </a:r>
            <a:r>
              <a:rPr lang="en-US" sz="1000" b="1">
                <a:solidFill>
                  <a:schemeClr val="accent6">
                    <a:lumMod val="10000"/>
                  </a:schemeClr>
                </a:solidFill>
                <a:latin typeface="Roboto"/>
              </a:rPr>
              <a:t>regardless of performance</a:t>
            </a:r>
            <a:r>
              <a:rPr lang="en-US" sz="1000">
                <a:solidFill>
                  <a:schemeClr val="accent6">
                    <a:lumMod val="10000"/>
                  </a:schemeClr>
                </a:solidFill>
                <a:latin typeface="Roboto"/>
              </a:rPr>
              <a:t>. </a:t>
            </a:r>
          </a:p>
          <a:p>
            <a:pPr marL="4381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" sz="1000" b="1">
                <a:solidFill>
                  <a:schemeClr val="accent6">
                    <a:lumMod val="10000"/>
                  </a:schemeClr>
                </a:solidFill>
                <a:latin typeface="Roboto"/>
              </a:rPr>
              <a:t>Different from SLBs</a:t>
            </a:r>
          </a:p>
          <a:p>
            <a:pPr marL="152400">
              <a:lnSpc>
                <a:spcPct val="160000"/>
              </a:lnSpc>
            </a:pPr>
            <a:endParaRPr lang="en" sz="1000" b="1">
              <a:solidFill>
                <a:schemeClr val="accent6">
                  <a:lumMod val="10000"/>
                </a:schemeClr>
              </a:solidFill>
              <a:latin typeface="Roboto"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" sz="1000" b="1">
                <a:solidFill>
                  <a:srgbClr val="B85741"/>
                </a:solidFill>
                <a:latin typeface="Roboto"/>
              </a:rPr>
              <a:t>Key characteristic: </a:t>
            </a:r>
            <a:endParaRPr lang="en-US" sz="1000">
              <a:solidFill>
                <a:srgbClr val="31394D"/>
              </a:solidFill>
              <a:latin typeface="Roboto"/>
            </a:endParaRPr>
          </a:p>
          <a:p>
            <a:pPr marL="438150" indent="-285750">
              <a:lnSpc>
                <a:spcPct val="160000"/>
              </a:lnSpc>
              <a:buFont typeface="Arial,Sans-Serif" panose="020B0604020202020204" pitchFamily="34" charset="0"/>
              <a:buChar char="•"/>
            </a:pPr>
            <a:r>
              <a:rPr lang="en-US" sz="1000">
                <a:solidFill>
                  <a:schemeClr val="accent6">
                    <a:lumMod val="10000"/>
                  </a:schemeClr>
                </a:solidFill>
                <a:latin typeface="Roboto"/>
              </a:rPr>
              <a:t>KPIs, possibility of WB funding, and minimum private sector capital enshrined in bond contract.</a:t>
            </a:r>
          </a:p>
          <a:p>
            <a:pPr marL="438150" indent="-285750">
              <a:lnSpc>
                <a:spcPct val="160000"/>
              </a:lnSpc>
              <a:buFont typeface="Arial,Sans-Serif" panose="020B0604020202020204" pitchFamily="34" charset="0"/>
              <a:buChar char="•"/>
            </a:pPr>
            <a:r>
              <a:rPr lang="en-US" sz="1000">
                <a:solidFill>
                  <a:schemeClr val="accent6">
                    <a:lumMod val="10000"/>
                  </a:schemeClr>
                </a:solidFill>
                <a:latin typeface="Roboto"/>
              </a:rPr>
              <a:t>Besides possible concessionality, WB (or another fund) disbursement adds duration to the bond ==&gt; effective coupon payments are lower from the sovereign point of view. </a:t>
            </a:r>
            <a:endParaRPr lang="en-US" sz="1000">
              <a:solidFill>
                <a:schemeClr val="accent6">
                  <a:lumMod val="1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906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>
          <a:extLst>
            <a:ext uri="{FF2B5EF4-FFF2-40B4-BE49-F238E27FC236}">
              <a16:creationId xmlns:a16="http://schemas.microsoft.com/office/drawing/2014/main" id="{9D5D7312-659C-669E-FA5C-652B310EE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84223B5E-A7F6-9A48-5DC5-450DAEF34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8782" y="3951791"/>
            <a:ext cx="5825218" cy="794828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US"/>
              <a:t>Implementing SLIDIs</a:t>
            </a:r>
          </a:p>
          <a:p>
            <a:pPr lvl="0"/>
            <a:r>
              <a:rPr lang="en-US"/>
              <a:t>Option One: WB Side Payments</a:t>
            </a:r>
          </a:p>
        </p:txBody>
      </p:sp>
    </p:spTree>
    <p:extLst>
      <p:ext uri="{BB962C8B-B14F-4D97-AF65-F5344CB8AC3E}">
        <p14:creationId xmlns:p14="http://schemas.microsoft.com/office/powerpoint/2010/main" val="177872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>
          <a:extLst>
            <a:ext uri="{FF2B5EF4-FFF2-40B4-BE49-F238E27FC236}">
              <a16:creationId xmlns:a16="http://schemas.microsoft.com/office/drawing/2014/main" id="{5C045800-8120-171E-4329-E46830803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7">
            <a:extLst>
              <a:ext uri="{FF2B5EF4-FFF2-40B4-BE49-F238E27FC236}">
                <a16:creationId xmlns:a16="http://schemas.microsoft.com/office/drawing/2014/main" id="{CD96BF15-7BCC-0D5E-922F-29D9549308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50"/>
              <a:t>Option One: </a:t>
            </a:r>
            <a:r>
              <a:rPr lang="en" sz="2250">
                <a:solidFill>
                  <a:schemeClr val="bg1"/>
                </a:solidFill>
              </a:rPr>
              <a:t>WB Payment to Pay For The Difference</a:t>
            </a:r>
            <a:endParaRPr sz="2250">
              <a:solidFill>
                <a:schemeClr val="bg1"/>
              </a:solidFill>
            </a:endParaRPr>
          </a:p>
        </p:txBody>
      </p:sp>
      <p:sp>
        <p:nvSpPr>
          <p:cNvPr id="368" name="Google Shape;368;p37">
            <a:extLst>
              <a:ext uri="{FF2B5EF4-FFF2-40B4-BE49-F238E27FC236}">
                <a16:creationId xmlns:a16="http://schemas.microsoft.com/office/drawing/2014/main" id="{EAA08A4B-4E5B-3DE0-8E60-076DCA02842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78700" y="494775"/>
            <a:ext cx="3954000" cy="28116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2F4A"/>
                </a:solidFill>
              </a:rPr>
              <a:t>The first alternative involves a </a:t>
            </a:r>
            <a:r>
              <a:rPr lang="en-US" sz="1200">
                <a:solidFill>
                  <a:srgbClr val="002F4A"/>
                </a:solidFill>
              </a:rPr>
              <a:t>SLIDI</a:t>
            </a:r>
            <a:r>
              <a:rPr lang="en" sz="1200">
                <a:solidFill>
                  <a:srgbClr val="002F4A"/>
                </a:solidFill>
              </a:rPr>
              <a:t> operating similarly to an SLB, with an </a:t>
            </a:r>
            <a:r>
              <a:rPr lang="en" sz="1200" b="1">
                <a:solidFill>
                  <a:srgbClr val="002F4A"/>
                </a:solidFill>
              </a:rPr>
              <a:t>additional mechanism</a:t>
            </a:r>
            <a:r>
              <a:rPr lang="en" sz="1200">
                <a:solidFill>
                  <a:srgbClr val="002F4A"/>
                </a:solidFill>
              </a:rPr>
              <a:t>: a distinct fund that disburses subsidies to the sovereign when it successfully achieves its KPIs. </a:t>
            </a:r>
            <a:endParaRPr sz="1200">
              <a:solidFill>
                <a:srgbClr val="002F4A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2F4A"/>
                </a:solidFill>
              </a:rPr>
              <a:t>This fund would be</a:t>
            </a:r>
            <a:r>
              <a:rPr lang="en" sz="1200" b="1">
                <a:solidFill>
                  <a:srgbClr val="002F4A"/>
                </a:solidFill>
              </a:rPr>
              <a:t> loss-making</a:t>
            </a:r>
            <a:r>
              <a:rPr lang="en" sz="1200">
                <a:solidFill>
                  <a:srgbClr val="002F4A"/>
                </a:solidFill>
              </a:rPr>
              <a:t>, necessitating a sustainable source of funding. Potential options to consider for funding include:</a:t>
            </a:r>
            <a:endParaRPr sz="1200">
              <a:solidFill>
                <a:srgbClr val="002F4A"/>
              </a:solidFill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rabicPeriod"/>
            </a:pPr>
            <a:r>
              <a:rPr lang="en" sz="1200">
                <a:solidFill>
                  <a:srgbClr val="002F4A"/>
                </a:solidFill>
              </a:rPr>
              <a:t>WB Subsidy</a:t>
            </a:r>
            <a:endParaRPr sz="1200">
              <a:solidFill>
                <a:srgbClr val="002F4A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rabicPeriod"/>
            </a:pPr>
            <a:r>
              <a:rPr lang="en" sz="1200">
                <a:solidFill>
                  <a:srgbClr val="002F4A"/>
                </a:solidFill>
              </a:rPr>
              <a:t>Donors</a:t>
            </a:r>
            <a:endParaRPr sz="1200">
              <a:solidFill>
                <a:srgbClr val="002F4A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rabicPeriod"/>
            </a:pPr>
            <a:r>
              <a:rPr lang="en" sz="1200">
                <a:solidFill>
                  <a:srgbClr val="002F4A"/>
                </a:solidFill>
              </a:rPr>
              <a:t>Carbon Market (i.e. donors in exchange for Certified Emissions Reductions)</a:t>
            </a:r>
            <a:endParaRPr sz="1200">
              <a:solidFill>
                <a:srgbClr val="002F4A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369" name="Google Shape;369;p37">
            <a:extLst>
              <a:ext uri="{FF2B5EF4-FFF2-40B4-BE49-F238E27FC236}">
                <a16:creationId xmlns:a16="http://schemas.microsoft.com/office/drawing/2014/main" id="{4A320E9E-5AE8-51FD-7CB5-2EA1836FAF60}"/>
              </a:ext>
            </a:extLst>
          </p:cNvPr>
          <p:cNvSpPr/>
          <p:nvPr/>
        </p:nvSpPr>
        <p:spPr>
          <a:xfrm>
            <a:off x="6156259" y="4107525"/>
            <a:ext cx="2537400" cy="80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Costly and does not fully leverage the institutional advantages of an institution to reduce costs.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37">
            <a:extLst>
              <a:ext uri="{FF2B5EF4-FFF2-40B4-BE49-F238E27FC236}">
                <a16:creationId xmlns:a16="http://schemas.microsoft.com/office/drawing/2014/main" id="{1A639EBD-48DC-F895-270C-A93E82F9D120}"/>
              </a:ext>
            </a:extLst>
          </p:cNvPr>
          <p:cNvSpPr/>
          <p:nvPr/>
        </p:nvSpPr>
        <p:spPr>
          <a:xfrm>
            <a:off x="6156259" y="3402000"/>
            <a:ext cx="2175000" cy="611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Simple and involves diversified funding sources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p37">
            <a:extLst>
              <a:ext uri="{FF2B5EF4-FFF2-40B4-BE49-F238E27FC236}">
                <a16:creationId xmlns:a16="http://schemas.microsoft.com/office/drawing/2014/main" id="{6E100011-69AA-486B-88CB-F7D54E14CD99}"/>
              </a:ext>
            </a:extLst>
          </p:cNvPr>
          <p:cNvSpPr/>
          <p:nvPr/>
        </p:nvSpPr>
        <p:spPr>
          <a:xfrm>
            <a:off x="4989184" y="4155825"/>
            <a:ext cx="703800" cy="563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37">
            <a:extLst>
              <a:ext uri="{FF2B5EF4-FFF2-40B4-BE49-F238E27FC236}">
                <a16:creationId xmlns:a16="http://schemas.microsoft.com/office/drawing/2014/main" id="{8EE2B1FF-9D4E-E7BA-DE96-A937A1B8978A}"/>
              </a:ext>
            </a:extLst>
          </p:cNvPr>
          <p:cNvSpPr/>
          <p:nvPr/>
        </p:nvSpPr>
        <p:spPr>
          <a:xfrm>
            <a:off x="4989159" y="3450225"/>
            <a:ext cx="703800" cy="563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37">
            <a:extLst>
              <a:ext uri="{FF2B5EF4-FFF2-40B4-BE49-F238E27FC236}">
                <a16:creationId xmlns:a16="http://schemas.microsoft.com/office/drawing/2014/main" id="{4EAA064C-4D6E-DE26-F4A8-8CA33E9CB616}"/>
              </a:ext>
            </a:extLst>
          </p:cNvPr>
          <p:cNvSpPr/>
          <p:nvPr/>
        </p:nvSpPr>
        <p:spPr>
          <a:xfrm rot="-3020993">
            <a:off x="5213651" y="3659270"/>
            <a:ext cx="254820" cy="97142"/>
          </a:xfrm>
          <a:prstGeom prst="corner">
            <a:avLst>
              <a:gd name="adj1" fmla="val 18804"/>
              <a:gd name="adj2" fmla="val 1814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37">
            <a:extLst>
              <a:ext uri="{FF2B5EF4-FFF2-40B4-BE49-F238E27FC236}">
                <a16:creationId xmlns:a16="http://schemas.microsoft.com/office/drawing/2014/main" id="{12B4F531-3EA4-BDC1-88B7-B6DF55ECD773}"/>
              </a:ext>
            </a:extLst>
          </p:cNvPr>
          <p:cNvSpPr/>
          <p:nvPr/>
        </p:nvSpPr>
        <p:spPr>
          <a:xfrm>
            <a:off x="5186892" y="4251373"/>
            <a:ext cx="308400" cy="372300"/>
          </a:xfrm>
          <a:prstGeom prst="mathMultiply">
            <a:avLst>
              <a:gd name="adj1" fmla="val 508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6A8B53-C3C9-40BA-DDD5-9C069A083756}"/>
              </a:ext>
            </a:extLst>
          </p:cNvPr>
          <p:cNvSpPr txBox="1"/>
          <p:nvPr/>
        </p:nvSpPr>
        <p:spPr>
          <a:xfrm>
            <a:off x="512587" y="2072231"/>
            <a:ext cx="3503113" cy="2468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7938">
              <a:lnSpc>
                <a:spcPct val="150000"/>
              </a:lnSpc>
              <a:spcBef>
                <a:spcPts val="1200"/>
              </a:spcBef>
              <a:buSzPts val="1018"/>
            </a:pPr>
            <a:r>
              <a:rPr lang="en-US" sz="1400">
                <a:solidFill>
                  <a:schemeClr val="bg1"/>
                </a:solidFill>
              </a:rPr>
              <a:t>The WB can create a </a:t>
            </a:r>
            <a:r>
              <a:rPr lang="en-US" sz="1400" b="1">
                <a:solidFill>
                  <a:schemeClr val="bg1"/>
                </a:solidFill>
              </a:rPr>
              <a:t>set of payments </a:t>
            </a:r>
            <a:r>
              <a:rPr lang="en-US" sz="1400">
                <a:solidFill>
                  <a:schemeClr val="bg1"/>
                </a:solidFill>
              </a:rPr>
              <a:t>that subsidizes the country if it achieves it KPIs.</a:t>
            </a:r>
          </a:p>
          <a:p>
            <a:pPr indent="7938">
              <a:lnSpc>
                <a:spcPct val="150000"/>
              </a:lnSpc>
              <a:spcBef>
                <a:spcPts val="1200"/>
              </a:spcBef>
              <a:buSzPts val="1018"/>
            </a:pPr>
            <a:r>
              <a:rPr lang="en-US" sz="1400">
                <a:solidFill>
                  <a:schemeClr val="bg1"/>
                </a:solidFill>
              </a:rPr>
              <a:t>In other words, in parallel to a normal bond issuance, it adds some </a:t>
            </a:r>
            <a:r>
              <a:rPr lang="en-US" sz="1400" b="1">
                <a:solidFill>
                  <a:schemeClr val="bg1"/>
                </a:solidFill>
              </a:rPr>
              <a:t>KPI-linked results-based funding or DPI-financing </a:t>
            </a:r>
            <a:r>
              <a:rPr lang="en-US" sz="1400">
                <a:solidFill>
                  <a:schemeClr val="bg1"/>
                </a:solidFill>
              </a:rPr>
              <a:t>in parallel.</a:t>
            </a:r>
          </a:p>
        </p:txBody>
      </p:sp>
    </p:spTree>
    <p:extLst>
      <p:ext uri="{BB962C8B-B14F-4D97-AF65-F5344CB8AC3E}">
        <p14:creationId xmlns:p14="http://schemas.microsoft.com/office/powerpoint/2010/main" val="247280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14:prism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3"/>
          <p:cNvSpPr txBox="1">
            <a:spLocks noGrp="1"/>
          </p:cNvSpPr>
          <p:nvPr>
            <p:ph type="body" sz="quarter" idx="11"/>
          </p:nvPr>
        </p:nvSpPr>
        <p:spPr>
          <a:xfrm>
            <a:off x="293300" y="1445455"/>
            <a:ext cx="3897700" cy="33759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>
                <a:solidFill>
                  <a:schemeClr val="accent4"/>
                </a:solidFill>
              </a:rPr>
              <a:t>SLIDIs would consist of two components</a:t>
            </a:r>
            <a:r>
              <a:rPr lang="en" sz="1400" b="1">
                <a:solidFill>
                  <a:schemeClr val="accent4"/>
                </a:solidFill>
              </a:rPr>
              <a:t>:</a:t>
            </a:r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200">
                <a:solidFill>
                  <a:srgbClr val="002F4A"/>
                </a:solidFill>
              </a:rPr>
              <a:t>Standard sovereign bonds with fixed coupons, but ‘green’ tagged (because of second component…)</a:t>
            </a:r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200">
                <a:solidFill>
                  <a:srgbClr val="002F4A"/>
                </a:solidFill>
              </a:rPr>
              <a:t>WB payments conditional on a) Achievement of KPIs and b) sufficient private sector interest in the first component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b="1">
                <a:solidFill>
                  <a:schemeClr val="accent4"/>
                </a:solidFill>
              </a:rPr>
              <a:t>How To Implement WB Payments?</a:t>
            </a:r>
            <a:endParaRPr lang="en" sz="1400" b="1">
              <a:solidFill>
                <a:schemeClr val="accent4"/>
              </a:solidFill>
            </a:endParaRPr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200">
                <a:solidFill>
                  <a:srgbClr val="002F4A"/>
                </a:solidFill>
              </a:rPr>
              <a:t>Payment-for-results Results Based Climate Finance</a:t>
            </a:r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200">
                <a:solidFill>
                  <a:srgbClr val="002F4A"/>
                </a:solidFill>
              </a:rPr>
              <a:t>DPF lending conditional on schedule of prior actions.</a:t>
            </a:r>
          </a:p>
          <a:p>
            <a:pPr indent="0">
              <a:lnSpc>
                <a:spcPct val="150000"/>
              </a:lnSpc>
              <a:buNone/>
            </a:pPr>
            <a:endParaRPr lang="en-US" sz="1200">
              <a:solidFill>
                <a:srgbClr val="002F4A"/>
              </a:solidFill>
            </a:endParaRPr>
          </a:p>
          <a:p>
            <a:pPr indent="0">
              <a:lnSpc>
                <a:spcPct val="150000"/>
              </a:lnSpc>
              <a:buNone/>
            </a:pPr>
            <a:endParaRPr lang="en-US" sz="1200">
              <a:solidFill>
                <a:srgbClr val="002F4A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78C64C-9964-0DEE-5572-7BF97CC911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"/>
              <a:t>How To Implement </a:t>
            </a:r>
            <a:r>
              <a:rPr lang="en-US"/>
              <a:t>SLIDIs</a:t>
            </a:r>
            <a:r>
              <a:rPr lang="en"/>
              <a:t>: Option One</a:t>
            </a:r>
          </a:p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0EB803-981C-19EA-EDFA-2A0543493A98}"/>
              </a:ext>
            </a:extLst>
          </p:cNvPr>
          <p:cNvSpPr/>
          <p:nvPr/>
        </p:nvSpPr>
        <p:spPr>
          <a:xfrm>
            <a:off x="4724399" y="1400175"/>
            <a:ext cx="4278701" cy="3354160"/>
          </a:xfrm>
          <a:prstGeom prst="rect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oogle Shape;230;p26">
            <a:extLst>
              <a:ext uri="{FF2B5EF4-FFF2-40B4-BE49-F238E27FC236}">
                <a16:creationId xmlns:a16="http://schemas.microsoft.com/office/drawing/2014/main" id="{6436A11E-6A3B-04C2-1C71-DA57757BF6B1}"/>
              </a:ext>
            </a:extLst>
          </p:cNvPr>
          <p:cNvGrpSpPr/>
          <p:nvPr/>
        </p:nvGrpSpPr>
        <p:grpSpPr>
          <a:xfrm>
            <a:off x="4838199" y="3361884"/>
            <a:ext cx="2196033" cy="1220887"/>
            <a:chOff x="5040038" y="2459523"/>
            <a:chExt cx="1718739" cy="966656"/>
          </a:xfrm>
        </p:grpSpPr>
        <p:sp>
          <p:nvSpPr>
            <p:cNvPr id="9" name="Google Shape;231;p26">
              <a:extLst>
                <a:ext uri="{FF2B5EF4-FFF2-40B4-BE49-F238E27FC236}">
                  <a16:creationId xmlns:a16="http://schemas.microsoft.com/office/drawing/2014/main" id="{BA16C714-6A5D-A349-DB4A-5313D8AFD7E4}"/>
                </a:ext>
              </a:extLst>
            </p:cNvPr>
            <p:cNvSpPr/>
            <p:nvPr/>
          </p:nvSpPr>
          <p:spPr>
            <a:xfrm>
              <a:off x="5040039" y="2707679"/>
              <a:ext cx="1718738" cy="718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-US" sz="10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Pays to </a:t>
              </a:r>
              <a:r>
                <a:rPr lang="en-US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the sovereign a net payment conditional on the KPIs being met </a:t>
              </a:r>
              <a:endParaRPr sz="1000">
                <a:solidFill>
                  <a:srgbClr val="FFFFFF"/>
                </a:solidFill>
              </a:endParaRPr>
            </a:p>
          </p:txBody>
        </p:sp>
        <p:sp>
          <p:nvSpPr>
            <p:cNvPr id="10" name="Google Shape;232;p26">
              <a:extLst>
                <a:ext uri="{FF2B5EF4-FFF2-40B4-BE49-F238E27FC236}">
                  <a16:creationId xmlns:a16="http://schemas.microsoft.com/office/drawing/2014/main" id="{0E117292-AB98-9E20-65E1-450C44D7DA8A}"/>
                </a:ext>
              </a:extLst>
            </p:cNvPr>
            <p:cNvSpPr/>
            <p:nvPr/>
          </p:nvSpPr>
          <p:spPr>
            <a:xfrm>
              <a:off x="5040038" y="2459523"/>
              <a:ext cx="1718739" cy="285000"/>
            </a:xfrm>
            <a:prstGeom prst="round1Rect">
              <a:avLst>
                <a:gd name="adj" fmla="val 50000"/>
              </a:avLst>
            </a:prstGeom>
            <a:solidFill>
              <a:srgbClr val="323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WB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  <p:grpSp>
        <p:nvGrpSpPr>
          <p:cNvPr id="11" name="Google Shape;233;p26">
            <a:extLst>
              <a:ext uri="{FF2B5EF4-FFF2-40B4-BE49-F238E27FC236}">
                <a16:creationId xmlns:a16="http://schemas.microsoft.com/office/drawing/2014/main" id="{09493CD9-8639-6AFA-6D15-02DFD5BA214F}"/>
              </a:ext>
            </a:extLst>
          </p:cNvPr>
          <p:cNvGrpSpPr/>
          <p:nvPr/>
        </p:nvGrpSpPr>
        <p:grpSpPr>
          <a:xfrm>
            <a:off x="7212104" y="1586869"/>
            <a:ext cx="1638596" cy="1295717"/>
            <a:chOff x="3798075" y="647329"/>
            <a:chExt cx="1332300" cy="1052915"/>
          </a:xfrm>
        </p:grpSpPr>
        <p:sp>
          <p:nvSpPr>
            <p:cNvPr id="12" name="Google Shape;234;p26">
              <a:extLst>
                <a:ext uri="{FF2B5EF4-FFF2-40B4-BE49-F238E27FC236}">
                  <a16:creationId xmlns:a16="http://schemas.microsoft.com/office/drawing/2014/main" id="{B89664C2-74B3-E04F-BFBC-B0D4898264A8}"/>
                </a:ext>
              </a:extLst>
            </p:cNvPr>
            <p:cNvSpPr/>
            <p:nvPr/>
          </p:nvSpPr>
          <p:spPr>
            <a:xfrm>
              <a:off x="3798075" y="932329"/>
              <a:ext cx="1332300" cy="7679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Pays </a:t>
              </a:r>
              <a:r>
                <a:rPr lang="en" sz="10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lower coupon </a:t>
              </a: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payments when certain targets are met. Is incentivized to pursue climate action.</a:t>
              </a:r>
              <a:endParaRPr sz="1000">
                <a:solidFill>
                  <a:srgbClr val="FFFFFF"/>
                </a:solidFill>
              </a:endParaRPr>
            </a:p>
          </p:txBody>
        </p:sp>
        <p:sp>
          <p:nvSpPr>
            <p:cNvPr id="13" name="Google Shape;235;p26">
              <a:extLst>
                <a:ext uri="{FF2B5EF4-FFF2-40B4-BE49-F238E27FC236}">
                  <a16:creationId xmlns:a16="http://schemas.microsoft.com/office/drawing/2014/main" id="{769052A4-9135-D0EA-7F10-E2836B9CE702}"/>
                </a:ext>
              </a:extLst>
            </p:cNvPr>
            <p:cNvSpPr/>
            <p:nvPr/>
          </p:nvSpPr>
          <p:spPr>
            <a:xfrm>
              <a:off x="3798075" y="647329"/>
              <a:ext cx="1332300" cy="285000"/>
            </a:xfrm>
            <a:prstGeom prst="round1Rect">
              <a:avLst>
                <a:gd name="adj" fmla="val 50000"/>
              </a:avLst>
            </a:prstGeom>
            <a:solidFill>
              <a:srgbClr val="323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Sovereign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  <p:grpSp>
        <p:nvGrpSpPr>
          <p:cNvPr id="14" name="Google Shape;236;p26">
            <a:extLst>
              <a:ext uri="{FF2B5EF4-FFF2-40B4-BE49-F238E27FC236}">
                <a16:creationId xmlns:a16="http://schemas.microsoft.com/office/drawing/2014/main" id="{72141A81-D02A-6185-851D-A4105B501A14}"/>
              </a:ext>
            </a:extLst>
          </p:cNvPr>
          <p:cNvGrpSpPr/>
          <p:nvPr/>
        </p:nvGrpSpPr>
        <p:grpSpPr>
          <a:xfrm>
            <a:off x="4838199" y="1552239"/>
            <a:ext cx="1638596" cy="1325411"/>
            <a:chOff x="2465775" y="2422675"/>
            <a:chExt cx="1332300" cy="992966"/>
          </a:xfrm>
        </p:grpSpPr>
        <p:sp>
          <p:nvSpPr>
            <p:cNvPr id="15" name="Google Shape;237;p26">
              <a:extLst>
                <a:ext uri="{FF2B5EF4-FFF2-40B4-BE49-F238E27FC236}">
                  <a16:creationId xmlns:a16="http://schemas.microsoft.com/office/drawing/2014/main" id="{EB5D3633-8140-D6E5-86C9-DB9CECB6C59E}"/>
                </a:ext>
              </a:extLst>
            </p:cNvPr>
            <p:cNvSpPr/>
            <p:nvPr/>
          </p:nvSpPr>
          <p:spPr>
            <a:xfrm>
              <a:off x="2465775" y="2707674"/>
              <a:ext cx="1332300" cy="70796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Receives</a:t>
              </a: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stable payment of coupon</a:t>
              </a:r>
              <a:endParaRPr sz="1000">
                <a:solidFill>
                  <a:srgbClr val="FFFFFF"/>
                </a:solidFill>
              </a:endParaRPr>
            </a:p>
          </p:txBody>
        </p:sp>
        <p:sp>
          <p:nvSpPr>
            <p:cNvPr id="16" name="Google Shape;238;p26">
              <a:extLst>
                <a:ext uri="{FF2B5EF4-FFF2-40B4-BE49-F238E27FC236}">
                  <a16:creationId xmlns:a16="http://schemas.microsoft.com/office/drawing/2014/main" id="{825D3FF2-D38C-567F-82AC-9DC2B78BBD8C}"/>
                </a:ext>
              </a:extLst>
            </p:cNvPr>
            <p:cNvSpPr/>
            <p:nvPr/>
          </p:nvSpPr>
          <p:spPr>
            <a:xfrm>
              <a:off x="2465775" y="2422675"/>
              <a:ext cx="1332300" cy="285000"/>
            </a:xfrm>
            <a:prstGeom prst="round1Rect">
              <a:avLst>
                <a:gd name="adj" fmla="val 50000"/>
              </a:avLst>
            </a:prstGeom>
            <a:solidFill>
              <a:srgbClr val="323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Investor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  <p:grpSp>
        <p:nvGrpSpPr>
          <p:cNvPr id="17" name="Google Shape;236;p26">
            <a:extLst>
              <a:ext uri="{FF2B5EF4-FFF2-40B4-BE49-F238E27FC236}">
                <a16:creationId xmlns:a16="http://schemas.microsoft.com/office/drawing/2014/main" id="{B20C65B4-21B4-DF45-FBBA-E552C292DEE6}"/>
              </a:ext>
            </a:extLst>
          </p:cNvPr>
          <p:cNvGrpSpPr/>
          <p:nvPr/>
        </p:nvGrpSpPr>
        <p:grpSpPr>
          <a:xfrm>
            <a:off x="7246788" y="3242058"/>
            <a:ext cx="1638596" cy="1325411"/>
            <a:chOff x="2465775" y="2422675"/>
            <a:chExt cx="1332300" cy="992966"/>
          </a:xfrm>
        </p:grpSpPr>
        <p:sp>
          <p:nvSpPr>
            <p:cNvPr id="18" name="Google Shape;237;p26">
              <a:extLst>
                <a:ext uri="{FF2B5EF4-FFF2-40B4-BE49-F238E27FC236}">
                  <a16:creationId xmlns:a16="http://schemas.microsoft.com/office/drawing/2014/main" id="{0E3A837D-D3E8-B449-10D0-35C5F07C1E5E}"/>
                </a:ext>
              </a:extLst>
            </p:cNvPr>
            <p:cNvSpPr/>
            <p:nvPr/>
          </p:nvSpPr>
          <p:spPr>
            <a:xfrm>
              <a:off x="2465775" y="2707674"/>
              <a:ext cx="1332300" cy="707967"/>
            </a:xfrm>
            <a:prstGeom prst="rect">
              <a:avLst/>
            </a:prstGeom>
            <a:solidFill>
              <a:schemeClr val="accent6">
                <a:lumMod val="25000"/>
              </a:schemeClr>
            </a:solidFill>
            <a:ln>
              <a:solidFill>
                <a:schemeClr val="accent6">
                  <a:lumMod val="25000"/>
                </a:schemeClr>
              </a:solidFill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Provides</a:t>
              </a:r>
              <a:r>
                <a:rPr lang="en" sz="10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technical assistance </a:t>
              </a: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to ensure KPIs are met.</a:t>
              </a:r>
              <a:endParaRPr sz="1000">
                <a:solidFill>
                  <a:srgbClr val="FFFFFF"/>
                </a:solidFill>
              </a:endParaRPr>
            </a:p>
          </p:txBody>
        </p:sp>
        <p:sp>
          <p:nvSpPr>
            <p:cNvPr id="19" name="Google Shape;238;p26">
              <a:extLst>
                <a:ext uri="{FF2B5EF4-FFF2-40B4-BE49-F238E27FC236}">
                  <a16:creationId xmlns:a16="http://schemas.microsoft.com/office/drawing/2014/main" id="{EA4B82BA-5A5D-14F0-28A3-C7709416B1B1}"/>
                </a:ext>
              </a:extLst>
            </p:cNvPr>
            <p:cNvSpPr/>
            <p:nvPr/>
          </p:nvSpPr>
          <p:spPr>
            <a:xfrm>
              <a:off x="2465775" y="2422675"/>
              <a:ext cx="1332300" cy="285000"/>
            </a:xfrm>
            <a:prstGeom prst="round1Rect">
              <a:avLst>
                <a:gd name="adj" fmla="val 50000"/>
              </a:avLst>
            </a:prstGeom>
            <a:solidFill>
              <a:srgbClr val="323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Partner Agency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  <p:sp>
        <p:nvSpPr>
          <p:cNvPr id="20" name="Google Shape;182;p22">
            <a:extLst>
              <a:ext uri="{FF2B5EF4-FFF2-40B4-BE49-F238E27FC236}">
                <a16:creationId xmlns:a16="http://schemas.microsoft.com/office/drawing/2014/main" id="{36B0820F-9C6E-B9FE-E9A6-0FD5B4D8A48E}"/>
              </a:ext>
            </a:extLst>
          </p:cNvPr>
          <p:cNvSpPr/>
          <p:nvPr/>
        </p:nvSpPr>
        <p:spPr>
          <a:xfrm rot="18814122">
            <a:off x="6646065" y="2997902"/>
            <a:ext cx="696323" cy="1451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" name="Google Shape;182;p22">
            <a:extLst>
              <a:ext uri="{FF2B5EF4-FFF2-40B4-BE49-F238E27FC236}">
                <a16:creationId xmlns:a16="http://schemas.microsoft.com/office/drawing/2014/main" id="{7FCCDD9D-9C73-70BF-93B2-ADDD149C333D}"/>
              </a:ext>
            </a:extLst>
          </p:cNvPr>
          <p:cNvSpPr/>
          <p:nvPr/>
        </p:nvSpPr>
        <p:spPr>
          <a:xfrm rot="10800000">
            <a:off x="6493821" y="2308438"/>
            <a:ext cx="696323" cy="1451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" name="Google Shape;182;p22">
            <a:extLst>
              <a:ext uri="{FF2B5EF4-FFF2-40B4-BE49-F238E27FC236}">
                <a16:creationId xmlns:a16="http://schemas.microsoft.com/office/drawing/2014/main" id="{CBBD8091-6535-11C7-F2AC-ADDE94C89120}"/>
              </a:ext>
            </a:extLst>
          </p:cNvPr>
          <p:cNvSpPr/>
          <p:nvPr/>
        </p:nvSpPr>
        <p:spPr>
          <a:xfrm rot="16200000">
            <a:off x="8331100" y="3169465"/>
            <a:ext cx="696323" cy="1451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D1BA6-B51F-8902-0A21-FF433A060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4B401A4-F19C-B499-98C5-BF9AF0546267}"/>
              </a:ext>
            </a:extLst>
          </p:cNvPr>
          <p:cNvSpPr/>
          <p:nvPr/>
        </p:nvSpPr>
        <p:spPr>
          <a:xfrm>
            <a:off x="4754056" y="1337036"/>
            <a:ext cx="4096647" cy="357482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B56DBD-11B7-9C3A-2AA1-4811E9EE3213}"/>
              </a:ext>
            </a:extLst>
          </p:cNvPr>
          <p:cNvSpPr/>
          <p:nvPr/>
        </p:nvSpPr>
        <p:spPr>
          <a:xfrm>
            <a:off x="293299" y="1314680"/>
            <a:ext cx="4096647" cy="357482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CFFA8-1FFA-B544-B19B-C119715DD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300" y="554416"/>
            <a:ext cx="8557402" cy="481076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US"/>
              <a:t>SLIDIs: Operationalizing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4D5858-A5D5-B73E-8F59-10343FDD2F07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799905" y="1337036"/>
            <a:ext cx="4000500" cy="2354038"/>
          </a:xfrm>
        </p:spPr>
        <p:txBody>
          <a:bodyPr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Roboto"/>
              <a:buNone/>
              <a:tabLst/>
              <a:defRPr/>
            </a:pPr>
            <a:r>
              <a:rPr kumimoji="0" lang="en" sz="1200" b="1" i="0" u="none" strike="noStrike" kern="0" cap="none" spc="0" normalizeH="0" baseline="0" noProof="0">
                <a:ln>
                  <a:noFill/>
                </a:ln>
                <a:solidFill>
                  <a:srgbClr val="B85741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Option 2: Results-Based Coupon Reduction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B85741"/>
              </a:solidFill>
              <a:effectLst/>
              <a:uLnTx/>
              <a:uFillTx/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2F4A"/>
              </a:buClr>
              <a:buSzPts val="1200"/>
              <a:buFont typeface="Roboto"/>
              <a:buChar char="●"/>
              <a:tabLst/>
              <a:defRPr/>
            </a:pPr>
            <a:r>
              <a:rPr kumimoji="0" lang="en" sz="1200" b="0" i="0" u="none" strike="noStrike" kern="0" cap="none" spc="0" normalizeH="0" baseline="0" noProof="0">
                <a:ln>
                  <a:noFill/>
                </a:ln>
                <a:solidFill>
                  <a:srgbClr val="002F4A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Ongoing coupon rate reductions as targets are met. Main option: WB disbursement at concessional rate (or grants) as KPIs are achieved.</a:t>
            </a:r>
          </a:p>
          <a:p>
            <a:pPr marL="457200" marR="0" lvl="0" indent="-3048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2F4A"/>
              </a:buClr>
              <a:buSzPts val="1200"/>
              <a:buFont typeface="Roboto"/>
              <a:buChar char="●"/>
              <a:tabLst/>
              <a:defRPr/>
            </a:pPr>
            <a:r>
              <a:rPr lang="en-US" sz="1200">
                <a:solidFill>
                  <a:srgbClr val="002F4A"/>
                </a:solidFill>
              </a:rPr>
              <a:t>Alternatively, i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02F4A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nterest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2F4A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 rate changes linked to KPI target accomplishments</a:t>
            </a:r>
          </a:p>
          <a:p>
            <a:pPr marL="457200" marR="0" lvl="0" indent="-3048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2F4A"/>
              </a:buClr>
              <a:buSzPts val="1200"/>
              <a:buFont typeface="Roboto"/>
              <a:buChar char="●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2F4A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P for R Model </a:t>
            </a:r>
            <a:r>
              <a:rPr lang="en-US" sz="1200">
                <a:solidFill>
                  <a:srgbClr val="002F4A"/>
                </a:solidFill>
              </a:rPr>
              <a:t>reference framework 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2F4A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e.g. Ci-Dev</a:t>
            </a:r>
          </a:p>
          <a:p>
            <a:pPr indent="-304800">
              <a:lnSpc>
                <a:spcPct val="150000"/>
              </a:lnSpc>
              <a:spcBef>
                <a:spcPts val="600"/>
              </a:spcBef>
              <a:buClr>
                <a:srgbClr val="002F4A"/>
              </a:buClr>
              <a:buSzPts val="1200"/>
              <a:defRPr/>
            </a:pPr>
            <a:r>
              <a:rPr lang="en" sz="1200">
                <a:solidFill>
                  <a:srgbClr val="002F4A"/>
                </a:solidFill>
              </a:rPr>
              <a:t>Can be linked to Carbon credits (CERs).</a:t>
            </a:r>
          </a:p>
          <a:p>
            <a:pPr marL="152400" marR="0" lvl="0" indent="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2F4A"/>
              </a:buClr>
              <a:buSzPts val="1200"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2F4A"/>
              </a:solidFill>
              <a:effectLst/>
              <a:uLnTx/>
              <a:uFillTx/>
              <a:latin typeface="Roboto"/>
              <a:ea typeface="Roboto"/>
              <a:cs typeface="Roboto"/>
              <a:sym typeface="Roboto"/>
            </a:endParaRPr>
          </a:p>
          <a:p>
            <a:pPr marL="146050" indent="0">
              <a:buNone/>
            </a:pPr>
            <a:endParaRPr lang="en-US"/>
          </a:p>
        </p:txBody>
      </p:sp>
      <p:sp>
        <p:nvSpPr>
          <p:cNvPr id="6" name="Google Shape;280;p29">
            <a:extLst>
              <a:ext uri="{FF2B5EF4-FFF2-40B4-BE49-F238E27FC236}">
                <a16:creationId xmlns:a16="http://schemas.microsoft.com/office/drawing/2014/main" id="{22B2BBE9-5E66-0789-9206-EB0773917FFA}"/>
              </a:ext>
            </a:extLst>
          </p:cNvPr>
          <p:cNvSpPr/>
          <p:nvPr/>
        </p:nvSpPr>
        <p:spPr>
          <a:xfrm>
            <a:off x="1418671" y="4170398"/>
            <a:ext cx="2825783" cy="60071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Overemphasis on achieving minimum threshold, neglecting broader goals</a:t>
            </a:r>
            <a:endParaRPr lang="en" sz="1100">
              <a:solidFill>
                <a:schemeClr val="lt1"/>
              </a:solidFill>
              <a:latin typeface="Roboto"/>
              <a:ea typeface="Roboto"/>
              <a:cs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" name="Google Shape;281;p29">
            <a:extLst>
              <a:ext uri="{FF2B5EF4-FFF2-40B4-BE49-F238E27FC236}">
                <a16:creationId xmlns:a16="http://schemas.microsoft.com/office/drawing/2014/main" id="{304FEC41-D9E6-1562-BC4D-CC182BD6376C}"/>
              </a:ext>
            </a:extLst>
          </p:cNvPr>
          <p:cNvSpPr/>
          <p:nvPr/>
        </p:nvSpPr>
        <p:spPr>
          <a:xfrm>
            <a:off x="1418671" y="3524798"/>
            <a:ext cx="2702067" cy="60071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Financing conditional on meeting targets; risk reduced.</a:t>
            </a:r>
            <a:endParaRPr lang="en" sz="11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8" name="Google Shape;282;p29">
            <a:extLst>
              <a:ext uri="{FF2B5EF4-FFF2-40B4-BE49-F238E27FC236}">
                <a16:creationId xmlns:a16="http://schemas.microsoft.com/office/drawing/2014/main" id="{2BC91152-4443-DD5E-00A1-935011835CCE}"/>
              </a:ext>
            </a:extLst>
          </p:cNvPr>
          <p:cNvSpPr/>
          <p:nvPr/>
        </p:nvSpPr>
        <p:spPr>
          <a:xfrm>
            <a:off x="374074" y="4157744"/>
            <a:ext cx="703800" cy="63543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83;p29">
            <a:extLst>
              <a:ext uri="{FF2B5EF4-FFF2-40B4-BE49-F238E27FC236}">
                <a16:creationId xmlns:a16="http://schemas.microsoft.com/office/drawing/2014/main" id="{557E2C2C-4370-201F-30AC-A020B155158D}"/>
              </a:ext>
            </a:extLst>
          </p:cNvPr>
          <p:cNvSpPr/>
          <p:nvPr/>
        </p:nvSpPr>
        <p:spPr>
          <a:xfrm>
            <a:off x="374074" y="3526351"/>
            <a:ext cx="703800" cy="59916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84;p29">
            <a:extLst>
              <a:ext uri="{FF2B5EF4-FFF2-40B4-BE49-F238E27FC236}">
                <a16:creationId xmlns:a16="http://schemas.microsoft.com/office/drawing/2014/main" id="{AE786181-CA10-7815-419B-21492A27023C}"/>
              </a:ext>
            </a:extLst>
          </p:cNvPr>
          <p:cNvSpPr/>
          <p:nvPr/>
        </p:nvSpPr>
        <p:spPr>
          <a:xfrm rot="18579007">
            <a:off x="598566" y="3778334"/>
            <a:ext cx="254820" cy="97142"/>
          </a:xfrm>
          <a:prstGeom prst="corner">
            <a:avLst>
              <a:gd name="adj1" fmla="val 18804"/>
              <a:gd name="adj2" fmla="val 1814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285;p29">
            <a:extLst>
              <a:ext uri="{FF2B5EF4-FFF2-40B4-BE49-F238E27FC236}">
                <a16:creationId xmlns:a16="http://schemas.microsoft.com/office/drawing/2014/main" id="{60D815C0-E109-2697-A4B2-15200A518B42}"/>
              </a:ext>
            </a:extLst>
          </p:cNvPr>
          <p:cNvSpPr/>
          <p:nvPr/>
        </p:nvSpPr>
        <p:spPr>
          <a:xfrm>
            <a:off x="571782" y="4289312"/>
            <a:ext cx="308400" cy="372300"/>
          </a:xfrm>
          <a:prstGeom prst="mathMultiply">
            <a:avLst>
              <a:gd name="adj1" fmla="val 508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295;p30">
            <a:extLst>
              <a:ext uri="{FF2B5EF4-FFF2-40B4-BE49-F238E27FC236}">
                <a16:creationId xmlns:a16="http://schemas.microsoft.com/office/drawing/2014/main" id="{B805D687-D0AD-20AE-CD95-7E60B52B62EF}"/>
              </a:ext>
            </a:extLst>
          </p:cNvPr>
          <p:cNvSpPr/>
          <p:nvPr/>
        </p:nvSpPr>
        <p:spPr>
          <a:xfrm>
            <a:off x="5910233" y="3907223"/>
            <a:ext cx="2853862" cy="56353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Continuous incentives increase likelihood of sustained commitment to targets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297;p30">
            <a:extLst>
              <a:ext uri="{FF2B5EF4-FFF2-40B4-BE49-F238E27FC236}">
                <a16:creationId xmlns:a16="http://schemas.microsoft.com/office/drawing/2014/main" id="{615AB3A1-A9D6-D7FD-060C-FA193599E23C}"/>
              </a:ext>
            </a:extLst>
          </p:cNvPr>
          <p:cNvSpPr/>
          <p:nvPr/>
        </p:nvSpPr>
        <p:spPr>
          <a:xfrm>
            <a:off x="4824415" y="3907355"/>
            <a:ext cx="703800" cy="563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298;p30">
            <a:extLst>
              <a:ext uri="{FF2B5EF4-FFF2-40B4-BE49-F238E27FC236}">
                <a16:creationId xmlns:a16="http://schemas.microsoft.com/office/drawing/2014/main" id="{AE233B66-ACA9-C380-AB14-C6D2D22DFAF6}"/>
              </a:ext>
            </a:extLst>
          </p:cNvPr>
          <p:cNvSpPr/>
          <p:nvPr/>
        </p:nvSpPr>
        <p:spPr>
          <a:xfrm rot="18579007">
            <a:off x="5080082" y="4076941"/>
            <a:ext cx="254820" cy="97142"/>
          </a:xfrm>
          <a:prstGeom prst="corner">
            <a:avLst>
              <a:gd name="adj1" fmla="val 18804"/>
              <a:gd name="adj2" fmla="val 1814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AE14CCA-B710-C97D-39DC-1C507570F4E2}"/>
              </a:ext>
            </a:extLst>
          </p:cNvPr>
          <p:cNvSpPr txBox="1">
            <a:spLocks/>
          </p:cNvSpPr>
          <p:nvPr/>
        </p:nvSpPr>
        <p:spPr>
          <a:xfrm>
            <a:off x="341372" y="1337036"/>
            <a:ext cx="4000500" cy="222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B85741"/>
                </a:solidFill>
              </a:rPr>
              <a:t>Option 1: </a:t>
            </a:r>
            <a:r>
              <a:rPr lang="en-US" b="1">
                <a:solidFill>
                  <a:schemeClr val="accent4"/>
                </a:solidFill>
              </a:rPr>
              <a:t>Prior Actions</a:t>
            </a:r>
            <a:endParaRPr lang="en-US"/>
          </a:p>
          <a:p>
            <a:pPr indent="-299720">
              <a:lnSpc>
                <a:spcPct val="160000"/>
              </a:lnSpc>
              <a:spcBef>
                <a:spcPts val="1200"/>
              </a:spcBef>
              <a:buClr>
                <a:schemeClr val="accent1"/>
              </a:buClr>
              <a:buSzPts val="1120"/>
            </a:pPr>
            <a:r>
              <a:rPr lang="en-US" sz="1200">
                <a:solidFill>
                  <a:srgbClr val="002F4A"/>
                </a:solidFill>
              </a:rPr>
              <a:t>Similar to Development Policy Frameworks, but all parameters are specified in bond prospectus. </a:t>
            </a:r>
          </a:p>
          <a:p>
            <a:pPr marL="457200" lvl="0" indent="-29972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20"/>
              <a:buChar char="●"/>
            </a:pPr>
            <a:r>
              <a:rPr lang="en-US" sz="1200">
                <a:solidFill>
                  <a:srgbClr val="002F4A"/>
                </a:solidFill>
              </a:rPr>
              <a:t>Low-cost interest rates are contingent on agreed-upon prior actions.</a:t>
            </a:r>
          </a:p>
          <a:p>
            <a:pPr marL="457200" lvl="0" indent="-29972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20"/>
              <a:buChar char="●"/>
            </a:pPr>
            <a:r>
              <a:rPr lang="en-US" sz="1200">
                <a:solidFill>
                  <a:srgbClr val="002F4A"/>
                </a:solidFill>
              </a:rPr>
              <a:t>Second financing round conditional on meeting minimum achievement thresholds</a:t>
            </a:r>
            <a:endParaRPr lang="en-US" sz="1100">
              <a:solidFill>
                <a:srgbClr val="002F4A"/>
              </a:solidFill>
            </a:endParaRPr>
          </a:p>
          <a:p>
            <a:pPr marL="146050" indent="0">
              <a:buFont typeface="Roboto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0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>
          <a:extLst>
            <a:ext uri="{FF2B5EF4-FFF2-40B4-BE49-F238E27FC236}">
              <a16:creationId xmlns:a16="http://schemas.microsoft.com/office/drawing/2014/main" id="{4B9CEE40-C7ED-5F57-AD3D-60F4A50F2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AE9BF3A1-8884-4D4A-29B3-AEDABE3795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8782" y="3951791"/>
            <a:ext cx="5825218" cy="794828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US"/>
              <a:t>Implementing SLIDIs</a:t>
            </a:r>
          </a:p>
          <a:p>
            <a:pPr lvl="0"/>
            <a:r>
              <a:rPr lang="en-US"/>
              <a:t>Option Two: Trusted Intermediary Model</a:t>
            </a:r>
          </a:p>
        </p:txBody>
      </p:sp>
    </p:spTree>
    <p:extLst>
      <p:ext uri="{BB962C8B-B14F-4D97-AF65-F5344CB8AC3E}">
        <p14:creationId xmlns:p14="http://schemas.microsoft.com/office/powerpoint/2010/main" val="277250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00E4E-A1F3-87C6-55C6-03270CE0C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0271326-58B4-E0F6-C6B9-C9B0FEF618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300" y="554416"/>
            <a:ext cx="8557402" cy="481076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Context: Ecuador, IDB &amp; DFC 2023 Example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EDB45CC-E118-1480-808D-484091FD5A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95977" y="1298122"/>
            <a:ext cx="3954724" cy="3465738"/>
          </a:xfrm>
        </p:spPr>
        <p:txBody>
          <a:bodyPr>
            <a:normAutofit fontScale="92500"/>
          </a:bodyPr>
          <a:lstStyle/>
          <a:p>
            <a:pPr marL="285750" indent="-285750"/>
            <a:r>
              <a:rPr lang="en-US" sz="13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Some precedent can be found in a recent </a:t>
            </a:r>
            <a:r>
              <a:rPr lang="en-US" sz="1300" b="1">
                <a:solidFill>
                  <a:srgbClr val="B85741"/>
                </a:solidFill>
                <a:latin typeface="Roboto"/>
                <a:ea typeface="Roboto"/>
                <a:cs typeface="Roboto"/>
              </a:rPr>
              <a:t>Debt-for-nature swap in Ecuador </a:t>
            </a:r>
          </a:p>
          <a:p>
            <a:pPr marL="285750" indent="-285750"/>
            <a:r>
              <a:rPr lang="en-GB">
                <a:solidFill>
                  <a:srgbClr val="000000"/>
                </a:solidFill>
                <a:latin typeface="Roboto"/>
                <a:ea typeface="Roboto"/>
                <a:cs typeface="Roboto"/>
              </a:rPr>
              <a:t>It consists</a:t>
            </a:r>
            <a:r>
              <a:rPr lang="en-GB" b="0" i="0">
                <a:solidFill>
                  <a:srgbClr val="000000"/>
                </a:solidFill>
                <a:effectLst/>
                <a:latin typeface="Roboto"/>
                <a:ea typeface="Roboto"/>
                <a:cs typeface="Roboto"/>
              </a:rPr>
              <a:t> of an $85 million </a:t>
            </a:r>
            <a:r>
              <a:rPr lang="en-GB" b="1" i="0">
                <a:solidFill>
                  <a:srgbClr val="B85741"/>
                </a:solidFill>
                <a:effectLst/>
                <a:latin typeface="Roboto"/>
                <a:ea typeface="Roboto"/>
                <a:cs typeface="Roboto"/>
              </a:rPr>
              <a:t>IDB guarantee </a:t>
            </a:r>
            <a:r>
              <a:rPr lang="en-GB" b="0" i="0">
                <a:solidFill>
                  <a:srgbClr val="000000"/>
                </a:solidFill>
                <a:effectLst/>
                <a:latin typeface="Roboto"/>
                <a:ea typeface="Roboto"/>
                <a:cs typeface="Roboto"/>
              </a:rPr>
              <a:t>and an $656 million </a:t>
            </a:r>
            <a:r>
              <a:rPr lang="en-GB" b="1" i="0">
                <a:solidFill>
                  <a:srgbClr val="B85741"/>
                </a:solidFill>
                <a:effectLst/>
                <a:latin typeface="Roboto"/>
                <a:ea typeface="Roboto"/>
                <a:cs typeface="Roboto"/>
              </a:rPr>
              <a:t>DFC political-risk insurance</a:t>
            </a:r>
            <a:r>
              <a:rPr lang="en-GB" b="0" i="0">
                <a:solidFill>
                  <a:srgbClr val="000000"/>
                </a:solidFill>
                <a:effectLst/>
                <a:latin typeface="Roboto"/>
                <a:ea typeface="Roboto"/>
                <a:cs typeface="Roboto"/>
              </a:rPr>
              <a:t>.</a:t>
            </a:r>
            <a:endParaRPr lang="en-GB"/>
          </a:p>
          <a:p>
            <a:pPr marL="285750" indent="-285750"/>
            <a:r>
              <a:rPr lang="en-GB">
                <a:solidFill>
                  <a:srgbClr val="000000"/>
                </a:solidFill>
                <a:latin typeface="Roboto"/>
                <a:ea typeface="Roboto"/>
                <a:cs typeface="Roboto"/>
              </a:rPr>
              <a:t>E</a:t>
            </a:r>
            <a:r>
              <a:rPr lang="en-GB" b="0" i="0">
                <a:solidFill>
                  <a:srgbClr val="000000"/>
                </a:solidFill>
                <a:effectLst/>
                <a:latin typeface="Roboto"/>
                <a:ea typeface="Roboto"/>
                <a:cs typeface="Roboto"/>
              </a:rPr>
              <a:t>stimated to generate savings of </a:t>
            </a:r>
            <a:r>
              <a:rPr lang="en-GB" b="1" i="0">
                <a:solidFill>
                  <a:srgbClr val="B85741"/>
                </a:solidFill>
                <a:effectLst/>
                <a:latin typeface="Roboto"/>
                <a:ea typeface="Roboto"/>
                <a:cs typeface="Roboto"/>
              </a:rPr>
              <a:t>$323 million</a:t>
            </a:r>
            <a:r>
              <a:rPr lang="en-GB" b="0" i="0">
                <a:solidFill>
                  <a:srgbClr val="000000"/>
                </a:solidFill>
                <a:effectLst/>
                <a:latin typeface="Roboto"/>
                <a:ea typeface="Roboto"/>
                <a:cs typeface="Roboto"/>
              </a:rPr>
              <a:t> to finance conservation activities in the Galápagos (IDB, 2023).</a:t>
            </a:r>
            <a:r>
              <a:rPr lang="en-GB">
                <a:solidFill>
                  <a:srgbClr val="000000"/>
                </a:solidFill>
                <a:latin typeface="Roboto"/>
                <a:ea typeface="Roboto"/>
                <a:cs typeface="Roboto"/>
              </a:rPr>
              <a:t> </a:t>
            </a:r>
          </a:p>
          <a:p>
            <a:pPr marL="285750" indent="-285750"/>
            <a:r>
              <a:rPr lang="en-US">
                <a:solidFill>
                  <a:srgbClr val="002F4A"/>
                </a:solidFill>
                <a:latin typeface="Roboto"/>
                <a:ea typeface="Roboto"/>
                <a:cs typeface="Roboto"/>
              </a:rPr>
              <a:t>First time an MDB has provided </a:t>
            </a:r>
            <a:r>
              <a:rPr lang="en-US" b="1">
                <a:solidFill>
                  <a:srgbClr val="B85741"/>
                </a:solidFill>
                <a:latin typeface="Roboto"/>
                <a:ea typeface="Roboto"/>
                <a:cs typeface="Roboto"/>
              </a:rPr>
              <a:t>financial guarantees </a:t>
            </a:r>
            <a:r>
              <a:rPr lang="en-US">
                <a:solidFill>
                  <a:srgbClr val="002F4A"/>
                </a:solidFill>
                <a:latin typeface="Roboto"/>
                <a:ea typeface="Roboto"/>
                <a:cs typeface="Roboto"/>
              </a:rPr>
              <a:t>coupled </a:t>
            </a:r>
            <a:r>
              <a:rPr lang="en-US" b="1">
                <a:solidFill>
                  <a:srgbClr val="B85741"/>
                </a:solidFill>
                <a:latin typeface="Roboto"/>
                <a:ea typeface="Roboto"/>
                <a:cs typeface="Roboto"/>
              </a:rPr>
              <a:t>with insurance against risks</a:t>
            </a:r>
            <a:r>
              <a:rPr lang="en-US">
                <a:solidFill>
                  <a:srgbClr val="002F4A"/>
                </a:solidFill>
                <a:latin typeface="Roboto"/>
                <a:ea typeface="Roboto"/>
                <a:cs typeface="Roboto"/>
              </a:rPr>
              <a:t> to promote </a:t>
            </a:r>
            <a:r>
              <a:rPr lang="en-US" b="1">
                <a:solidFill>
                  <a:srgbClr val="B85741"/>
                </a:solidFill>
                <a:latin typeface="Roboto"/>
                <a:ea typeface="Roboto"/>
                <a:cs typeface="Roboto"/>
              </a:rPr>
              <a:t>sustainability</a:t>
            </a:r>
            <a:r>
              <a:rPr lang="en-US">
                <a:solidFill>
                  <a:srgbClr val="002F4A"/>
                </a:solidFill>
                <a:latin typeface="Roboto"/>
                <a:ea typeface="Roboto"/>
                <a:cs typeface="Roboto"/>
              </a:rPr>
              <a:t> at the state level. </a:t>
            </a:r>
            <a:endParaRPr lang="en-US">
              <a:solidFill>
                <a:srgbClr val="002F4A"/>
              </a:solidFill>
            </a:endParaRPr>
          </a:p>
          <a:p>
            <a:pPr marL="285750" indent="-285750"/>
            <a:r>
              <a:rPr lang="en-US">
                <a:solidFill>
                  <a:srgbClr val="002F4A"/>
                </a:solidFill>
              </a:rPr>
              <a:t>Largest debt-for-nature conversion in the world.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7F36DD-8EBC-CFC4-3688-8D258A10313E}"/>
              </a:ext>
            </a:extLst>
          </p:cNvPr>
          <p:cNvSpPr/>
          <p:nvPr/>
        </p:nvSpPr>
        <p:spPr>
          <a:xfrm>
            <a:off x="363416" y="1298122"/>
            <a:ext cx="4173415" cy="36118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oogle Shape;178;p22">
            <a:extLst>
              <a:ext uri="{FF2B5EF4-FFF2-40B4-BE49-F238E27FC236}">
                <a16:creationId xmlns:a16="http://schemas.microsoft.com/office/drawing/2014/main" id="{9E4F7072-E833-9E9E-01FD-1457C268A78B}"/>
              </a:ext>
            </a:extLst>
          </p:cNvPr>
          <p:cNvSpPr/>
          <p:nvPr/>
        </p:nvSpPr>
        <p:spPr>
          <a:xfrm>
            <a:off x="3086798" y="2467882"/>
            <a:ext cx="1287300" cy="990426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Ecuador</a:t>
            </a:r>
          </a:p>
        </p:txBody>
      </p:sp>
      <p:sp>
        <p:nvSpPr>
          <p:cNvPr id="9" name="Google Shape;180;p22">
            <a:extLst>
              <a:ext uri="{FF2B5EF4-FFF2-40B4-BE49-F238E27FC236}">
                <a16:creationId xmlns:a16="http://schemas.microsoft.com/office/drawing/2014/main" id="{4B1B0330-DC0F-2708-0D92-8633721B8074}"/>
              </a:ext>
            </a:extLst>
          </p:cNvPr>
          <p:cNvSpPr/>
          <p:nvPr/>
        </p:nvSpPr>
        <p:spPr>
          <a:xfrm>
            <a:off x="762185" y="2742691"/>
            <a:ext cx="1287300" cy="576600"/>
          </a:xfrm>
          <a:prstGeom prst="rect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Creditors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181;p22">
            <a:extLst>
              <a:ext uri="{FF2B5EF4-FFF2-40B4-BE49-F238E27FC236}">
                <a16:creationId xmlns:a16="http://schemas.microsoft.com/office/drawing/2014/main" id="{54F32028-7F08-08F0-AE1C-43EF179B52D3}"/>
              </a:ext>
            </a:extLst>
          </p:cNvPr>
          <p:cNvSpPr txBox="1"/>
          <p:nvPr/>
        </p:nvSpPr>
        <p:spPr>
          <a:xfrm>
            <a:off x="496357" y="2154728"/>
            <a:ext cx="1132428" cy="2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Financial Guarantee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83;p22">
            <a:extLst>
              <a:ext uri="{FF2B5EF4-FFF2-40B4-BE49-F238E27FC236}">
                <a16:creationId xmlns:a16="http://schemas.microsoft.com/office/drawing/2014/main" id="{A11CD9F5-B63C-46F9-3DE0-772ACF0F4790}"/>
              </a:ext>
            </a:extLst>
          </p:cNvPr>
          <p:cNvSpPr txBox="1"/>
          <p:nvPr/>
        </p:nvSpPr>
        <p:spPr>
          <a:xfrm>
            <a:off x="1443980" y="3545096"/>
            <a:ext cx="1287300" cy="470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Risk Insurance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84;p22">
            <a:extLst>
              <a:ext uri="{FF2B5EF4-FFF2-40B4-BE49-F238E27FC236}">
                <a16:creationId xmlns:a16="http://schemas.microsoft.com/office/drawing/2014/main" id="{466165A6-0F84-73FE-6BF0-D29955C9F07F}"/>
              </a:ext>
            </a:extLst>
          </p:cNvPr>
          <p:cNvSpPr/>
          <p:nvPr/>
        </p:nvSpPr>
        <p:spPr>
          <a:xfrm>
            <a:off x="762185" y="4015615"/>
            <a:ext cx="1287300" cy="576600"/>
          </a:xfrm>
          <a:prstGeom prst="rect">
            <a:avLst/>
          </a:prstGeom>
          <a:solidFill>
            <a:srgbClr val="B02C20"/>
          </a:solidFill>
          <a:ln w="9525" cap="flat" cmpd="sng">
            <a:solidFill>
              <a:srgbClr val="B02C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US DFC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" name="Google Shape;187;p22">
            <a:extLst>
              <a:ext uri="{FF2B5EF4-FFF2-40B4-BE49-F238E27FC236}">
                <a16:creationId xmlns:a16="http://schemas.microsoft.com/office/drawing/2014/main" id="{814DA7EF-9A0B-4D61-CE6F-40B7248F9387}"/>
              </a:ext>
            </a:extLst>
          </p:cNvPr>
          <p:cNvSpPr/>
          <p:nvPr/>
        </p:nvSpPr>
        <p:spPr>
          <a:xfrm>
            <a:off x="762185" y="1566925"/>
            <a:ext cx="1287300" cy="576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IDB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" name="Google Shape;188;p22">
            <a:extLst>
              <a:ext uri="{FF2B5EF4-FFF2-40B4-BE49-F238E27FC236}">
                <a16:creationId xmlns:a16="http://schemas.microsoft.com/office/drawing/2014/main" id="{2DF996B5-E4F2-87D3-6255-9BA7CCC64370}"/>
              </a:ext>
            </a:extLst>
          </p:cNvPr>
          <p:cNvSpPr txBox="1"/>
          <p:nvPr/>
        </p:nvSpPr>
        <p:spPr>
          <a:xfrm rot="-2688">
            <a:off x="3749678" y="3489282"/>
            <a:ext cx="767400" cy="441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New Funds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" name="Google Shape;184;p22">
            <a:extLst>
              <a:ext uri="{FF2B5EF4-FFF2-40B4-BE49-F238E27FC236}">
                <a16:creationId xmlns:a16="http://schemas.microsoft.com/office/drawing/2014/main" id="{84FE63D8-4515-DD75-02FB-3AB9A3958B32}"/>
              </a:ext>
            </a:extLst>
          </p:cNvPr>
          <p:cNvSpPr/>
          <p:nvPr/>
        </p:nvSpPr>
        <p:spPr>
          <a:xfrm>
            <a:off x="3086798" y="4061287"/>
            <a:ext cx="1287300" cy="576600"/>
          </a:xfrm>
          <a:prstGeom prst="rect">
            <a:avLst/>
          </a:prstGeom>
          <a:solidFill>
            <a:schemeClr val="accent6">
              <a:lumMod val="25000"/>
            </a:schemeClr>
          </a:solidFill>
          <a:ln w="9525" cap="flat" cmpd="sng">
            <a:solidFill>
              <a:schemeClr val="accent6">
                <a:lumMod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Conservation Efforts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" name="Google Shape;182;p22">
            <a:extLst>
              <a:ext uri="{FF2B5EF4-FFF2-40B4-BE49-F238E27FC236}">
                <a16:creationId xmlns:a16="http://schemas.microsoft.com/office/drawing/2014/main" id="{EB7C4E5D-F13D-8181-C231-964214386851}"/>
              </a:ext>
            </a:extLst>
          </p:cNvPr>
          <p:cNvSpPr/>
          <p:nvPr/>
        </p:nvSpPr>
        <p:spPr>
          <a:xfrm rot="5400000">
            <a:off x="3387493" y="3594861"/>
            <a:ext cx="696323" cy="1451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" name="Google Shape;182;p22">
            <a:extLst>
              <a:ext uri="{FF2B5EF4-FFF2-40B4-BE49-F238E27FC236}">
                <a16:creationId xmlns:a16="http://schemas.microsoft.com/office/drawing/2014/main" id="{EAD5F9B7-33C2-EF6F-6004-77060A497371}"/>
              </a:ext>
            </a:extLst>
          </p:cNvPr>
          <p:cNvSpPr/>
          <p:nvPr/>
        </p:nvSpPr>
        <p:spPr>
          <a:xfrm rot="10800000">
            <a:off x="2084653" y="2910913"/>
            <a:ext cx="1085373" cy="16053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" name="Google Shape;182;p22">
            <a:extLst>
              <a:ext uri="{FF2B5EF4-FFF2-40B4-BE49-F238E27FC236}">
                <a16:creationId xmlns:a16="http://schemas.microsoft.com/office/drawing/2014/main" id="{9BABFA65-1F5A-DBB0-CB3A-4D9AF90105F3}"/>
              </a:ext>
            </a:extLst>
          </p:cNvPr>
          <p:cNvSpPr/>
          <p:nvPr/>
        </p:nvSpPr>
        <p:spPr>
          <a:xfrm rot="5400000">
            <a:off x="1085893" y="2229812"/>
            <a:ext cx="696323" cy="1451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" name="Google Shape;182;p22">
            <a:extLst>
              <a:ext uri="{FF2B5EF4-FFF2-40B4-BE49-F238E27FC236}">
                <a16:creationId xmlns:a16="http://schemas.microsoft.com/office/drawing/2014/main" id="{348B57A8-B5E4-C9B8-3455-A04B7D7717DD}"/>
              </a:ext>
            </a:extLst>
          </p:cNvPr>
          <p:cNvSpPr/>
          <p:nvPr/>
        </p:nvSpPr>
        <p:spPr>
          <a:xfrm rot="16200000">
            <a:off x="1071263" y="3687204"/>
            <a:ext cx="696323" cy="1451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" name="Google Shape;182;p22">
            <a:extLst>
              <a:ext uri="{FF2B5EF4-FFF2-40B4-BE49-F238E27FC236}">
                <a16:creationId xmlns:a16="http://schemas.microsoft.com/office/drawing/2014/main" id="{913B24F5-38DB-F870-9AE3-98A676B39382}"/>
              </a:ext>
            </a:extLst>
          </p:cNvPr>
          <p:cNvSpPr/>
          <p:nvPr/>
        </p:nvSpPr>
        <p:spPr>
          <a:xfrm rot="19249176">
            <a:off x="1805067" y="3829088"/>
            <a:ext cx="1379067" cy="1363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" name="Google Shape;188;p22">
            <a:extLst>
              <a:ext uri="{FF2B5EF4-FFF2-40B4-BE49-F238E27FC236}">
                <a16:creationId xmlns:a16="http://schemas.microsoft.com/office/drawing/2014/main" id="{EFF34AA5-0B90-C78D-B726-55067F37C3FA}"/>
              </a:ext>
            </a:extLst>
          </p:cNvPr>
          <p:cNvSpPr txBox="1"/>
          <p:nvPr/>
        </p:nvSpPr>
        <p:spPr>
          <a:xfrm rot="-2688">
            <a:off x="2013946" y="2272757"/>
            <a:ext cx="1091503" cy="369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Repays debt at cheaper rate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083642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D1029096-2D44-DCEE-CE92-8D46F9315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8">
            <a:extLst>
              <a:ext uri="{FF2B5EF4-FFF2-40B4-BE49-F238E27FC236}">
                <a16:creationId xmlns:a16="http://schemas.microsoft.com/office/drawing/2014/main" id="{D1C96F6F-6A14-C8B7-2CFC-7AF8F11A19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8706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50"/>
              <a:t>Option Two: </a:t>
            </a:r>
            <a:r>
              <a:rPr lang="en" sz="2250">
                <a:solidFill>
                  <a:schemeClr val="bg1"/>
                </a:solidFill>
              </a:rPr>
              <a:t>Trusted </a:t>
            </a:r>
            <a:endParaRPr sz="225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50">
                <a:solidFill>
                  <a:schemeClr val="bg1"/>
                </a:solidFill>
              </a:rPr>
              <a:t>Intermediary</a:t>
            </a:r>
            <a:endParaRPr sz="2250">
              <a:solidFill>
                <a:schemeClr val="bg1"/>
              </a:solidFill>
            </a:endParaRPr>
          </a:p>
        </p:txBody>
      </p:sp>
      <p:sp>
        <p:nvSpPr>
          <p:cNvPr id="380" name="Google Shape;380;p38">
            <a:extLst>
              <a:ext uri="{FF2B5EF4-FFF2-40B4-BE49-F238E27FC236}">
                <a16:creationId xmlns:a16="http://schemas.microsoft.com/office/drawing/2014/main" id="{E44FADED-FE6F-4AA7-151A-12E1228BDAC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en" sz="1400">
                <a:solidFill>
                  <a:srgbClr val="002F4A"/>
                </a:solidFill>
              </a:rPr>
              <a:t>The second option involves the utilization of a </a:t>
            </a:r>
            <a:r>
              <a:rPr lang="en" sz="1400" b="1">
                <a:solidFill>
                  <a:srgbClr val="002F4A"/>
                </a:solidFill>
              </a:rPr>
              <a:t>trusted intermediary</a:t>
            </a:r>
            <a:r>
              <a:rPr lang="en" sz="1400">
                <a:solidFill>
                  <a:srgbClr val="002F4A"/>
                </a:solidFill>
              </a:rPr>
              <a:t>, such as the World Bank or a special purpose vehicle backed by guarantees from a third party. In both scenarios, the crucial aspect is ensuring that the intermediary is adequately capitalized or possesses sufficient guarantees to maintain a low-risk profile.</a:t>
            </a:r>
            <a:endParaRPr sz="1400">
              <a:solidFill>
                <a:srgbClr val="002F4A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381" name="Google Shape;381;p38">
            <a:extLst>
              <a:ext uri="{FF2B5EF4-FFF2-40B4-BE49-F238E27FC236}">
                <a16:creationId xmlns:a16="http://schemas.microsoft.com/office/drawing/2014/main" id="{E4C0AD42-13E4-D672-74D5-E7BE0C7FEEA2}"/>
              </a:ext>
            </a:extLst>
          </p:cNvPr>
          <p:cNvSpPr/>
          <p:nvPr/>
        </p:nvSpPr>
        <p:spPr>
          <a:xfrm>
            <a:off x="6190157" y="4003425"/>
            <a:ext cx="2465400" cy="563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Possible funding limitations and added complexity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38">
            <a:extLst>
              <a:ext uri="{FF2B5EF4-FFF2-40B4-BE49-F238E27FC236}">
                <a16:creationId xmlns:a16="http://schemas.microsoft.com/office/drawing/2014/main" id="{4F89E409-9E0A-9DDC-DF68-C708850433BC}"/>
              </a:ext>
            </a:extLst>
          </p:cNvPr>
          <p:cNvSpPr/>
          <p:nvPr/>
        </p:nvSpPr>
        <p:spPr>
          <a:xfrm>
            <a:off x="5027182" y="4003425"/>
            <a:ext cx="703800" cy="563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38">
            <a:extLst>
              <a:ext uri="{FF2B5EF4-FFF2-40B4-BE49-F238E27FC236}">
                <a16:creationId xmlns:a16="http://schemas.microsoft.com/office/drawing/2014/main" id="{98683F97-DC3C-E14A-EDCA-F57240A30A4F}"/>
              </a:ext>
            </a:extLst>
          </p:cNvPr>
          <p:cNvSpPr/>
          <p:nvPr/>
        </p:nvSpPr>
        <p:spPr>
          <a:xfrm>
            <a:off x="5027157" y="3069225"/>
            <a:ext cx="703800" cy="563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38">
            <a:extLst>
              <a:ext uri="{FF2B5EF4-FFF2-40B4-BE49-F238E27FC236}">
                <a16:creationId xmlns:a16="http://schemas.microsoft.com/office/drawing/2014/main" id="{CFAE74A1-3FC0-4D49-FADC-3B7CCBA32957}"/>
              </a:ext>
            </a:extLst>
          </p:cNvPr>
          <p:cNvSpPr/>
          <p:nvPr/>
        </p:nvSpPr>
        <p:spPr>
          <a:xfrm rot="-3020993">
            <a:off x="5251649" y="3278270"/>
            <a:ext cx="254820" cy="97142"/>
          </a:xfrm>
          <a:prstGeom prst="corner">
            <a:avLst>
              <a:gd name="adj1" fmla="val 18804"/>
              <a:gd name="adj2" fmla="val 1814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38">
            <a:extLst>
              <a:ext uri="{FF2B5EF4-FFF2-40B4-BE49-F238E27FC236}">
                <a16:creationId xmlns:a16="http://schemas.microsoft.com/office/drawing/2014/main" id="{BCF3EB51-4280-8324-A697-D110C106632E}"/>
              </a:ext>
            </a:extLst>
          </p:cNvPr>
          <p:cNvSpPr/>
          <p:nvPr/>
        </p:nvSpPr>
        <p:spPr>
          <a:xfrm>
            <a:off x="5224890" y="4098973"/>
            <a:ext cx="308400" cy="372300"/>
          </a:xfrm>
          <a:prstGeom prst="mathMultiply">
            <a:avLst>
              <a:gd name="adj1" fmla="val 508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8">
            <a:extLst>
              <a:ext uri="{FF2B5EF4-FFF2-40B4-BE49-F238E27FC236}">
                <a16:creationId xmlns:a16="http://schemas.microsoft.com/office/drawing/2014/main" id="{79099830-D71F-B400-A8AA-D65C3F5A0A4D}"/>
              </a:ext>
            </a:extLst>
          </p:cNvPr>
          <p:cNvSpPr/>
          <p:nvPr/>
        </p:nvSpPr>
        <p:spPr>
          <a:xfrm>
            <a:off x="6190157" y="3069300"/>
            <a:ext cx="2460750" cy="563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Expertise of intermediary and risk mitigation  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1EDFEE-BC04-5CB9-7C5D-4CCDD26D19F1}"/>
              </a:ext>
            </a:extLst>
          </p:cNvPr>
          <p:cNvSpPr txBox="1"/>
          <p:nvPr/>
        </p:nvSpPr>
        <p:spPr>
          <a:xfrm>
            <a:off x="248674" y="1716707"/>
            <a:ext cx="4016302" cy="242803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indent="7620">
              <a:lnSpc>
                <a:spcPct val="150000"/>
              </a:lnSpc>
              <a:spcBef>
                <a:spcPts val="1200"/>
              </a:spcBef>
              <a:buSzPts val="1018"/>
            </a:pPr>
            <a:r>
              <a:rPr lang="en-US" sz="1200">
                <a:solidFill>
                  <a:schemeClr val="bg1"/>
                </a:solidFill>
              </a:rPr>
              <a:t>Here we use a trusted intermediary to borrow from the markets at a lower rate than the sovereign. The </a:t>
            </a:r>
            <a:r>
              <a:rPr lang="en-US" sz="1200" b="1">
                <a:solidFill>
                  <a:schemeClr val="bg1"/>
                </a:solidFill>
              </a:rPr>
              <a:t>intermediary</a:t>
            </a:r>
            <a:r>
              <a:rPr lang="en-US" sz="1200">
                <a:solidFill>
                  <a:schemeClr val="bg1"/>
                </a:solidFill>
              </a:rPr>
              <a:t> then </a:t>
            </a:r>
            <a:r>
              <a:rPr lang="en-US" sz="1200" b="1">
                <a:solidFill>
                  <a:schemeClr val="bg1"/>
                </a:solidFill>
              </a:rPr>
              <a:t>on-lends</a:t>
            </a:r>
            <a:r>
              <a:rPr lang="en-US" sz="1200">
                <a:solidFill>
                  <a:schemeClr val="bg1"/>
                </a:solidFill>
              </a:rPr>
              <a:t> to the sovereign. The intermediary could be the WB itself or some other institution or special purpose vehicle.</a:t>
            </a:r>
            <a:endParaRPr lang="en-US">
              <a:solidFill>
                <a:schemeClr val="bg1"/>
              </a:solidFill>
            </a:endParaRPr>
          </a:p>
          <a:p>
            <a:pPr indent="7620">
              <a:lnSpc>
                <a:spcPct val="150000"/>
              </a:lnSpc>
              <a:spcBef>
                <a:spcPts val="1200"/>
              </a:spcBef>
              <a:buSzPts val="1018"/>
            </a:pPr>
            <a:r>
              <a:rPr lang="en-US" sz="1200">
                <a:solidFill>
                  <a:schemeClr val="bg1"/>
                </a:solidFill>
              </a:rPr>
              <a:t>The </a:t>
            </a:r>
            <a:r>
              <a:rPr lang="en-US" sz="1200" b="1">
                <a:solidFill>
                  <a:schemeClr val="bg1"/>
                </a:solidFill>
              </a:rPr>
              <a:t>basic idea</a:t>
            </a:r>
            <a:r>
              <a:rPr lang="en-US" sz="1200">
                <a:solidFill>
                  <a:schemeClr val="bg1"/>
                </a:solidFill>
              </a:rPr>
              <a:t> is the </a:t>
            </a:r>
            <a:r>
              <a:rPr lang="en-US" sz="1200" b="1">
                <a:solidFill>
                  <a:schemeClr val="bg1"/>
                </a:solidFill>
              </a:rPr>
              <a:t>lower interest costs </a:t>
            </a:r>
            <a:r>
              <a:rPr lang="en-US" sz="1200">
                <a:solidFill>
                  <a:schemeClr val="bg1"/>
                </a:solidFill>
              </a:rPr>
              <a:t>of the intermediary/WB are </a:t>
            </a:r>
            <a:r>
              <a:rPr lang="en-US" sz="1200" b="1">
                <a:solidFill>
                  <a:schemeClr val="bg1"/>
                </a:solidFill>
              </a:rPr>
              <a:t>passed on </a:t>
            </a:r>
            <a:r>
              <a:rPr lang="en-US" sz="1200">
                <a:solidFill>
                  <a:schemeClr val="bg1"/>
                </a:solidFill>
              </a:rPr>
              <a:t>in reduced interest costs to the sovereign </a:t>
            </a:r>
            <a:r>
              <a:rPr lang="en-US" sz="1200" b="1">
                <a:solidFill>
                  <a:schemeClr val="bg1"/>
                </a:solidFill>
              </a:rPr>
              <a:t>only if KPIs are met.</a:t>
            </a:r>
          </a:p>
        </p:txBody>
      </p:sp>
    </p:spTree>
    <p:extLst>
      <p:ext uri="{BB962C8B-B14F-4D97-AF65-F5344CB8AC3E}">
        <p14:creationId xmlns:p14="http://schemas.microsoft.com/office/powerpoint/2010/main" val="6409584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6DC69604-7F71-ADDE-262F-9C0E39FDF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3CEE80-013E-9507-0991-F6F534C6D47E}"/>
              </a:ext>
            </a:extLst>
          </p:cNvPr>
          <p:cNvSpPr/>
          <p:nvPr/>
        </p:nvSpPr>
        <p:spPr>
          <a:xfrm>
            <a:off x="213973" y="1547713"/>
            <a:ext cx="8694800" cy="327825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" name="Google Shape;247;p27">
            <a:extLst>
              <a:ext uri="{FF2B5EF4-FFF2-40B4-BE49-F238E27FC236}">
                <a16:creationId xmlns:a16="http://schemas.microsoft.com/office/drawing/2014/main" id="{BDA15AB4-6F1E-81D8-9C61-4CDC3094B5C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93300" y="554416"/>
            <a:ext cx="8557402" cy="481076"/>
          </a:xfr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/>
            <a:r>
              <a:rPr lang="en-GB"/>
              <a:t>Intermediated SLIDIs: Example Structure</a:t>
            </a:r>
          </a:p>
          <a:p>
            <a:pPr lvl="0"/>
            <a:endParaRPr lang="en-GB"/>
          </a:p>
          <a:p>
            <a:pPr lvl="0"/>
            <a:endParaRPr lang="en-GB"/>
          </a:p>
        </p:txBody>
      </p:sp>
      <p:sp>
        <p:nvSpPr>
          <p:cNvPr id="248" name="Google Shape;248;p27">
            <a:extLst>
              <a:ext uri="{FF2B5EF4-FFF2-40B4-BE49-F238E27FC236}">
                <a16:creationId xmlns:a16="http://schemas.microsoft.com/office/drawing/2014/main" id="{93ABDED8-3770-5B3E-F086-A48EE65839D3}"/>
              </a:ext>
            </a:extLst>
          </p:cNvPr>
          <p:cNvSpPr txBox="1"/>
          <p:nvPr/>
        </p:nvSpPr>
        <p:spPr>
          <a:xfrm>
            <a:off x="286675" y="3700135"/>
            <a:ext cx="1637700" cy="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27">
            <a:extLst>
              <a:ext uri="{FF2B5EF4-FFF2-40B4-BE49-F238E27FC236}">
                <a16:creationId xmlns:a16="http://schemas.microsoft.com/office/drawing/2014/main" id="{D91044F1-ECF7-7969-85A3-68B776664B5B}"/>
              </a:ext>
            </a:extLst>
          </p:cNvPr>
          <p:cNvSpPr txBox="1"/>
          <p:nvPr/>
        </p:nvSpPr>
        <p:spPr>
          <a:xfrm rot="596">
            <a:off x="1948305" y="3048446"/>
            <a:ext cx="1729500" cy="8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15000"/>
              </a:lnSpc>
            </a:pPr>
            <a:endParaRPr lang="en"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lnSpc>
                <a:spcPct val="115000"/>
              </a:lnSpc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Pays 6% until bond maturity if KPI targets are met and 5%, 4% or 3% if targets are subsequently exceeded.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27">
            <a:extLst>
              <a:ext uri="{FF2B5EF4-FFF2-40B4-BE49-F238E27FC236}">
                <a16:creationId xmlns:a16="http://schemas.microsoft.com/office/drawing/2014/main" id="{3B39E47E-1B11-4125-1827-9AB3984F90BF}"/>
              </a:ext>
            </a:extLst>
          </p:cNvPr>
          <p:cNvSpPr txBox="1"/>
          <p:nvPr/>
        </p:nvSpPr>
        <p:spPr>
          <a:xfrm rot="1354299">
            <a:off x="5392614" y="2308298"/>
            <a:ext cx="2358024" cy="338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Pays constant 4% p.a. 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51" name="Google Shape;251;p27">
            <a:extLst>
              <a:ext uri="{FF2B5EF4-FFF2-40B4-BE49-F238E27FC236}">
                <a16:creationId xmlns:a16="http://schemas.microsoft.com/office/drawing/2014/main" id="{4025B442-8C74-8501-5949-776B18584C5C}"/>
              </a:ext>
            </a:extLst>
          </p:cNvPr>
          <p:cNvSpPr/>
          <p:nvPr/>
        </p:nvSpPr>
        <p:spPr>
          <a:xfrm rot="1342973">
            <a:off x="5679956" y="2557442"/>
            <a:ext cx="1696191" cy="14568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27">
            <a:extLst>
              <a:ext uri="{FF2B5EF4-FFF2-40B4-BE49-F238E27FC236}">
                <a16:creationId xmlns:a16="http://schemas.microsoft.com/office/drawing/2014/main" id="{2699E0C9-4AB9-6C4C-37F9-00E71A56980E}"/>
              </a:ext>
            </a:extLst>
          </p:cNvPr>
          <p:cNvSpPr txBox="1"/>
          <p:nvPr/>
        </p:nvSpPr>
        <p:spPr>
          <a:xfrm rot="-1154369">
            <a:off x="1349286" y="2214898"/>
            <a:ext cx="2357995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Pays 7% p.a. until KPI performance assessment deadline.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53" name="Google Shape;253;p27">
            <a:extLst>
              <a:ext uri="{FF2B5EF4-FFF2-40B4-BE49-F238E27FC236}">
                <a16:creationId xmlns:a16="http://schemas.microsoft.com/office/drawing/2014/main" id="{72CD6DF1-9F6B-4A4E-0BCC-09A91EE0D856}"/>
              </a:ext>
            </a:extLst>
          </p:cNvPr>
          <p:cNvSpPr/>
          <p:nvPr/>
        </p:nvSpPr>
        <p:spPr>
          <a:xfrm rot="-1090328">
            <a:off x="1827388" y="2593230"/>
            <a:ext cx="1819973" cy="17807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27">
            <a:extLst>
              <a:ext uri="{FF2B5EF4-FFF2-40B4-BE49-F238E27FC236}">
                <a16:creationId xmlns:a16="http://schemas.microsoft.com/office/drawing/2014/main" id="{C70D270B-86A1-11CA-8345-9C2314B6CC1A}"/>
              </a:ext>
            </a:extLst>
          </p:cNvPr>
          <p:cNvSpPr/>
          <p:nvPr/>
        </p:nvSpPr>
        <p:spPr>
          <a:xfrm rot="-5400000" flipH="1">
            <a:off x="2805725" y="2716460"/>
            <a:ext cx="1161900" cy="2609700"/>
          </a:xfrm>
          <a:prstGeom prst="bentUpArrow">
            <a:avLst>
              <a:gd name="adj1" fmla="val 7599"/>
              <a:gd name="adj2" fmla="val 10711"/>
              <a:gd name="adj3" fmla="val 16698"/>
            </a:avLst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27">
            <a:extLst>
              <a:ext uri="{FF2B5EF4-FFF2-40B4-BE49-F238E27FC236}">
                <a16:creationId xmlns:a16="http://schemas.microsoft.com/office/drawing/2014/main" id="{72CA3842-9998-06D5-C624-760E77C3E486}"/>
              </a:ext>
            </a:extLst>
          </p:cNvPr>
          <p:cNvSpPr txBox="1"/>
          <p:nvPr/>
        </p:nvSpPr>
        <p:spPr>
          <a:xfrm rot="-2169">
            <a:off x="4610950" y="3672969"/>
            <a:ext cx="1426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Verifies KPI targets as ambitious and relevant and tracks progress.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56" name="Google Shape;256;p27">
            <a:extLst>
              <a:ext uri="{FF2B5EF4-FFF2-40B4-BE49-F238E27FC236}">
                <a16:creationId xmlns:a16="http://schemas.microsoft.com/office/drawing/2014/main" id="{6779A3D0-9C0A-0A4A-D467-FFD952AE80FB}"/>
              </a:ext>
            </a:extLst>
          </p:cNvPr>
          <p:cNvSpPr/>
          <p:nvPr/>
        </p:nvSpPr>
        <p:spPr>
          <a:xfrm rot="-630">
            <a:off x="1995775" y="3154519"/>
            <a:ext cx="1637700" cy="178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57" name="Google Shape;257;p27">
            <a:extLst>
              <a:ext uri="{FF2B5EF4-FFF2-40B4-BE49-F238E27FC236}">
                <a16:creationId xmlns:a16="http://schemas.microsoft.com/office/drawing/2014/main" id="{DB7D8D23-D48D-DF54-A5FE-ABC14E7055DE}"/>
              </a:ext>
            </a:extLst>
          </p:cNvPr>
          <p:cNvGrpSpPr/>
          <p:nvPr/>
        </p:nvGrpSpPr>
        <p:grpSpPr>
          <a:xfrm>
            <a:off x="301877" y="3149984"/>
            <a:ext cx="1564042" cy="1501636"/>
            <a:chOff x="986523" y="2110718"/>
            <a:chExt cx="1944600" cy="1569600"/>
          </a:xfrm>
        </p:grpSpPr>
        <p:sp>
          <p:nvSpPr>
            <p:cNvPr id="258" name="Google Shape;258;p27">
              <a:extLst>
                <a:ext uri="{FF2B5EF4-FFF2-40B4-BE49-F238E27FC236}">
                  <a16:creationId xmlns:a16="http://schemas.microsoft.com/office/drawing/2014/main" id="{C34814DE-F803-ADE5-8BE6-DB539D931612}"/>
                </a:ext>
              </a:extLst>
            </p:cNvPr>
            <p:cNvSpPr/>
            <p:nvPr/>
          </p:nvSpPr>
          <p:spPr>
            <a:xfrm>
              <a:off x="986523" y="2110718"/>
              <a:ext cx="19446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7">
              <a:extLst>
                <a:ext uri="{FF2B5EF4-FFF2-40B4-BE49-F238E27FC236}">
                  <a16:creationId xmlns:a16="http://schemas.microsoft.com/office/drawing/2014/main" id="{6522F11D-71AE-7BA5-6888-AA326CC2559E}"/>
                </a:ext>
              </a:extLst>
            </p:cNvPr>
            <p:cNvSpPr txBox="1"/>
            <p:nvPr/>
          </p:nvSpPr>
          <p:spPr>
            <a:xfrm>
              <a:off x="1231001" y="2659316"/>
              <a:ext cx="1451699" cy="553500"/>
            </a:xfrm>
            <a:prstGeom prst="rect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FFFFFF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Sovereign</a:t>
              </a:r>
              <a:endParaRPr sz="1500" b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0" name="Google Shape;260;p27">
            <a:extLst>
              <a:ext uri="{FF2B5EF4-FFF2-40B4-BE49-F238E27FC236}">
                <a16:creationId xmlns:a16="http://schemas.microsoft.com/office/drawing/2014/main" id="{268CB901-463F-A805-6126-91F1097B3FB8}"/>
              </a:ext>
            </a:extLst>
          </p:cNvPr>
          <p:cNvGrpSpPr/>
          <p:nvPr/>
        </p:nvGrpSpPr>
        <p:grpSpPr>
          <a:xfrm>
            <a:off x="3719366" y="1597112"/>
            <a:ext cx="1876395" cy="1735821"/>
            <a:chOff x="3071454" y="2013875"/>
            <a:chExt cx="2154300" cy="1569600"/>
          </a:xfrm>
        </p:grpSpPr>
        <p:sp>
          <p:nvSpPr>
            <p:cNvPr id="261" name="Google Shape;261;p27">
              <a:extLst>
                <a:ext uri="{FF2B5EF4-FFF2-40B4-BE49-F238E27FC236}">
                  <a16:creationId xmlns:a16="http://schemas.microsoft.com/office/drawing/2014/main" id="{94BA8BB4-A2B5-A809-4EFD-795CEA2A048C}"/>
                </a:ext>
              </a:extLst>
            </p:cNvPr>
            <p:cNvSpPr/>
            <p:nvPr/>
          </p:nvSpPr>
          <p:spPr>
            <a:xfrm rot="10800000" flipH="1">
              <a:off x="3071454" y="2013875"/>
              <a:ext cx="21543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7">
              <a:extLst>
                <a:ext uri="{FF2B5EF4-FFF2-40B4-BE49-F238E27FC236}">
                  <a16:creationId xmlns:a16="http://schemas.microsoft.com/office/drawing/2014/main" id="{46784332-3030-2A91-83FF-AB28AB0C05B1}"/>
                </a:ext>
              </a:extLst>
            </p:cNvPr>
            <p:cNvSpPr txBox="1"/>
            <p:nvPr/>
          </p:nvSpPr>
          <p:spPr>
            <a:xfrm>
              <a:off x="3073412" y="2262827"/>
              <a:ext cx="2149987" cy="453441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FFFFFF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Intermediary/WB</a:t>
              </a:r>
              <a:endParaRPr sz="15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263" name="Google Shape;263;p27">
              <a:extLst>
                <a:ext uri="{FF2B5EF4-FFF2-40B4-BE49-F238E27FC236}">
                  <a16:creationId xmlns:a16="http://schemas.microsoft.com/office/drawing/2014/main" id="{D538F370-E39E-480D-860B-966741F57112}"/>
                </a:ext>
              </a:extLst>
            </p:cNvPr>
            <p:cNvSpPr txBox="1"/>
            <p:nvPr/>
          </p:nvSpPr>
          <p:spPr>
            <a:xfrm>
              <a:off x="3216097" y="2537357"/>
              <a:ext cx="1864500" cy="5124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Issues bonds in the market at 4% (if investment threshold is met) and then on-lends to the sovereign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4" name="Google Shape;264;p27">
            <a:extLst>
              <a:ext uri="{FF2B5EF4-FFF2-40B4-BE49-F238E27FC236}">
                <a16:creationId xmlns:a16="http://schemas.microsoft.com/office/drawing/2014/main" id="{25D97BB0-5CC9-F1BD-4E59-268BC4E6B294}"/>
              </a:ext>
            </a:extLst>
          </p:cNvPr>
          <p:cNvGrpSpPr/>
          <p:nvPr/>
        </p:nvGrpSpPr>
        <p:grpSpPr>
          <a:xfrm>
            <a:off x="7131908" y="3154400"/>
            <a:ext cx="1637755" cy="1501636"/>
            <a:chOff x="5015938" y="2013875"/>
            <a:chExt cx="3001200" cy="1569600"/>
          </a:xfrm>
        </p:grpSpPr>
        <p:sp>
          <p:nvSpPr>
            <p:cNvPr id="265" name="Google Shape;265;p27">
              <a:extLst>
                <a:ext uri="{FF2B5EF4-FFF2-40B4-BE49-F238E27FC236}">
                  <a16:creationId xmlns:a16="http://schemas.microsoft.com/office/drawing/2014/main" id="{34FD2A1A-EF8C-4A92-EE8D-9D6C2DAFB4CE}"/>
                </a:ext>
              </a:extLst>
            </p:cNvPr>
            <p:cNvSpPr/>
            <p:nvPr/>
          </p:nvSpPr>
          <p:spPr>
            <a:xfrm>
              <a:off x="5015938" y="2013875"/>
              <a:ext cx="30012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7">
              <a:extLst>
                <a:ext uri="{FF2B5EF4-FFF2-40B4-BE49-F238E27FC236}">
                  <a16:creationId xmlns:a16="http://schemas.microsoft.com/office/drawing/2014/main" id="{D966B4E8-ABA0-DBAF-7BF8-BBF71294674B}"/>
                </a:ext>
              </a:extLst>
            </p:cNvPr>
            <p:cNvSpPr txBox="1"/>
            <p:nvPr/>
          </p:nvSpPr>
          <p:spPr>
            <a:xfrm>
              <a:off x="5307987" y="2604657"/>
              <a:ext cx="2417101" cy="4599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FFFFFF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Investor</a:t>
              </a:r>
              <a:endParaRPr sz="15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777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>
          <a:extLst>
            <a:ext uri="{FF2B5EF4-FFF2-40B4-BE49-F238E27FC236}">
              <a16:creationId xmlns:a16="http://schemas.microsoft.com/office/drawing/2014/main" id="{88E2D76C-4BB5-C9D6-0327-F22B1CA81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3">
            <a:extLst>
              <a:ext uri="{FF2B5EF4-FFF2-40B4-BE49-F238E27FC236}">
                <a16:creationId xmlns:a16="http://schemas.microsoft.com/office/drawing/2014/main" id="{31BC723C-9BD2-98D7-A391-0B8604C953F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>
          <a:xfrm>
            <a:off x="293300" y="1445455"/>
            <a:ext cx="2650791" cy="33759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>
                <a:solidFill>
                  <a:schemeClr val="accent4"/>
                </a:solidFill>
              </a:rPr>
              <a:t>SLIDIs would consist of two components</a:t>
            </a:r>
            <a:r>
              <a:rPr lang="en" sz="1400" b="1">
                <a:solidFill>
                  <a:schemeClr val="accent4"/>
                </a:solidFill>
              </a:rPr>
              <a:t>:</a:t>
            </a:r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200">
                <a:solidFill>
                  <a:srgbClr val="002F4A"/>
                </a:solidFill>
              </a:rPr>
              <a:t>Standard sovereign bonds with fixed coupons, but ‘green’ tagged (because of second component…)</a:t>
            </a:r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200">
                <a:solidFill>
                  <a:srgbClr val="002F4A"/>
                </a:solidFill>
              </a:rPr>
              <a:t>WB payments conditional on a) Achievement of KPIs and b) sufficient private sector interest in the first component</a:t>
            </a:r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endParaRPr lang="en-US" sz="1200">
              <a:solidFill>
                <a:srgbClr val="002F4A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4D4685-0435-B7D7-A875-DED68C1839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"/>
              <a:t>How To Implement </a:t>
            </a:r>
            <a:r>
              <a:rPr lang="en-US"/>
              <a:t>SLIDIs</a:t>
            </a:r>
            <a:r>
              <a:rPr lang="en"/>
              <a:t>: Option Two – Trusted Intermediary</a:t>
            </a:r>
          </a:p>
          <a:p>
            <a:endParaRPr lang="en-US"/>
          </a:p>
        </p:txBody>
      </p:sp>
      <p:grpSp>
        <p:nvGrpSpPr>
          <p:cNvPr id="8" name="Google Shape;230;p26">
            <a:extLst>
              <a:ext uri="{FF2B5EF4-FFF2-40B4-BE49-F238E27FC236}">
                <a16:creationId xmlns:a16="http://schemas.microsoft.com/office/drawing/2014/main" id="{B07A8872-3874-373C-E702-D8A8C4FEDE7D}"/>
              </a:ext>
            </a:extLst>
          </p:cNvPr>
          <p:cNvGrpSpPr/>
          <p:nvPr/>
        </p:nvGrpSpPr>
        <p:grpSpPr>
          <a:xfrm>
            <a:off x="5144611" y="2543982"/>
            <a:ext cx="1332390" cy="1220886"/>
            <a:chOff x="5040038" y="2459523"/>
            <a:chExt cx="1718739" cy="966655"/>
          </a:xfrm>
        </p:grpSpPr>
        <p:sp>
          <p:nvSpPr>
            <p:cNvPr id="9" name="Google Shape;231;p26">
              <a:extLst>
                <a:ext uri="{FF2B5EF4-FFF2-40B4-BE49-F238E27FC236}">
                  <a16:creationId xmlns:a16="http://schemas.microsoft.com/office/drawing/2014/main" id="{F51CD341-7FC2-BE14-967D-4E506F7475A9}"/>
                </a:ext>
              </a:extLst>
            </p:cNvPr>
            <p:cNvSpPr/>
            <p:nvPr/>
          </p:nvSpPr>
          <p:spPr>
            <a:xfrm>
              <a:off x="5040038" y="2707678"/>
              <a:ext cx="1718738" cy="718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-US" sz="1000">
                  <a:solidFill>
                    <a:srgbClr val="FFFFFF"/>
                  </a:solidFill>
                </a:rPr>
                <a:t>Borrows at AAA financing rate thanks to guarantees. Receives 4-7%</a:t>
              </a:r>
              <a:endParaRPr sz="1000">
                <a:solidFill>
                  <a:srgbClr val="FFFFFF"/>
                </a:solidFill>
              </a:endParaRPr>
            </a:p>
          </p:txBody>
        </p:sp>
        <p:sp>
          <p:nvSpPr>
            <p:cNvPr id="10" name="Google Shape;232;p26">
              <a:extLst>
                <a:ext uri="{FF2B5EF4-FFF2-40B4-BE49-F238E27FC236}">
                  <a16:creationId xmlns:a16="http://schemas.microsoft.com/office/drawing/2014/main" id="{E7FCB302-6711-7661-651C-7F4CB1605C91}"/>
                </a:ext>
              </a:extLst>
            </p:cNvPr>
            <p:cNvSpPr/>
            <p:nvPr/>
          </p:nvSpPr>
          <p:spPr>
            <a:xfrm>
              <a:off x="5040038" y="2459523"/>
              <a:ext cx="1718739" cy="285000"/>
            </a:xfrm>
            <a:prstGeom prst="round1Rect">
              <a:avLst>
                <a:gd name="adj" fmla="val 50000"/>
              </a:avLst>
            </a:prstGeom>
            <a:solidFill>
              <a:srgbClr val="323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SPV or WB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  <p:grpSp>
        <p:nvGrpSpPr>
          <p:cNvPr id="11" name="Google Shape;233;p26">
            <a:extLst>
              <a:ext uri="{FF2B5EF4-FFF2-40B4-BE49-F238E27FC236}">
                <a16:creationId xmlns:a16="http://schemas.microsoft.com/office/drawing/2014/main" id="{23F78598-C81B-C3A6-57AF-F4F1384FF8C0}"/>
              </a:ext>
            </a:extLst>
          </p:cNvPr>
          <p:cNvGrpSpPr/>
          <p:nvPr/>
        </p:nvGrpSpPr>
        <p:grpSpPr>
          <a:xfrm>
            <a:off x="7855527" y="1382570"/>
            <a:ext cx="1073728" cy="1295717"/>
            <a:chOff x="4432886" y="647329"/>
            <a:chExt cx="873020" cy="1052915"/>
          </a:xfrm>
        </p:grpSpPr>
        <p:sp>
          <p:nvSpPr>
            <p:cNvPr id="12" name="Google Shape;234;p26">
              <a:extLst>
                <a:ext uri="{FF2B5EF4-FFF2-40B4-BE49-F238E27FC236}">
                  <a16:creationId xmlns:a16="http://schemas.microsoft.com/office/drawing/2014/main" id="{19172850-CD93-0629-820A-DADE1EBD12FC}"/>
                </a:ext>
              </a:extLst>
            </p:cNvPr>
            <p:cNvSpPr/>
            <p:nvPr/>
          </p:nvSpPr>
          <p:spPr>
            <a:xfrm>
              <a:off x="4432886" y="932329"/>
              <a:ext cx="873019" cy="7679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Achieves KPI</a:t>
              </a:r>
              <a:endParaRPr sz="1000">
                <a:solidFill>
                  <a:srgbClr val="FFFFFF"/>
                </a:solidFill>
              </a:endParaRPr>
            </a:p>
          </p:txBody>
        </p:sp>
        <p:sp>
          <p:nvSpPr>
            <p:cNvPr id="13" name="Google Shape;235;p26">
              <a:extLst>
                <a:ext uri="{FF2B5EF4-FFF2-40B4-BE49-F238E27FC236}">
                  <a16:creationId xmlns:a16="http://schemas.microsoft.com/office/drawing/2014/main" id="{C65E950C-E9CB-4514-2BAF-1146735DE660}"/>
                </a:ext>
              </a:extLst>
            </p:cNvPr>
            <p:cNvSpPr/>
            <p:nvPr/>
          </p:nvSpPr>
          <p:spPr>
            <a:xfrm>
              <a:off x="4432886" y="647329"/>
              <a:ext cx="873020" cy="285000"/>
            </a:xfrm>
            <a:prstGeom prst="round1Rect">
              <a:avLst>
                <a:gd name="adj" fmla="val 50000"/>
              </a:avLst>
            </a:prstGeom>
            <a:solidFill>
              <a:srgbClr val="323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Sovereign 1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  <p:grpSp>
        <p:nvGrpSpPr>
          <p:cNvPr id="14" name="Google Shape;236;p26">
            <a:extLst>
              <a:ext uri="{FF2B5EF4-FFF2-40B4-BE49-F238E27FC236}">
                <a16:creationId xmlns:a16="http://schemas.microsoft.com/office/drawing/2014/main" id="{F5928925-377E-D0B5-71D2-402B23EDC091}"/>
              </a:ext>
            </a:extLst>
          </p:cNvPr>
          <p:cNvGrpSpPr/>
          <p:nvPr/>
        </p:nvGrpSpPr>
        <p:grpSpPr>
          <a:xfrm>
            <a:off x="3108419" y="2522975"/>
            <a:ext cx="1176007" cy="1220885"/>
            <a:chOff x="2465775" y="2422675"/>
            <a:chExt cx="1332300" cy="914658"/>
          </a:xfrm>
        </p:grpSpPr>
        <p:sp>
          <p:nvSpPr>
            <p:cNvPr id="15" name="Google Shape;237;p26">
              <a:extLst>
                <a:ext uri="{FF2B5EF4-FFF2-40B4-BE49-F238E27FC236}">
                  <a16:creationId xmlns:a16="http://schemas.microsoft.com/office/drawing/2014/main" id="{490E2C86-682B-EC96-7C62-22EF3B85C458}"/>
                </a:ext>
              </a:extLst>
            </p:cNvPr>
            <p:cNvSpPr/>
            <p:nvPr/>
          </p:nvSpPr>
          <p:spPr>
            <a:xfrm>
              <a:off x="2465775" y="2707674"/>
              <a:ext cx="1332300" cy="62965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Receives</a:t>
              </a: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stable payment of coupon from SPV</a:t>
              </a:r>
              <a:endParaRPr sz="1000">
                <a:solidFill>
                  <a:srgbClr val="FFFFFF"/>
                </a:solidFill>
              </a:endParaRPr>
            </a:p>
          </p:txBody>
        </p:sp>
        <p:sp>
          <p:nvSpPr>
            <p:cNvPr id="16" name="Google Shape;238;p26">
              <a:extLst>
                <a:ext uri="{FF2B5EF4-FFF2-40B4-BE49-F238E27FC236}">
                  <a16:creationId xmlns:a16="http://schemas.microsoft.com/office/drawing/2014/main" id="{D1A98517-0668-0C13-AF6E-6B777E289284}"/>
                </a:ext>
              </a:extLst>
            </p:cNvPr>
            <p:cNvSpPr/>
            <p:nvPr/>
          </p:nvSpPr>
          <p:spPr>
            <a:xfrm>
              <a:off x="2465775" y="2422675"/>
              <a:ext cx="1332300" cy="285000"/>
            </a:xfrm>
            <a:prstGeom prst="round1Rect">
              <a:avLst>
                <a:gd name="adj" fmla="val 50000"/>
              </a:avLst>
            </a:prstGeom>
            <a:solidFill>
              <a:srgbClr val="323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Investors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  <p:grpSp>
        <p:nvGrpSpPr>
          <p:cNvPr id="4" name="Google Shape;233;p26">
            <a:extLst>
              <a:ext uri="{FF2B5EF4-FFF2-40B4-BE49-F238E27FC236}">
                <a16:creationId xmlns:a16="http://schemas.microsoft.com/office/drawing/2014/main" id="{6C344702-7599-F974-CDD6-4F6BF24B5F27}"/>
              </a:ext>
            </a:extLst>
          </p:cNvPr>
          <p:cNvGrpSpPr/>
          <p:nvPr/>
        </p:nvGrpSpPr>
        <p:grpSpPr>
          <a:xfrm>
            <a:off x="7855528" y="3154425"/>
            <a:ext cx="1073727" cy="1295717"/>
            <a:chOff x="4432886" y="647329"/>
            <a:chExt cx="873019" cy="1052915"/>
          </a:xfrm>
        </p:grpSpPr>
        <p:sp>
          <p:nvSpPr>
            <p:cNvPr id="5" name="Google Shape;234;p26">
              <a:extLst>
                <a:ext uri="{FF2B5EF4-FFF2-40B4-BE49-F238E27FC236}">
                  <a16:creationId xmlns:a16="http://schemas.microsoft.com/office/drawing/2014/main" id="{836836A5-DF28-54B3-50B4-1E9ED31E0F65}"/>
                </a:ext>
              </a:extLst>
            </p:cNvPr>
            <p:cNvSpPr/>
            <p:nvPr/>
          </p:nvSpPr>
          <p:spPr>
            <a:xfrm>
              <a:off x="4432886" y="932329"/>
              <a:ext cx="873019" cy="7679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-US" sz="1000">
                  <a:solidFill>
                    <a:srgbClr val="FFFFFF"/>
                  </a:solidFill>
                </a:rPr>
                <a:t>Does not achieve KPI. </a:t>
              </a:r>
            </a:p>
          </p:txBody>
        </p:sp>
        <p:sp>
          <p:nvSpPr>
            <p:cNvPr id="6" name="Google Shape;235;p26">
              <a:extLst>
                <a:ext uri="{FF2B5EF4-FFF2-40B4-BE49-F238E27FC236}">
                  <a16:creationId xmlns:a16="http://schemas.microsoft.com/office/drawing/2014/main" id="{6BA75934-F008-47EF-CA28-825610C3C554}"/>
                </a:ext>
              </a:extLst>
            </p:cNvPr>
            <p:cNvSpPr/>
            <p:nvPr/>
          </p:nvSpPr>
          <p:spPr>
            <a:xfrm>
              <a:off x="4432886" y="647329"/>
              <a:ext cx="873017" cy="285000"/>
            </a:xfrm>
            <a:prstGeom prst="round1Rect">
              <a:avLst>
                <a:gd name="adj" fmla="val 50000"/>
              </a:avLst>
            </a:prstGeom>
            <a:solidFill>
              <a:srgbClr val="323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Sovereign 2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  <p:sp>
        <p:nvSpPr>
          <p:cNvPr id="7" name="Google Shape;251;p27">
            <a:extLst>
              <a:ext uri="{FF2B5EF4-FFF2-40B4-BE49-F238E27FC236}">
                <a16:creationId xmlns:a16="http://schemas.microsoft.com/office/drawing/2014/main" id="{E56A3200-81F4-6282-23E4-9A0CA27CBC50}"/>
              </a:ext>
            </a:extLst>
          </p:cNvPr>
          <p:cNvSpPr/>
          <p:nvPr/>
        </p:nvSpPr>
        <p:spPr>
          <a:xfrm rot="9036882">
            <a:off x="6499020" y="2478653"/>
            <a:ext cx="1377375" cy="18841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" name="Google Shape;251;p27">
            <a:extLst>
              <a:ext uri="{FF2B5EF4-FFF2-40B4-BE49-F238E27FC236}">
                <a16:creationId xmlns:a16="http://schemas.microsoft.com/office/drawing/2014/main" id="{0B6B40AB-1C67-4CED-98A6-6E1D2D9D6045}"/>
              </a:ext>
            </a:extLst>
          </p:cNvPr>
          <p:cNvSpPr/>
          <p:nvPr/>
        </p:nvSpPr>
        <p:spPr>
          <a:xfrm rot="12622189">
            <a:off x="6430128" y="3586555"/>
            <a:ext cx="1377375" cy="18841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" name="Google Shape;250;p27">
            <a:extLst>
              <a:ext uri="{FF2B5EF4-FFF2-40B4-BE49-F238E27FC236}">
                <a16:creationId xmlns:a16="http://schemas.microsoft.com/office/drawing/2014/main" id="{77CD7E4A-3740-A876-9850-BF0671336A6F}"/>
              </a:ext>
            </a:extLst>
          </p:cNvPr>
          <p:cNvSpPr txBox="1"/>
          <p:nvPr/>
        </p:nvSpPr>
        <p:spPr>
          <a:xfrm rot="19840705">
            <a:off x="6484710" y="2201041"/>
            <a:ext cx="1173621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Pays 4% p.a. 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6" name="Google Shape;250;p27">
            <a:extLst>
              <a:ext uri="{FF2B5EF4-FFF2-40B4-BE49-F238E27FC236}">
                <a16:creationId xmlns:a16="http://schemas.microsoft.com/office/drawing/2014/main" id="{B51516B3-93A2-D03C-3197-858BED84E142}"/>
              </a:ext>
            </a:extLst>
          </p:cNvPr>
          <p:cNvSpPr txBox="1"/>
          <p:nvPr/>
        </p:nvSpPr>
        <p:spPr>
          <a:xfrm rot="1762067">
            <a:off x="6600896" y="3329696"/>
            <a:ext cx="1173621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Pays 7% p.a. 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9" name="Google Shape;251;p27">
            <a:extLst>
              <a:ext uri="{FF2B5EF4-FFF2-40B4-BE49-F238E27FC236}">
                <a16:creationId xmlns:a16="http://schemas.microsoft.com/office/drawing/2014/main" id="{FDED149C-8A98-9A9F-991D-2D46CC76B45D}"/>
              </a:ext>
            </a:extLst>
          </p:cNvPr>
          <p:cNvSpPr/>
          <p:nvPr/>
        </p:nvSpPr>
        <p:spPr>
          <a:xfrm rot="10800000">
            <a:off x="4285394" y="3154425"/>
            <a:ext cx="858249" cy="18841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" name="Google Shape;250;p27">
            <a:extLst>
              <a:ext uri="{FF2B5EF4-FFF2-40B4-BE49-F238E27FC236}">
                <a16:creationId xmlns:a16="http://schemas.microsoft.com/office/drawing/2014/main" id="{1E1ED4DF-DEBD-C536-9E91-8E01C50FBEE3}"/>
              </a:ext>
            </a:extLst>
          </p:cNvPr>
          <p:cNvSpPr txBox="1"/>
          <p:nvPr/>
        </p:nvSpPr>
        <p:spPr>
          <a:xfrm rot="3823">
            <a:off x="4271085" y="2876706"/>
            <a:ext cx="975817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Pays 4% p.a. </a:t>
            </a:r>
            <a:endParaRPr sz="10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870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>
          <a:extLst>
            <a:ext uri="{FF2B5EF4-FFF2-40B4-BE49-F238E27FC236}">
              <a16:creationId xmlns:a16="http://schemas.microsoft.com/office/drawing/2014/main" id="{4B9CEE40-C7ED-5F57-AD3D-60F4A50F2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AE9BF3A1-8884-4D4A-29B3-AEDABE3795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8782" y="3951791"/>
            <a:ext cx="5825218" cy="794828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US"/>
              <a:t>Implementing SLIDIs</a:t>
            </a:r>
          </a:p>
          <a:p>
            <a:r>
              <a:rPr lang="en-US">
                <a:latin typeface="Merriweather"/>
              </a:rPr>
              <a:t>Options Summary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01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>
          <a:extLst>
            <a:ext uri="{FF2B5EF4-FFF2-40B4-BE49-F238E27FC236}">
              <a16:creationId xmlns:a16="http://schemas.microsoft.com/office/drawing/2014/main" id="{CA4F28F8-3E12-B610-DAEA-CCFE664E9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304680-3F5D-CB03-186E-516B16E150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lnSpc>
                <a:spcPct val="160000"/>
              </a:lnSpc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</a:pPr>
            <a:r>
              <a:rPr lang="en" sz="160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Two potential models ('Subsidy' and 'Intermediary’).</a:t>
            </a:r>
          </a:p>
          <a:p>
            <a:pPr marL="842963" lvl="1" indent="-285750">
              <a:lnSpc>
                <a:spcPct val="160000"/>
              </a:lnSpc>
              <a:buClr>
                <a:schemeClr val="accent1"/>
              </a:buClr>
              <a:buSzPts val="1200"/>
            </a:pPr>
            <a:r>
              <a:rPr lang="en" sz="1450" b="1">
                <a:solidFill>
                  <a:srgbClr val="B8574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Subsidy</a:t>
            </a:r>
            <a:r>
              <a:rPr lang="en" sz="145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needs a source of funding.</a:t>
            </a:r>
          </a:p>
          <a:p>
            <a:pPr marL="842963" lvl="1" indent="-285750">
              <a:lnSpc>
                <a:spcPct val="160000"/>
              </a:lnSpc>
              <a:buClr>
                <a:schemeClr val="accent1"/>
              </a:buClr>
              <a:buSzPts val="1200"/>
            </a:pPr>
            <a:r>
              <a:rPr lang="en" sz="1450" b="1">
                <a:solidFill>
                  <a:srgbClr val="B8574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Intermediary model</a:t>
            </a:r>
            <a:r>
              <a:rPr lang="en" sz="1450" b="1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" sz="145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relies on low credit risk from intermediary and guarantees.</a:t>
            </a:r>
          </a:p>
          <a:p>
            <a:pPr marL="285750" indent="-285750">
              <a:lnSpc>
                <a:spcPct val="160000"/>
              </a:lnSpc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</a:pPr>
            <a:r>
              <a:rPr lang="en-GB" sz="160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</a:t>
            </a:r>
            <a:r>
              <a:rPr lang="en" sz="1600" err="1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rimary</a:t>
            </a:r>
            <a:r>
              <a:rPr lang="en" sz="160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operational focus is on WB as intermediary.</a:t>
            </a:r>
          </a:p>
          <a:p>
            <a:pPr marL="285750" indent="-285750">
              <a:lnSpc>
                <a:spcPct val="160000"/>
              </a:lnSpc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</a:pPr>
            <a:r>
              <a:rPr lang="en" sz="160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Cooperation with </a:t>
            </a:r>
            <a:r>
              <a:rPr lang="en" sz="1600" b="1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development agency partners </a:t>
            </a:r>
            <a:r>
              <a:rPr lang="en" sz="160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(e.g. </a:t>
            </a:r>
            <a:r>
              <a:rPr lang="en" sz="1600" err="1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GiZ</a:t>
            </a:r>
            <a:r>
              <a:rPr lang="en" sz="160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AFD) can improve effectiveness.</a:t>
            </a:r>
          </a:p>
          <a:p>
            <a:pPr marL="285750" indent="-285750">
              <a:lnSpc>
                <a:spcPct val="160000"/>
              </a:lnSpc>
              <a:buClr>
                <a:schemeClr val="accent1"/>
              </a:buClr>
              <a:buSzPts val="1200"/>
              <a:buFont typeface="Arial" panose="020B0604020202020204" pitchFamily="34" charset="0"/>
              <a:buChar char="•"/>
            </a:pPr>
            <a:r>
              <a:rPr lang="en" sz="160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Additional features </a:t>
            </a:r>
            <a:r>
              <a:rPr lang="en" sz="1600" b="1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 maximize private sector demand </a:t>
            </a:r>
            <a:r>
              <a:rPr lang="en" sz="160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can be added to basic </a:t>
            </a:r>
            <a:r>
              <a:rPr lang="en-US" sz="160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SLIDI</a:t>
            </a:r>
            <a:r>
              <a:rPr lang="en" sz="160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design.</a:t>
            </a:r>
            <a:endParaRPr lang="en-US"/>
          </a:p>
        </p:txBody>
      </p:sp>
      <p:sp>
        <p:nvSpPr>
          <p:cNvPr id="229" name="Google Shape;229;p26">
            <a:extLst>
              <a:ext uri="{FF2B5EF4-FFF2-40B4-BE49-F238E27FC236}">
                <a16:creationId xmlns:a16="http://schemas.microsoft.com/office/drawing/2014/main" id="{A1DE46E1-D172-1DF6-7093-F9415C6D686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/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SLIDIs</a:t>
            </a:r>
            <a:r>
              <a:rPr lang="en"/>
              <a:t>: </a:t>
            </a:r>
            <a:r>
              <a:rPr lang="en-AU"/>
              <a:t>Options Summary</a:t>
            </a: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90245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77BACC38-4E75-6929-DF5C-6F9DD7B76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D0CB4FE-F1AC-C087-9826-A030411E3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8782" y="3951791"/>
            <a:ext cx="5825218" cy="794828"/>
          </a:xfrm>
        </p:spPr>
        <p:txBody>
          <a:bodyPr/>
          <a:lstStyle/>
          <a:p>
            <a:r>
              <a:rPr lang="en"/>
              <a:t>Development Partner Roles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04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D0093-C0CD-FA75-86AE-68E6DE7CB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976B511-2DE4-2032-CB03-01621CE22C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3300" y="1273628"/>
            <a:ext cx="3921513" cy="3698045"/>
          </a:xfrm>
        </p:spPr>
        <p:txBody>
          <a:bodyPr>
            <a:noAutofit/>
          </a:bodyPr>
          <a:lstStyle/>
          <a:p>
            <a:pPr marL="285750" indent="-285750"/>
            <a:r>
              <a:rPr lang="en-US" sz="1600">
                <a:solidFill>
                  <a:srgbClr val="002F4A"/>
                </a:solidFill>
              </a:rPr>
              <a:t>Facilitating the design and </a:t>
            </a:r>
            <a:r>
              <a:rPr lang="en-US" sz="1600" b="1">
                <a:solidFill>
                  <a:srgbClr val="002F4A"/>
                </a:solidFill>
              </a:rPr>
              <a:t>structure of KPIs</a:t>
            </a:r>
            <a:r>
              <a:rPr lang="en-US" sz="1600">
                <a:solidFill>
                  <a:srgbClr val="002F4A"/>
                </a:solidFill>
              </a:rPr>
              <a:t>.</a:t>
            </a:r>
          </a:p>
          <a:p>
            <a:pPr marL="285750" indent="-285750"/>
            <a:r>
              <a:rPr lang="en-US" sz="1600">
                <a:solidFill>
                  <a:srgbClr val="002F4A"/>
                </a:solidFill>
              </a:rPr>
              <a:t>Providing additional </a:t>
            </a:r>
            <a:r>
              <a:rPr lang="en-US" sz="1600" b="1">
                <a:solidFill>
                  <a:srgbClr val="002F4A"/>
                </a:solidFill>
              </a:rPr>
              <a:t>financial guarantees</a:t>
            </a:r>
            <a:r>
              <a:rPr lang="en-US" sz="1600">
                <a:solidFill>
                  <a:srgbClr val="002F4A"/>
                </a:solidFill>
              </a:rPr>
              <a:t> to reassure investors.</a:t>
            </a:r>
          </a:p>
          <a:p>
            <a:pPr marL="285750" indent="-285750"/>
            <a:r>
              <a:rPr lang="en-US" sz="1600">
                <a:solidFill>
                  <a:srgbClr val="002F4A"/>
                </a:solidFill>
              </a:rPr>
              <a:t>Assisting in </a:t>
            </a:r>
            <a:r>
              <a:rPr lang="en-US" sz="1600" b="1">
                <a:solidFill>
                  <a:srgbClr val="002F4A"/>
                </a:solidFill>
              </a:rPr>
              <a:t>monitoring and evaluating </a:t>
            </a:r>
            <a:r>
              <a:rPr lang="en-US" sz="1600">
                <a:solidFill>
                  <a:srgbClr val="002F4A"/>
                </a:solidFill>
              </a:rPr>
              <a:t>KPIs.</a:t>
            </a:r>
          </a:p>
          <a:p>
            <a:pPr marL="285750" indent="-285750"/>
            <a:r>
              <a:rPr lang="en-US" sz="1600">
                <a:solidFill>
                  <a:srgbClr val="002F4A"/>
                </a:solidFill>
              </a:rPr>
              <a:t>Providing </a:t>
            </a:r>
            <a:r>
              <a:rPr lang="en-US" sz="1600" b="1">
                <a:solidFill>
                  <a:srgbClr val="002F4A"/>
                </a:solidFill>
              </a:rPr>
              <a:t>technical assistance </a:t>
            </a:r>
            <a:r>
              <a:rPr lang="en-US" sz="1600">
                <a:solidFill>
                  <a:srgbClr val="002F4A"/>
                </a:solidFill>
              </a:rPr>
              <a:t>and </a:t>
            </a:r>
            <a:r>
              <a:rPr lang="en-US" sz="1600" b="1">
                <a:solidFill>
                  <a:srgbClr val="002F4A"/>
                </a:solidFill>
              </a:rPr>
              <a:t>capacity building </a:t>
            </a:r>
            <a:r>
              <a:rPr lang="en-US" sz="1600">
                <a:solidFill>
                  <a:srgbClr val="002F4A"/>
                </a:solidFill>
              </a:rPr>
              <a:t>to assist sovereigns in achieving KPIs.</a:t>
            </a:r>
          </a:p>
          <a:p>
            <a:pPr indent="0">
              <a:buNone/>
            </a:pP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FEF88-4CEC-1943-EB1E-7F0CC161CD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Development Partner Roles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4BEDEE-F758-A84C-DB9E-E0C7E00C8C50}"/>
              </a:ext>
            </a:extLst>
          </p:cNvPr>
          <p:cNvSpPr/>
          <p:nvPr/>
        </p:nvSpPr>
        <p:spPr>
          <a:xfrm>
            <a:off x="4724399" y="1400175"/>
            <a:ext cx="4278701" cy="335416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oogle Shape;230;p26">
            <a:extLst>
              <a:ext uri="{FF2B5EF4-FFF2-40B4-BE49-F238E27FC236}">
                <a16:creationId xmlns:a16="http://schemas.microsoft.com/office/drawing/2014/main" id="{8CA87BE6-503F-EE70-26E3-54B56828FBCA}"/>
              </a:ext>
            </a:extLst>
          </p:cNvPr>
          <p:cNvGrpSpPr/>
          <p:nvPr/>
        </p:nvGrpSpPr>
        <p:grpSpPr>
          <a:xfrm>
            <a:off x="4838199" y="3361884"/>
            <a:ext cx="2196033" cy="1220887"/>
            <a:chOff x="5040038" y="2459523"/>
            <a:chExt cx="1718739" cy="966656"/>
          </a:xfrm>
        </p:grpSpPr>
        <p:sp>
          <p:nvSpPr>
            <p:cNvPr id="7" name="Google Shape;231;p26">
              <a:extLst>
                <a:ext uri="{FF2B5EF4-FFF2-40B4-BE49-F238E27FC236}">
                  <a16:creationId xmlns:a16="http://schemas.microsoft.com/office/drawing/2014/main" id="{CCB1262A-5AD6-0B48-4C3C-D4836E286614}"/>
                </a:ext>
              </a:extLst>
            </p:cNvPr>
            <p:cNvSpPr/>
            <p:nvPr/>
          </p:nvSpPr>
          <p:spPr>
            <a:xfrm>
              <a:off x="5040039" y="2707679"/>
              <a:ext cx="1718738" cy="718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10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Guarantees</a:t>
              </a: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the coupon rate for the investor and </a:t>
              </a:r>
              <a:r>
                <a:rPr lang="en" sz="10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lowers the rate </a:t>
              </a: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for the sovereign depending on target achievement. </a:t>
              </a:r>
              <a:endParaRPr sz="1000">
                <a:solidFill>
                  <a:srgbClr val="FFFFFF"/>
                </a:solidFill>
              </a:endParaRPr>
            </a:p>
          </p:txBody>
        </p:sp>
        <p:sp>
          <p:nvSpPr>
            <p:cNvPr id="8" name="Google Shape;232;p26">
              <a:extLst>
                <a:ext uri="{FF2B5EF4-FFF2-40B4-BE49-F238E27FC236}">
                  <a16:creationId xmlns:a16="http://schemas.microsoft.com/office/drawing/2014/main" id="{8166F170-93D2-B476-D496-252E77B07462}"/>
                </a:ext>
              </a:extLst>
            </p:cNvPr>
            <p:cNvSpPr/>
            <p:nvPr/>
          </p:nvSpPr>
          <p:spPr>
            <a:xfrm>
              <a:off x="5040038" y="2459523"/>
              <a:ext cx="1718739" cy="285000"/>
            </a:xfrm>
            <a:prstGeom prst="round1Rect">
              <a:avLst>
                <a:gd name="adj" fmla="val 50000"/>
              </a:avLst>
            </a:prstGeom>
            <a:solidFill>
              <a:srgbClr val="323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WB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  <p:grpSp>
        <p:nvGrpSpPr>
          <p:cNvPr id="9" name="Google Shape;233;p26">
            <a:extLst>
              <a:ext uri="{FF2B5EF4-FFF2-40B4-BE49-F238E27FC236}">
                <a16:creationId xmlns:a16="http://schemas.microsoft.com/office/drawing/2014/main" id="{D3738589-3488-56B0-8D64-60A04156EE4D}"/>
              </a:ext>
            </a:extLst>
          </p:cNvPr>
          <p:cNvGrpSpPr/>
          <p:nvPr/>
        </p:nvGrpSpPr>
        <p:grpSpPr>
          <a:xfrm>
            <a:off x="7212104" y="1586869"/>
            <a:ext cx="1638596" cy="1295717"/>
            <a:chOff x="3798075" y="647329"/>
            <a:chExt cx="1332300" cy="1052915"/>
          </a:xfrm>
        </p:grpSpPr>
        <p:sp>
          <p:nvSpPr>
            <p:cNvPr id="10" name="Google Shape;234;p26">
              <a:extLst>
                <a:ext uri="{FF2B5EF4-FFF2-40B4-BE49-F238E27FC236}">
                  <a16:creationId xmlns:a16="http://schemas.microsoft.com/office/drawing/2014/main" id="{C6701D46-5DB9-0653-DC14-5B7AA46DCD47}"/>
                </a:ext>
              </a:extLst>
            </p:cNvPr>
            <p:cNvSpPr/>
            <p:nvPr/>
          </p:nvSpPr>
          <p:spPr>
            <a:xfrm>
              <a:off x="3798075" y="932329"/>
              <a:ext cx="1332300" cy="7679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Pays </a:t>
              </a:r>
              <a:r>
                <a:rPr lang="en" sz="10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lower coupon </a:t>
              </a: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payments when certain targets are met. Is incentivized to pursue climate action.</a:t>
              </a:r>
              <a:endParaRPr sz="1000">
                <a:solidFill>
                  <a:srgbClr val="FFFFFF"/>
                </a:solidFill>
              </a:endParaRPr>
            </a:p>
          </p:txBody>
        </p:sp>
        <p:sp>
          <p:nvSpPr>
            <p:cNvPr id="11" name="Google Shape;235;p26">
              <a:extLst>
                <a:ext uri="{FF2B5EF4-FFF2-40B4-BE49-F238E27FC236}">
                  <a16:creationId xmlns:a16="http://schemas.microsoft.com/office/drawing/2014/main" id="{C3D3E535-5394-0AAC-DC2D-83EBFA0E76EC}"/>
                </a:ext>
              </a:extLst>
            </p:cNvPr>
            <p:cNvSpPr/>
            <p:nvPr/>
          </p:nvSpPr>
          <p:spPr>
            <a:xfrm>
              <a:off x="3798075" y="647329"/>
              <a:ext cx="1332300" cy="285000"/>
            </a:xfrm>
            <a:prstGeom prst="round1Rect">
              <a:avLst>
                <a:gd name="adj" fmla="val 50000"/>
              </a:avLst>
            </a:prstGeom>
            <a:solidFill>
              <a:srgbClr val="323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Sovereign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  <p:grpSp>
        <p:nvGrpSpPr>
          <p:cNvPr id="12" name="Google Shape;236;p26">
            <a:extLst>
              <a:ext uri="{FF2B5EF4-FFF2-40B4-BE49-F238E27FC236}">
                <a16:creationId xmlns:a16="http://schemas.microsoft.com/office/drawing/2014/main" id="{CB3C142E-ACA1-98E6-B323-3049A4E949A6}"/>
              </a:ext>
            </a:extLst>
          </p:cNvPr>
          <p:cNvGrpSpPr/>
          <p:nvPr/>
        </p:nvGrpSpPr>
        <p:grpSpPr>
          <a:xfrm>
            <a:off x="4838199" y="1552239"/>
            <a:ext cx="1638596" cy="1325411"/>
            <a:chOff x="2465775" y="2422675"/>
            <a:chExt cx="1332300" cy="992966"/>
          </a:xfrm>
        </p:grpSpPr>
        <p:sp>
          <p:nvSpPr>
            <p:cNvPr id="13" name="Google Shape;237;p26">
              <a:extLst>
                <a:ext uri="{FF2B5EF4-FFF2-40B4-BE49-F238E27FC236}">
                  <a16:creationId xmlns:a16="http://schemas.microsoft.com/office/drawing/2014/main" id="{D2131379-6BD2-E583-A990-9A7A4B6BF9E0}"/>
                </a:ext>
              </a:extLst>
            </p:cNvPr>
            <p:cNvSpPr/>
            <p:nvPr/>
          </p:nvSpPr>
          <p:spPr>
            <a:xfrm>
              <a:off x="2465775" y="2707674"/>
              <a:ext cx="1332300" cy="70796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Guaranteed</a:t>
              </a: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to receive stable returns and is incentivized to invest.</a:t>
              </a:r>
              <a:endParaRPr sz="1000">
                <a:solidFill>
                  <a:srgbClr val="FFFFFF"/>
                </a:solidFill>
              </a:endParaRPr>
            </a:p>
          </p:txBody>
        </p:sp>
        <p:sp>
          <p:nvSpPr>
            <p:cNvPr id="14" name="Google Shape;238;p26">
              <a:extLst>
                <a:ext uri="{FF2B5EF4-FFF2-40B4-BE49-F238E27FC236}">
                  <a16:creationId xmlns:a16="http://schemas.microsoft.com/office/drawing/2014/main" id="{34F7055B-101E-924D-F030-9596C49151D6}"/>
                </a:ext>
              </a:extLst>
            </p:cNvPr>
            <p:cNvSpPr/>
            <p:nvPr/>
          </p:nvSpPr>
          <p:spPr>
            <a:xfrm>
              <a:off x="2465775" y="2422675"/>
              <a:ext cx="1332300" cy="285000"/>
            </a:xfrm>
            <a:prstGeom prst="round1Rect">
              <a:avLst>
                <a:gd name="adj" fmla="val 50000"/>
              </a:avLst>
            </a:prstGeom>
            <a:solidFill>
              <a:srgbClr val="323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Investor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  <p:grpSp>
        <p:nvGrpSpPr>
          <p:cNvPr id="15" name="Google Shape;236;p26">
            <a:extLst>
              <a:ext uri="{FF2B5EF4-FFF2-40B4-BE49-F238E27FC236}">
                <a16:creationId xmlns:a16="http://schemas.microsoft.com/office/drawing/2014/main" id="{1461DBDF-84AA-26DC-CA83-13BFEC725160}"/>
              </a:ext>
            </a:extLst>
          </p:cNvPr>
          <p:cNvGrpSpPr/>
          <p:nvPr/>
        </p:nvGrpSpPr>
        <p:grpSpPr>
          <a:xfrm>
            <a:off x="7246788" y="3242058"/>
            <a:ext cx="1638596" cy="1325411"/>
            <a:chOff x="2465775" y="2422675"/>
            <a:chExt cx="1332300" cy="992966"/>
          </a:xfrm>
        </p:grpSpPr>
        <p:sp>
          <p:nvSpPr>
            <p:cNvPr id="16" name="Google Shape;237;p26">
              <a:extLst>
                <a:ext uri="{FF2B5EF4-FFF2-40B4-BE49-F238E27FC236}">
                  <a16:creationId xmlns:a16="http://schemas.microsoft.com/office/drawing/2014/main" id="{6D49BAE1-0FA5-BED3-8BE4-BFA000D0E634}"/>
                </a:ext>
              </a:extLst>
            </p:cNvPr>
            <p:cNvSpPr/>
            <p:nvPr/>
          </p:nvSpPr>
          <p:spPr>
            <a:xfrm>
              <a:off x="2465775" y="2707674"/>
              <a:ext cx="1332300" cy="707967"/>
            </a:xfrm>
            <a:prstGeom prst="rect">
              <a:avLst/>
            </a:prstGeom>
            <a:solidFill>
              <a:schemeClr val="accent6">
                <a:lumMod val="25000"/>
              </a:schemeClr>
            </a:solidFill>
            <a:ln>
              <a:solidFill>
                <a:schemeClr val="accent6">
                  <a:lumMod val="25000"/>
                </a:schemeClr>
              </a:solidFill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Provides</a:t>
              </a:r>
              <a:r>
                <a:rPr lang="en" sz="10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technical assistance </a:t>
              </a: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to ensure KPIs are met.</a:t>
              </a:r>
              <a:endParaRPr sz="1000">
                <a:solidFill>
                  <a:srgbClr val="FFFFFF"/>
                </a:solidFill>
              </a:endParaRPr>
            </a:p>
          </p:txBody>
        </p:sp>
        <p:sp>
          <p:nvSpPr>
            <p:cNvPr id="17" name="Google Shape;238;p26">
              <a:extLst>
                <a:ext uri="{FF2B5EF4-FFF2-40B4-BE49-F238E27FC236}">
                  <a16:creationId xmlns:a16="http://schemas.microsoft.com/office/drawing/2014/main" id="{BFE1F1FF-6543-165F-D29B-5F76EB0D1C9C}"/>
                </a:ext>
              </a:extLst>
            </p:cNvPr>
            <p:cNvSpPr/>
            <p:nvPr/>
          </p:nvSpPr>
          <p:spPr>
            <a:xfrm>
              <a:off x="2465775" y="2422675"/>
              <a:ext cx="1332300" cy="285000"/>
            </a:xfrm>
            <a:prstGeom prst="round1Rect">
              <a:avLst>
                <a:gd name="adj" fmla="val 50000"/>
              </a:avLst>
            </a:prstGeom>
            <a:solidFill>
              <a:srgbClr val="323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Partner Agency</a:t>
              </a:r>
              <a:endParaRPr sz="1200">
                <a:solidFill>
                  <a:srgbClr val="FFFFFF"/>
                </a:solidFill>
              </a:endParaRPr>
            </a:p>
          </p:txBody>
        </p:sp>
      </p:grpSp>
      <p:sp>
        <p:nvSpPr>
          <p:cNvPr id="18" name="Google Shape;182;p22">
            <a:extLst>
              <a:ext uri="{FF2B5EF4-FFF2-40B4-BE49-F238E27FC236}">
                <a16:creationId xmlns:a16="http://schemas.microsoft.com/office/drawing/2014/main" id="{009E4B5F-8749-874A-D616-DD7C0B415F97}"/>
              </a:ext>
            </a:extLst>
          </p:cNvPr>
          <p:cNvSpPr/>
          <p:nvPr/>
        </p:nvSpPr>
        <p:spPr>
          <a:xfrm rot="16200000">
            <a:off x="5481364" y="3026722"/>
            <a:ext cx="696323" cy="1451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" name="Google Shape;182;p22">
            <a:extLst>
              <a:ext uri="{FF2B5EF4-FFF2-40B4-BE49-F238E27FC236}">
                <a16:creationId xmlns:a16="http://schemas.microsoft.com/office/drawing/2014/main" id="{DCD28330-9354-AF12-39FC-76FEAB9F2B8E}"/>
              </a:ext>
            </a:extLst>
          </p:cNvPr>
          <p:cNvSpPr/>
          <p:nvPr/>
        </p:nvSpPr>
        <p:spPr>
          <a:xfrm rot="8031831">
            <a:off x="6700987" y="2968218"/>
            <a:ext cx="696323" cy="1451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" name="Google Shape;182;p22">
            <a:extLst>
              <a:ext uri="{FF2B5EF4-FFF2-40B4-BE49-F238E27FC236}">
                <a16:creationId xmlns:a16="http://schemas.microsoft.com/office/drawing/2014/main" id="{87EA4C7C-B02E-509F-44F6-9B7F590881B6}"/>
              </a:ext>
            </a:extLst>
          </p:cNvPr>
          <p:cNvSpPr/>
          <p:nvPr/>
        </p:nvSpPr>
        <p:spPr>
          <a:xfrm rot="16200000">
            <a:off x="8331100" y="3169465"/>
            <a:ext cx="696323" cy="1451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020773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3261F-FAEA-7D51-8E8F-C120E8257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BD4E397-D301-474E-4FAB-E4E4D312EA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Structuring KPIs</a:t>
            </a:r>
          </a:p>
        </p:txBody>
      </p:sp>
    </p:spTree>
    <p:extLst>
      <p:ext uri="{BB962C8B-B14F-4D97-AF65-F5344CB8AC3E}">
        <p14:creationId xmlns:p14="http://schemas.microsoft.com/office/powerpoint/2010/main" val="2563094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>
          <a:extLst>
            <a:ext uri="{FF2B5EF4-FFF2-40B4-BE49-F238E27FC236}">
              <a16:creationId xmlns:a16="http://schemas.microsoft.com/office/drawing/2014/main" id="{DC531D5D-E7CD-772A-C910-1ACF4034F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AB4EE9-5840-B01D-3844-8CFDD15748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0" y="1205234"/>
            <a:ext cx="4278701" cy="3465738"/>
          </a:xfrm>
        </p:spPr>
        <p:txBody>
          <a:bodyPr>
            <a:noAutofit/>
          </a:bodyPr>
          <a:lstStyle/>
          <a:p>
            <a:pPr marL="0" lvl="0" indent="0" algn="l" rtl="0">
              <a:spcAft>
                <a:spcPts val="0"/>
              </a:spcAft>
              <a:buSzPts val="770"/>
              <a:buNone/>
            </a:pPr>
            <a:r>
              <a:rPr lang="en-GB" sz="1400" b="1">
                <a:solidFill>
                  <a:schemeClr val="accent4"/>
                </a:solidFill>
              </a:rPr>
              <a:t>Nature of KPIs:</a:t>
            </a:r>
          </a:p>
          <a:p>
            <a:pPr marL="457200" lvl="0" indent="-292735" algn="l" rt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10"/>
              <a:buChar char="●"/>
            </a:pPr>
            <a:r>
              <a:rPr lang="en-GB" sz="1200">
                <a:solidFill>
                  <a:schemeClr val="accent1"/>
                </a:solidFill>
              </a:rPr>
              <a:t>Define KPIs that are specific, measurable, achievable, relevant, and time-bound (SMART).</a:t>
            </a:r>
          </a:p>
          <a:p>
            <a:pPr marL="457200" lvl="0" indent="-29273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10"/>
              <a:buChar char="●"/>
            </a:pPr>
            <a:r>
              <a:rPr lang="en-GB" sz="1200">
                <a:solidFill>
                  <a:schemeClr val="accent1"/>
                </a:solidFill>
              </a:rPr>
              <a:t>Tailor KPIs to reflect both short-term milestones and long-term climate impact.</a:t>
            </a:r>
          </a:p>
          <a:p>
            <a:pPr marL="457200" indent="-292735">
              <a:buClr>
                <a:schemeClr val="accent1"/>
              </a:buClr>
              <a:buSzPts val="1010"/>
            </a:pPr>
            <a:r>
              <a:rPr lang="en-GB" sz="1200">
                <a:solidFill>
                  <a:schemeClr val="accent1"/>
                </a:solidFill>
              </a:rPr>
              <a:t>KPIs need to be achievable within the bond's life, reflecting longer-term policy goals and ensuring consistency across political administrations.</a:t>
            </a:r>
          </a:p>
          <a:p>
            <a:pPr marL="914400" lvl="1" indent="-293687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○"/>
            </a:pPr>
            <a:endParaRPr lang="en-GB" sz="1400">
              <a:solidFill>
                <a:srgbClr val="000000"/>
              </a:solidFill>
            </a:endParaRPr>
          </a:p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417233-964A-D216-1969-F5A9C4FAF0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3300" y="1205234"/>
            <a:ext cx="4278700" cy="3465738"/>
          </a:xfrm>
        </p:spPr>
        <p:txBody>
          <a:bodyPr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chemeClr val="accent4"/>
                </a:solidFill>
              </a:rPr>
              <a:t>Capacity Assessment:</a:t>
            </a:r>
          </a:p>
          <a:p>
            <a:pPr marL="457200" lvl="0" indent="-293687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 sz="1200">
                <a:solidFill>
                  <a:srgbClr val="002F4A"/>
                </a:solidFill>
              </a:rPr>
              <a:t>Evaluate the issuer's capability to deliver on ambitious climate targets and sustainable infrastructure projects.</a:t>
            </a:r>
          </a:p>
          <a:p>
            <a:pPr marL="457200" lvl="0" indent="-293687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 sz="1200">
                <a:solidFill>
                  <a:srgbClr val="002F4A"/>
                </a:solidFill>
              </a:rPr>
              <a:t>Consider technical expertise, institutional capacity, and historical performance.</a:t>
            </a:r>
          </a:p>
          <a:p>
            <a:pPr marL="457200" lvl="0" indent="-293687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endParaRPr lang="en-GB" sz="1100">
              <a:solidFill>
                <a:srgbClr val="002F4A"/>
              </a:solidFill>
            </a:endParaRPr>
          </a:p>
          <a:p>
            <a:pPr marL="0" lvl="0" indent="0" algn="l" rtl="0">
              <a:spcAft>
                <a:spcPts val="0"/>
              </a:spcAft>
              <a:buNone/>
            </a:pPr>
            <a:r>
              <a:rPr lang="en-GB" sz="1400" b="1">
                <a:solidFill>
                  <a:schemeClr val="accent4"/>
                </a:solidFill>
              </a:rPr>
              <a:t>Negotiations with Stakeholders:</a:t>
            </a:r>
          </a:p>
          <a:p>
            <a:pPr marL="457200" lvl="0" indent="-293687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endParaRPr lang="en-GB" sz="1100">
              <a:solidFill>
                <a:srgbClr val="002F4A"/>
              </a:solidFill>
            </a:endParaRPr>
          </a:p>
          <a:p>
            <a:pPr marL="457200" lvl="0" indent="-293687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 sz="1200">
                <a:solidFill>
                  <a:srgbClr val="002F4A"/>
                </a:solidFill>
              </a:rPr>
              <a:t>Align KPIs with both issuer's climate goals and partner's expectations.</a:t>
            </a:r>
          </a:p>
          <a:p>
            <a:pPr marL="163513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endParaRPr lang="en-GB" sz="1050">
              <a:solidFill>
                <a:srgbClr val="002F4A"/>
              </a:solidFill>
            </a:endParaRPr>
          </a:p>
          <a:p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8FA1F08-EC83-E586-7B5D-C8D1B4AE6A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" sz="2000"/>
              <a:t>How to Structure KPIs?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435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>
          <a:extLst>
            <a:ext uri="{FF2B5EF4-FFF2-40B4-BE49-F238E27FC236}">
              <a16:creationId xmlns:a16="http://schemas.microsoft.com/office/drawing/2014/main" id="{5B148762-D60F-F55D-AE0C-9BA6798C3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C38EE1B-515C-6A49-B614-83CD867EB0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Structuring KPIs and Capitalizing Intermediaries: Further Proposals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37EC8159-55F3-27C5-5844-9EB9B3805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567349"/>
              </p:ext>
            </p:extLst>
          </p:nvPr>
        </p:nvGraphicFramePr>
        <p:xfrm>
          <a:off x="475956" y="1423513"/>
          <a:ext cx="8049066" cy="3436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3022">
                  <a:extLst>
                    <a:ext uri="{9D8B030D-6E8A-4147-A177-3AD203B41FA5}">
                      <a16:colId xmlns:a16="http://schemas.microsoft.com/office/drawing/2014/main" val="1278786295"/>
                    </a:ext>
                  </a:extLst>
                </a:gridCol>
                <a:gridCol w="3741225">
                  <a:extLst>
                    <a:ext uri="{9D8B030D-6E8A-4147-A177-3AD203B41FA5}">
                      <a16:colId xmlns:a16="http://schemas.microsoft.com/office/drawing/2014/main" val="26124143"/>
                    </a:ext>
                  </a:extLst>
                </a:gridCol>
                <a:gridCol w="1624819">
                  <a:extLst>
                    <a:ext uri="{9D8B030D-6E8A-4147-A177-3AD203B41FA5}">
                      <a16:colId xmlns:a16="http://schemas.microsoft.com/office/drawing/2014/main" val="1018346668"/>
                    </a:ext>
                  </a:extLst>
                </a:gridCol>
              </a:tblGrid>
              <a:tr h="388504">
                <a:tc>
                  <a:txBody>
                    <a:bodyPr/>
                    <a:lstStyle/>
                    <a:p>
                      <a:r>
                        <a:rPr lang="en-US">
                          <a:latin typeface="Roboto"/>
                        </a:rPr>
                        <a:t>Issue</a:t>
                      </a:r>
                    </a:p>
                  </a:txBody>
                  <a:tcPr>
                    <a:solidFill>
                      <a:srgbClr val="A72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Roboto"/>
                        </a:rPr>
                        <a:t>Solution</a:t>
                      </a:r>
                    </a:p>
                  </a:txBody>
                  <a:tcPr>
                    <a:solidFill>
                      <a:srgbClr val="A72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Roboto"/>
                        </a:rPr>
                        <a:t>Proposal</a:t>
                      </a:r>
                    </a:p>
                  </a:txBody>
                  <a:tcPr>
                    <a:solidFill>
                      <a:srgbClr val="A72A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248201"/>
                  </a:ext>
                </a:extLst>
              </a:tr>
              <a:tr h="11519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400">
                          <a:solidFill>
                            <a:schemeClr val="tx1"/>
                          </a:solidFill>
                          <a:latin typeface="Roboto"/>
                        </a:rPr>
                        <a:t>KPI approaches need to reflect the </a:t>
                      </a:r>
                      <a:r>
                        <a:rPr lang="en" sz="1400" b="1">
                          <a:solidFill>
                            <a:schemeClr val="tx1"/>
                          </a:solidFill>
                          <a:latin typeface="Roboto"/>
                        </a:rPr>
                        <a:t>stocks </a:t>
                      </a:r>
                      <a:r>
                        <a:rPr lang="en" sz="1400">
                          <a:solidFill>
                            <a:schemeClr val="tx1"/>
                          </a:solidFill>
                          <a:latin typeface="Roboto"/>
                        </a:rPr>
                        <a:t>of carbon, not just flow. Carbon markets can give </a:t>
                      </a:r>
                      <a:r>
                        <a:rPr lang="en" sz="1400" b="1">
                          <a:solidFill>
                            <a:schemeClr val="tx1"/>
                          </a:solidFill>
                          <a:latin typeface="Roboto"/>
                        </a:rPr>
                        <a:t>perverse incentives </a:t>
                      </a:r>
                      <a:r>
                        <a:rPr lang="en" sz="1400">
                          <a:solidFill>
                            <a:schemeClr val="tx1"/>
                          </a:solidFill>
                          <a:latin typeface="Roboto"/>
                        </a:rPr>
                        <a:t>because of lack of permanence.</a:t>
                      </a:r>
                      <a:endParaRPr lang="en-US">
                        <a:latin typeface="Roboto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en" sz="1400">
                          <a:solidFill>
                            <a:schemeClr val="tx1"/>
                          </a:solidFill>
                          <a:latin typeface="Roboto"/>
                        </a:rPr>
                        <a:t>Define a permanent ‘</a:t>
                      </a:r>
                      <a:r>
                        <a:rPr lang="en" sz="1400" b="1">
                          <a:solidFill>
                            <a:schemeClr val="tx1"/>
                          </a:solidFill>
                          <a:latin typeface="Roboto"/>
                        </a:rPr>
                        <a:t>Notional Capitalized Value</a:t>
                      </a:r>
                      <a:r>
                        <a:rPr lang="en" sz="1400">
                          <a:solidFill>
                            <a:schemeClr val="tx1"/>
                          </a:solidFill>
                          <a:latin typeface="Roboto"/>
                        </a:rPr>
                        <a:t>’ (NCV) of the stock of forest in each country and pay an ‘interest rate’ (e.g. to begin 0.1% pa) on those values globally according to available funds.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en" sz="1400" b="1">
                          <a:solidFill>
                            <a:schemeClr val="tx1"/>
                          </a:solidFill>
                          <a:latin typeface="Roboto"/>
                        </a:rPr>
                        <a:t>Notional Capitalized Value KPIs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048234"/>
                  </a:ext>
                </a:extLst>
              </a:tr>
              <a:tr h="416757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latin typeface="Roboto"/>
                        </a:rPr>
                        <a:t>SLIDIs</a:t>
                      </a:r>
                      <a:r>
                        <a:rPr lang="en" sz="1400" b="1">
                          <a:solidFill>
                            <a:schemeClr val="tx1"/>
                          </a:solidFill>
                          <a:latin typeface="Roboto"/>
                        </a:rPr>
                        <a:t> non-WB Trusted-Intermediary </a:t>
                      </a:r>
                      <a:r>
                        <a:rPr lang="en" sz="1400">
                          <a:solidFill>
                            <a:schemeClr val="tx1"/>
                          </a:solidFill>
                          <a:latin typeface="Roboto"/>
                        </a:rPr>
                        <a:t>option needs an </a:t>
                      </a:r>
                      <a:r>
                        <a:rPr lang="en" sz="1400" b="1">
                          <a:solidFill>
                            <a:schemeClr val="tx1"/>
                          </a:solidFill>
                          <a:latin typeface="Roboto"/>
                        </a:rPr>
                        <a:t>additional capital buffer </a:t>
                      </a:r>
                      <a:r>
                        <a:rPr lang="en" sz="1400" b="0">
                          <a:solidFill>
                            <a:schemeClr val="tx1"/>
                          </a:solidFill>
                          <a:latin typeface="Roboto"/>
                        </a:rPr>
                        <a:t>and/or </a:t>
                      </a:r>
                      <a:r>
                        <a:rPr lang="en" sz="1400" b="1">
                          <a:solidFill>
                            <a:schemeClr val="tx1"/>
                          </a:solidFill>
                          <a:latin typeface="Roboto"/>
                        </a:rPr>
                        <a:t>guarantees.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400" b="1">
                          <a:solidFill>
                            <a:schemeClr val="tx1"/>
                          </a:solidFill>
                          <a:latin typeface="Roboto"/>
                        </a:rPr>
                        <a:t>Climate Incentive Trust (CIT)</a:t>
                      </a:r>
                      <a:r>
                        <a:rPr lang="en" sz="1400">
                          <a:solidFill>
                            <a:schemeClr val="tx1"/>
                          </a:solidFill>
                          <a:latin typeface="Roboto"/>
                        </a:rPr>
                        <a:t> collateral funds at national level.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" sz="1400" b="1">
                          <a:solidFill>
                            <a:schemeClr val="tx1"/>
                          </a:solidFill>
                          <a:latin typeface="Roboto"/>
                        </a:rPr>
                        <a:t>Climate Incentive Trust </a:t>
                      </a:r>
                      <a:r>
                        <a:rPr lang="en" sz="1400">
                          <a:solidFill>
                            <a:schemeClr val="tx1"/>
                          </a:solidFill>
                          <a:latin typeface="Roboto"/>
                        </a:rPr>
                        <a:t> </a:t>
                      </a:r>
                      <a:endParaRPr lang="en-US">
                        <a:latin typeface="Roboto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238512"/>
                  </a:ext>
                </a:extLst>
              </a:tr>
              <a:tr h="416757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en" sz="1400">
                          <a:solidFill>
                            <a:schemeClr val="tx1"/>
                          </a:solidFill>
                          <a:latin typeface="Roboto"/>
                        </a:rPr>
                        <a:t>Forest protection (including NCV) and maintenance of CIT needs source of </a:t>
                      </a:r>
                      <a:r>
                        <a:rPr lang="en" sz="1400" b="1">
                          <a:solidFill>
                            <a:schemeClr val="tx1"/>
                          </a:solidFill>
                          <a:latin typeface="Roboto"/>
                        </a:rPr>
                        <a:t>funding </a:t>
                      </a:r>
                      <a:r>
                        <a:rPr lang="en" sz="1400">
                          <a:solidFill>
                            <a:schemeClr val="tx1"/>
                          </a:solidFill>
                          <a:latin typeface="Roboto"/>
                        </a:rPr>
                        <a:t>or financial </a:t>
                      </a:r>
                      <a:r>
                        <a:rPr lang="en" sz="1400" b="1">
                          <a:solidFill>
                            <a:schemeClr val="tx1"/>
                          </a:solidFill>
                          <a:latin typeface="Roboto"/>
                        </a:rPr>
                        <a:t>returns.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en" sz="1400" b="1">
                          <a:solidFill>
                            <a:schemeClr val="tx1"/>
                          </a:solidFill>
                          <a:latin typeface="Roboto"/>
                        </a:rPr>
                        <a:t>Invest </a:t>
                      </a:r>
                      <a:r>
                        <a:rPr lang="en" sz="1400">
                          <a:solidFill>
                            <a:schemeClr val="tx1"/>
                          </a:solidFill>
                          <a:latin typeface="Roboto"/>
                        </a:rPr>
                        <a:t>the CIT funds in the construction stage of Renewable Energy projects that are </a:t>
                      </a:r>
                      <a:r>
                        <a:rPr lang="en" sz="1400" b="1">
                          <a:solidFill>
                            <a:schemeClr val="tx1"/>
                          </a:solidFill>
                          <a:latin typeface="Roboto"/>
                        </a:rPr>
                        <a:t>refinanced </a:t>
                      </a:r>
                      <a:r>
                        <a:rPr lang="en" sz="1400">
                          <a:solidFill>
                            <a:schemeClr val="tx1"/>
                          </a:solidFill>
                          <a:latin typeface="Roboto"/>
                        </a:rPr>
                        <a:t>at low financing cost when complete.</a:t>
                      </a:r>
                      <a:endParaRPr lang="en" sz="1400" b="1">
                        <a:solidFill>
                          <a:schemeClr val="tx1"/>
                        </a:solidFill>
                        <a:latin typeface="Roboto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560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0513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>
          <a:extLst>
            <a:ext uri="{FF2B5EF4-FFF2-40B4-BE49-F238E27FC236}">
              <a16:creationId xmlns:a16="http://schemas.microsoft.com/office/drawing/2014/main" id="{C2BD6C25-CA1F-DC0D-B731-A199E5241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1">
            <a:extLst>
              <a:ext uri="{FF2B5EF4-FFF2-40B4-BE49-F238E27FC236}">
                <a16:creationId xmlns:a16="http://schemas.microsoft.com/office/drawing/2014/main" id="{6C320B53-8D34-FC64-C1D7-D6B1F7ADD2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50"/>
              <a:t>Additional Aspects for Operationalisation</a:t>
            </a:r>
            <a:endParaRPr sz="2250"/>
          </a:p>
        </p:txBody>
      </p:sp>
      <p:sp>
        <p:nvSpPr>
          <p:cNvPr id="305" name="Google Shape;305;p31">
            <a:extLst>
              <a:ext uri="{FF2B5EF4-FFF2-40B4-BE49-F238E27FC236}">
                <a16:creationId xmlns:a16="http://schemas.microsoft.com/office/drawing/2014/main" id="{184374F4-2765-C19C-3A80-E954CB5449F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738255" y="215917"/>
            <a:ext cx="4405745" cy="50344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200" b="1">
                <a:solidFill>
                  <a:schemeClr val="accent4"/>
                </a:solidFill>
              </a:rPr>
              <a:t>Regulating KPI Targets and Achievements:</a:t>
            </a:r>
            <a:endParaRPr sz="1200" b="1">
              <a:solidFill>
                <a:schemeClr val="accent4"/>
              </a:solidFill>
            </a:endParaRPr>
          </a:p>
          <a:p>
            <a:pPr marL="457200" lvl="0" indent="-305435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10"/>
              <a:buChar char="●"/>
            </a:pPr>
            <a:r>
              <a:rPr lang="en" sz="1200">
                <a:solidFill>
                  <a:schemeClr val="accent1"/>
                </a:solidFill>
              </a:rPr>
              <a:t>Guaranteeing the targets are relevant, ambitious and achievable.</a:t>
            </a:r>
            <a:endParaRPr sz="1200">
              <a:solidFill>
                <a:schemeClr val="accent1"/>
              </a:solidFill>
            </a:endParaRPr>
          </a:p>
          <a:p>
            <a:pPr marL="457200" lvl="0" indent="-30543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10"/>
              <a:buChar char="●"/>
            </a:pPr>
            <a:r>
              <a:rPr lang="en" sz="1200">
                <a:solidFill>
                  <a:schemeClr val="accent1"/>
                </a:solidFill>
              </a:rPr>
              <a:t>Committing to supervise KPI achievement and avoid greenwashing.</a:t>
            </a:r>
          </a:p>
          <a:p>
            <a:pPr marL="457200" lvl="0" indent="-30543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10"/>
              <a:buChar char="●"/>
            </a:pPr>
            <a:r>
              <a:rPr lang="en" sz="1200">
                <a:solidFill>
                  <a:schemeClr val="accent1"/>
                </a:solidFill>
              </a:rPr>
              <a:t>Establish dedicated institutions responsible for monitoring and evaluating these targets.</a:t>
            </a:r>
            <a:endParaRPr sz="120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200" b="1">
                <a:solidFill>
                  <a:schemeClr val="accent4"/>
                </a:solidFill>
              </a:rPr>
              <a:t>Private Sector Participation Threshold:</a:t>
            </a:r>
            <a:endParaRPr sz="1200" b="1">
              <a:solidFill>
                <a:schemeClr val="accent4"/>
              </a:solidFill>
            </a:endParaRPr>
          </a:p>
          <a:p>
            <a:pPr marL="457200" lvl="0" indent="-305435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10"/>
              <a:buChar char="●"/>
            </a:pPr>
            <a:r>
              <a:rPr lang="en" sz="1200">
                <a:solidFill>
                  <a:schemeClr val="accent1"/>
                </a:solidFill>
              </a:rPr>
              <a:t>Negotiate sovereign-private sector participation thresholds</a:t>
            </a:r>
            <a:r>
              <a:rPr lang="en" sz="1400">
                <a:solidFill>
                  <a:schemeClr val="accent1"/>
                </a:solidFill>
              </a:rPr>
              <a:t>.</a:t>
            </a:r>
            <a:endParaRPr sz="140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200" b="1">
                <a:solidFill>
                  <a:schemeClr val="accent4"/>
                </a:solidFill>
              </a:rPr>
              <a:t>Results Framework:</a:t>
            </a:r>
            <a:endParaRPr sz="1200" b="1">
              <a:solidFill>
                <a:schemeClr val="accent4"/>
              </a:solidFill>
            </a:endParaRPr>
          </a:p>
          <a:p>
            <a:pPr marL="457200" lvl="0" indent="-305435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10"/>
              <a:buChar char="●"/>
            </a:pPr>
            <a:r>
              <a:rPr lang="en" sz="1200">
                <a:solidFill>
                  <a:srgbClr val="002F4A"/>
                </a:solidFill>
              </a:rPr>
              <a:t>Develop and agree upon a results framework outlining desired outcomes.</a:t>
            </a:r>
            <a:endParaRPr sz="1200">
              <a:solidFill>
                <a:srgbClr val="002F4A"/>
              </a:solidFill>
            </a:endParaRPr>
          </a:p>
          <a:p>
            <a:pPr marL="457200" lvl="0" indent="-30543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10"/>
              <a:buChar char="●"/>
            </a:pPr>
            <a:r>
              <a:rPr lang="en" sz="1200">
                <a:solidFill>
                  <a:srgbClr val="002F4A"/>
                </a:solidFill>
              </a:rPr>
              <a:t>Clearly define success metrics and indicators.</a:t>
            </a:r>
            <a:endParaRPr sz="1200">
              <a:solidFill>
                <a:srgbClr val="002F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10282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309E0B-079C-FF10-461B-101D5AA08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8782" y="3951791"/>
            <a:ext cx="5825218" cy="794828"/>
          </a:xfrm>
        </p:spPr>
        <p:txBody>
          <a:bodyPr/>
          <a:lstStyle/>
          <a:p>
            <a:r>
              <a:rPr lang="en"/>
              <a:t>Conclusions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>
          <a:extLst>
            <a:ext uri="{FF2B5EF4-FFF2-40B4-BE49-F238E27FC236}">
              <a16:creationId xmlns:a16="http://schemas.microsoft.com/office/drawing/2014/main" id="{0520196E-3FFF-7B7C-9E83-E0E46A1DA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3">
            <a:extLst>
              <a:ext uri="{FF2B5EF4-FFF2-40B4-BE49-F238E27FC236}">
                <a16:creationId xmlns:a16="http://schemas.microsoft.com/office/drawing/2014/main" id="{C38283E4-4DBB-613B-F662-625C3D75F97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" dirty="0"/>
              <a:t>Conclusions</a:t>
            </a:r>
          </a:p>
        </p:txBody>
      </p:sp>
      <p:grpSp>
        <p:nvGrpSpPr>
          <p:cNvPr id="7" name="Google Shape;318;p33">
            <a:extLst>
              <a:ext uri="{FF2B5EF4-FFF2-40B4-BE49-F238E27FC236}">
                <a16:creationId xmlns:a16="http://schemas.microsoft.com/office/drawing/2014/main" id="{0F7ABCF3-6C5D-155D-DDB8-52384B120EDF}"/>
              </a:ext>
            </a:extLst>
          </p:cNvPr>
          <p:cNvGrpSpPr/>
          <p:nvPr/>
        </p:nvGrpSpPr>
        <p:grpSpPr>
          <a:xfrm>
            <a:off x="5968721" y="1361508"/>
            <a:ext cx="2863604" cy="1235946"/>
            <a:chOff x="3071454" y="2013875"/>
            <a:chExt cx="2154300" cy="1589991"/>
          </a:xfrm>
        </p:grpSpPr>
        <p:sp>
          <p:nvSpPr>
            <p:cNvPr id="4" name="Google Shape;319;p33">
              <a:extLst>
                <a:ext uri="{FF2B5EF4-FFF2-40B4-BE49-F238E27FC236}">
                  <a16:creationId xmlns:a16="http://schemas.microsoft.com/office/drawing/2014/main" id="{D4CFA291-D546-3679-76FF-5D5AC2B0DB21}"/>
                </a:ext>
              </a:extLst>
            </p:cNvPr>
            <p:cNvSpPr/>
            <p:nvPr/>
          </p:nvSpPr>
          <p:spPr>
            <a:xfrm rot="10800000" flipH="1">
              <a:off x="3071454" y="2013875"/>
              <a:ext cx="2154300" cy="1569600"/>
            </a:xfrm>
            <a:prstGeom prst="round2DiagRect">
              <a:avLst>
                <a:gd name="adj1" fmla="val 0"/>
                <a:gd name="adj2" fmla="val 17764"/>
              </a:avLst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20;p33">
              <a:extLst>
                <a:ext uri="{FF2B5EF4-FFF2-40B4-BE49-F238E27FC236}">
                  <a16:creationId xmlns:a16="http://schemas.microsoft.com/office/drawing/2014/main" id="{E5A618BD-A97F-BC65-AFD5-2F5851C3CACD}"/>
                </a:ext>
              </a:extLst>
            </p:cNvPr>
            <p:cNvSpPr txBox="1"/>
            <p:nvPr/>
          </p:nvSpPr>
          <p:spPr>
            <a:xfrm>
              <a:off x="3276556" y="2184138"/>
              <a:ext cx="1557900" cy="328200"/>
            </a:xfrm>
            <a:prstGeom prst="rect">
              <a:avLst/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1200" b="1">
                <a:solidFill>
                  <a:schemeClr val="accent1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6" name="Google Shape;321;p33">
              <a:extLst>
                <a:ext uri="{FF2B5EF4-FFF2-40B4-BE49-F238E27FC236}">
                  <a16:creationId xmlns:a16="http://schemas.microsoft.com/office/drawing/2014/main" id="{6DD4FF8C-43B4-BF70-92ED-FCBFC9896E37}"/>
                </a:ext>
              </a:extLst>
            </p:cNvPr>
            <p:cNvSpPr txBox="1"/>
            <p:nvPr/>
          </p:nvSpPr>
          <p:spPr>
            <a:xfrm>
              <a:off x="3231496" y="2069782"/>
              <a:ext cx="1929923" cy="1534084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158750">
                <a:lnSpc>
                  <a:spcPct val="150000"/>
                </a:lnSpc>
                <a:buClr>
                  <a:srgbClr val="FFFFFF"/>
                </a:buClr>
                <a:buSzPts val="1108"/>
              </a:pPr>
              <a:r>
                <a:rPr lang="en" sz="1000" b="1" dirty="0">
                  <a:solidFill>
                    <a:schemeClr val="bg1"/>
                  </a:solidFill>
                  <a:latin typeface="Roboto"/>
                  <a:ea typeface="Roboto"/>
                  <a:cs typeface="Roboto"/>
                </a:rPr>
                <a:t>Next Steps:</a:t>
              </a:r>
            </a:p>
            <a:p>
              <a:pPr marL="330200" indent="-171450">
                <a:lnSpc>
                  <a:spcPct val="150000"/>
                </a:lnSpc>
                <a:buClr>
                  <a:schemeClr val="bg1"/>
                </a:buClr>
                <a:buSzPts val="1108"/>
                <a:buFont typeface="Arial" panose="020B0604020202020204" pitchFamily="34" charset="0"/>
                <a:buChar char="•"/>
              </a:pPr>
              <a:r>
                <a:rPr lang="en" sz="1000" b="1" dirty="0">
                  <a:solidFill>
                    <a:srgbClr val="002060"/>
                  </a:solidFill>
                  <a:latin typeface="Roboto"/>
                  <a:ea typeface="Roboto"/>
                  <a:cs typeface="Roboto"/>
                  <a:sym typeface="Roboto"/>
                </a:rPr>
                <a:t>Refinement and Exploration </a:t>
              </a:r>
              <a:endParaRPr lang="en-US" sz="1000" dirty="0">
                <a:solidFill>
                  <a:srgbClr val="002060"/>
                </a:solidFill>
                <a:latin typeface="Roboto"/>
                <a:ea typeface="Roboto"/>
                <a:cs typeface="Roboto"/>
              </a:endParaRPr>
            </a:p>
            <a:p>
              <a:pPr marL="330200" indent="-171450">
                <a:lnSpc>
                  <a:spcPct val="150000"/>
                </a:lnSpc>
                <a:buClr>
                  <a:schemeClr val="bg1"/>
                </a:buClr>
                <a:buSzPts val="1108"/>
                <a:buFont typeface="Arial" panose="020B0604020202020204" pitchFamily="34" charset="0"/>
                <a:buChar char="•"/>
              </a:pPr>
              <a:r>
                <a:rPr lang="en" sz="1000" b="1" dirty="0">
                  <a:solidFill>
                    <a:srgbClr val="002060"/>
                  </a:solidFill>
                  <a:latin typeface="Roboto"/>
                  <a:ea typeface="Roboto"/>
                  <a:cs typeface="Roboto"/>
                  <a:sym typeface="Roboto"/>
                </a:rPr>
                <a:t>Feedback and Collaboration</a:t>
              </a:r>
              <a:endParaRPr lang="en" sz="1000" dirty="0">
                <a:solidFill>
                  <a:srgbClr val="002060"/>
                </a:solidFill>
                <a:latin typeface="Roboto"/>
                <a:ea typeface="Roboto"/>
                <a:cs typeface="Roboto"/>
              </a:endParaRPr>
            </a:p>
            <a:p>
              <a:pPr marL="330200" indent="-171450">
                <a:lnSpc>
                  <a:spcPct val="150000"/>
                </a:lnSpc>
                <a:buClr>
                  <a:schemeClr val="bg1"/>
                </a:buClr>
                <a:buSzPts val="1108"/>
                <a:buFont typeface="Arial" panose="020B0604020202020204" pitchFamily="34" charset="0"/>
                <a:buChar char="•"/>
              </a:pPr>
              <a:r>
                <a:rPr lang="en" sz="1000" b="1" dirty="0">
                  <a:solidFill>
                    <a:srgbClr val="002060"/>
                  </a:solidFill>
                  <a:latin typeface="Roboto"/>
                  <a:ea typeface="Roboto"/>
                  <a:cs typeface="Roboto"/>
                  <a:sym typeface="Roboto"/>
                </a:rPr>
                <a:t>Scaling Impact</a:t>
              </a:r>
              <a:endParaRPr lang="en" sz="1000" dirty="0">
                <a:solidFill>
                  <a:srgbClr val="002060"/>
                </a:solidFill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3" name="Google Shape;317;p33">
            <a:extLst>
              <a:ext uri="{FF2B5EF4-FFF2-40B4-BE49-F238E27FC236}">
                <a16:creationId xmlns:a16="http://schemas.microsoft.com/office/drawing/2014/main" id="{DE15D7C1-76F1-CE4F-1FBE-D812132649B2}"/>
              </a:ext>
            </a:extLst>
          </p:cNvPr>
          <p:cNvSpPr txBox="1">
            <a:spLocks/>
          </p:cNvSpPr>
          <p:nvPr/>
        </p:nvSpPr>
        <p:spPr>
          <a:xfrm>
            <a:off x="397192" y="1347814"/>
            <a:ext cx="8453510" cy="356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None/>
              <a:defRPr sz="2100" b="0" i="0" u="none" strike="noStrike" cap="none">
                <a:solidFill>
                  <a:schemeClr val="bg1"/>
                </a:solidFill>
                <a:latin typeface="Merriweather" pitchFamily="2" charset="77"/>
                <a:ea typeface="Roboto"/>
                <a:cs typeface="Roboto"/>
                <a:sym typeface="Roboto"/>
              </a:defRPr>
            </a:lvl1pPr>
            <a:lvl2pPr marL="342900" marR="0" lvl="1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5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685800" marR="0" lvl="2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35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028700" marR="0" lvl="3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1371600" marR="0" lvl="4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1714500" marR="0" lvl="5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2057400" marR="0" lvl="6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2400300" marR="0" lvl="7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2743200" marR="0" lvl="8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2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lnSpc>
                <a:spcPct val="150000"/>
              </a:lnSpc>
            </a:pPr>
            <a:r>
              <a:rPr lang="en" sz="1400" b="1" dirty="0">
                <a:solidFill>
                  <a:schemeClr val="accent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Challenge Overview: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Urgent need for </a:t>
            </a:r>
            <a:r>
              <a:rPr lang="en-US" sz="1200" b="1" dirty="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innovative solutions </a:t>
            </a:r>
            <a:r>
              <a:rPr lang="en-US" sz="1200" dirty="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 </a:t>
            </a:r>
            <a:r>
              <a:rPr lang="en-US" sz="1200" b="1" dirty="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mobilize private capital </a:t>
            </a:r>
            <a:r>
              <a:rPr lang="en-US" sz="1200" dirty="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sustainable objectives.</a:t>
            </a:r>
          </a:p>
          <a:p>
            <a:pPr>
              <a:lnSpc>
                <a:spcPct val="150000"/>
              </a:lnSpc>
            </a:pPr>
            <a:endParaRPr lang="en-US" sz="1200" b="1">
              <a:solidFill>
                <a:schemeClr val="accent4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accent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Room for Improvement- SLBs: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Challenges</a:t>
            </a:r>
            <a:r>
              <a:rPr lang="en-US" sz="1200" dirty="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observed in existing </a:t>
            </a:r>
            <a:r>
              <a:rPr lang="en-US" sz="1200" b="1" dirty="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SLBs</a:t>
            </a:r>
            <a:r>
              <a:rPr lang="en-US" sz="1200" dirty="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complexity, variable coupon payments, and market resistance.</a:t>
            </a:r>
          </a:p>
          <a:p>
            <a:pPr>
              <a:lnSpc>
                <a:spcPct val="150000"/>
              </a:lnSpc>
            </a:pPr>
            <a:endParaRPr lang="en-US" sz="1200">
              <a:solidFill>
                <a:srgbClr val="002F4A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accent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Enhanced Approach- SLIDIs with WB Operationalization: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more </a:t>
            </a:r>
            <a:r>
              <a:rPr lang="en-US" sz="1200" b="1" dirty="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attractive and effective </a:t>
            </a:r>
            <a:r>
              <a:rPr lang="en-US" sz="1200" dirty="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financial instrument for investors and sovereigns.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Choice of ‘Prior Action’ or RBCF system, with former choice reducing financial risk to WB and latter offering stronger performance incentives to client country.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F4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Development agency partner participation to enhance private sector confidence and achieve sustainability objectives.</a:t>
            </a:r>
          </a:p>
          <a:p>
            <a:pPr>
              <a:lnSpc>
                <a:spcPct val="110000"/>
              </a:lnSpc>
            </a:pP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57802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086FDFC8-EC80-00CA-79FC-60AF4C9A0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B94EF978-E445-15BD-0A16-FFF11CFA7B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2393" y="396345"/>
            <a:ext cx="3684662" cy="481076"/>
          </a:xfrm>
        </p:spPr>
        <p:txBody>
          <a:bodyPr>
            <a:normAutofit fontScale="92500" lnSpcReduction="20000"/>
          </a:bodyPr>
          <a:lstStyle/>
          <a:p>
            <a:r>
              <a:rPr lang="en-GB"/>
              <a:t>SLIDIs</a:t>
            </a:r>
          </a:p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C0B36D-EC1D-4BEC-C15B-B614E01C2D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11738" y="1008063"/>
            <a:ext cx="3954462" cy="398462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GB" sz="2800">
              <a:solidFill>
                <a:srgbClr val="002F4A"/>
              </a:solidFill>
              <a:latin typeface="Merriweather" pitchFamily="2" charset="77"/>
            </a:endParaRPr>
          </a:p>
          <a:p>
            <a:pPr marL="0" lvl="0" indent="0">
              <a:buNone/>
            </a:pPr>
            <a:r>
              <a:rPr lang="en-GB" sz="2800">
                <a:solidFill>
                  <a:srgbClr val="002F4A"/>
                </a:solidFill>
                <a:latin typeface="Merriweather" pitchFamily="2" charset="77"/>
              </a:rPr>
              <a:t>Thank you! Discussion.</a:t>
            </a:r>
            <a:endParaRPr lang="en-US" sz="2800">
              <a:solidFill>
                <a:srgbClr val="002F4A"/>
              </a:solidFill>
              <a:latin typeface="Merriweather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2668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00">
        <p:push/>
      </p:transition>
    </mc:Choice>
    <mc:Fallback xmlns="">
      <p:transition spd="slow">
        <p:push/>
      </p:transition>
    </mc:Fallback>
  </mc:AlternateContent>
</p:sld>
</file>

<file path=ppt/theme/theme1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3086</Words>
  <Application>Microsoft Office PowerPoint</Application>
  <PresentationFormat>On-screen Show (16:9)</PresentationFormat>
  <Paragraphs>347</Paragraphs>
  <Slides>39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Merriweather</vt:lpstr>
      <vt:lpstr>Arial,Sans-Serif</vt:lpstr>
      <vt:lpstr>Courier New</vt:lpstr>
      <vt:lpstr>Arial</vt:lpstr>
      <vt:lpstr>Roboto</vt:lpstr>
      <vt:lpstr>Paradigm</vt:lpstr>
      <vt:lpstr>Sustainability-Linked Intermediated Debt Instruments (SLIDIs)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SLBs Shortcomings  </vt:lpstr>
      <vt:lpstr>PowerPoint Presentation</vt:lpstr>
      <vt:lpstr>PowerPoint Presentation</vt:lpstr>
      <vt:lpstr>PowerPoint Presentation</vt:lpstr>
      <vt:lpstr>PowerPoint Presentation</vt:lpstr>
      <vt:lpstr>Option One: WB Payment to Pay For The Difference</vt:lpstr>
      <vt:lpstr>PowerPoint Presentation</vt:lpstr>
      <vt:lpstr>PowerPoint Presentation</vt:lpstr>
      <vt:lpstr>PowerPoint Presentation</vt:lpstr>
      <vt:lpstr>PowerPoint Presentation</vt:lpstr>
      <vt:lpstr>Option Two: Trusted  Intermediary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Additional Aspects for Operationalisation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KPI Bonds</dc:title>
  <cp:lastModifiedBy>Stephen John Stretton</cp:lastModifiedBy>
  <cp:revision>9</cp:revision>
  <dcterms:modified xsi:type="dcterms:W3CDTF">2024-10-29T22:55:10Z</dcterms:modified>
</cp:coreProperties>
</file>