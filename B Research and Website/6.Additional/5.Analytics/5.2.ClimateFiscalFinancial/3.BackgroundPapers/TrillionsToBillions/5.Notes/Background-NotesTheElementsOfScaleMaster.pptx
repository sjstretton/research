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notesMasterIdLst>
    <p:notesMasterId r:id="rId64"/>
  </p:notesMasterIdLst>
  <p:sldIdLst>
    <p:sldId id="256" r:id="rId2"/>
    <p:sldId id="257" r:id="rId3"/>
    <p:sldId id="295" r:id="rId4"/>
    <p:sldId id="335" r:id="rId5"/>
    <p:sldId id="343" r:id="rId6"/>
    <p:sldId id="307" r:id="rId7"/>
    <p:sldId id="315" r:id="rId8"/>
    <p:sldId id="345" r:id="rId9"/>
    <p:sldId id="306" r:id="rId10"/>
    <p:sldId id="329" r:id="rId11"/>
    <p:sldId id="330" r:id="rId12"/>
    <p:sldId id="331" r:id="rId13"/>
    <p:sldId id="281" r:id="rId14"/>
    <p:sldId id="269" r:id="rId15"/>
    <p:sldId id="264" r:id="rId16"/>
    <p:sldId id="265" r:id="rId17"/>
    <p:sldId id="266" r:id="rId18"/>
    <p:sldId id="267" r:id="rId19"/>
    <p:sldId id="273" r:id="rId20"/>
    <p:sldId id="260" r:id="rId21"/>
    <p:sldId id="263" r:id="rId22"/>
    <p:sldId id="262" r:id="rId23"/>
    <p:sldId id="261" r:id="rId24"/>
    <p:sldId id="270" r:id="rId25"/>
    <p:sldId id="344" r:id="rId26"/>
    <p:sldId id="337" r:id="rId27"/>
    <p:sldId id="350" r:id="rId28"/>
    <p:sldId id="348" r:id="rId29"/>
    <p:sldId id="271" r:id="rId30"/>
    <p:sldId id="336" r:id="rId31"/>
    <p:sldId id="349" r:id="rId32"/>
    <p:sldId id="338" r:id="rId33"/>
    <p:sldId id="339" r:id="rId34"/>
    <p:sldId id="340" r:id="rId35"/>
    <p:sldId id="341" r:id="rId36"/>
    <p:sldId id="346" r:id="rId37"/>
    <p:sldId id="320" r:id="rId38"/>
    <p:sldId id="274" r:id="rId39"/>
    <p:sldId id="293" r:id="rId40"/>
    <p:sldId id="324" r:id="rId41"/>
    <p:sldId id="316" r:id="rId42"/>
    <p:sldId id="317" r:id="rId43"/>
    <p:sldId id="318" r:id="rId44"/>
    <p:sldId id="319" r:id="rId45"/>
    <p:sldId id="299" r:id="rId46"/>
    <p:sldId id="275" r:id="rId47"/>
    <p:sldId id="325" r:id="rId48"/>
    <p:sldId id="326" r:id="rId49"/>
    <p:sldId id="347" r:id="rId50"/>
    <p:sldId id="283" r:id="rId51"/>
    <p:sldId id="284" r:id="rId52"/>
    <p:sldId id="285" r:id="rId53"/>
    <p:sldId id="286" r:id="rId54"/>
    <p:sldId id="287" r:id="rId55"/>
    <p:sldId id="288" r:id="rId56"/>
    <p:sldId id="289" r:id="rId57"/>
    <p:sldId id="308" r:id="rId58"/>
    <p:sldId id="291" r:id="rId59"/>
    <p:sldId id="290" r:id="rId60"/>
    <p:sldId id="321" r:id="rId61"/>
    <p:sldId id="322" r:id="rId62"/>
    <p:sldId id="294"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DF1EB1-E380-4C02-9C1B-A1A1626CA000}" v="24" dt="2023-02-12T19:14:43.6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64" d="100"/>
          <a:sy n="164" d="100"/>
        </p:scale>
        <p:origin x="96"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John Stretton" userId="da8c780b-1aa2-4e36-94fb-871dc8111504" providerId="ADAL" clId="{E0DF1EB1-E380-4C02-9C1B-A1A1626CA000}"/>
    <pc:docChg chg="custSel addSld modSld">
      <pc:chgData name="Stephen John Stretton" userId="da8c780b-1aa2-4e36-94fb-871dc8111504" providerId="ADAL" clId="{E0DF1EB1-E380-4C02-9C1B-A1A1626CA000}" dt="2023-02-12T19:15:08.642" v="791" actId="20577"/>
      <pc:docMkLst>
        <pc:docMk/>
      </pc:docMkLst>
      <pc:sldChg chg="modSp add">
        <pc:chgData name="Stephen John Stretton" userId="da8c780b-1aa2-4e36-94fb-871dc8111504" providerId="ADAL" clId="{E0DF1EB1-E380-4C02-9C1B-A1A1626CA000}" dt="2023-02-12T19:14:43.665" v="710" actId="20577"/>
        <pc:sldMkLst>
          <pc:docMk/>
          <pc:sldMk cId="2122754251" sldId="275"/>
        </pc:sldMkLst>
        <pc:graphicFrameChg chg="mod">
          <ac:chgData name="Stephen John Stretton" userId="da8c780b-1aa2-4e36-94fb-871dc8111504" providerId="ADAL" clId="{E0DF1EB1-E380-4C02-9C1B-A1A1626CA000}" dt="2023-02-12T19:14:43.665" v="710" actId="20577"/>
          <ac:graphicFrameMkLst>
            <pc:docMk/>
            <pc:sldMk cId="2122754251" sldId="275"/>
            <ac:graphicFrameMk id="2" creationId="{4B4A20A6-DDBB-480C-A58E-512989563091}"/>
          </ac:graphicFrameMkLst>
        </pc:graphicFrameChg>
      </pc:sldChg>
      <pc:sldChg chg="modSp mod">
        <pc:chgData name="Stephen John Stretton" userId="da8c780b-1aa2-4e36-94fb-871dc8111504" providerId="ADAL" clId="{E0DF1EB1-E380-4C02-9C1B-A1A1626CA000}" dt="2023-02-10T16:29:21.808" v="2" actId="113"/>
        <pc:sldMkLst>
          <pc:docMk/>
          <pc:sldMk cId="1013311105" sldId="317"/>
        </pc:sldMkLst>
        <pc:spChg chg="mod">
          <ac:chgData name="Stephen John Stretton" userId="da8c780b-1aa2-4e36-94fb-871dc8111504" providerId="ADAL" clId="{E0DF1EB1-E380-4C02-9C1B-A1A1626CA000}" dt="2023-02-10T16:29:18.473" v="1" actId="113"/>
          <ac:spMkLst>
            <pc:docMk/>
            <pc:sldMk cId="1013311105" sldId="317"/>
            <ac:spMk id="159" creationId="{00000000-0000-0000-0000-000000000000}"/>
          </ac:spMkLst>
        </pc:spChg>
        <pc:spChg chg="mod">
          <ac:chgData name="Stephen John Stretton" userId="da8c780b-1aa2-4e36-94fb-871dc8111504" providerId="ADAL" clId="{E0DF1EB1-E380-4C02-9C1B-A1A1626CA000}" dt="2023-02-10T16:29:21.808" v="2" actId="113"/>
          <ac:spMkLst>
            <pc:docMk/>
            <pc:sldMk cId="1013311105" sldId="317"/>
            <ac:spMk id="160" creationId="{00000000-0000-0000-0000-000000000000}"/>
          </ac:spMkLst>
        </pc:spChg>
      </pc:sldChg>
      <pc:sldChg chg="delSp mod">
        <pc:chgData name="Stephen John Stretton" userId="da8c780b-1aa2-4e36-94fb-871dc8111504" providerId="ADAL" clId="{E0DF1EB1-E380-4C02-9C1B-A1A1626CA000}" dt="2023-02-10T16:29:29.509" v="3" actId="478"/>
        <pc:sldMkLst>
          <pc:docMk/>
          <pc:sldMk cId="2451670385" sldId="319"/>
        </pc:sldMkLst>
        <pc:spChg chg="del">
          <ac:chgData name="Stephen John Stretton" userId="da8c780b-1aa2-4e36-94fb-871dc8111504" providerId="ADAL" clId="{E0DF1EB1-E380-4C02-9C1B-A1A1626CA000}" dt="2023-02-10T16:29:29.509" v="3" actId="478"/>
          <ac:spMkLst>
            <pc:docMk/>
            <pc:sldMk cId="2451670385" sldId="319"/>
            <ac:spMk id="2" creationId="{3C1D21C8-FD4E-4F63-A601-32391DB1DCF3}"/>
          </ac:spMkLst>
        </pc:spChg>
      </pc:sldChg>
      <pc:sldChg chg="modSp mod">
        <pc:chgData name="Stephen John Stretton" userId="da8c780b-1aa2-4e36-94fb-871dc8111504" providerId="ADAL" clId="{E0DF1EB1-E380-4C02-9C1B-A1A1626CA000}" dt="2023-02-12T19:15:08.642" v="791" actId="20577"/>
        <pc:sldMkLst>
          <pc:docMk/>
          <pc:sldMk cId="1793670721" sldId="325"/>
        </pc:sldMkLst>
        <pc:spChg chg="mod">
          <ac:chgData name="Stephen John Stretton" userId="da8c780b-1aa2-4e36-94fb-871dc8111504" providerId="ADAL" clId="{E0DF1EB1-E380-4C02-9C1B-A1A1626CA000}" dt="2023-02-12T19:14:53.876" v="716" actId="20577"/>
          <ac:spMkLst>
            <pc:docMk/>
            <pc:sldMk cId="1793670721" sldId="325"/>
            <ac:spMk id="2" creationId="{D61BBD40-DA89-4E9E-8FF4-B7C7CDB5655F}"/>
          </ac:spMkLst>
        </pc:spChg>
        <pc:spChg chg="mod">
          <ac:chgData name="Stephen John Stretton" userId="da8c780b-1aa2-4e36-94fb-871dc8111504" providerId="ADAL" clId="{E0DF1EB1-E380-4C02-9C1B-A1A1626CA000}" dt="2023-02-12T19:15:08.642" v="791" actId="20577"/>
          <ac:spMkLst>
            <pc:docMk/>
            <pc:sldMk cId="1793670721" sldId="325"/>
            <ac:spMk id="3" creationId="{A436D2EA-113D-4F16-A779-4E38215B7390}"/>
          </ac:spMkLst>
        </pc:spChg>
      </pc:sldChg>
      <pc:sldChg chg="mod modShow">
        <pc:chgData name="Stephen John Stretton" userId="da8c780b-1aa2-4e36-94fb-871dc8111504" providerId="ADAL" clId="{E0DF1EB1-E380-4C02-9C1B-A1A1626CA000}" dt="2023-02-12T19:14:22.047" v="687" actId="729"/>
        <pc:sldMkLst>
          <pc:docMk/>
          <pc:sldMk cId="0" sldId="329"/>
        </pc:sldMkLst>
      </pc:sldChg>
      <pc:sldChg chg="mod modShow">
        <pc:chgData name="Stephen John Stretton" userId="da8c780b-1aa2-4e36-94fb-871dc8111504" providerId="ADAL" clId="{E0DF1EB1-E380-4C02-9C1B-A1A1626CA000}" dt="2023-02-12T19:14:22.047" v="687" actId="729"/>
        <pc:sldMkLst>
          <pc:docMk/>
          <pc:sldMk cId="0" sldId="330"/>
        </pc:sldMkLst>
      </pc:sldChg>
      <pc:sldChg chg="mod modShow">
        <pc:chgData name="Stephen John Stretton" userId="da8c780b-1aa2-4e36-94fb-871dc8111504" providerId="ADAL" clId="{E0DF1EB1-E380-4C02-9C1B-A1A1626CA000}" dt="2023-02-12T19:14:22.047" v="687" actId="729"/>
        <pc:sldMkLst>
          <pc:docMk/>
          <pc:sldMk cId="0" sldId="331"/>
        </pc:sldMkLst>
      </pc:sldChg>
      <pc:sldChg chg="modSp mod">
        <pc:chgData name="Stephen John Stretton" userId="da8c780b-1aa2-4e36-94fb-871dc8111504" providerId="ADAL" clId="{E0DF1EB1-E380-4C02-9C1B-A1A1626CA000}" dt="2023-02-12T18:47:26.922" v="686" actId="20577"/>
        <pc:sldMkLst>
          <pc:docMk/>
          <pc:sldMk cId="2650271695" sldId="341"/>
        </pc:sldMkLst>
        <pc:spChg chg="mod">
          <ac:chgData name="Stephen John Stretton" userId="da8c780b-1aa2-4e36-94fb-871dc8111504" providerId="ADAL" clId="{E0DF1EB1-E380-4C02-9C1B-A1A1626CA000}" dt="2023-02-12T18:47:26.922" v="686" actId="20577"/>
          <ac:spMkLst>
            <pc:docMk/>
            <pc:sldMk cId="2650271695" sldId="341"/>
            <ac:spMk id="2" creationId="{3C359482-48B7-4C25-98B0-8E098CF5B24E}"/>
          </ac:spMkLst>
        </pc:spChg>
        <pc:spChg chg="mod">
          <ac:chgData name="Stephen John Stretton" userId="da8c780b-1aa2-4e36-94fb-871dc8111504" providerId="ADAL" clId="{E0DF1EB1-E380-4C02-9C1B-A1A1626CA000}" dt="2023-02-12T18:47:21.674" v="679" actId="20577"/>
          <ac:spMkLst>
            <pc:docMk/>
            <pc:sldMk cId="2650271695" sldId="341"/>
            <ac:spMk id="3" creationId="{2BF6AAED-8588-4825-AAB7-62ED3074ABFB}"/>
          </ac:spMkLst>
        </pc:spChg>
      </pc:sldChg>
    </pc:docChg>
  </pc:docChgLst>
  <pc:docChgLst>
    <pc:chgData name="Stephen John Stretton" userId="da8c780b-1aa2-4e36-94fb-871dc8111504" providerId="ADAL" clId="{F42764FD-3D0C-4605-8AE3-B25A3CB1D530}"/>
    <pc:docChg chg="undo custSel addSld delSld modSld sldOrd">
      <pc:chgData name="Stephen John Stretton" userId="da8c780b-1aa2-4e36-94fb-871dc8111504" providerId="ADAL" clId="{F42764FD-3D0C-4605-8AE3-B25A3CB1D530}" dt="2023-02-09T21:04:34.961" v="7044" actId="20577"/>
      <pc:docMkLst>
        <pc:docMk/>
      </pc:docMkLst>
      <pc:sldChg chg="addSp delSp modSp mod">
        <pc:chgData name="Stephen John Stretton" userId="da8c780b-1aa2-4e36-94fb-871dc8111504" providerId="ADAL" clId="{F42764FD-3D0C-4605-8AE3-B25A3CB1D530}" dt="2023-02-09T20:58:25.662" v="6708" actId="20577"/>
        <pc:sldMkLst>
          <pc:docMk/>
          <pc:sldMk cId="2234329584" sldId="256"/>
        </pc:sldMkLst>
        <pc:spChg chg="mod">
          <ac:chgData name="Stephen John Stretton" userId="da8c780b-1aa2-4e36-94fb-871dc8111504" providerId="ADAL" clId="{F42764FD-3D0C-4605-8AE3-B25A3CB1D530}" dt="2023-02-09T20:58:25.662" v="6708" actId="20577"/>
          <ac:spMkLst>
            <pc:docMk/>
            <pc:sldMk cId="2234329584" sldId="256"/>
            <ac:spMk id="2" creationId="{B791B04B-2727-49DC-91DC-119A4215D129}"/>
          </ac:spMkLst>
        </pc:spChg>
        <pc:spChg chg="mod">
          <ac:chgData name="Stephen John Stretton" userId="da8c780b-1aa2-4e36-94fb-871dc8111504" providerId="ADAL" clId="{F42764FD-3D0C-4605-8AE3-B25A3CB1D530}" dt="2023-02-09T19:50:18.967" v="2998" actId="27636"/>
          <ac:spMkLst>
            <pc:docMk/>
            <pc:sldMk cId="2234329584" sldId="256"/>
            <ac:spMk id="3" creationId="{83E6B4DE-2644-422C-8A0A-28DBDECD2BB5}"/>
          </ac:spMkLst>
        </pc:spChg>
        <pc:picChg chg="del mod">
          <ac:chgData name="Stephen John Stretton" userId="da8c780b-1aa2-4e36-94fb-871dc8111504" providerId="ADAL" clId="{F42764FD-3D0C-4605-8AE3-B25A3CB1D530}" dt="2023-02-09T19:39:21.644" v="2062" actId="478"/>
          <ac:picMkLst>
            <pc:docMk/>
            <pc:sldMk cId="2234329584" sldId="256"/>
            <ac:picMk id="5" creationId="{1465CAA0-6640-AC54-CEA3-4325C91890EF}"/>
          </ac:picMkLst>
        </pc:picChg>
        <pc:picChg chg="del">
          <ac:chgData name="Stephen John Stretton" userId="da8c780b-1aa2-4e36-94fb-871dc8111504" providerId="ADAL" clId="{F42764FD-3D0C-4605-8AE3-B25A3CB1D530}" dt="2023-02-09T19:38:16.899" v="2060" actId="478"/>
          <ac:picMkLst>
            <pc:docMk/>
            <pc:sldMk cId="2234329584" sldId="256"/>
            <ac:picMk id="34" creationId="{1C288DB6-AD73-CA42-127B-C4DF3B320227}"/>
          </ac:picMkLst>
        </pc:picChg>
        <pc:picChg chg="add mod">
          <ac:chgData name="Stephen John Stretton" userId="da8c780b-1aa2-4e36-94fb-871dc8111504" providerId="ADAL" clId="{F42764FD-3D0C-4605-8AE3-B25A3CB1D530}" dt="2023-02-09T19:43:48.665" v="2420" actId="1076"/>
          <ac:picMkLst>
            <pc:docMk/>
            <pc:sldMk cId="2234329584" sldId="256"/>
            <ac:picMk id="1026" creationId="{BB81460A-F449-4773-A64B-F00550B3018C}"/>
          </ac:picMkLst>
        </pc:picChg>
      </pc:sldChg>
      <pc:sldChg chg="modSp mod">
        <pc:chgData name="Stephen John Stretton" userId="da8c780b-1aa2-4e36-94fb-871dc8111504" providerId="ADAL" clId="{F42764FD-3D0C-4605-8AE3-B25A3CB1D530}" dt="2023-02-09T20:32:26.255" v="6392" actId="20577"/>
        <pc:sldMkLst>
          <pc:docMk/>
          <pc:sldMk cId="856321842" sldId="257"/>
        </pc:sldMkLst>
        <pc:spChg chg="mod">
          <ac:chgData name="Stephen John Stretton" userId="da8c780b-1aa2-4e36-94fb-871dc8111504" providerId="ADAL" clId="{F42764FD-3D0C-4605-8AE3-B25A3CB1D530}" dt="2023-02-09T20:32:26.255" v="6392" actId="20577"/>
          <ac:spMkLst>
            <pc:docMk/>
            <pc:sldMk cId="856321842" sldId="257"/>
            <ac:spMk id="2" creationId="{3C3BCDD9-23A1-48C3-B7EA-8235FFDEE9F1}"/>
          </ac:spMkLst>
        </pc:spChg>
        <pc:spChg chg="mod">
          <ac:chgData name="Stephen John Stretton" userId="da8c780b-1aa2-4e36-94fb-871dc8111504" providerId="ADAL" clId="{F42764FD-3D0C-4605-8AE3-B25A3CB1D530}" dt="2023-02-09T20:32:21.314" v="6391" actId="114"/>
          <ac:spMkLst>
            <pc:docMk/>
            <pc:sldMk cId="856321842" sldId="257"/>
            <ac:spMk id="3" creationId="{1641DE94-9113-4193-BA58-DD1865CBFB87}"/>
          </ac:spMkLst>
        </pc:spChg>
      </pc:sldChg>
      <pc:sldChg chg="del">
        <pc:chgData name="Stephen John Stretton" userId="da8c780b-1aa2-4e36-94fb-871dc8111504" providerId="ADAL" clId="{F42764FD-3D0C-4605-8AE3-B25A3CB1D530}" dt="2023-02-09T16:07:57.101" v="1391" actId="47"/>
        <pc:sldMkLst>
          <pc:docMk/>
          <pc:sldMk cId="0" sldId="258"/>
        </pc:sldMkLst>
      </pc:sldChg>
      <pc:sldChg chg="mod ord modShow">
        <pc:chgData name="Stephen John Stretton" userId="da8c780b-1aa2-4e36-94fb-871dc8111504" providerId="ADAL" clId="{F42764FD-3D0C-4605-8AE3-B25A3CB1D530}" dt="2023-02-09T20:03:41.989" v="4164" actId="729"/>
        <pc:sldMkLst>
          <pc:docMk/>
          <pc:sldMk cId="2614101354" sldId="264"/>
        </pc:sldMkLst>
      </pc:sldChg>
      <pc:sldChg chg="modSp mod ord modShow">
        <pc:chgData name="Stephen John Stretton" userId="da8c780b-1aa2-4e36-94fb-871dc8111504" providerId="ADAL" clId="{F42764FD-3D0C-4605-8AE3-B25A3CB1D530}" dt="2023-02-09T17:49:51.504" v="1657" actId="113"/>
        <pc:sldMkLst>
          <pc:docMk/>
          <pc:sldMk cId="4029089688" sldId="265"/>
        </pc:sldMkLst>
        <pc:spChg chg="mod">
          <ac:chgData name="Stephen John Stretton" userId="da8c780b-1aa2-4e36-94fb-871dc8111504" providerId="ADAL" clId="{F42764FD-3D0C-4605-8AE3-B25A3CB1D530}" dt="2023-02-09T17:49:51.504" v="1657" actId="113"/>
          <ac:spMkLst>
            <pc:docMk/>
            <pc:sldMk cId="4029089688" sldId="265"/>
            <ac:spMk id="4" creationId="{43628905-047E-421D-A156-24F6350DC2A6}"/>
          </ac:spMkLst>
        </pc:spChg>
      </pc:sldChg>
      <pc:sldChg chg="addSp delSp modSp mod">
        <pc:chgData name="Stephen John Stretton" userId="da8c780b-1aa2-4e36-94fb-871dc8111504" providerId="ADAL" clId="{F42764FD-3D0C-4605-8AE3-B25A3CB1D530}" dt="2023-02-09T19:34:53.460" v="1944" actId="14100"/>
        <pc:sldMkLst>
          <pc:docMk/>
          <pc:sldMk cId="1714386055" sldId="267"/>
        </pc:sldMkLst>
        <pc:spChg chg="mod">
          <ac:chgData name="Stephen John Stretton" userId="da8c780b-1aa2-4e36-94fb-871dc8111504" providerId="ADAL" clId="{F42764FD-3D0C-4605-8AE3-B25A3CB1D530}" dt="2023-02-09T19:34:53.460" v="1944" actId="14100"/>
          <ac:spMkLst>
            <pc:docMk/>
            <pc:sldMk cId="1714386055" sldId="267"/>
            <ac:spMk id="2" creationId="{4F7FA860-61F3-494F-B289-F3F3F7035861}"/>
          </ac:spMkLst>
        </pc:spChg>
        <pc:spChg chg="add mod">
          <ac:chgData name="Stephen John Stretton" userId="da8c780b-1aa2-4e36-94fb-871dc8111504" providerId="ADAL" clId="{F42764FD-3D0C-4605-8AE3-B25A3CB1D530}" dt="2023-02-09T19:33:49.366" v="1849" actId="14100"/>
          <ac:spMkLst>
            <pc:docMk/>
            <pc:sldMk cId="1714386055" sldId="267"/>
            <ac:spMk id="3" creationId="{232E5E73-85AA-4EAD-9E9A-6EEF4183FA0C}"/>
          </ac:spMkLst>
        </pc:spChg>
        <pc:spChg chg="add del mod">
          <ac:chgData name="Stephen John Stretton" userId="da8c780b-1aa2-4e36-94fb-871dc8111504" providerId="ADAL" clId="{F42764FD-3D0C-4605-8AE3-B25A3CB1D530}" dt="2023-02-09T19:32:43.201" v="1840" actId="21"/>
          <ac:spMkLst>
            <pc:docMk/>
            <pc:sldMk cId="1714386055" sldId="267"/>
            <ac:spMk id="6" creationId="{5C17BFD1-DA14-4CEE-9D36-69A68014039D}"/>
          </ac:spMkLst>
        </pc:spChg>
        <pc:spChg chg="add mod">
          <ac:chgData name="Stephen John Stretton" userId="da8c780b-1aa2-4e36-94fb-871dc8111504" providerId="ADAL" clId="{F42764FD-3D0C-4605-8AE3-B25A3CB1D530}" dt="2023-02-09T19:33:57.123" v="1850" actId="6549"/>
          <ac:spMkLst>
            <pc:docMk/>
            <pc:sldMk cId="1714386055" sldId="267"/>
            <ac:spMk id="8" creationId="{CC3C695A-F3CD-4B07-ACA6-70BDB26D93AE}"/>
          </ac:spMkLst>
        </pc:spChg>
        <pc:picChg chg="mod">
          <ac:chgData name="Stephen John Stretton" userId="da8c780b-1aa2-4e36-94fb-871dc8111504" providerId="ADAL" clId="{F42764FD-3D0C-4605-8AE3-B25A3CB1D530}" dt="2023-02-09T19:32:03.763" v="1811" actId="1076"/>
          <ac:picMkLst>
            <pc:docMk/>
            <pc:sldMk cId="1714386055" sldId="267"/>
            <ac:picMk id="5" creationId="{89552513-DB69-45BF-B7D9-A92EE54A8F75}"/>
          </ac:picMkLst>
        </pc:picChg>
        <pc:cxnChg chg="add mod">
          <ac:chgData name="Stephen John Stretton" userId="da8c780b-1aa2-4e36-94fb-871dc8111504" providerId="ADAL" clId="{F42764FD-3D0C-4605-8AE3-B25A3CB1D530}" dt="2023-02-09T19:33:42.465" v="1847" actId="1076"/>
          <ac:cxnSpMkLst>
            <pc:docMk/>
            <pc:sldMk cId="1714386055" sldId="267"/>
            <ac:cxnSpMk id="9" creationId="{7DBEF845-A565-4F14-A758-5DB72A0D58A4}"/>
          </ac:cxnSpMkLst>
        </pc:cxnChg>
      </pc:sldChg>
      <pc:sldChg chg="ord">
        <pc:chgData name="Stephen John Stretton" userId="da8c780b-1aa2-4e36-94fb-871dc8111504" providerId="ADAL" clId="{F42764FD-3D0C-4605-8AE3-B25A3CB1D530}" dt="2023-02-09T16:06:18.622" v="1222"/>
        <pc:sldMkLst>
          <pc:docMk/>
          <pc:sldMk cId="2286655878" sldId="269"/>
        </pc:sldMkLst>
      </pc:sldChg>
      <pc:sldChg chg="modSp mod">
        <pc:chgData name="Stephen John Stretton" userId="da8c780b-1aa2-4e36-94fb-871dc8111504" providerId="ADAL" clId="{F42764FD-3D0C-4605-8AE3-B25A3CB1D530}" dt="2023-02-09T15:59:02.743" v="489" actId="20577"/>
        <pc:sldMkLst>
          <pc:docMk/>
          <pc:sldMk cId="3714371801" sldId="270"/>
        </pc:sldMkLst>
        <pc:spChg chg="mod">
          <ac:chgData name="Stephen John Stretton" userId="da8c780b-1aa2-4e36-94fb-871dc8111504" providerId="ADAL" clId="{F42764FD-3D0C-4605-8AE3-B25A3CB1D530}" dt="2023-02-09T15:59:02.743" v="489" actId="20577"/>
          <ac:spMkLst>
            <pc:docMk/>
            <pc:sldMk cId="3714371801" sldId="270"/>
            <ac:spMk id="2" creationId="{3BD3A34E-4C05-4FD7-8AE8-A45C4598282C}"/>
          </ac:spMkLst>
        </pc:spChg>
      </pc:sldChg>
      <pc:sldChg chg="addSp modSp mod">
        <pc:chgData name="Stephen John Stretton" userId="da8c780b-1aa2-4e36-94fb-871dc8111504" providerId="ADAL" clId="{F42764FD-3D0C-4605-8AE3-B25A3CB1D530}" dt="2023-02-09T21:02:33.429" v="6898" actId="14100"/>
        <pc:sldMkLst>
          <pc:docMk/>
          <pc:sldMk cId="1425583838" sldId="271"/>
        </pc:sldMkLst>
        <pc:spChg chg="mod">
          <ac:chgData name="Stephen John Stretton" userId="da8c780b-1aa2-4e36-94fb-871dc8111504" providerId="ADAL" clId="{F42764FD-3D0C-4605-8AE3-B25A3CB1D530}" dt="2023-02-09T21:02:33.429" v="6898" actId="14100"/>
          <ac:spMkLst>
            <pc:docMk/>
            <pc:sldMk cId="1425583838" sldId="271"/>
            <ac:spMk id="2" creationId="{3C359482-48B7-4C25-98B0-8E098CF5B24E}"/>
          </ac:spMkLst>
        </pc:spChg>
        <pc:spChg chg="mod">
          <ac:chgData name="Stephen John Stretton" userId="da8c780b-1aa2-4e36-94fb-871dc8111504" providerId="ADAL" clId="{F42764FD-3D0C-4605-8AE3-B25A3CB1D530}" dt="2023-02-09T21:01:41.625" v="6846" actId="255"/>
          <ac:spMkLst>
            <pc:docMk/>
            <pc:sldMk cId="1425583838" sldId="271"/>
            <ac:spMk id="3" creationId="{2BF6AAED-8588-4825-AAB7-62ED3074ABFB}"/>
          </ac:spMkLst>
        </pc:spChg>
        <pc:spChg chg="mod">
          <ac:chgData name="Stephen John Stretton" userId="da8c780b-1aa2-4e36-94fb-871dc8111504" providerId="ADAL" clId="{F42764FD-3D0C-4605-8AE3-B25A3CB1D530}" dt="2023-02-09T20:25:49.938" v="6070" actId="14100"/>
          <ac:spMkLst>
            <pc:docMk/>
            <pc:sldMk cId="1425583838" sldId="271"/>
            <ac:spMk id="4" creationId="{C8B4CA2F-F047-4484-BB53-4B1B714B1AE5}"/>
          </ac:spMkLst>
        </pc:spChg>
        <pc:spChg chg="mod">
          <ac:chgData name="Stephen John Stretton" userId="da8c780b-1aa2-4e36-94fb-871dc8111504" providerId="ADAL" clId="{F42764FD-3D0C-4605-8AE3-B25A3CB1D530}" dt="2023-02-09T19:53:56.644" v="3326" actId="1076"/>
          <ac:spMkLst>
            <pc:docMk/>
            <pc:sldMk cId="1425583838" sldId="271"/>
            <ac:spMk id="5" creationId="{9A5CA036-D97D-490F-B380-7E2FE0588DFA}"/>
          </ac:spMkLst>
        </pc:spChg>
        <pc:spChg chg="mod">
          <ac:chgData name="Stephen John Stretton" userId="da8c780b-1aa2-4e36-94fb-871dc8111504" providerId="ADAL" clId="{F42764FD-3D0C-4605-8AE3-B25A3CB1D530}" dt="2023-02-09T20:25:47.425" v="6069" actId="14100"/>
          <ac:spMkLst>
            <pc:docMk/>
            <pc:sldMk cId="1425583838" sldId="271"/>
            <ac:spMk id="8" creationId="{F6F84891-0893-4C7D-9CAF-A4250D2BB6BB}"/>
          </ac:spMkLst>
        </pc:spChg>
        <pc:spChg chg="add mod">
          <ac:chgData name="Stephen John Stretton" userId="da8c780b-1aa2-4e36-94fb-871dc8111504" providerId="ADAL" clId="{F42764FD-3D0C-4605-8AE3-B25A3CB1D530}" dt="2023-02-09T21:02:24.698" v="6895"/>
          <ac:spMkLst>
            <pc:docMk/>
            <pc:sldMk cId="1425583838" sldId="271"/>
            <ac:spMk id="10" creationId="{F30F5472-12E4-408B-A695-6C739F7E3AB8}"/>
          </ac:spMkLst>
        </pc:spChg>
        <pc:spChg chg="mod">
          <ac:chgData name="Stephen John Stretton" userId="da8c780b-1aa2-4e36-94fb-871dc8111504" providerId="ADAL" clId="{F42764FD-3D0C-4605-8AE3-B25A3CB1D530}" dt="2023-02-09T19:53:53.958" v="3325" actId="1076"/>
          <ac:spMkLst>
            <pc:docMk/>
            <pc:sldMk cId="1425583838" sldId="271"/>
            <ac:spMk id="13" creationId="{E77E0A5B-3C5F-47C8-9F8F-9E2C50F1778D}"/>
          </ac:spMkLst>
        </pc:spChg>
        <pc:spChg chg="mod">
          <ac:chgData name="Stephen John Stretton" userId="da8c780b-1aa2-4e36-94fb-871dc8111504" providerId="ADAL" clId="{F42764FD-3D0C-4605-8AE3-B25A3CB1D530}" dt="2023-02-09T19:54:02.203" v="3327" actId="1076"/>
          <ac:spMkLst>
            <pc:docMk/>
            <pc:sldMk cId="1425583838" sldId="271"/>
            <ac:spMk id="14" creationId="{59BF123E-F708-4398-88CD-37139417DCE3}"/>
          </ac:spMkLst>
        </pc:spChg>
        <pc:picChg chg="add mod">
          <ac:chgData name="Stephen John Stretton" userId="da8c780b-1aa2-4e36-94fb-871dc8111504" providerId="ADAL" clId="{F42764FD-3D0C-4605-8AE3-B25A3CB1D530}" dt="2023-02-09T21:02:24.698" v="6895"/>
          <ac:picMkLst>
            <pc:docMk/>
            <pc:sldMk cId="1425583838" sldId="271"/>
            <ac:picMk id="9" creationId="{B24E4530-C0C3-4C8D-98A9-2775C881FF34}"/>
          </ac:picMkLst>
        </pc:picChg>
      </pc:sldChg>
      <pc:sldChg chg="del">
        <pc:chgData name="Stephen John Stretton" userId="da8c780b-1aa2-4e36-94fb-871dc8111504" providerId="ADAL" clId="{F42764FD-3D0C-4605-8AE3-B25A3CB1D530}" dt="2023-02-09T16:04:58.608" v="1212" actId="47"/>
        <pc:sldMkLst>
          <pc:docMk/>
          <pc:sldMk cId="795646253" sldId="272"/>
        </pc:sldMkLst>
      </pc:sldChg>
      <pc:sldChg chg="mod modShow">
        <pc:chgData name="Stephen John Stretton" userId="da8c780b-1aa2-4e36-94fb-871dc8111504" providerId="ADAL" clId="{F42764FD-3D0C-4605-8AE3-B25A3CB1D530}" dt="2023-02-09T19:50:09.962" v="2996" actId="729"/>
        <pc:sldMkLst>
          <pc:docMk/>
          <pc:sldMk cId="3154911167" sldId="274"/>
        </pc:sldMkLst>
      </pc:sldChg>
      <pc:sldChg chg="del">
        <pc:chgData name="Stephen John Stretton" userId="da8c780b-1aa2-4e36-94fb-871dc8111504" providerId="ADAL" clId="{F42764FD-3D0C-4605-8AE3-B25A3CB1D530}" dt="2023-02-09T16:04:57.305" v="1211" actId="47"/>
        <pc:sldMkLst>
          <pc:docMk/>
          <pc:sldMk cId="1557363258" sldId="275"/>
        </pc:sldMkLst>
      </pc:sldChg>
      <pc:sldChg chg="del">
        <pc:chgData name="Stephen John Stretton" userId="da8c780b-1aa2-4e36-94fb-871dc8111504" providerId="ADAL" clId="{F42764FD-3D0C-4605-8AE3-B25A3CB1D530}" dt="2023-02-09T16:06:49.518" v="1237" actId="47"/>
        <pc:sldMkLst>
          <pc:docMk/>
          <pc:sldMk cId="2917972554" sldId="276"/>
        </pc:sldMkLst>
      </pc:sldChg>
      <pc:sldChg chg="del">
        <pc:chgData name="Stephen John Stretton" userId="da8c780b-1aa2-4e36-94fb-871dc8111504" providerId="ADAL" clId="{F42764FD-3D0C-4605-8AE3-B25A3CB1D530}" dt="2023-02-09T16:04:29.572" v="1210" actId="47"/>
        <pc:sldMkLst>
          <pc:docMk/>
          <pc:sldMk cId="0" sldId="277"/>
        </pc:sldMkLst>
      </pc:sldChg>
      <pc:sldChg chg="modSp del">
        <pc:chgData name="Stephen John Stretton" userId="da8c780b-1aa2-4e36-94fb-871dc8111504" providerId="ADAL" clId="{F42764FD-3D0C-4605-8AE3-B25A3CB1D530}" dt="2023-02-09T16:06:49.518" v="1237" actId="47"/>
        <pc:sldMkLst>
          <pc:docMk/>
          <pc:sldMk cId="2122754251" sldId="278"/>
        </pc:sldMkLst>
        <pc:graphicFrameChg chg="mod">
          <ac:chgData name="Stephen John Stretton" userId="da8c780b-1aa2-4e36-94fb-871dc8111504" providerId="ADAL" clId="{F42764FD-3D0C-4605-8AE3-B25A3CB1D530}" dt="2023-02-09T16:04:22.406" v="1208" actId="20577"/>
          <ac:graphicFrameMkLst>
            <pc:docMk/>
            <pc:sldMk cId="2122754251" sldId="278"/>
            <ac:graphicFrameMk id="2" creationId="{4B4A20A6-DDBB-480C-A58E-512989563091}"/>
          </ac:graphicFrameMkLst>
        </pc:graphicFrameChg>
      </pc:sldChg>
      <pc:sldChg chg="modSp mod ord modShow">
        <pc:chgData name="Stephen John Stretton" userId="da8c780b-1aa2-4e36-94fb-871dc8111504" providerId="ADAL" clId="{F42764FD-3D0C-4605-8AE3-B25A3CB1D530}" dt="2023-02-09T20:30:30.072" v="6355" actId="729"/>
        <pc:sldMkLst>
          <pc:docMk/>
          <pc:sldMk cId="2442463592" sldId="281"/>
        </pc:sldMkLst>
        <pc:spChg chg="mod">
          <ac:chgData name="Stephen John Stretton" userId="da8c780b-1aa2-4e36-94fb-871dc8111504" providerId="ADAL" clId="{F42764FD-3D0C-4605-8AE3-B25A3CB1D530}" dt="2023-02-09T16:05:53.736" v="1218" actId="14100"/>
          <ac:spMkLst>
            <pc:docMk/>
            <pc:sldMk cId="2442463592" sldId="281"/>
            <ac:spMk id="2" creationId="{D61BBD40-DA89-4E9E-8FF4-B7C7CDB5655F}"/>
          </ac:spMkLst>
        </pc:spChg>
      </pc:sldChg>
      <pc:sldChg chg="del">
        <pc:chgData name="Stephen John Stretton" userId="da8c780b-1aa2-4e36-94fb-871dc8111504" providerId="ADAL" clId="{F42764FD-3D0C-4605-8AE3-B25A3CB1D530}" dt="2023-02-09T16:07:57.101" v="1391" actId="47"/>
        <pc:sldMkLst>
          <pc:docMk/>
          <pc:sldMk cId="204028634" sldId="282"/>
        </pc:sldMkLst>
      </pc:sldChg>
      <pc:sldChg chg="modSp add mod">
        <pc:chgData name="Stephen John Stretton" userId="da8c780b-1aa2-4e36-94fb-871dc8111504" providerId="ADAL" clId="{F42764FD-3D0C-4605-8AE3-B25A3CB1D530}" dt="2023-02-09T19:35:37.043" v="1956" actId="20577"/>
        <pc:sldMkLst>
          <pc:docMk/>
          <pc:sldMk cId="2882473490" sldId="283"/>
        </pc:sldMkLst>
        <pc:spChg chg="mod">
          <ac:chgData name="Stephen John Stretton" userId="da8c780b-1aa2-4e36-94fb-871dc8111504" providerId="ADAL" clId="{F42764FD-3D0C-4605-8AE3-B25A3CB1D530}" dt="2023-02-09T19:35:37.043" v="1956" actId="20577"/>
          <ac:spMkLst>
            <pc:docMk/>
            <pc:sldMk cId="2882473490" sldId="283"/>
            <ac:spMk id="2" creationId="{D61BBD40-DA89-4E9E-8FF4-B7C7CDB5655F}"/>
          </ac:spMkLst>
        </pc:spChg>
      </pc:sldChg>
      <pc:sldChg chg="del">
        <pc:chgData name="Stephen John Stretton" userId="da8c780b-1aa2-4e36-94fb-871dc8111504" providerId="ADAL" clId="{F42764FD-3D0C-4605-8AE3-B25A3CB1D530}" dt="2023-02-09T19:31:26.292" v="1808" actId="2696"/>
        <pc:sldMkLst>
          <pc:docMk/>
          <pc:sldMk cId="3273700957" sldId="283"/>
        </pc:sldMkLst>
      </pc:sldChg>
      <pc:sldChg chg="del">
        <pc:chgData name="Stephen John Stretton" userId="da8c780b-1aa2-4e36-94fb-871dc8111504" providerId="ADAL" clId="{F42764FD-3D0C-4605-8AE3-B25A3CB1D530}" dt="2023-02-09T19:31:26.292" v="1808" actId="2696"/>
        <pc:sldMkLst>
          <pc:docMk/>
          <pc:sldMk cId="2751951612" sldId="284"/>
        </pc:sldMkLst>
      </pc:sldChg>
      <pc:sldChg chg="add">
        <pc:chgData name="Stephen John Stretton" userId="da8c780b-1aa2-4e36-94fb-871dc8111504" providerId="ADAL" clId="{F42764FD-3D0C-4605-8AE3-B25A3CB1D530}" dt="2023-02-09T19:31:28.681" v="1809"/>
        <pc:sldMkLst>
          <pc:docMk/>
          <pc:sldMk cId="3542755450" sldId="284"/>
        </pc:sldMkLst>
      </pc:sldChg>
      <pc:sldChg chg="add">
        <pc:chgData name="Stephen John Stretton" userId="da8c780b-1aa2-4e36-94fb-871dc8111504" providerId="ADAL" clId="{F42764FD-3D0C-4605-8AE3-B25A3CB1D530}" dt="2023-02-09T19:31:28.681" v="1809"/>
        <pc:sldMkLst>
          <pc:docMk/>
          <pc:sldMk cId="2395634561" sldId="285"/>
        </pc:sldMkLst>
      </pc:sldChg>
      <pc:sldChg chg="del">
        <pc:chgData name="Stephen John Stretton" userId="da8c780b-1aa2-4e36-94fb-871dc8111504" providerId="ADAL" clId="{F42764FD-3D0C-4605-8AE3-B25A3CB1D530}" dt="2023-02-09T19:31:26.292" v="1808" actId="2696"/>
        <pc:sldMkLst>
          <pc:docMk/>
          <pc:sldMk cId="3635759994" sldId="285"/>
        </pc:sldMkLst>
      </pc:sldChg>
      <pc:sldChg chg="del">
        <pc:chgData name="Stephen John Stretton" userId="da8c780b-1aa2-4e36-94fb-871dc8111504" providerId="ADAL" clId="{F42764FD-3D0C-4605-8AE3-B25A3CB1D530}" dt="2023-02-09T19:31:26.292" v="1808" actId="2696"/>
        <pc:sldMkLst>
          <pc:docMk/>
          <pc:sldMk cId="262841273" sldId="286"/>
        </pc:sldMkLst>
      </pc:sldChg>
      <pc:sldChg chg="add">
        <pc:chgData name="Stephen John Stretton" userId="da8c780b-1aa2-4e36-94fb-871dc8111504" providerId="ADAL" clId="{F42764FD-3D0C-4605-8AE3-B25A3CB1D530}" dt="2023-02-09T19:31:28.681" v="1809"/>
        <pc:sldMkLst>
          <pc:docMk/>
          <pc:sldMk cId="4190855942" sldId="286"/>
        </pc:sldMkLst>
      </pc:sldChg>
      <pc:sldChg chg="add">
        <pc:chgData name="Stephen John Stretton" userId="da8c780b-1aa2-4e36-94fb-871dc8111504" providerId="ADAL" clId="{F42764FD-3D0C-4605-8AE3-B25A3CB1D530}" dt="2023-02-09T19:31:28.681" v="1809"/>
        <pc:sldMkLst>
          <pc:docMk/>
          <pc:sldMk cId="1927401092" sldId="287"/>
        </pc:sldMkLst>
      </pc:sldChg>
      <pc:sldChg chg="del">
        <pc:chgData name="Stephen John Stretton" userId="da8c780b-1aa2-4e36-94fb-871dc8111504" providerId="ADAL" clId="{F42764FD-3D0C-4605-8AE3-B25A3CB1D530}" dt="2023-02-09T19:31:26.292" v="1808" actId="2696"/>
        <pc:sldMkLst>
          <pc:docMk/>
          <pc:sldMk cId="4135954375" sldId="287"/>
        </pc:sldMkLst>
      </pc:sldChg>
      <pc:sldChg chg="add">
        <pc:chgData name="Stephen John Stretton" userId="da8c780b-1aa2-4e36-94fb-871dc8111504" providerId="ADAL" clId="{F42764FD-3D0C-4605-8AE3-B25A3CB1D530}" dt="2023-02-09T19:31:28.681" v="1809"/>
        <pc:sldMkLst>
          <pc:docMk/>
          <pc:sldMk cId="695626120" sldId="288"/>
        </pc:sldMkLst>
      </pc:sldChg>
      <pc:sldChg chg="del">
        <pc:chgData name="Stephen John Stretton" userId="da8c780b-1aa2-4e36-94fb-871dc8111504" providerId="ADAL" clId="{F42764FD-3D0C-4605-8AE3-B25A3CB1D530}" dt="2023-02-09T19:31:26.292" v="1808" actId="2696"/>
        <pc:sldMkLst>
          <pc:docMk/>
          <pc:sldMk cId="911736878" sldId="288"/>
        </pc:sldMkLst>
      </pc:sldChg>
      <pc:sldChg chg="del">
        <pc:chgData name="Stephen John Stretton" userId="da8c780b-1aa2-4e36-94fb-871dc8111504" providerId="ADAL" clId="{F42764FD-3D0C-4605-8AE3-B25A3CB1D530}" dt="2023-02-09T19:31:26.292" v="1808" actId="2696"/>
        <pc:sldMkLst>
          <pc:docMk/>
          <pc:sldMk cId="1230362398" sldId="289"/>
        </pc:sldMkLst>
      </pc:sldChg>
      <pc:sldChg chg="add">
        <pc:chgData name="Stephen John Stretton" userId="da8c780b-1aa2-4e36-94fb-871dc8111504" providerId="ADAL" clId="{F42764FD-3D0C-4605-8AE3-B25A3CB1D530}" dt="2023-02-09T19:31:28.681" v="1809"/>
        <pc:sldMkLst>
          <pc:docMk/>
          <pc:sldMk cId="3649370263" sldId="289"/>
        </pc:sldMkLst>
      </pc:sldChg>
      <pc:sldChg chg="del">
        <pc:chgData name="Stephen John Stretton" userId="da8c780b-1aa2-4e36-94fb-871dc8111504" providerId="ADAL" clId="{F42764FD-3D0C-4605-8AE3-B25A3CB1D530}" dt="2023-02-09T19:31:26.292" v="1808" actId="2696"/>
        <pc:sldMkLst>
          <pc:docMk/>
          <pc:sldMk cId="491989008" sldId="290"/>
        </pc:sldMkLst>
      </pc:sldChg>
      <pc:sldChg chg="add">
        <pc:chgData name="Stephen John Stretton" userId="da8c780b-1aa2-4e36-94fb-871dc8111504" providerId="ADAL" clId="{F42764FD-3D0C-4605-8AE3-B25A3CB1D530}" dt="2023-02-09T19:31:28.681" v="1809"/>
        <pc:sldMkLst>
          <pc:docMk/>
          <pc:sldMk cId="1885603936" sldId="290"/>
        </pc:sldMkLst>
      </pc:sldChg>
      <pc:sldChg chg="del">
        <pc:chgData name="Stephen John Stretton" userId="da8c780b-1aa2-4e36-94fb-871dc8111504" providerId="ADAL" clId="{F42764FD-3D0C-4605-8AE3-B25A3CB1D530}" dt="2023-02-09T19:31:26.292" v="1808" actId="2696"/>
        <pc:sldMkLst>
          <pc:docMk/>
          <pc:sldMk cId="1824994861" sldId="291"/>
        </pc:sldMkLst>
      </pc:sldChg>
      <pc:sldChg chg="add">
        <pc:chgData name="Stephen John Stretton" userId="da8c780b-1aa2-4e36-94fb-871dc8111504" providerId="ADAL" clId="{F42764FD-3D0C-4605-8AE3-B25A3CB1D530}" dt="2023-02-09T19:31:28.681" v="1809"/>
        <pc:sldMkLst>
          <pc:docMk/>
          <pc:sldMk cId="3854497225" sldId="291"/>
        </pc:sldMkLst>
      </pc:sldChg>
      <pc:sldChg chg="modSp mod">
        <pc:chgData name="Stephen John Stretton" userId="da8c780b-1aa2-4e36-94fb-871dc8111504" providerId="ADAL" clId="{F42764FD-3D0C-4605-8AE3-B25A3CB1D530}" dt="2023-02-09T20:18:10.670" v="5606" actId="20577"/>
        <pc:sldMkLst>
          <pc:docMk/>
          <pc:sldMk cId="925600096" sldId="293"/>
        </pc:sldMkLst>
        <pc:spChg chg="mod">
          <ac:chgData name="Stephen John Stretton" userId="da8c780b-1aa2-4e36-94fb-871dc8111504" providerId="ADAL" clId="{F42764FD-3D0C-4605-8AE3-B25A3CB1D530}" dt="2023-02-09T20:18:10.670" v="5606" actId="20577"/>
          <ac:spMkLst>
            <pc:docMk/>
            <pc:sldMk cId="925600096" sldId="293"/>
            <ac:spMk id="5" creationId="{DC7C202B-09CF-44D3-A989-0B3AC613B253}"/>
          </ac:spMkLst>
        </pc:spChg>
      </pc:sldChg>
      <pc:sldChg chg="addSp delSp modSp del mod">
        <pc:chgData name="Stephen John Stretton" userId="da8c780b-1aa2-4e36-94fb-871dc8111504" providerId="ADAL" clId="{F42764FD-3D0C-4605-8AE3-B25A3CB1D530}" dt="2023-02-09T19:31:26.292" v="1808" actId="2696"/>
        <pc:sldMkLst>
          <pc:docMk/>
          <pc:sldMk cId="2149045722" sldId="294"/>
        </pc:sldMkLst>
        <pc:graphicFrameChg chg="add del mod modGraphic">
          <ac:chgData name="Stephen John Stretton" userId="da8c780b-1aa2-4e36-94fb-871dc8111504" providerId="ADAL" clId="{F42764FD-3D0C-4605-8AE3-B25A3CB1D530}" dt="2023-02-09T17:43:33.052" v="1579" actId="20577"/>
          <ac:graphicFrameMkLst>
            <pc:docMk/>
            <pc:sldMk cId="2149045722" sldId="294"/>
            <ac:graphicFrameMk id="2" creationId="{EE8A6289-2837-4274-BA39-082893704736}"/>
          </ac:graphicFrameMkLst>
        </pc:graphicFrameChg>
      </pc:sldChg>
      <pc:sldChg chg="add">
        <pc:chgData name="Stephen John Stretton" userId="da8c780b-1aa2-4e36-94fb-871dc8111504" providerId="ADAL" clId="{F42764FD-3D0C-4605-8AE3-B25A3CB1D530}" dt="2023-02-09T19:31:28.681" v="1809"/>
        <pc:sldMkLst>
          <pc:docMk/>
          <pc:sldMk cId="4252503023" sldId="294"/>
        </pc:sldMkLst>
      </pc:sldChg>
      <pc:sldChg chg="modSp mod">
        <pc:chgData name="Stephen John Stretton" userId="da8c780b-1aa2-4e36-94fb-871dc8111504" providerId="ADAL" clId="{F42764FD-3D0C-4605-8AE3-B25A3CB1D530}" dt="2023-02-09T17:49:10.143" v="1640" actId="20577"/>
        <pc:sldMkLst>
          <pc:docMk/>
          <pc:sldMk cId="1188446159" sldId="295"/>
        </pc:sldMkLst>
        <pc:spChg chg="mod">
          <ac:chgData name="Stephen John Stretton" userId="da8c780b-1aa2-4e36-94fb-871dc8111504" providerId="ADAL" clId="{F42764FD-3D0C-4605-8AE3-B25A3CB1D530}" dt="2023-02-09T17:49:10.143" v="1640" actId="20577"/>
          <ac:spMkLst>
            <pc:docMk/>
            <pc:sldMk cId="1188446159" sldId="295"/>
            <ac:spMk id="2" creationId="{D61BBD40-DA89-4E9E-8FF4-B7C7CDB5655F}"/>
          </ac:spMkLst>
        </pc:spChg>
      </pc:sldChg>
      <pc:sldChg chg="del">
        <pc:chgData name="Stephen John Stretton" userId="da8c780b-1aa2-4e36-94fb-871dc8111504" providerId="ADAL" clId="{F42764FD-3D0C-4605-8AE3-B25A3CB1D530}" dt="2023-02-09T16:07:57.101" v="1391" actId="47"/>
        <pc:sldMkLst>
          <pc:docMk/>
          <pc:sldMk cId="273119683" sldId="296"/>
        </pc:sldMkLst>
      </pc:sldChg>
      <pc:sldChg chg="ord">
        <pc:chgData name="Stephen John Stretton" userId="da8c780b-1aa2-4e36-94fb-871dc8111504" providerId="ADAL" clId="{F42764FD-3D0C-4605-8AE3-B25A3CB1D530}" dt="2023-02-09T16:08:21.025" v="1395"/>
        <pc:sldMkLst>
          <pc:docMk/>
          <pc:sldMk cId="4226413220" sldId="299"/>
        </pc:sldMkLst>
      </pc:sldChg>
      <pc:sldChg chg="del">
        <pc:chgData name="Stephen John Stretton" userId="da8c780b-1aa2-4e36-94fb-871dc8111504" providerId="ADAL" clId="{F42764FD-3D0C-4605-8AE3-B25A3CB1D530}" dt="2023-02-09T16:04:25.950" v="1209" actId="47"/>
        <pc:sldMkLst>
          <pc:docMk/>
          <pc:sldMk cId="1971798873" sldId="300"/>
        </pc:sldMkLst>
      </pc:sldChg>
      <pc:sldChg chg="del">
        <pc:chgData name="Stephen John Stretton" userId="da8c780b-1aa2-4e36-94fb-871dc8111504" providerId="ADAL" clId="{F42764FD-3D0C-4605-8AE3-B25A3CB1D530}" dt="2023-02-09T16:07:53.890" v="1390" actId="47"/>
        <pc:sldMkLst>
          <pc:docMk/>
          <pc:sldMk cId="2578653127" sldId="301"/>
        </pc:sldMkLst>
      </pc:sldChg>
      <pc:sldChg chg="del">
        <pc:chgData name="Stephen John Stretton" userId="da8c780b-1aa2-4e36-94fb-871dc8111504" providerId="ADAL" clId="{F42764FD-3D0C-4605-8AE3-B25A3CB1D530}" dt="2023-02-09T16:07:53.890" v="1390" actId="47"/>
        <pc:sldMkLst>
          <pc:docMk/>
          <pc:sldMk cId="906736799" sldId="302"/>
        </pc:sldMkLst>
      </pc:sldChg>
      <pc:sldChg chg="del">
        <pc:chgData name="Stephen John Stretton" userId="da8c780b-1aa2-4e36-94fb-871dc8111504" providerId="ADAL" clId="{F42764FD-3D0C-4605-8AE3-B25A3CB1D530}" dt="2023-02-09T16:07:53.890" v="1390" actId="47"/>
        <pc:sldMkLst>
          <pc:docMk/>
          <pc:sldMk cId="2017390030" sldId="303"/>
        </pc:sldMkLst>
      </pc:sldChg>
      <pc:sldChg chg="del">
        <pc:chgData name="Stephen John Stretton" userId="da8c780b-1aa2-4e36-94fb-871dc8111504" providerId="ADAL" clId="{F42764FD-3D0C-4605-8AE3-B25A3CB1D530}" dt="2023-02-09T16:07:53.890" v="1390" actId="47"/>
        <pc:sldMkLst>
          <pc:docMk/>
          <pc:sldMk cId="3232118343" sldId="304"/>
        </pc:sldMkLst>
      </pc:sldChg>
      <pc:sldChg chg="del">
        <pc:chgData name="Stephen John Stretton" userId="da8c780b-1aa2-4e36-94fb-871dc8111504" providerId="ADAL" clId="{F42764FD-3D0C-4605-8AE3-B25A3CB1D530}" dt="2023-02-09T16:07:53.890" v="1390" actId="47"/>
        <pc:sldMkLst>
          <pc:docMk/>
          <pc:sldMk cId="3298317873" sldId="305"/>
        </pc:sldMkLst>
      </pc:sldChg>
      <pc:sldChg chg="modSp mod ord modClrScheme chgLayout">
        <pc:chgData name="Stephen John Stretton" userId="da8c780b-1aa2-4e36-94fb-871dc8111504" providerId="ADAL" clId="{F42764FD-3D0C-4605-8AE3-B25A3CB1D530}" dt="2023-02-09T20:30:24.339" v="6353" actId="27636"/>
        <pc:sldMkLst>
          <pc:docMk/>
          <pc:sldMk cId="3804453862" sldId="306"/>
        </pc:sldMkLst>
        <pc:spChg chg="mod ord">
          <ac:chgData name="Stephen John Stretton" userId="da8c780b-1aa2-4e36-94fb-871dc8111504" providerId="ADAL" clId="{F42764FD-3D0C-4605-8AE3-B25A3CB1D530}" dt="2023-02-09T20:30:24.339" v="6353" actId="27636"/>
          <ac:spMkLst>
            <pc:docMk/>
            <pc:sldMk cId="3804453862" sldId="306"/>
            <ac:spMk id="210" creationId="{00000000-0000-0000-0000-000000000000}"/>
          </ac:spMkLst>
        </pc:spChg>
        <pc:spChg chg="mod ord">
          <ac:chgData name="Stephen John Stretton" userId="da8c780b-1aa2-4e36-94fb-871dc8111504" providerId="ADAL" clId="{F42764FD-3D0C-4605-8AE3-B25A3CB1D530}" dt="2023-02-09T20:30:24.338" v="6352" actId="27636"/>
          <ac:spMkLst>
            <pc:docMk/>
            <pc:sldMk cId="3804453862" sldId="306"/>
            <ac:spMk id="211" creationId="{00000000-0000-0000-0000-000000000000}"/>
          </ac:spMkLst>
        </pc:spChg>
      </pc:sldChg>
      <pc:sldChg chg="addSp modSp mod modClrScheme chgLayout">
        <pc:chgData name="Stephen John Stretton" userId="da8c780b-1aa2-4e36-94fb-871dc8111504" providerId="ADAL" clId="{F42764FD-3D0C-4605-8AE3-B25A3CB1D530}" dt="2023-02-09T20:29:54.698" v="6343" actId="20577"/>
        <pc:sldMkLst>
          <pc:docMk/>
          <pc:sldMk cId="2923722758" sldId="307"/>
        </pc:sldMkLst>
        <pc:spChg chg="add mod">
          <ac:chgData name="Stephen John Stretton" userId="da8c780b-1aa2-4e36-94fb-871dc8111504" providerId="ADAL" clId="{F42764FD-3D0C-4605-8AE3-B25A3CB1D530}" dt="2023-02-09T19:28:13.283" v="1665" actId="14100"/>
          <ac:spMkLst>
            <pc:docMk/>
            <pc:sldMk cId="2923722758" sldId="307"/>
            <ac:spMk id="2" creationId="{35125349-F346-48F2-94D7-6E0AD22BA772}"/>
          </ac:spMkLst>
        </pc:spChg>
        <pc:spChg chg="mod">
          <ac:chgData name="Stephen John Stretton" userId="da8c780b-1aa2-4e36-94fb-871dc8111504" providerId="ADAL" clId="{F42764FD-3D0C-4605-8AE3-B25A3CB1D530}" dt="2023-02-09T17:48:06.623" v="1629" actId="113"/>
          <ac:spMkLst>
            <pc:docMk/>
            <pc:sldMk cId="2923722758" sldId="307"/>
            <ac:spMk id="10" creationId="{2A86E6FA-D375-4087-8D82-81142E1AF2DE}"/>
          </ac:spMkLst>
        </pc:spChg>
        <pc:spChg chg="mod">
          <ac:chgData name="Stephen John Stretton" userId="da8c780b-1aa2-4e36-94fb-871dc8111504" providerId="ADAL" clId="{F42764FD-3D0C-4605-8AE3-B25A3CB1D530}" dt="2023-02-09T19:29:03.954" v="1712" actId="115"/>
          <ac:spMkLst>
            <pc:docMk/>
            <pc:sldMk cId="2923722758" sldId="307"/>
            <ac:spMk id="18" creationId="{1610C900-F1B1-4E10-AA41-F5585F5A78A1}"/>
          </ac:spMkLst>
        </pc:spChg>
        <pc:spChg chg="mod">
          <ac:chgData name="Stephen John Stretton" userId="da8c780b-1aa2-4e36-94fb-871dc8111504" providerId="ADAL" clId="{F42764FD-3D0C-4605-8AE3-B25A3CB1D530}" dt="2023-02-09T19:29:02.073" v="1711" actId="115"/>
          <ac:spMkLst>
            <pc:docMk/>
            <pc:sldMk cId="2923722758" sldId="307"/>
            <ac:spMk id="26" creationId="{4EE73788-B09D-48D8-A67C-43BDCFD21297}"/>
          </ac:spMkLst>
        </pc:spChg>
        <pc:spChg chg="mod">
          <ac:chgData name="Stephen John Stretton" userId="da8c780b-1aa2-4e36-94fb-871dc8111504" providerId="ADAL" clId="{F42764FD-3D0C-4605-8AE3-B25A3CB1D530}" dt="2023-02-09T17:48:03.008" v="1626" actId="114"/>
          <ac:spMkLst>
            <pc:docMk/>
            <pc:sldMk cId="2923722758" sldId="307"/>
            <ac:spMk id="34" creationId="{13D79ADE-5367-44D3-A0E4-BBB6D1897B08}"/>
          </ac:spMkLst>
        </pc:spChg>
        <pc:spChg chg="mod">
          <ac:chgData name="Stephen John Stretton" userId="da8c780b-1aa2-4e36-94fb-871dc8111504" providerId="ADAL" clId="{F42764FD-3D0C-4605-8AE3-B25A3CB1D530}" dt="2023-02-09T19:28:39.916" v="1710" actId="20577"/>
          <ac:spMkLst>
            <pc:docMk/>
            <pc:sldMk cId="2923722758" sldId="307"/>
            <ac:spMk id="37" creationId="{6CD4DAF4-7E9A-4BD6-BE80-40F0D65B72A3}"/>
          </ac:spMkLst>
        </pc:spChg>
        <pc:spChg chg="mod">
          <ac:chgData name="Stephen John Stretton" userId="da8c780b-1aa2-4e36-94fb-871dc8111504" providerId="ADAL" clId="{F42764FD-3D0C-4605-8AE3-B25A3CB1D530}" dt="2023-02-09T17:48:01.033" v="1625" actId="114"/>
          <ac:spMkLst>
            <pc:docMk/>
            <pc:sldMk cId="2923722758" sldId="307"/>
            <ac:spMk id="42" creationId="{ED201B93-DDDA-4FAF-A1E8-010A4057DBC7}"/>
          </ac:spMkLst>
        </pc:spChg>
        <pc:spChg chg="add mod">
          <ac:chgData name="Stephen John Stretton" userId="da8c780b-1aa2-4e36-94fb-871dc8111504" providerId="ADAL" clId="{F42764FD-3D0C-4605-8AE3-B25A3CB1D530}" dt="2023-02-09T17:47:56.232" v="1624" actId="1076"/>
          <ac:spMkLst>
            <pc:docMk/>
            <pc:sldMk cId="2923722758" sldId="307"/>
            <ac:spMk id="46" creationId="{F612C747-3D5F-42C7-B226-FC54701547C2}"/>
          </ac:spMkLst>
        </pc:spChg>
        <pc:spChg chg="add mod">
          <ac:chgData name="Stephen John Stretton" userId="da8c780b-1aa2-4e36-94fb-871dc8111504" providerId="ADAL" clId="{F42764FD-3D0C-4605-8AE3-B25A3CB1D530}" dt="2023-02-09T20:04:44.189" v="4202" actId="1076"/>
          <ac:spMkLst>
            <pc:docMk/>
            <pc:sldMk cId="2923722758" sldId="307"/>
            <ac:spMk id="47" creationId="{D4B5CFFA-7422-4F27-B618-48B64295EED3}"/>
          </ac:spMkLst>
        </pc:spChg>
        <pc:spChg chg="add mod">
          <ac:chgData name="Stephen John Stretton" userId="da8c780b-1aa2-4e36-94fb-871dc8111504" providerId="ADAL" clId="{F42764FD-3D0C-4605-8AE3-B25A3CB1D530}" dt="2023-02-09T20:29:31.116" v="6319" actId="1076"/>
          <ac:spMkLst>
            <pc:docMk/>
            <pc:sldMk cId="2923722758" sldId="307"/>
            <ac:spMk id="48" creationId="{66A23357-A34E-49A9-BB82-B0F454958C97}"/>
          </ac:spMkLst>
        </pc:spChg>
        <pc:spChg chg="add mod">
          <ac:chgData name="Stephen John Stretton" userId="da8c780b-1aa2-4e36-94fb-871dc8111504" providerId="ADAL" clId="{F42764FD-3D0C-4605-8AE3-B25A3CB1D530}" dt="2023-02-09T20:29:27.748" v="6318" actId="20577"/>
          <ac:spMkLst>
            <pc:docMk/>
            <pc:sldMk cId="2923722758" sldId="307"/>
            <ac:spMk id="49" creationId="{7FFE47C5-160C-44A7-880D-DEFAF6C1FB2A}"/>
          </ac:spMkLst>
        </pc:spChg>
        <pc:spChg chg="mod ord">
          <ac:chgData name="Stephen John Stretton" userId="da8c780b-1aa2-4e36-94fb-871dc8111504" providerId="ADAL" clId="{F42764FD-3D0C-4605-8AE3-B25A3CB1D530}" dt="2023-02-09T20:29:54.698" v="6343" actId="20577"/>
          <ac:spMkLst>
            <pc:docMk/>
            <pc:sldMk cId="2923722758" sldId="307"/>
            <ac:spMk id="222" creationId="{00000000-0000-0000-0000-000000000000}"/>
          </ac:spMkLst>
        </pc:spChg>
        <pc:cxnChg chg="add">
          <ac:chgData name="Stephen John Stretton" userId="da8c780b-1aa2-4e36-94fb-871dc8111504" providerId="ADAL" clId="{F42764FD-3D0C-4605-8AE3-B25A3CB1D530}" dt="2023-02-09T20:05:31.969" v="4203" actId="11529"/>
          <ac:cxnSpMkLst>
            <pc:docMk/>
            <pc:sldMk cId="2923722758" sldId="307"/>
            <ac:cxnSpMk id="4" creationId="{442CCB5C-14F6-456B-A656-6A634FC2DBFF}"/>
          </ac:cxnSpMkLst>
        </pc:cxnChg>
      </pc:sldChg>
      <pc:sldChg chg="add">
        <pc:chgData name="Stephen John Stretton" userId="da8c780b-1aa2-4e36-94fb-871dc8111504" providerId="ADAL" clId="{F42764FD-3D0C-4605-8AE3-B25A3CB1D530}" dt="2023-02-09T19:31:28.681" v="1809"/>
        <pc:sldMkLst>
          <pc:docMk/>
          <pc:sldMk cId="2522078289" sldId="308"/>
        </pc:sldMkLst>
      </pc:sldChg>
      <pc:sldChg chg="del">
        <pc:chgData name="Stephen John Stretton" userId="da8c780b-1aa2-4e36-94fb-871dc8111504" providerId="ADAL" clId="{F42764FD-3D0C-4605-8AE3-B25A3CB1D530}" dt="2023-02-09T19:31:26.292" v="1808" actId="2696"/>
        <pc:sldMkLst>
          <pc:docMk/>
          <pc:sldMk cId="3737062363" sldId="308"/>
        </pc:sldMkLst>
      </pc:sldChg>
      <pc:sldChg chg="del">
        <pc:chgData name="Stephen John Stretton" userId="da8c780b-1aa2-4e36-94fb-871dc8111504" providerId="ADAL" clId="{F42764FD-3D0C-4605-8AE3-B25A3CB1D530}" dt="2023-02-09T16:07:53.890" v="1390" actId="47"/>
        <pc:sldMkLst>
          <pc:docMk/>
          <pc:sldMk cId="530581802" sldId="309"/>
        </pc:sldMkLst>
      </pc:sldChg>
      <pc:sldChg chg="modSp mod modClrScheme chgLayout">
        <pc:chgData name="Stephen John Stretton" userId="da8c780b-1aa2-4e36-94fb-871dc8111504" providerId="ADAL" clId="{F42764FD-3D0C-4605-8AE3-B25A3CB1D530}" dt="2023-02-09T20:30:10.519" v="6349" actId="27636"/>
        <pc:sldMkLst>
          <pc:docMk/>
          <pc:sldMk cId="0" sldId="315"/>
        </pc:sldMkLst>
        <pc:spChg chg="mod ord">
          <ac:chgData name="Stephen John Stretton" userId="da8c780b-1aa2-4e36-94fb-871dc8111504" providerId="ADAL" clId="{F42764FD-3D0C-4605-8AE3-B25A3CB1D530}" dt="2023-02-09T20:30:10.519" v="6349" actId="27636"/>
          <ac:spMkLst>
            <pc:docMk/>
            <pc:sldMk cId="0" sldId="315"/>
            <ac:spMk id="228" creationId="{00000000-0000-0000-0000-000000000000}"/>
          </ac:spMkLst>
        </pc:spChg>
        <pc:spChg chg="mod ord">
          <ac:chgData name="Stephen John Stretton" userId="da8c780b-1aa2-4e36-94fb-871dc8111504" providerId="ADAL" clId="{F42764FD-3D0C-4605-8AE3-B25A3CB1D530}" dt="2023-02-09T20:30:10.517" v="6348" actId="27636"/>
          <ac:spMkLst>
            <pc:docMk/>
            <pc:sldMk cId="0" sldId="315"/>
            <ac:spMk id="229" creationId="{00000000-0000-0000-0000-000000000000}"/>
          </ac:spMkLst>
        </pc:spChg>
      </pc:sldChg>
      <pc:sldChg chg="addSp delSp modSp mod modClrScheme chgLayout">
        <pc:chgData name="Stephen John Stretton" userId="da8c780b-1aa2-4e36-94fb-871dc8111504" providerId="ADAL" clId="{F42764FD-3D0C-4605-8AE3-B25A3CB1D530}" dt="2023-02-09T20:31:54.672" v="6383" actId="255"/>
        <pc:sldMkLst>
          <pc:docMk/>
          <pc:sldMk cId="1606944788" sldId="316"/>
        </pc:sldMkLst>
        <pc:spChg chg="add del mod ord">
          <ac:chgData name="Stephen John Stretton" userId="da8c780b-1aa2-4e36-94fb-871dc8111504" providerId="ADAL" clId="{F42764FD-3D0C-4605-8AE3-B25A3CB1D530}" dt="2023-02-09T20:31:49.663" v="6382" actId="478"/>
          <ac:spMkLst>
            <pc:docMk/>
            <pc:sldMk cId="1606944788" sldId="316"/>
            <ac:spMk id="2" creationId="{E46C27AE-0483-460E-8A7D-AFF890139DDE}"/>
          </ac:spMkLst>
        </pc:spChg>
        <pc:spChg chg="mod ord">
          <ac:chgData name="Stephen John Stretton" userId="da8c780b-1aa2-4e36-94fb-871dc8111504" providerId="ADAL" clId="{F42764FD-3D0C-4605-8AE3-B25A3CB1D530}" dt="2023-02-09T20:30:39.808" v="6357" actId="27636"/>
          <ac:spMkLst>
            <pc:docMk/>
            <pc:sldMk cId="1606944788" sldId="316"/>
            <ac:spMk id="149" creationId="{00000000-0000-0000-0000-000000000000}"/>
          </ac:spMkLst>
        </pc:spChg>
        <pc:spChg chg="mod">
          <ac:chgData name="Stephen John Stretton" userId="da8c780b-1aa2-4e36-94fb-871dc8111504" providerId="ADAL" clId="{F42764FD-3D0C-4605-8AE3-B25A3CB1D530}" dt="2023-02-09T20:31:54.672" v="6383" actId="255"/>
          <ac:spMkLst>
            <pc:docMk/>
            <pc:sldMk cId="1606944788" sldId="316"/>
            <ac:spMk id="151" creationId="{00000000-0000-0000-0000-000000000000}"/>
          </ac:spMkLst>
        </pc:spChg>
        <pc:spChg chg="mod">
          <ac:chgData name="Stephen John Stretton" userId="da8c780b-1aa2-4e36-94fb-871dc8111504" providerId="ADAL" clId="{F42764FD-3D0C-4605-8AE3-B25A3CB1D530}" dt="2023-02-09T20:31:54.672" v="6383" actId="255"/>
          <ac:spMkLst>
            <pc:docMk/>
            <pc:sldMk cId="1606944788" sldId="316"/>
            <ac:spMk id="152" creationId="{00000000-0000-0000-0000-000000000000}"/>
          </ac:spMkLst>
        </pc:spChg>
      </pc:sldChg>
      <pc:sldChg chg="addSp delSp modSp mod modClrScheme chgLayout">
        <pc:chgData name="Stephen John Stretton" userId="da8c780b-1aa2-4e36-94fb-871dc8111504" providerId="ADAL" clId="{F42764FD-3D0C-4605-8AE3-B25A3CB1D530}" dt="2023-02-09T20:31:45.787" v="6381" actId="255"/>
        <pc:sldMkLst>
          <pc:docMk/>
          <pc:sldMk cId="1013311105" sldId="317"/>
        </pc:sldMkLst>
        <pc:spChg chg="add del mod ord">
          <ac:chgData name="Stephen John Stretton" userId="da8c780b-1aa2-4e36-94fb-871dc8111504" providerId="ADAL" clId="{F42764FD-3D0C-4605-8AE3-B25A3CB1D530}" dt="2023-02-09T20:31:39.510" v="6380" actId="478"/>
          <ac:spMkLst>
            <pc:docMk/>
            <pc:sldMk cId="1013311105" sldId="317"/>
            <ac:spMk id="2" creationId="{9B967205-05A2-4A46-AB3D-086CFC059288}"/>
          </ac:spMkLst>
        </pc:spChg>
        <pc:spChg chg="mod ord">
          <ac:chgData name="Stephen John Stretton" userId="da8c780b-1aa2-4e36-94fb-871dc8111504" providerId="ADAL" clId="{F42764FD-3D0C-4605-8AE3-B25A3CB1D530}" dt="2023-02-09T20:30:39.797" v="6356" actId="700"/>
          <ac:spMkLst>
            <pc:docMk/>
            <pc:sldMk cId="1013311105" sldId="317"/>
            <ac:spMk id="157" creationId="{00000000-0000-0000-0000-000000000000}"/>
          </ac:spMkLst>
        </pc:spChg>
        <pc:spChg chg="mod">
          <ac:chgData name="Stephen John Stretton" userId="da8c780b-1aa2-4e36-94fb-871dc8111504" providerId="ADAL" clId="{F42764FD-3D0C-4605-8AE3-B25A3CB1D530}" dt="2023-02-09T20:31:45.787" v="6381" actId="255"/>
          <ac:spMkLst>
            <pc:docMk/>
            <pc:sldMk cId="1013311105" sldId="317"/>
            <ac:spMk id="159" creationId="{00000000-0000-0000-0000-000000000000}"/>
          </ac:spMkLst>
        </pc:spChg>
        <pc:spChg chg="mod">
          <ac:chgData name="Stephen John Stretton" userId="da8c780b-1aa2-4e36-94fb-871dc8111504" providerId="ADAL" clId="{F42764FD-3D0C-4605-8AE3-B25A3CB1D530}" dt="2023-02-09T20:31:45.787" v="6381" actId="255"/>
          <ac:spMkLst>
            <pc:docMk/>
            <pc:sldMk cId="1013311105" sldId="317"/>
            <ac:spMk id="160" creationId="{00000000-0000-0000-0000-000000000000}"/>
          </ac:spMkLst>
        </pc:spChg>
        <pc:spChg chg="mod">
          <ac:chgData name="Stephen John Stretton" userId="da8c780b-1aa2-4e36-94fb-871dc8111504" providerId="ADAL" clId="{F42764FD-3D0C-4605-8AE3-B25A3CB1D530}" dt="2023-02-09T20:31:45.787" v="6381" actId="255"/>
          <ac:spMkLst>
            <pc:docMk/>
            <pc:sldMk cId="1013311105" sldId="317"/>
            <ac:spMk id="161" creationId="{00000000-0000-0000-0000-000000000000}"/>
          </ac:spMkLst>
        </pc:spChg>
      </pc:sldChg>
      <pc:sldChg chg="addSp delSp modSp mod modClrScheme chgLayout">
        <pc:chgData name="Stephen John Stretton" userId="da8c780b-1aa2-4e36-94fb-871dc8111504" providerId="ADAL" clId="{F42764FD-3D0C-4605-8AE3-B25A3CB1D530}" dt="2023-02-09T20:31:35.001" v="6379" actId="255"/>
        <pc:sldMkLst>
          <pc:docMk/>
          <pc:sldMk cId="2220316201" sldId="318"/>
        </pc:sldMkLst>
        <pc:spChg chg="add del mod ord">
          <ac:chgData name="Stephen John Stretton" userId="da8c780b-1aa2-4e36-94fb-871dc8111504" providerId="ADAL" clId="{F42764FD-3D0C-4605-8AE3-B25A3CB1D530}" dt="2023-02-09T20:31:28.344" v="6378" actId="478"/>
          <ac:spMkLst>
            <pc:docMk/>
            <pc:sldMk cId="2220316201" sldId="318"/>
            <ac:spMk id="2" creationId="{252AF90A-1D47-41DA-B76B-FB1E1991F042}"/>
          </ac:spMkLst>
        </pc:spChg>
        <pc:spChg chg="mod ord">
          <ac:chgData name="Stephen John Stretton" userId="da8c780b-1aa2-4e36-94fb-871dc8111504" providerId="ADAL" clId="{F42764FD-3D0C-4605-8AE3-B25A3CB1D530}" dt="2023-02-09T20:30:39.797" v="6356" actId="700"/>
          <ac:spMkLst>
            <pc:docMk/>
            <pc:sldMk cId="2220316201" sldId="318"/>
            <ac:spMk id="166" creationId="{00000000-0000-0000-0000-000000000000}"/>
          </ac:spMkLst>
        </pc:spChg>
        <pc:spChg chg="mod">
          <ac:chgData name="Stephen John Stretton" userId="da8c780b-1aa2-4e36-94fb-871dc8111504" providerId="ADAL" clId="{F42764FD-3D0C-4605-8AE3-B25A3CB1D530}" dt="2023-02-09T20:31:35.001" v="6379" actId="255"/>
          <ac:spMkLst>
            <pc:docMk/>
            <pc:sldMk cId="2220316201" sldId="318"/>
            <ac:spMk id="168" creationId="{00000000-0000-0000-0000-000000000000}"/>
          </ac:spMkLst>
        </pc:spChg>
        <pc:spChg chg="mod">
          <ac:chgData name="Stephen John Stretton" userId="da8c780b-1aa2-4e36-94fb-871dc8111504" providerId="ADAL" clId="{F42764FD-3D0C-4605-8AE3-B25A3CB1D530}" dt="2023-02-09T20:31:35.001" v="6379" actId="255"/>
          <ac:spMkLst>
            <pc:docMk/>
            <pc:sldMk cId="2220316201" sldId="318"/>
            <ac:spMk id="169" creationId="{00000000-0000-0000-0000-000000000000}"/>
          </ac:spMkLst>
        </pc:spChg>
        <pc:spChg chg="mod">
          <ac:chgData name="Stephen John Stretton" userId="da8c780b-1aa2-4e36-94fb-871dc8111504" providerId="ADAL" clId="{F42764FD-3D0C-4605-8AE3-B25A3CB1D530}" dt="2023-02-09T20:31:35.001" v="6379" actId="255"/>
          <ac:spMkLst>
            <pc:docMk/>
            <pc:sldMk cId="2220316201" sldId="318"/>
            <ac:spMk id="170" creationId="{00000000-0000-0000-0000-000000000000}"/>
          </ac:spMkLst>
        </pc:spChg>
        <pc:spChg chg="mod">
          <ac:chgData name="Stephen John Stretton" userId="da8c780b-1aa2-4e36-94fb-871dc8111504" providerId="ADAL" clId="{F42764FD-3D0C-4605-8AE3-B25A3CB1D530}" dt="2023-02-09T20:31:35.001" v="6379" actId="255"/>
          <ac:spMkLst>
            <pc:docMk/>
            <pc:sldMk cId="2220316201" sldId="318"/>
            <ac:spMk id="171" creationId="{00000000-0000-0000-0000-000000000000}"/>
          </ac:spMkLst>
        </pc:spChg>
        <pc:spChg chg="mod">
          <ac:chgData name="Stephen John Stretton" userId="da8c780b-1aa2-4e36-94fb-871dc8111504" providerId="ADAL" clId="{F42764FD-3D0C-4605-8AE3-B25A3CB1D530}" dt="2023-02-09T20:31:35.001" v="6379" actId="255"/>
          <ac:spMkLst>
            <pc:docMk/>
            <pc:sldMk cId="2220316201" sldId="318"/>
            <ac:spMk id="173" creationId="{00000000-0000-0000-0000-000000000000}"/>
          </ac:spMkLst>
        </pc:spChg>
        <pc:spChg chg="mod">
          <ac:chgData name="Stephen John Stretton" userId="da8c780b-1aa2-4e36-94fb-871dc8111504" providerId="ADAL" clId="{F42764FD-3D0C-4605-8AE3-B25A3CB1D530}" dt="2023-02-09T20:31:35.001" v="6379" actId="255"/>
          <ac:spMkLst>
            <pc:docMk/>
            <pc:sldMk cId="2220316201" sldId="318"/>
            <ac:spMk id="174" creationId="{00000000-0000-0000-0000-000000000000}"/>
          </ac:spMkLst>
        </pc:spChg>
        <pc:spChg chg="mod">
          <ac:chgData name="Stephen John Stretton" userId="da8c780b-1aa2-4e36-94fb-871dc8111504" providerId="ADAL" clId="{F42764FD-3D0C-4605-8AE3-B25A3CB1D530}" dt="2023-02-09T20:31:35.001" v="6379" actId="255"/>
          <ac:spMkLst>
            <pc:docMk/>
            <pc:sldMk cId="2220316201" sldId="318"/>
            <ac:spMk id="175" creationId="{00000000-0000-0000-0000-000000000000}"/>
          </ac:spMkLst>
        </pc:spChg>
      </pc:sldChg>
      <pc:sldChg chg="addSp modSp mod modClrScheme chgLayout">
        <pc:chgData name="Stephen John Stretton" userId="da8c780b-1aa2-4e36-94fb-871dc8111504" providerId="ADAL" clId="{F42764FD-3D0C-4605-8AE3-B25A3CB1D530}" dt="2023-02-09T20:31:23.976" v="6377" actId="255"/>
        <pc:sldMkLst>
          <pc:docMk/>
          <pc:sldMk cId="2451670385" sldId="319"/>
        </pc:sldMkLst>
        <pc:spChg chg="add mod ord">
          <ac:chgData name="Stephen John Stretton" userId="da8c780b-1aa2-4e36-94fb-871dc8111504" providerId="ADAL" clId="{F42764FD-3D0C-4605-8AE3-B25A3CB1D530}" dt="2023-02-09T20:30:39.797" v="6356" actId="700"/>
          <ac:spMkLst>
            <pc:docMk/>
            <pc:sldMk cId="2451670385" sldId="319"/>
            <ac:spMk id="2" creationId="{3C1D21C8-FD4E-4F63-A601-32391DB1DCF3}"/>
          </ac:spMkLst>
        </pc:spChg>
        <pc:spChg chg="mod ord">
          <ac:chgData name="Stephen John Stretton" userId="da8c780b-1aa2-4e36-94fb-871dc8111504" providerId="ADAL" clId="{F42764FD-3D0C-4605-8AE3-B25A3CB1D530}" dt="2023-02-09T20:30:39.797" v="6356" actId="700"/>
          <ac:spMkLst>
            <pc:docMk/>
            <pc:sldMk cId="2451670385" sldId="319"/>
            <ac:spMk id="180" creationId="{00000000-0000-0000-0000-000000000000}"/>
          </ac:spMkLst>
        </pc:spChg>
        <pc:spChg chg="mod">
          <ac:chgData name="Stephen John Stretton" userId="da8c780b-1aa2-4e36-94fb-871dc8111504" providerId="ADAL" clId="{F42764FD-3D0C-4605-8AE3-B25A3CB1D530}" dt="2023-02-09T20:31:23.976" v="6377" actId="255"/>
          <ac:spMkLst>
            <pc:docMk/>
            <pc:sldMk cId="2451670385" sldId="319"/>
            <ac:spMk id="182" creationId="{00000000-0000-0000-0000-000000000000}"/>
          </ac:spMkLst>
        </pc:spChg>
        <pc:spChg chg="mod">
          <ac:chgData name="Stephen John Stretton" userId="da8c780b-1aa2-4e36-94fb-871dc8111504" providerId="ADAL" clId="{F42764FD-3D0C-4605-8AE3-B25A3CB1D530}" dt="2023-02-09T20:31:23.976" v="6377" actId="255"/>
          <ac:spMkLst>
            <pc:docMk/>
            <pc:sldMk cId="2451670385" sldId="319"/>
            <ac:spMk id="183" creationId="{00000000-0000-0000-0000-000000000000}"/>
          </ac:spMkLst>
        </pc:spChg>
        <pc:spChg chg="mod">
          <ac:chgData name="Stephen John Stretton" userId="da8c780b-1aa2-4e36-94fb-871dc8111504" providerId="ADAL" clId="{F42764FD-3D0C-4605-8AE3-B25A3CB1D530}" dt="2023-02-09T20:31:23.976" v="6377" actId="255"/>
          <ac:spMkLst>
            <pc:docMk/>
            <pc:sldMk cId="2451670385" sldId="319"/>
            <ac:spMk id="184" creationId="{00000000-0000-0000-0000-000000000000}"/>
          </ac:spMkLst>
        </pc:spChg>
        <pc:spChg chg="mod">
          <ac:chgData name="Stephen John Stretton" userId="da8c780b-1aa2-4e36-94fb-871dc8111504" providerId="ADAL" clId="{F42764FD-3D0C-4605-8AE3-B25A3CB1D530}" dt="2023-02-09T20:31:23.976" v="6377" actId="255"/>
          <ac:spMkLst>
            <pc:docMk/>
            <pc:sldMk cId="2451670385" sldId="319"/>
            <ac:spMk id="185" creationId="{00000000-0000-0000-0000-000000000000}"/>
          </ac:spMkLst>
        </pc:spChg>
        <pc:spChg chg="mod">
          <ac:chgData name="Stephen John Stretton" userId="da8c780b-1aa2-4e36-94fb-871dc8111504" providerId="ADAL" clId="{F42764FD-3D0C-4605-8AE3-B25A3CB1D530}" dt="2023-02-09T20:31:23.976" v="6377" actId="255"/>
          <ac:spMkLst>
            <pc:docMk/>
            <pc:sldMk cId="2451670385" sldId="319"/>
            <ac:spMk id="187" creationId="{00000000-0000-0000-0000-000000000000}"/>
          </ac:spMkLst>
        </pc:spChg>
        <pc:spChg chg="mod">
          <ac:chgData name="Stephen John Stretton" userId="da8c780b-1aa2-4e36-94fb-871dc8111504" providerId="ADAL" clId="{F42764FD-3D0C-4605-8AE3-B25A3CB1D530}" dt="2023-02-09T20:31:23.976" v="6377" actId="255"/>
          <ac:spMkLst>
            <pc:docMk/>
            <pc:sldMk cId="2451670385" sldId="319"/>
            <ac:spMk id="188" creationId="{00000000-0000-0000-0000-000000000000}"/>
          </ac:spMkLst>
        </pc:spChg>
        <pc:spChg chg="mod">
          <ac:chgData name="Stephen John Stretton" userId="da8c780b-1aa2-4e36-94fb-871dc8111504" providerId="ADAL" clId="{F42764FD-3D0C-4605-8AE3-B25A3CB1D530}" dt="2023-02-09T20:31:23.976" v="6377" actId="255"/>
          <ac:spMkLst>
            <pc:docMk/>
            <pc:sldMk cId="2451670385" sldId="319"/>
            <ac:spMk id="190" creationId="{00000000-0000-0000-0000-000000000000}"/>
          </ac:spMkLst>
        </pc:spChg>
        <pc:spChg chg="mod">
          <ac:chgData name="Stephen John Stretton" userId="da8c780b-1aa2-4e36-94fb-871dc8111504" providerId="ADAL" clId="{F42764FD-3D0C-4605-8AE3-B25A3CB1D530}" dt="2023-02-09T20:31:23.976" v="6377" actId="255"/>
          <ac:spMkLst>
            <pc:docMk/>
            <pc:sldMk cId="2451670385" sldId="319"/>
            <ac:spMk id="191" creationId="{00000000-0000-0000-0000-000000000000}"/>
          </ac:spMkLst>
        </pc:spChg>
        <pc:spChg chg="mod">
          <ac:chgData name="Stephen John Stretton" userId="da8c780b-1aa2-4e36-94fb-871dc8111504" providerId="ADAL" clId="{F42764FD-3D0C-4605-8AE3-B25A3CB1D530}" dt="2023-02-09T20:31:23.976" v="6377" actId="255"/>
          <ac:spMkLst>
            <pc:docMk/>
            <pc:sldMk cId="2451670385" sldId="319"/>
            <ac:spMk id="192" creationId="{00000000-0000-0000-0000-000000000000}"/>
          </ac:spMkLst>
        </pc:spChg>
        <pc:spChg chg="mod">
          <ac:chgData name="Stephen John Stretton" userId="da8c780b-1aa2-4e36-94fb-871dc8111504" providerId="ADAL" clId="{F42764FD-3D0C-4605-8AE3-B25A3CB1D530}" dt="2023-02-09T20:31:23.976" v="6377" actId="255"/>
          <ac:spMkLst>
            <pc:docMk/>
            <pc:sldMk cId="2451670385" sldId="319"/>
            <ac:spMk id="193" creationId="{00000000-0000-0000-0000-000000000000}"/>
          </ac:spMkLst>
        </pc:spChg>
        <pc:spChg chg="mod">
          <ac:chgData name="Stephen John Stretton" userId="da8c780b-1aa2-4e36-94fb-871dc8111504" providerId="ADAL" clId="{F42764FD-3D0C-4605-8AE3-B25A3CB1D530}" dt="2023-02-09T20:31:23.976" v="6377" actId="255"/>
          <ac:spMkLst>
            <pc:docMk/>
            <pc:sldMk cId="2451670385" sldId="319"/>
            <ac:spMk id="194" creationId="{00000000-0000-0000-0000-000000000000}"/>
          </ac:spMkLst>
        </pc:spChg>
      </pc:sldChg>
      <pc:sldChg chg="modSp mod ord">
        <pc:chgData name="Stephen John Stretton" userId="da8c780b-1aa2-4e36-94fb-871dc8111504" providerId="ADAL" clId="{F42764FD-3D0C-4605-8AE3-B25A3CB1D530}" dt="2023-02-09T19:44:27.995" v="2458" actId="20577"/>
        <pc:sldMkLst>
          <pc:docMk/>
          <pc:sldMk cId="1074804656" sldId="320"/>
        </pc:sldMkLst>
        <pc:spChg chg="mod">
          <ac:chgData name="Stephen John Stretton" userId="da8c780b-1aa2-4e36-94fb-871dc8111504" providerId="ADAL" clId="{F42764FD-3D0C-4605-8AE3-B25A3CB1D530}" dt="2023-02-09T19:44:27.995" v="2458" actId="20577"/>
          <ac:spMkLst>
            <pc:docMk/>
            <pc:sldMk cId="1074804656" sldId="320"/>
            <ac:spMk id="2" creationId="{D61BBD40-DA89-4E9E-8FF4-B7C7CDB5655F}"/>
          </ac:spMkLst>
        </pc:spChg>
        <pc:spChg chg="mod">
          <ac:chgData name="Stephen John Stretton" userId="da8c780b-1aa2-4e36-94fb-871dc8111504" providerId="ADAL" clId="{F42764FD-3D0C-4605-8AE3-B25A3CB1D530}" dt="2023-02-09T17:50:50.420" v="1662" actId="27636"/>
          <ac:spMkLst>
            <pc:docMk/>
            <pc:sldMk cId="1074804656" sldId="320"/>
            <ac:spMk id="3" creationId="{A436D2EA-113D-4F16-A779-4E38215B7390}"/>
          </ac:spMkLst>
        </pc:spChg>
      </pc:sldChg>
      <pc:sldChg chg="del">
        <pc:chgData name="Stephen John Stretton" userId="da8c780b-1aa2-4e36-94fb-871dc8111504" providerId="ADAL" clId="{F42764FD-3D0C-4605-8AE3-B25A3CB1D530}" dt="2023-02-09T19:31:26.292" v="1808" actId="2696"/>
        <pc:sldMkLst>
          <pc:docMk/>
          <pc:sldMk cId="930368278" sldId="321"/>
        </pc:sldMkLst>
      </pc:sldChg>
      <pc:sldChg chg="modSp add mod">
        <pc:chgData name="Stephen John Stretton" userId="da8c780b-1aa2-4e36-94fb-871dc8111504" providerId="ADAL" clId="{F42764FD-3D0C-4605-8AE3-B25A3CB1D530}" dt="2023-02-09T19:35:43.890" v="1968" actId="20577"/>
        <pc:sldMkLst>
          <pc:docMk/>
          <pc:sldMk cId="2260766553" sldId="321"/>
        </pc:sldMkLst>
        <pc:spChg chg="mod">
          <ac:chgData name="Stephen John Stretton" userId="da8c780b-1aa2-4e36-94fb-871dc8111504" providerId="ADAL" clId="{F42764FD-3D0C-4605-8AE3-B25A3CB1D530}" dt="2023-02-09T19:35:43.890" v="1968" actId="20577"/>
          <ac:spMkLst>
            <pc:docMk/>
            <pc:sldMk cId="2260766553" sldId="321"/>
            <ac:spMk id="2" creationId="{D61BBD40-DA89-4E9E-8FF4-B7C7CDB5655F}"/>
          </ac:spMkLst>
        </pc:spChg>
      </pc:sldChg>
      <pc:sldChg chg="add">
        <pc:chgData name="Stephen John Stretton" userId="da8c780b-1aa2-4e36-94fb-871dc8111504" providerId="ADAL" clId="{F42764FD-3D0C-4605-8AE3-B25A3CB1D530}" dt="2023-02-09T19:31:28.681" v="1809"/>
        <pc:sldMkLst>
          <pc:docMk/>
          <pc:sldMk cId="2869498869" sldId="322"/>
        </pc:sldMkLst>
      </pc:sldChg>
      <pc:sldChg chg="del">
        <pc:chgData name="Stephen John Stretton" userId="da8c780b-1aa2-4e36-94fb-871dc8111504" providerId="ADAL" clId="{F42764FD-3D0C-4605-8AE3-B25A3CB1D530}" dt="2023-02-09T19:31:26.292" v="1808" actId="2696"/>
        <pc:sldMkLst>
          <pc:docMk/>
          <pc:sldMk cId="3531741964" sldId="322"/>
        </pc:sldMkLst>
      </pc:sldChg>
      <pc:sldChg chg="del">
        <pc:chgData name="Stephen John Stretton" userId="da8c780b-1aa2-4e36-94fb-871dc8111504" providerId="ADAL" clId="{F42764FD-3D0C-4605-8AE3-B25A3CB1D530}" dt="2023-02-09T16:08:23.860" v="1396" actId="47"/>
        <pc:sldMkLst>
          <pc:docMk/>
          <pc:sldMk cId="3697675256" sldId="323"/>
        </pc:sldMkLst>
      </pc:sldChg>
      <pc:sldChg chg="modSp mod ord">
        <pc:chgData name="Stephen John Stretton" userId="da8c780b-1aa2-4e36-94fb-871dc8111504" providerId="ADAL" clId="{F42764FD-3D0C-4605-8AE3-B25A3CB1D530}" dt="2023-02-09T20:18:34.778" v="5622" actId="20577"/>
        <pc:sldMkLst>
          <pc:docMk/>
          <pc:sldMk cId="2675803213" sldId="324"/>
        </pc:sldMkLst>
        <pc:spChg chg="mod">
          <ac:chgData name="Stephen John Stretton" userId="da8c780b-1aa2-4e36-94fb-871dc8111504" providerId="ADAL" clId="{F42764FD-3D0C-4605-8AE3-B25A3CB1D530}" dt="2023-02-09T20:18:34.778" v="5622" actId="20577"/>
          <ac:spMkLst>
            <pc:docMk/>
            <pc:sldMk cId="2675803213" sldId="324"/>
            <ac:spMk id="3" creationId="{A436D2EA-113D-4F16-A779-4E38215B7390}"/>
          </ac:spMkLst>
        </pc:spChg>
      </pc:sldChg>
      <pc:sldChg chg="modSp mod ord">
        <pc:chgData name="Stephen John Stretton" userId="da8c780b-1aa2-4e36-94fb-871dc8111504" providerId="ADAL" clId="{F42764FD-3D0C-4605-8AE3-B25A3CB1D530}" dt="2023-02-09T20:32:48.497" v="6394" actId="27636"/>
        <pc:sldMkLst>
          <pc:docMk/>
          <pc:sldMk cId="1793670721" sldId="325"/>
        </pc:sldMkLst>
        <pc:spChg chg="mod">
          <ac:chgData name="Stephen John Stretton" userId="da8c780b-1aa2-4e36-94fb-871dc8111504" providerId="ADAL" clId="{F42764FD-3D0C-4605-8AE3-B25A3CB1D530}" dt="2023-02-09T20:32:48.497" v="6394" actId="27636"/>
          <ac:spMkLst>
            <pc:docMk/>
            <pc:sldMk cId="1793670721" sldId="325"/>
            <ac:spMk id="3" creationId="{A436D2EA-113D-4F16-A779-4E38215B7390}"/>
          </ac:spMkLst>
        </pc:spChg>
      </pc:sldChg>
      <pc:sldChg chg="modSp mod ord">
        <pc:chgData name="Stephen John Stretton" userId="da8c780b-1aa2-4e36-94fb-871dc8111504" providerId="ADAL" clId="{F42764FD-3D0C-4605-8AE3-B25A3CB1D530}" dt="2023-02-09T20:33:45.638" v="6475" actId="20577"/>
        <pc:sldMkLst>
          <pc:docMk/>
          <pc:sldMk cId="1272836864" sldId="326"/>
        </pc:sldMkLst>
        <pc:spChg chg="mod">
          <ac:chgData name="Stephen John Stretton" userId="da8c780b-1aa2-4e36-94fb-871dc8111504" providerId="ADAL" clId="{F42764FD-3D0C-4605-8AE3-B25A3CB1D530}" dt="2023-02-09T20:33:45.638" v="6475" actId="20577"/>
          <ac:spMkLst>
            <pc:docMk/>
            <pc:sldMk cId="1272836864" sldId="326"/>
            <ac:spMk id="3" creationId="{A436D2EA-113D-4F16-A779-4E38215B7390}"/>
          </ac:spMkLst>
        </pc:spChg>
      </pc:sldChg>
      <pc:sldChg chg="del ord">
        <pc:chgData name="Stephen John Stretton" userId="da8c780b-1aa2-4e36-94fb-871dc8111504" providerId="ADAL" clId="{F42764FD-3D0C-4605-8AE3-B25A3CB1D530}" dt="2023-02-09T16:08:32.486" v="1398" actId="47"/>
        <pc:sldMkLst>
          <pc:docMk/>
          <pc:sldMk cId="208437169" sldId="327"/>
        </pc:sldMkLst>
      </pc:sldChg>
      <pc:sldChg chg="del">
        <pc:chgData name="Stephen John Stretton" userId="da8c780b-1aa2-4e36-94fb-871dc8111504" providerId="ADAL" clId="{F42764FD-3D0C-4605-8AE3-B25A3CB1D530}" dt="2023-02-09T16:07:59.317" v="1392" actId="47"/>
        <pc:sldMkLst>
          <pc:docMk/>
          <pc:sldMk cId="0" sldId="328"/>
        </pc:sldMkLst>
      </pc:sldChg>
      <pc:sldChg chg="modSp mod ord modClrScheme chgLayout">
        <pc:chgData name="Stephen John Stretton" userId="da8c780b-1aa2-4e36-94fb-871dc8111504" providerId="ADAL" clId="{F42764FD-3D0C-4605-8AE3-B25A3CB1D530}" dt="2023-02-09T20:30:24.286" v="6350" actId="700"/>
        <pc:sldMkLst>
          <pc:docMk/>
          <pc:sldMk cId="0" sldId="329"/>
        </pc:sldMkLst>
        <pc:spChg chg="mod ord">
          <ac:chgData name="Stephen John Stretton" userId="da8c780b-1aa2-4e36-94fb-871dc8111504" providerId="ADAL" clId="{F42764FD-3D0C-4605-8AE3-B25A3CB1D530}" dt="2023-02-09T20:30:24.286" v="6350" actId="700"/>
          <ac:spMkLst>
            <pc:docMk/>
            <pc:sldMk cId="0" sldId="329"/>
            <ac:spMk id="210" creationId="{00000000-0000-0000-0000-000000000000}"/>
          </ac:spMkLst>
        </pc:spChg>
        <pc:spChg chg="mod ord">
          <ac:chgData name="Stephen John Stretton" userId="da8c780b-1aa2-4e36-94fb-871dc8111504" providerId="ADAL" clId="{F42764FD-3D0C-4605-8AE3-B25A3CB1D530}" dt="2023-02-09T20:30:24.286" v="6350" actId="700"/>
          <ac:spMkLst>
            <pc:docMk/>
            <pc:sldMk cId="0" sldId="329"/>
            <ac:spMk id="211" creationId="{00000000-0000-0000-0000-000000000000}"/>
          </ac:spMkLst>
        </pc:spChg>
      </pc:sldChg>
      <pc:sldChg chg="modSp mod ord modClrScheme chgLayout">
        <pc:chgData name="Stephen John Stretton" userId="da8c780b-1aa2-4e36-94fb-871dc8111504" providerId="ADAL" clId="{F42764FD-3D0C-4605-8AE3-B25A3CB1D530}" dt="2023-02-09T20:30:24.345" v="6354" actId="27636"/>
        <pc:sldMkLst>
          <pc:docMk/>
          <pc:sldMk cId="0" sldId="330"/>
        </pc:sldMkLst>
        <pc:spChg chg="mod ord">
          <ac:chgData name="Stephen John Stretton" userId="da8c780b-1aa2-4e36-94fb-871dc8111504" providerId="ADAL" clId="{F42764FD-3D0C-4605-8AE3-B25A3CB1D530}" dt="2023-02-09T20:30:24.345" v="6354" actId="27636"/>
          <ac:spMkLst>
            <pc:docMk/>
            <pc:sldMk cId="0" sldId="330"/>
            <ac:spMk id="222" creationId="{00000000-0000-0000-0000-000000000000}"/>
          </ac:spMkLst>
        </pc:spChg>
        <pc:spChg chg="mod ord">
          <ac:chgData name="Stephen John Stretton" userId="da8c780b-1aa2-4e36-94fb-871dc8111504" providerId="ADAL" clId="{F42764FD-3D0C-4605-8AE3-B25A3CB1D530}" dt="2023-02-09T20:30:24.286" v="6350" actId="700"/>
          <ac:spMkLst>
            <pc:docMk/>
            <pc:sldMk cId="0" sldId="330"/>
            <ac:spMk id="223" creationId="{00000000-0000-0000-0000-000000000000}"/>
          </ac:spMkLst>
        </pc:spChg>
      </pc:sldChg>
      <pc:sldChg chg="modSp mod ord modClrScheme chgLayout">
        <pc:chgData name="Stephen John Stretton" userId="da8c780b-1aa2-4e36-94fb-871dc8111504" providerId="ADAL" clId="{F42764FD-3D0C-4605-8AE3-B25A3CB1D530}" dt="2023-02-09T20:30:24.307" v="6351" actId="27636"/>
        <pc:sldMkLst>
          <pc:docMk/>
          <pc:sldMk cId="0" sldId="331"/>
        </pc:sldMkLst>
        <pc:spChg chg="mod ord">
          <ac:chgData name="Stephen John Stretton" userId="da8c780b-1aa2-4e36-94fb-871dc8111504" providerId="ADAL" clId="{F42764FD-3D0C-4605-8AE3-B25A3CB1D530}" dt="2023-02-09T20:30:24.286" v="6350" actId="700"/>
          <ac:spMkLst>
            <pc:docMk/>
            <pc:sldMk cId="0" sldId="331"/>
            <ac:spMk id="234" creationId="{00000000-0000-0000-0000-000000000000}"/>
          </ac:spMkLst>
        </pc:spChg>
        <pc:spChg chg="mod ord">
          <ac:chgData name="Stephen John Stretton" userId="da8c780b-1aa2-4e36-94fb-871dc8111504" providerId="ADAL" clId="{F42764FD-3D0C-4605-8AE3-B25A3CB1D530}" dt="2023-02-09T20:30:24.307" v="6351" actId="27636"/>
          <ac:spMkLst>
            <pc:docMk/>
            <pc:sldMk cId="0" sldId="331"/>
            <ac:spMk id="235" creationId="{00000000-0000-0000-0000-000000000000}"/>
          </ac:spMkLst>
        </pc:spChg>
      </pc:sldChg>
      <pc:sldChg chg="del">
        <pc:chgData name="Stephen John Stretton" userId="da8c780b-1aa2-4e36-94fb-871dc8111504" providerId="ADAL" clId="{F42764FD-3D0C-4605-8AE3-B25A3CB1D530}" dt="2023-02-09T16:08:28.984" v="1397" actId="47"/>
        <pc:sldMkLst>
          <pc:docMk/>
          <pc:sldMk cId="0" sldId="332"/>
        </pc:sldMkLst>
      </pc:sldChg>
      <pc:sldChg chg="del">
        <pc:chgData name="Stephen John Stretton" userId="da8c780b-1aa2-4e36-94fb-871dc8111504" providerId="ADAL" clId="{F42764FD-3D0C-4605-8AE3-B25A3CB1D530}" dt="2023-02-09T16:08:28.984" v="1397" actId="47"/>
        <pc:sldMkLst>
          <pc:docMk/>
          <pc:sldMk cId="0" sldId="333"/>
        </pc:sldMkLst>
      </pc:sldChg>
      <pc:sldChg chg="del">
        <pc:chgData name="Stephen John Stretton" userId="da8c780b-1aa2-4e36-94fb-871dc8111504" providerId="ADAL" clId="{F42764FD-3D0C-4605-8AE3-B25A3CB1D530}" dt="2023-02-09T16:08:28.984" v="1397" actId="47"/>
        <pc:sldMkLst>
          <pc:docMk/>
          <pc:sldMk cId="0" sldId="334"/>
        </pc:sldMkLst>
      </pc:sldChg>
      <pc:sldChg chg="modSp mod">
        <pc:chgData name="Stephen John Stretton" userId="da8c780b-1aa2-4e36-94fb-871dc8111504" providerId="ADAL" clId="{F42764FD-3D0C-4605-8AE3-B25A3CB1D530}" dt="2023-02-09T17:46:42.224" v="1622" actId="20577"/>
        <pc:sldMkLst>
          <pc:docMk/>
          <pc:sldMk cId="276496352" sldId="335"/>
        </pc:sldMkLst>
        <pc:spChg chg="mod">
          <ac:chgData name="Stephen John Stretton" userId="da8c780b-1aa2-4e36-94fb-871dc8111504" providerId="ADAL" clId="{F42764FD-3D0C-4605-8AE3-B25A3CB1D530}" dt="2023-02-09T17:46:42.224" v="1622" actId="20577"/>
          <ac:spMkLst>
            <pc:docMk/>
            <pc:sldMk cId="276496352" sldId="335"/>
            <ac:spMk id="3" creationId="{2B89157D-F77C-43F5-A462-85CBE8137D85}"/>
          </ac:spMkLst>
        </pc:spChg>
        <pc:picChg chg="mod">
          <ac:chgData name="Stephen John Stretton" userId="da8c780b-1aa2-4e36-94fb-871dc8111504" providerId="ADAL" clId="{F42764FD-3D0C-4605-8AE3-B25A3CB1D530}" dt="2023-02-09T17:44:49.814" v="1609" actId="14100"/>
          <ac:picMkLst>
            <pc:docMk/>
            <pc:sldMk cId="276496352" sldId="335"/>
            <ac:picMk id="4" creationId="{1450743D-889E-4C42-8EC1-7848819B679D}"/>
          </ac:picMkLst>
        </pc:picChg>
      </pc:sldChg>
      <pc:sldChg chg="addSp delSp modSp mod">
        <pc:chgData name="Stephen John Stretton" userId="da8c780b-1aa2-4e36-94fb-871dc8111504" providerId="ADAL" clId="{F42764FD-3D0C-4605-8AE3-B25A3CB1D530}" dt="2023-02-09T21:01:04.057" v="6803" actId="20577"/>
        <pc:sldMkLst>
          <pc:docMk/>
          <pc:sldMk cId="2701110611" sldId="336"/>
        </pc:sldMkLst>
        <pc:spChg chg="mod">
          <ac:chgData name="Stephen John Stretton" userId="da8c780b-1aa2-4e36-94fb-871dc8111504" providerId="ADAL" clId="{F42764FD-3D0C-4605-8AE3-B25A3CB1D530}" dt="2023-02-09T20:23:59.800" v="5903" actId="20577"/>
          <ac:spMkLst>
            <pc:docMk/>
            <pc:sldMk cId="2701110611" sldId="336"/>
            <ac:spMk id="2" creationId="{3C359482-48B7-4C25-98B0-8E098CF5B24E}"/>
          </ac:spMkLst>
        </pc:spChg>
        <pc:spChg chg="mod">
          <ac:chgData name="Stephen John Stretton" userId="da8c780b-1aa2-4e36-94fb-871dc8111504" providerId="ADAL" clId="{F42764FD-3D0C-4605-8AE3-B25A3CB1D530}" dt="2023-02-09T21:01:04.057" v="6803" actId="20577"/>
          <ac:spMkLst>
            <pc:docMk/>
            <pc:sldMk cId="2701110611" sldId="336"/>
            <ac:spMk id="3" creationId="{2BF6AAED-8588-4825-AAB7-62ED3074ABFB}"/>
          </ac:spMkLst>
        </pc:spChg>
        <pc:spChg chg="mod">
          <ac:chgData name="Stephen John Stretton" userId="da8c780b-1aa2-4e36-94fb-871dc8111504" providerId="ADAL" clId="{F42764FD-3D0C-4605-8AE3-B25A3CB1D530}" dt="2023-02-09T20:59:47.504" v="6715" actId="14100"/>
          <ac:spMkLst>
            <pc:docMk/>
            <pc:sldMk cId="2701110611" sldId="336"/>
            <ac:spMk id="4" creationId="{C8B4CA2F-F047-4484-BB53-4B1B714B1AE5}"/>
          </ac:spMkLst>
        </pc:spChg>
        <pc:spChg chg="mod">
          <ac:chgData name="Stephen John Stretton" userId="da8c780b-1aa2-4e36-94fb-871dc8111504" providerId="ADAL" clId="{F42764FD-3D0C-4605-8AE3-B25A3CB1D530}" dt="2023-02-09T20:59:55.089" v="6735" actId="20577"/>
          <ac:spMkLst>
            <pc:docMk/>
            <pc:sldMk cId="2701110611" sldId="336"/>
            <ac:spMk id="6" creationId="{659893B4-19C0-418A-A08D-5FC7AD529973}"/>
          </ac:spMkLst>
        </pc:spChg>
        <pc:spChg chg="mod">
          <ac:chgData name="Stephen John Stretton" userId="da8c780b-1aa2-4e36-94fb-871dc8111504" providerId="ADAL" clId="{F42764FD-3D0C-4605-8AE3-B25A3CB1D530}" dt="2023-02-09T20:59:44.711" v="6714" actId="14100"/>
          <ac:spMkLst>
            <pc:docMk/>
            <pc:sldMk cId="2701110611" sldId="336"/>
            <ac:spMk id="8" creationId="{F6F84891-0893-4C7D-9CAF-A4250D2BB6BB}"/>
          </ac:spMkLst>
        </pc:spChg>
        <pc:spChg chg="add mod">
          <ac:chgData name="Stephen John Stretton" userId="da8c780b-1aa2-4e36-94fb-871dc8111504" providerId="ADAL" clId="{F42764FD-3D0C-4605-8AE3-B25A3CB1D530}" dt="2023-02-09T21:00:22.368" v="6752" actId="20577"/>
          <ac:spMkLst>
            <pc:docMk/>
            <pc:sldMk cId="2701110611" sldId="336"/>
            <ac:spMk id="19" creationId="{872CC1D5-E7A9-49D3-B167-379F506D3A6B}"/>
          </ac:spMkLst>
        </pc:spChg>
        <pc:picChg chg="add del">
          <ac:chgData name="Stephen John Stretton" userId="da8c780b-1aa2-4e36-94fb-871dc8111504" providerId="ADAL" clId="{F42764FD-3D0C-4605-8AE3-B25A3CB1D530}" dt="2023-02-09T20:59:21.146" v="6710" actId="22"/>
          <ac:picMkLst>
            <pc:docMk/>
            <pc:sldMk cId="2701110611" sldId="336"/>
            <ac:picMk id="10" creationId="{C0DA1328-C3C2-4B15-B3D0-E76D8CDD5375}"/>
          </ac:picMkLst>
        </pc:picChg>
      </pc:sldChg>
      <pc:sldChg chg="addSp modSp mod">
        <pc:chgData name="Stephen John Stretton" userId="da8c780b-1aa2-4e36-94fb-871dc8111504" providerId="ADAL" clId="{F42764FD-3D0C-4605-8AE3-B25A3CB1D530}" dt="2023-02-09T20:24:46.472" v="6054" actId="20577"/>
        <pc:sldMkLst>
          <pc:docMk/>
          <pc:sldMk cId="2118814069" sldId="338"/>
        </pc:sldMkLst>
        <pc:spChg chg="mod">
          <ac:chgData name="Stephen John Stretton" userId="da8c780b-1aa2-4e36-94fb-871dc8111504" providerId="ADAL" clId="{F42764FD-3D0C-4605-8AE3-B25A3CB1D530}" dt="2023-02-09T20:24:12.426" v="5933" actId="20577"/>
          <ac:spMkLst>
            <pc:docMk/>
            <pc:sldMk cId="2118814069" sldId="338"/>
            <ac:spMk id="2" creationId="{3C359482-48B7-4C25-98B0-8E098CF5B24E}"/>
          </ac:spMkLst>
        </pc:spChg>
        <pc:spChg chg="mod">
          <ac:chgData name="Stephen John Stretton" userId="da8c780b-1aa2-4e36-94fb-871dc8111504" providerId="ADAL" clId="{F42764FD-3D0C-4605-8AE3-B25A3CB1D530}" dt="2023-02-09T20:11:33.821" v="4648" actId="14100"/>
          <ac:spMkLst>
            <pc:docMk/>
            <pc:sldMk cId="2118814069" sldId="338"/>
            <ac:spMk id="4" creationId="{C8B4CA2F-F047-4484-BB53-4B1B714B1AE5}"/>
          </ac:spMkLst>
        </pc:spChg>
        <pc:spChg chg="mod">
          <ac:chgData name="Stephen John Stretton" userId="da8c780b-1aa2-4e36-94fb-871dc8111504" providerId="ADAL" clId="{F42764FD-3D0C-4605-8AE3-B25A3CB1D530}" dt="2023-02-09T19:30:27.817" v="1762" actId="20577"/>
          <ac:spMkLst>
            <pc:docMk/>
            <pc:sldMk cId="2118814069" sldId="338"/>
            <ac:spMk id="8" creationId="{F6F84891-0893-4C7D-9CAF-A4250D2BB6BB}"/>
          </ac:spMkLst>
        </pc:spChg>
        <pc:spChg chg="mod">
          <ac:chgData name="Stephen John Stretton" userId="da8c780b-1aa2-4e36-94fb-871dc8111504" providerId="ADAL" clId="{F42764FD-3D0C-4605-8AE3-B25A3CB1D530}" dt="2023-02-09T20:12:05.156" v="4690" actId="114"/>
          <ac:spMkLst>
            <pc:docMk/>
            <pc:sldMk cId="2118814069" sldId="338"/>
            <ac:spMk id="14" creationId="{ED803A03-2D96-45E4-BAE5-9F93BC50417E}"/>
          </ac:spMkLst>
        </pc:spChg>
        <pc:spChg chg="add mod ord">
          <ac:chgData name="Stephen John Stretton" userId="da8c780b-1aa2-4e36-94fb-871dc8111504" providerId="ADAL" clId="{F42764FD-3D0C-4605-8AE3-B25A3CB1D530}" dt="2023-02-09T20:24:46.472" v="6054" actId="20577"/>
          <ac:spMkLst>
            <pc:docMk/>
            <pc:sldMk cId="2118814069" sldId="338"/>
            <ac:spMk id="16" creationId="{48B912F6-C1A2-4A80-AF06-CAC066EA1B5A}"/>
          </ac:spMkLst>
        </pc:spChg>
        <pc:spChg chg="add mod">
          <ac:chgData name="Stephen John Stretton" userId="da8c780b-1aa2-4e36-94fb-871dc8111504" providerId="ADAL" clId="{F42764FD-3D0C-4605-8AE3-B25A3CB1D530}" dt="2023-02-09T20:12:00.981" v="4689" actId="14100"/>
          <ac:spMkLst>
            <pc:docMk/>
            <pc:sldMk cId="2118814069" sldId="338"/>
            <ac:spMk id="17" creationId="{8D9196AD-B74A-4E98-83E5-875F48A8B28B}"/>
          </ac:spMkLst>
        </pc:spChg>
        <pc:spChg chg="mod">
          <ac:chgData name="Stephen John Stretton" userId="da8c780b-1aa2-4e36-94fb-871dc8111504" providerId="ADAL" clId="{F42764FD-3D0C-4605-8AE3-B25A3CB1D530}" dt="2023-02-09T20:12:25.763" v="4693" actId="1076"/>
          <ac:spMkLst>
            <pc:docMk/>
            <pc:sldMk cId="2118814069" sldId="338"/>
            <ac:spMk id="19" creationId="{DCD85507-2C75-4AD9-85C2-6832EFBC9C86}"/>
          </ac:spMkLst>
        </pc:spChg>
        <pc:spChg chg="add mod">
          <ac:chgData name="Stephen John Stretton" userId="da8c780b-1aa2-4e36-94fb-871dc8111504" providerId="ADAL" clId="{F42764FD-3D0C-4605-8AE3-B25A3CB1D530}" dt="2023-02-09T20:12:40.659" v="4717" actId="1076"/>
          <ac:spMkLst>
            <pc:docMk/>
            <pc:sldMk cId="2118814069" sldId="338"/>
            <ac:spMk id="20" creationId="{9CF2DF21-AAB3-497B-B3A2-5A12A6FD9268}"/>
          </ac:spMkLst>
        </pc:spChg>
      </pc:sldChg>
      <pc:sldChg chg="modSp mod">
        <pc:chgData name="Stephen John Stretton" userId="da8c780b-1aa2-4e36-94fb-871dc8111504" providerId="ADAL" clId="{F42764FD-3D0C-4605-8AE3-B25A3CB1D530}" dt="2023-02-09T21:04:34.961" v="7044" actId="20577"/>
        <pc:sldMkLst>
          <pc:docMk/>
          <pc:sldMk cId="3714379261" sldId="340"/>
        </pc:sldMkLst>
        <pc:spChg chg="mod">
          <ac:chgData name="Stephen John Stretton" userId="da8c780b-1aa2-4e36-94fb-871dc8111504" providerId="ADAL" clId="{F42764FD-3D0C-4605-8AE3-B25A3CB1D530}" dt="2023-02-09T21:04:34.961" v="7044" actId="20577"/>
          <ac:spMkLst>
            <pc:docMk/>
            <pc:sldMk cId="3714379261" sldId="340"/>
            <ac:spMk id="2" creationId="{3C359482-48B7-4C25-98B0-8E098CF5B24E}"/>
          </ac:spMkLst>
        </pc:spChg>
      </pc:sldChg>
      <pc:sldChg chg="modSp mod">
        <pc:chgData name="Stephen John Stretton" userId="da8c780b-1aa2-4e36-94fb-871dc8111504" providerId="ADAL" clId="{F42764FD-3D0C-4605-8AE3-B25A3CB1D530}" dt="2023-02-09T21:04:14.250" v="7035" actId="115"/>
        <pc:sldMkLst>
          <pc:docMk/>
          <pc:sldMk cId="2650271695" sldId="341"/>
        </pc:sldMkLst>
        <pc:spChg chg="mod">
          <ac:chgData name="Stephen John Stretton" userId="da8c780b-1aa2-4e36-94fb-871dc8111504" providerId="ADAL" clId="{F42764FD-3D0C-4605-8AE3-B25A3CB1D530}" dt="2023-02-09T16:00:07.038" v="682" actId="20577"/>
          <ac:spMkLst>
            <pc:docMk/>
            <pc:sldMk cId="2650271695" sldId="341"/>
            <ac:spMk id="2" creationId="{3C359482-48B7-4C25-98B0-8E098CF5B24E}"/>
          </ac:spMkLst>
        </pc:spChg>
        <pc:spChg chg="mod">
          <ac:chgData name="Stephen John Stretton" userId="da8c780b-1aa2-4e36-94fb-871dc8111504" providerId="ADAL" clId="{F42764FD-3D0C-4605-8AE3-B25A3CB1D530}" dt="2023-02-09T21:04:14.250" v="7035" actId="115"/>
          <ac:spMkLst>
            <pc:docMk/>
            <pc:sldMk cId="2650271695" sldId="341"/>
            <ac:spMk id="3" creationId="{2BF6AAED-8588-4825-AAB7-62ED3074ABFB}"/>
          </ac:spMkLst>
        </pc:spChg>
      </pc:sldChg>
      <pc:sldChg chg="modSp add del mod">
        <pc:chgData name="Stephen John Stretton" userId="da8c780b-1aa2-4e36-94fb-871dc8111504" providerId="ADAL" clId="{F42764FD-3D0C-4605-8AE3-B25A3CB1D530}" dt="2023-02-09T16:06:44.446" v="1236" actId="47"/>
        <pc:sldMkLst>
          <pc:docMk/>
          <pc:sldMk cId="218637807" sldId="342"/>
        </pc:sldMkLst>
        <pc:spChg chg="mod">
          <ac:chgData name="Stephen John Stretton" userId="da8c780b-1aa2-4e36-94fb-871dc8111504" providerId="ADAL" clId="{F42764FD-3D0C-4605-8AE3-B25A3CB1D530}" dt="2023-02-09T15:55:48.676" v="16" actId="20577"/>
          <ac:spMkLst>
            <pc:docMk/>
            <pc:sldMk cId="218637807" sldId="342"/>
            <ac:spMk id="2" creationId="{3C359482-48B7-4C25-98B0-8E098CF5B24E}"/>
          </ac:spMkLst>
        </pc:spChg>
        <pc:spChg chg="mod">
          <ac:chgData name="Stephen John Stretton" userId="da8c780b-1aa2-4e36-94fb-871dc8111504" providerId="ADAL" clId="{F42764FD-3D0C-4605-8AE3-B25A3CB1D530}" dt="2023-02-09T16:06:40.016" v="1235" actId="20577"/>
          <ac:spMkLst>
            <pc:docMk/>
            <pc:sldMk cId="218637807" sldId="342"/>
            <ac:spMk id="3" creationId="{2BF6AAED-8588-4825-AAB7-62ED3074ABFB}"/>
          </ac:spMkLst>
        </pc:spChg>
      </pc:sldChg>
      <pc:sldChg chg="addSp modSp add mod">
        <pc:chgData name="Stephen John Stretton" userId="da8c780b-1aa2-4e36-94fb-871dc8111504" providerId="ADAL" clId="{F42764FD-3D0C-4605-8AE3-B25A3CB1D530}" dt="2023-02-09T17:44:42.681" v="1608" actId="400"/>
        <pc:sldMkLst>
          <pc:docMk/>
          <pc:sldMk cId="544825552" sldId="343"/>
        </pc:sldMkLst>
        <pc:spChg chg="mod">
          <ac:chgData name="Stephen John Stretton" userId="da8c780b-1aa2-4e36-94fb-871dc8111504" providerId="ADAL" clId="{F42764FD-3D0C-4605-8AE3-B25A3CB1D530}" dt="2023-02-09T15:56:12.988" v="73" actId="20577"/>
          <ac:spMkLst>
            <pc:docMk/>
            <pc:sldMk cId="544825552" sldId="343"/>
            <ac:spMk id="2" creationId="{3C359482-48B7-4C25-98B0-8E098CF5B24E}"/>
          </ac:spMkLst>
        </pc:spChg>
        <pc:spChg chg="mod">
          <ac:chgData name="Stephen John Stretton" userId="da8c780b-1aa2-4e36-94fb-871dc8111504" providerId="ADAL" clId="{F42764FD-3D0C-4605-8AE3-B25A3CB1D530}" dt="2023-02-09T17:44:42.681" v="1608" actId="400"/>
          <ac:spMkLst>
            <pc:docMk/>
            <pc:sldMk cId="544825552" sldId="343"/>
            <ac:spMk id="3" creationId="{2BF6AAED-8588-4825-AAB7-62ED3074ABFB}"/>
          </ac:spMkLst>
        </pc:spChg>
        <pc:spChg chg="add mod">
          <ac:chgData name="Stephen John Stretton" userId="da8c780b-1aa2-4e36-94fb-871dc8111504" providerId="ADAL" clId="{F42764FD-3D0C-4605-8AE3-B25A3CB1D530}" dt="2023-02-09T15:57:44.861" v="424" actId="1076"/>
          <ac:spMkLst>
            <pc:docMk/>
            <pc:sldMk cId="544825552" sldId="343"/>
            <ac:spMk id="6" creationId="{7380B49A-ADED-4655-AB42-FA99E2D3A3C5}"/>
          </ac:spMkLst>
        </pc:spChg>
        <pc:cxnChg chg="add mod">
          <ac:chgData name="Stephen John Stretton" userId="da8c780b-1aa2-4e36-94fb-871dc8111504" providerId="ADAL" clId="{F42764FD-3D0C-4605-8AE3-B25A3CB1D530}" dt="2023-02-09T17:44:22.665" v="1585" actId="14100"/>
          <ac:cxnSpMkLst>
            <pc:docMk/>
            <pc:sldMk cId="544825552" sldId="343"/>
            <ac:cxnSpMk id="5" creationId="{4C1292DD-D272-443F-BB39-5DB69AFF3E73}"/>
          </ac:cxnSpMkLst>
        </pc:cxnChg>
      </pc:sldChg>
      <pc:sldChg chg="addSp modSp add mod ord">
        <pc:chgData name="Stephen John Stretton" userId="da8c780b-1aa2-4e36-94fb-871dc8111504" providerId="ADAL" clId="{F42764FD-3D0C-4605-8AE3-B25A3CB1D530}" dt="2023-02-09T20:26:19.898" v="6145" actId="20577"/>
        <pc:sldMkLst>
          <pc:docMk/>
          <pc:sldMk cId="2732371018" sldId="344"/>
        </pc:sldMkLst>
        <pc:spChg chg="mod">
          <ac:chgData name="Stephen John Stretton" userId="da8c780b-1aa2-4e36-94fb-871dc8111504" providerId="ADAL" clId="{F42764FD-3D0C-4605-8AE3-B25A3CB1D530}" dt="2023-02-09T20:25:05.998" v="6059"/>
          <ac:spMkLst>
            <pc:docMk/>
            <pc:sldMk cId="2732371018" sldId="344"/>
            <ac:spMk id="2" creationId="{3C359482-48B7-4C25-98B0-8E098CF5B24E}"/>
          </ac:spMkLst>
        </pc:spChg>
        <pc:spChg chg="mod">
          <ac:chgData name="Stephen John Stretton" userId="da8c780b-1aa2-4e36-94fb-871dc8111504" providerId="ADAL" clId="{F42764FD-3D0C-4605-8AE3-B25A3CB1D530}" dt="2023-02-09T20:26:19.898" v="6145" actId="20577"/>
          <ac:spMkLst>
            <pc:docMk/>
            <pc:sldMk cId="2732371018" sldId="344"/>
            <ac:spMk id="3" creationId="{2BF6AAED-8588-4825-AAB7-62ED3074ABFB}"/>
          </ac:spMkLst>
        </pc:spChg>
        <pc:spChg chg="add mod">
          <ac:chgData name="Stephen John Stretton" userId="da8c780b-1aa2-4e36-94fb-871dc8111504" providerId="ADAL" clId="{F42764FD-3D0C-4605-8AE3-B25A3CB1D530}" dt="2023-02-09T20:25:35.034" v="6068" actId="1076"/>
          <ac:spMkLst>
            <pc:docMk/>
            <pc:sldMk cId="2732371018" sldId="344"/>
            <ac:spMk id="5" creationId="{A7A1CD45-A68D-48CF-98ED-966B027D3F9E}"/>
          </ac:spMkLst>
        </pc:spChg>
        <pc:spChg chg="add mod">
          <ac:chgData name="Stephen John Stretton" userId="da8c780b-1aa2-4e36-94fb-871dc8111504" providerId="ADAL" clId="{F42764FD-3D0C-4605-8AE3-B25A3CB1D530}" dt="2023-02-09T20:25:32.146" v="6067" actId="1076"/>
          <ac:spMkLst>
            <pc:docMk/>
            <pc:sldMk cId="2732371018" sldId="344"/>
            <ac:spMk id="6" creationId="{14C208A3-F1E8-4AF9-8F3F-0C81616617B2}"/>
          </ac:spMkLst>
        </pc:spChg>
      </pc:sldChg>
      <pc:sldChg chg="modSp add mod">
        <pc:chgData name="Stephen John Stretton" userId="da8c780b-1aa2-4e36-94fb-871dc8111504" providerId="ADAL" clId="{F42764FD-3D0C-4605-8AE3-B25A3CB1D530}" dt="2023-02-09T16:06:29.632" v="1234" actId="27636"/>
        <pc:sldMkLst>
          <pc:docMk/>
          <pc:sldMk cId="1430276036" sldId="345"/>
        </pc:sldMkLst>
        <pc:spChg chg="mod">
          <ac:chgData name="Stephen John Stretton" userId="da8c780b-1aa2-4e36-94fb-871dc8111504" providerId="ADAL" clId="{F42764FD-3D0C-4605-8AE3-B25A3CB1D530}" dt="2023-02-09T16:06:26.704" v="1232" actId="20577"/>
          <ac:spMkLst>
            <pc:docMk/>
            <pc:sldMk cId="1430276036" sldId="345"/>
            <ac:spMk id="2" creationId="{3BD3A34E-4C05-4FD7-8AE8-A45C4598282C}"/>
          </ac:spMkLst>
        </pc:spChg>
        <pc:spChg chg="mod">
          <ac:chgData name="Stephen John Stretton" userId="da8c780b-1aa2-4e36-94fb-871dc8111504" providerId="ADAL" clId="{F42764FD-3D0C-4605-8AE3-B25A3CB1D530}" dt="2023-02-09T16:06:29.632" v="1234" actId="27636"/>
          <ac:spMkLst>
            <pc:docMk/>
            <pc:sldMk cId="1430276036" sldId="345"/>
            <ac:spMk id="3" creationId="{970C072A-030D-4B9E-B9FC-13D35D6DF60C}"/>
          </ac:spMkLst>
        </pc:spChg>
      </pc:sldChg>
      <pc:sldChg chg="addSp delSp modSp add mod">
        <pc:chgData name="Stephen John Stretton" userId="da8c780b-1aa2-4e36-94fb-871dc8111504" providerId="ADAL" clId="{F42764FD-3D0C-4605-8AE3-B25A3CB1D530}" dt="2023-02-09T20:54:42.954" v="6668" actId="114"/>
        <pc:sldMkLst>
          <pc:docMk/>
          <pc:sldMk cId="1434523705" sldId="346"/>
        </pc:sldMkLst>
        <pc:spChg chg="mod">
          <ac:chgData name="Stephen John Stretton" userId="da8c780b-1aa2-4e36-94fb-871dc8111504" providerId="ADAL" clId="{F42764FD-3D0C-4605-8AE3-B25A3CB1D530}" dt="2023-02-09T19:50:01.779" v="2995" actId="14100"/>
          <ac:spMkLst>
            <pc:docMk/>
            <pc:sldMk cId="1434523705" sldId="346"/>
            <ac:spMk id="2" creationId="{D61BBD40-DA89-4E9E-8FF4-B7C7CDB5655F}"/>
          </ac:spMkLst>
        </pc:spChg>
        <pc:spChg chg="del">
          <ac:chgData name="Stephen John Stretton" userId="da8c780b-1aa2-4e36-94fb-871dc8111504" providerId="ADAL" clId="{F42764FD-3D0C-4605-8AE3-B25A3CB1D530}" dt="2023-02-09T16:07:09.109" v="1241" actId="478"/>
          <ac:spMkLst>
            <pc:docMk/>
            <pc:sldMk cId="1434523705" sldId="346"/>
            <ac:spMk id="3" creationId="{A436D2EA-113D-4F16-A779-4E38215B7390}"/>
          </ac:spMkLst>
        </pc:spChg>
        <pc:spChg chg="add mod">
          <ac:chgData name="Stephen John Stretton" userId="da8c780b-1aa2-4e36-94fb-871dc8111504" providerId="ADAL" clId="{F42764FD-3D0C-4605-8AE3-B25A3CB1D530}" dt="2023-02-09T20:54:42.954" v="6668" actId="114"/>
          <ac:spMkLst>
            <pc:docMk/>
            <pc:sldMk cId="1434523705" sldId="346"/>
            <ac:spMk id="5" creationId="{89754A47-FA20-4902-94D2-D3C59FC20ACB}"/>
          </ac:spMkLst>
        </pc:spChg>
        <pc:picChg chg="add del mod">
          <ac:chgData name="Stephen John Stretton" userId="da8c780b-1aa2-4e36-94fb-871dc8111504" providerId="ADAL" clId="{F42764FD-3D0C-4605-8AE3-B25A3CB1D530}" dt="2023-02-09T19:46:35.995" v="2465" actId="478"/>
          <ac:picMkLst>
            <pc:docMk/>
            <pc:sldMk cId="1434523705" sldId="346"/>
            <ac:picMk id="4" creationId="{42034198-B2E9-4B85-A2C3-BEAAC2947A9D}"/>
          </ac:picMkLst>
        </pc:picChg>
        <pc:picChg chg="add mod">
          <ac:chgData name="Stephen John Stretton" userId="da8c780b-1aa2-4e36-94fb-871dc8111504" providerId="ADAL" clId="{F42764FD-3D0C-4605-8AE3-B25A3CB1D530}" dt="2023-02-09T19:49:32.652" v="2895" actId="1076"/>
          <ac:picMkLst>
            <pc:docMk/>
            <pc:sldMk cId="1434523705" sldId="346"/>
            <ac:picMk id="7" creationId="{FC727639-BA42-446D-8EFF-10D2F22FDD01}"/>
          </ac:picMkLst>
        </pc:picChg>
      </pc:sldChg>
      <pc:sldChg chg="modSp add mod ord">
        <pc:chgData name="Stephen John Stretton" userId="da8c780b-1aa2-4e36-94fb-871dc8111504" providerId="ADAL" clId="{F42764FD-3D0C-4605-8AE3-B25A3CB1D530}" dt="2023-02-09T16:08:57.097" v="1414" actId="20577"/>
        <pc:sldMkLst>
          <pc:docMk/>
          <pc:sldMk cId="3611926806" sldId="347"/>
        </pc:sldMkLst>
        <pc:spChg chg="mod">
          <ac:chgData name="Stephen John Stretton" userId="da8c780b-1aa2-4e36-94fb-871dc8111504" providerId="ADAL" clId="{F42764FD-3D0C-4605-8AE3-B25A3CB1D530}" dt="2023-02-09T16:08:37.778" v="1408" actId="20577"/>
          <ac:spMkLst>
            <pc:docMk/>
            <pc:sldMk cId="3611926806" sldId="347"/>
            <ac:spMk id="2" creationId="{D61BBD40-DA89-4E9E-8FF4-B7C7CDB5655F}"/>
          </ac:spMkLst>
        </pc:spChg>
        <pc:spChg chg="mod">
          <ac:chgData name="Stephen John Stretton" userId="da8c780b-1aa2-4e36-94fb-871dc8111504" providerId="ADAL" clId="{F42764FD-3D0C-4605-8AE3-B25A3CB1D530}" dt="2023-02-09T16:08:57.097" v="1414" actId="20577"/>
          <ac:spMkLst>
            <pc:docMk/>
            <pc:sldMk cId="3611926806" sldId="347"/>
            <ac:spMk id="3" creationId="{A436D2EA-113D-4F16-A779-4E38215B7390}"/>
          </ac:spMkLst>
        </pc:spChg>
      </pc:sldChg>
      <pc:sldChg chg="addSp modSp add mod ord">
        <pc:chgData name="Stephen John Stretton" userId="da8c780b-1aa2-4e36-94fb-871dc8111504" providerId="ADAL" clId="{F42764FD-3D0C-4605-8AE3-B25A3CB1D530}" dt="2023-02-09T21:02:11.218" v="6894" actId="20577"/>
        <pc:sldMkLst>
          <pc:docMk/>
          <pc:sldMk cId="1191221102" sldId="348"/>
        </pc:sldMkLst>
        <pc:spChg chg="mod">
          <ac:chgData name="Stephen John Stretton" userId="da8c780b-1aa2-4e36-94fb-871dc8111504" providerId="ADAL" clId="{F42764FD-3D0C-4605-8AE3-B25A3CB1D530}" dt="2023-02-09T20:23:55.247" v="5899" actId="20577"/>
          <ac:spMkLst>
            <pc:docMk/>
            <pc:sldMk cId="1191221102" sldId="348"/>
            <ac:spMk id="2" creationId="{3C359482-48B7-4C25-98B0-8E098CF5B24E}"/>
          </ac:spMkLst>
        </pc:spChg>
        <pc:spChg chg="mod">
          <ac:chgData name="Stephen John Stretton" userId="da8c780b-1aa2-4e36-94fb-871dc8111504" providerId="ADAL" clId="{F42764FD-3D0C-4605-8AE3-B25A3CB1D530}" dt="2023-02-09T20:03:10.683" v="4163" actId="20577"/>
          <ac:spMkLst>
            <pc:docMk/>
            <pc:sldMk cId="1191221102" sldId="348"/>
            <ac:spMk id="3" creationId="{2BF6AAED-8588-4825-AAB7-62ED3074ABFB}"/>
          </ac:spMkLst>
        </pc:spChg>
        <pc:spChg chg="mod">
          <ac:chgData name="Stephen John Stretton" userId="da8c780b-1aa2-4e36-94fb-871dc8111504" providerId="ADAL" clId="{F42764FD-3D0C-4605-8AE3-B25A3CB1D530}" dt="2023-02-09T20:20:27.503" v="5717" actId="14100"/>
          <ac:spMkLst>
            <pc:docMk/>
            <pc:sldMk cId="1191221102" sldId="348"/>
            <ac:spMk id="4" creationId="{C8B4CA2F-F047-4484-BB53-4B1B714B1AE5}"/>
          </ac:spMkLst>
        </pc:spChg>
        <pc:spChg chg="mod">
          <ac:chgData name="Stephen John Stretton" userId="da8c780b-1aa2-4e36-94fb-871dc8111504" providerId="ADAL" clId="{F42764FD-3D0C-4605-8AE3-B25A3CB1D530}" dt="2023-02-09T20:20:46.126" v="5720" actId="14100"/>
          <ac:spMkLst>
            <pc:docMk/>
            <pc:sldMk cId="1191221102" sldId="348"/>
            <ac:spMk id="5" creationId="{9A5CA036-D97D-490F-B380-7E2FE0588DFA}"/>
          </ac:spMkLst>
        </pc:spChg>
        <pc:spChg chg="mod">
          <ac:chgData name="Stephen John Stretton" userId="da8c780b-1aa2-4e36-94fb-871dc8111504" providerId="ADAL" clId="{F42764FD-3D0C-4605-8AE3-B25A3CB1D530}" dt="2023-02-09T20:20:20.763" v="5716" actId="14100"/>
          <ac:spMkLst>
            <pc:docMk/>
            <pc:sldMk cId="1191221102" sldId="348"/>
            <ac:spMk id="8" creationId="{F6F84891-0893-4C7D-9CAF-A4250D2BB6BB}"/>
          </ac:spMkLst>
        </pc:spChg>
        <pc:spChg chg="add mod">
          <ac:chgData name="Stephen John Stretton" userId="da8c780b-1aa2-4e36-94fb-871dc8111504" providerId="ADAL" clId="{F42764FD-3D0C-4605-8AE3-B25A3CB1D530}" dt="2023-02-09T21:02:11.218" v="6894" actId="20577"/>
          <ac:spMkLst>
            <pc:docMk/>
            <pc:sldMk cId="1191221102" sldId="348"/>
            <ac:spMk id="10" creationId="{4679A25D-8A98-4A6D-B4B5-50B7F097A961}"/>
          </ac:spMkLst>
        </pc:spChg>
        <pc:spChg chg="mod ord">
          <ac:chgData name="Stephen John Stretton" userId="da8c780b-1aa2-4e36-94fb-871dc8111504" providerId="ADAL" clId="{F42764FD-3D0C-4605-8AE3-B25A3CB1D530}" dt="2023-02-09T20:20:49.602" v="5721" actId="167"/>
          <ac:spMkLst>
            <pc:docMk/>
            <pc:sldMk cId="1191221102" sldId="348"/>
            <ac:spMk id="13" creationId="{E77E0A5B-3C5F-47C8-9F8F-9E2C50F1778D}"/>
          </ac:spMkLst>
        </pc:spChg>
        <pc:spChg chg="mod">
          <ac:chgData name="Stephen John Stretton" userId="da8c780b-1aa2-4e36-94fb-871dc8111504" providerId="ADAL" clId="{F42764FD-3D0C-4605-8AE3-B25A3CB1D530}" dt="2023-02-09T20:20:18.065" v="5715" actId="1076"/>
          <ac:spMkLst>
            <pc:docMk/>
            <pc:sldMk cId="1191221102" sldId="348"/>
            <ac:spMk id="14" creationId="{59BF123E-F708-4398-88CD-37139417DCE3}"/>
          </ac:spMkLst>
        </pc:spChg>
        <pc:picChg chg="add mod">
          <ac:chgData name="Stephen John Stretton" userId="da8c780b-1aa2-4e36-94fb-871dc8111504" providerId="ADAL" clId="{F42764FD-3D0C-4605-8AE3-B25A3CB1D530}" dt="2023-02-09T20:19:58.178" v="5710" actId="1076"/>
          <ac:picMkLst>
            <pc:docMk/>
            <pc:sldMk cId="1191221102" sldId="348"/>
            <ac:picMk id="2050" creationId="{D11EDFEB-DE88-4542-8EB0-96278556C9CD}"/>
          </ac:picMkLst>
        </pc:picChg>
      </pc:sldChg>
      <pc:sldChg chg="delSp modSp add mod ord">
        <pc:chgData name="Stephen John Stretton" userId="da8c780b-1aa2-4e36-94fb-871dc8111504" providerId="ADAL" clId="{F42764FD-3D0C-4605-8AE3-B25A3CB1D530}" dt="2023-02-09T20:27:47.699" v="6290" actId="20577"/>
        <pc:sldMkLst>
          <pc:docMk/>
          <pc:sldMk cId="1190146254" sldId="349"/>
        </pc:sldMkLst>
        <pc:spChg chg="mod">
          <ac:chgData name="Stephen John Stretton" userId="da8c780b-1aa2-4e36-94fb-871dc8111504" providerId="ADAL" clId="{F42764FD-3D0C-4605-8AE3-B25A3CB1D530}" dt="2023-02-09T20:24:01.873" v="5905" actId="20577"/>
          <ac:spMkLst>
            <pc:docMk/>
            <pc:sldMk cId="1190146254" sldId="349"/>
            <ac:spMk id="2" creationId="{3C359482-48B7-4C25-98B0-8E098CF5B24E}"/>
          </ac:spMkLst>
        </pc:spChg>
        <pc:spChg chg="del">
          <ac:chgData name="Stephen John Stretton" userId="da8c780b-1aa2-4e36-94fb-871dc8111504" providerId="ADAL" clId="{F42764FD-3D0C-4605-8AE3-B25A3CB1D530}" dt="2023-02-09T20:13:06.859" v="4721" actId="478"/>
          <ac:spMkLst>
            <pc:docMk/>
            <pc:sldMk cId="1190146254" sldId="349"/>
            <ac:spMk id="8" creationId="{F6F84891-0893-4C7D-9CAF-A4250D2BB6BB}"/>
          </ac:spMkLst>
        </pc:spChg>
        <pc:spChg chg="del">
          <ac:chgData name="Stephen John Stretton" userId="da8c780b-1aa2-4e36-94fb-871dc8111504" providerId="ADAL" clId="{F42764FD-3D0C-4605-8AE3-B25A3CB1D530}" dt="2023-02-09T20:13:08.857" v="4723" actId="478"/>
          <ac:spMkLst>
            <pc:docMk/>
            <pc:sldMk cId="1190146254" sldId="349"/>
            <ac:spMk id="11" creationId="{EBBB4E2D-BF30-467A-B8D1-197B8EA6BC60}"/>
          </ac:spMkLst>
        </pc:spChg>
        <pc:spChg chg="del">
          <ac:chgData name="Stephen John Stretton" userId="da8c780b-1aa2-4e36-94fb-871dc8111504" providerId="ADAL" clId="{F42764FD-3D0C-4605-8AE3-B25A3CB1D530}" dt="2023-02-09T20:13:05.469" v="4720" actId="478"/>
          <ac:spMkLst>
            <pc:docMk/>
            <pc:sldMk cId="1190146254" sldId="349"/>
            <ac:spMk id="13" creationId="{BE79407C-961D-451F-976E-E982CB3990DD}"/>
          </ac:spMkLst>
        </pc:spChg>
        <pc:spChg chg="del">
          <ac:chgData name="Stephen John Stretton" userId="da8c780b-1aa2-4e36-94fb-871dc8111504" providerId="ADAL" clId="{F42764FD-3D0C-4605-8AE3-B25A3CB1D530}" dt="2023-02-09T20:13:10.260" v="4724" actId="478"/>
          <ac:spMkLst>
            <pc:docMk/>
            <pc:sldMk cId="1190146254" sldId="349"/>
            <ac:spMk id="14" creationId="{ED803A03-2D96-45E4-BAE5-9F93BC50417E}"/>
          </ac:spMkLst>
        </pc:spChg>
        <pc:spChg chg="mod">
          <ac:chgData name="Stephen John Stretton" userId="da8c780b-1aa2-4e36-94fb-871dc8111504" providerId="ADAL" clId="{F42764FD-3D0C-4605-8AE3-B25A3CB1D530}" dt="2023-02-09T20:27:41.292" v="6280" actId="6549"/>
          <ac:spMkLst>
            <pc:docMk/>
            <pc:sldMk cId="1190146254" sldId="349"/>
            <ac:spMk id="16" creationId="{48B912F6-C1A2-4A80-AF06-CAC066EA1B5A}"/>
          </ac:spMkLst>
        </pc:spChg>
        <pc:spChg chg="mod">
          <ac:chgData name="Stephen John Stretton" userId="da8c780b-1aa2-4e36-94fb-871dc8111504" providerId="ADAL" clId="{F42764FD-3D0C-4605-8AE3-B25A3CB1D530}" dt="2023-02-09T20:27:47.699" v="6290" actId="20577"/>
          <ac:spMkLst>
            <pc:docMk/>
            <pc:sldMk cId="1190146254" sldId="349"/>
            <ac:spMk id="18" creationId="{498A1FBB-8791-460F-9A95-40E8716AD051}"/>
          </ac:spMkLst>
        </pc:spChg>
        <pc:spChg chg="del">
          <ac:chgData name="Stephen John Stretton" userId="da8c780b-1aa2-4e36-94fb-871dc8111504" providerId="ADAL" clId="{F42764FD-3D0C-4605-8AE3-B25A3CB1D530}" dt="2023-02-09T20:13:08.245" v="4722" actId="478"/>
          <ac:spMkLst>
            <pc:docMk/>
            <pc:sldMk cId="1190146254" sldId="349"/>
            <ac:spMk id="19" creationId="{DCD85507-2C75-4AD9-85C2-6832EFBC9C86}"/>
          </ac:spMkLst>
        </pc:spChg>
      </pc:sldChg>
      <pc:sldChg chg="modSp add mod ord">
        <pc:chgData name="Stephen John Stretton" userId="da8c780b-1aa2-4e36-94fb-871dc8111504" providerId="ADAL" clId="{F42764FD-3D0C-4605-8AE3-B25A3CB1D530}" dt="2023-02-09T20:23:43.991" v="5897" actId="14100"/>
        <pc:sldMkLst>
          <pc:docMk/>
          <pc:sldMk cId="934333023" sldId="350"/>
        </pc:sldMkLst>
        <pc:spChg chg="mod">
          <ac:chgData name="Stephen John Stretton" userId="da8c780b-1aa2-4e36-94fb-871dc8111504" providerId="ADAL" clId="{F42764FD-3D0C-4605-8AE3-B25A3CB1D530}" dt="2023-02-09T20:22:10.071" v="5795" actId="20577"/>
          <ac:spMkLst>
            <pc:docMk/>
            <pc:sldMk cId="934333023" sldId="350"/>
            <ac:spMk id="2" creationId="{3C359482-48B7-4C25-98B0-8E098CF5B24E}"/>
          </ac:spMkLst>
        </pc:spChg>
        <pc:spChg chg="mod">
          <ac:chgData name="Stephen John Stretton" userId="da8c780b-1aa2-4e36-94fb-871dc8111504" providerId="ADAL" clId="{F42764FD-3D0C-4605-8AE3-B25A3CB1D530}" dt="2023-02-09T20:23:43.991" v="5897" actId="14100"/>
          <ac:spMkLst>
            <pc:docMk/>
            <pc:sldMk cId="934333023" sldId="350"/>
            <ac:spMk id="3" creationId="{2BF6AAED-8588-4825-AAB7-62ED3074ABFB}"/>
          </ac:spMkLst>
        </pc:spChg>
      </pc:sldChg>
      <pc:sldMasterChg chg="delSldLayout">
        <pc:chgData name="Stephen John Stretton" userId="da8c780b-1aa2-4e36-94fb-871dc8111504" providerId="ADAL" clId="{F42764FD-3D0C-4605-8AE3-B25A3CB1D530}" dt="2023-02-09T19:31:26.292" v="1808" actId="2696"/>
        <pc:sldMasterMkLst>
          <pc:docMk/>
          <pc:sldMasterMk cId="2059005832" sldId="2147483761"/>
        </pc:sldMasterMkLst>
        <pc:sldLayoutChg chg="del">
          <pc:chgData name="Stephen John Stretton" userId="da8c780b-1aa2-4e36-94fb-871dc8111504" providerId="ADAL" clId="{F42764FD-3D0C-4605-8AE3-B25A3CB1D530}" dt="2023-02-09T19:31:26.292" v="1808" actId="2696"/>
          <pc:sldLayoutMkLst>
            <pc:docMk/>
            <pc:sldMasterMk cId="2059005832" sldId="2147483761"/>
            <pc:sldLayoutMk cId="1579655759" sldId="2147483764"/>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4F6CA9-6127-4729-ACAF-2836B5D28E94}" type="doc">
      <dgm:prSet loTypeId="urn:microsoft.com/office/officeart/2005/8/layout/radial1" loCatId="relationship" qsTypeId="urn:microsoft.com/office/officeart/2005/8/quickstyle/simple1" qsCatId="simple" csTypeId="urn:microsoft.com/office/officeart/2005/8/colors/accent1_2" csCatId="accent1" phldr="1"/>
      <dgm:spPr/>
      <dgm:t>
        <a:bodyPr/>
        <a:lstStyle/>
        <a:p>
          <a:endParaRPr lang="en-US"/>
        </a:p>
      </dgm:t>
    </dgm:pt>
    <dgm:pt modelId="{493394DA-B3D9-4014-8B9A-EA262B6C8338}">
      <dgm:prSet phldrT="[Text]"/>
      <dgm:spPr/>
      <dgm:t>
        <a:bodyPr/>
        <a:lstStyle/>
        <a:p>
          <a:r>
            <a:rPr lang="en-GB" i="1" dirty="0"/>
            <a:t>Better Climate Finance!</a:t>
          </a:r>
          <a:endParaRPr lang="en-US" dirty="0"/>
        </a:p>
      </dgm:t>
    </dgm:pt>
    <dgm:pt modelId="{696C1AC9-4298-4DB0-B4D3-A0BA3598E1CA}" type="parTrans" cxnId="{74024484-DDE4-48D4-B033-7EF4AB1640EF}">
      <dgm:prSet/>
      <dgm:spPr/>
      <dgm:t>
        <a:bodyPr/>
        <a:lstStyle/>
        <a:p>
          <a:endParaRPr lang="en-US"/>
        </a:p>
      </dgm:t>
    </dgm:pt>
    <dgm:pt modelId="{55B00000-3A1B-4D8C-8346-A4F7314A2896}" type="sibTrans" cxnId="{74024484-DDE4-48D4-B033-7EF4AB1640EF}">
      <dgm:prSet/>
      <dgm:spPr/>
      <dgm:t>
        <a:bodyPr/>
        <a:lstStyle/>
        <a:p>
          <a:endParaRPr lang="en-US"/>
        </a:p>
      </dgm:t>
    </dgm:pt>
    <dgm:pt modelId="{1F926ABA-3C96-4014-B363-227DA32C705F}">
      <dgm:prSet phldrT="[Text]"/>
      <dgm:spPr/>
      <dgm:t>
        <a:bodyPr/>
        <a:lstStyle/>
        <a:p>
          <a:r>
            <a:rPr lang="en-US" dirty="0"/>
            <a:t>Plan the Transition</a:t>
          </a:r>
        </a:p>
      </dgm:t>
    </dgm:pt>
    <dgm:pt modelId="{55A1CBF9-623C-4D62-9FCA-6E475834FC0C}" type="parTrans" cxnId="{D5787609-80A5-4FC3-9B86-7371DB0A2BF2}">
      <dgm:prSet/>
      <dgm:spPr/>
      <dgm:t>
        <a:bodyPr/>
        <a:lstStyle/>
        <a:p>
          <a:endParaRPr lang="en-US"/>
        </a:p>
      </dgm:t>
    </dgm:pt>
    <dgm:pt modelId="{C1E68A47-93B2-40AA-90AC-E9208DCACFF1}" type="sibTrans" cxnId="{D5787609-80A5-4FC3-9B86-7371DB0A2BF2}">
      <dgm:prSet/>
      <dgm:spPr/>
      <dgm:t>
        <a:bodyPr/>
        <a:lstStyle/>
        <a:p>
          <a:endParaRPr lang="en-US"/>
        </a:p>
      </dgm:t>
    </dgm:pt>
    <dgm:pt modelId="{5C662E1E-3789-477B-BA46-7058CB4BD924}">
      <dgm:prSet phldrT="[Text]"/>
      <dgm:spPr/>
      <dgm:t>
        <a:bodyPr/>
        <a:lstStyle/>
        <a:p>
          <a:r>
            <a:rPr lang="en-GB" dirty="0"/>
            <a:t>Create   Global Incentives</a:t>
          </a:r>
          <a:endParaRPr lang="en-US" dirty="0"/>
        </a:p>
      </dgm:t>
    </dgm:pt>
    <dgm:pt modelId="{EA6CE300-CCC1-4F4A-8995-E932C8162383}" type="parTrans" cxnId="{407FE386-27E9-4D25-ACA5-EB00B4FA2895}">
      <dgm:prSet/>
      <dgm:spPr/>
      <dgm:t>
        <a:bodyPr/>
        <a:lstStyle/>
        <a:p>
          <a:endParaRPr lang="en-US"/>
        </a:p>
      </dgm:t>
    </dgm:pt>
    <dgm:pt modelId="{67020EC8-2096-4FDF-AB43-1BF5D87B924C}" type="sibTrans" cxnId="{407FE386-27E9-4D25-ACA5-EB00B4FA2895}">
      <dgm:prSet/>
      <dgm:spPr/>
      <dgm:t>
        <a:bodyPr/>
        <a:lstStyle/>
        <a:p>
          <a:endParaRPr lang="en-US"/>
        </a:p>
      </dgm:t>
    </dgm:pt>
    <dgm:pt modelId="{EEFBF585-85B3-405E-9FCF-E3C78F4AD973}">
      <dgm:prSet phldrT="[Text]"/>
      <dgm:spPr/>
      <dgm:t>
        <a:bodyPr/>
        <a:lstStyle/>
        <a:p>
          <a:r>
            <a:rPr lang="en-GB" dirty="0"/>
            <a:t>Outcompete Fiscal and Monetary Policy</a:t>
          </a:r>
          <a:endParaRPr lang="en-US" dirty="0"/>
        </a:p>
      </dgm:t>
    </dgm:pt>
    <dgm:pt modelId="{38A7971D-6166-46DB-99EA-F5632EB3A5B6}" type="parTrans" cxnId="{C8850902-77EC-4FD3-9783-3FD768AFAEEE}">
      <dgm:prSet/>
      <dgm:spPr/>
      <dgm:t>
        <a:bodyPr/>
        <a:lstStyle/>
        <a:p>
          <a:endParaRPr lang="en-US"/>
        </a:p>
      </dgm:t>
    </dgm:pt>
    <dgm:pt modelId="{91E69456-6614-4243-8CCD-D725F24F7B96}" type="sibTrans" cxnId="{C8850902-77EC-4FD3-9783-3FD768AFAEEE}">
      <dgm:prSet/>
      <dgm:spPr/>
      <dgm:t>
        <a:bodyPr/>
        <a:lstStyle/>
        <a:p>
          <a:endParaRPr lang="en-US"/>
        </a:p>
      </dgm:t>
    </dgm:pt>
    <dgm:pt modelId="{AC0808D0-4BA8-4B5A-84A2-315EE676950F}">
      <dgm:prSet/>
      <dgm:spPr/>
      <dgm:t>
        <a:bodyPr/>
        <a:lstStyle/>
        <a:p>
          <a:r>
            <a:rPr lang="en-GB" dirty="0"/>
            <a:t>Reduce financial cost of Green transition</a:t>
          </a:r>
          <a:endParaRPr lang="en-US" dirty="0"/>
        </a:p>
      </dgm:t>
    </dgm:pt>
    <dgm:pt modelId="{6EC8423B-C767-47B8-AA90-5B2EC68D47D4}" type="parTrans" cxnId="{929F40FC-9D76-437A-9F5C-7A464C0C61A1}">
      <dgm:prSet/>
      <dgm:spPr/>
      <dgm:t>
        <a:bodyPr/>
        <a:lstStyle/>
        <a:p>
          <a:endParaRPr lang="en-US"/>
        </a:p>
      </dgm:t>
    </dgm:pt>
    <dgm:pt modelId="{3B43268E-63E1-4F6B-A609-736118BE9447}" type="sibTrans" cxnId="{929F40FC-9D76-437A-9F5C-7A464C0C61A1}">
      <dgm:prSet/>
      <dgm:spPr/>
      <dgm:t>
        <a:bodyPr/>
        <a:lstStyle/>
        <a:p>
          <a:endParaRPr lang="en-US"/>
        </a:p>
      </dgm:t>
    </dgm:pt>
    <dgm:pt modelId="{E0A2CC6D-547E-4BC4-B532-92F08C9809DC}">
      <dgm:prSet/>
      <dgm:spPr/>
      <dgm:t>
        <a:bodyPr/>
        <a:lstStyle/>
        <a:p>
          <a:r>
            <a:rPr lang="en-GB" dirty="0"/>
            <a:t>Create a universal basic capital fund for Everyone on the Planet</a:t>
          </a:r>
          <a:endParaRPr lang="en-US" dirty="0"/>
        </a:p>
      </dgm:t>
    </dgm:pt>
    <dgm:pt modelId="{F0985032-DDFE-4AD5-A59A-A3E4334D123E}" type="parTrans" cxnId="{C00BA0E3-CB2C-4286-A65E-5BDFD82BDC2C}">
      <dgm:prSet/>
      <dgm:spPr/>
      <dgm:t>
        <a:bodyPr/>
        <a:lstStyle/>
        <a:p>
          <a:endParaRPr lang="en-US"/>
        </a:p>
      </dgm:t>
    </dgm:pt>
    <dgm:pt modelId="{806D3A07-97E2-4482-B0E3-9F162DD91801}" type="sibTrans" cxnId="{C00BA0E3-CB2C-4286-A65E-5BDFD82BDC2C}">
      <dgm:prSet/>
      <dgm:spPr/>
      <dgm:t>
        <a:bodyPr/>
        <a:lstStyle/>
        <a:p>
          <a:endParaRPr lang="en-US"/>
        </a:p>
      </dgm:t>
    </dgm:pt>
    <dgm:pt modelId="{AFC95718-B819-4D2E-86A6-A31CD9720631}">
      <dgm:prSet/>
      <dgm:spPr/>
      <dgm:t>
        <a:bodyPr/>
        <a:lstStyle/>
        <a:p>
          <a:r>
            <a:rPr lang="en-GB" dirty="0"/>
            <a:t>Condition National Participation on Carbon Price / Feebate</a:t>
          </a:r>
          <a:endParaRPr lang="en-US" dirty="0"/>
        </a:p>
      </dgm:t>
    </dgm:pt>
    <dgm:pt modelId="{12DB51BD-F488-4A59-A82B-A4A1958BC524}" type="parTrans" cxnId="{D3F6B218-A366-40B0-B08A-AC5659261593}">
      <dgm:prSet/>
      <dgm:spPr/>
      <dgm:t>
        <a:bodyPr/>
        <a:lstStyle/>
        <a:p>
          <a:endParaRPr lang="en-US"/>
        </a:p>
      </dgm:t>
    </dgm:pt>
    <dgm:pt modelId="{779F0C83-A4E6-4A4C-BDB5-DD3D72E3421B}" type="sibTrans" cxnId="{D3F6B218-A366-40B0-B08A-AC5659261593}">
      <dgm:prSet/>
      <dgm:spPr/>
      <dgm:t>
        <a:bodyPr/>
        <a:lstStyle/>
        <a:p>
          <a:endParaRPr lang="en-US"/>
        </a:p>
      </dgm:t>
    </dgm:pt>
    <dgm:pt modelId="{1284826C-AB19-4C0A-AD7B-1091F7A72094}">
      <dgm:prSet/>
      <dgm:spPr/>
      <dgm:t>
        <a:bodyPr/>
        <a:lstStyle/>
        <a:p>
          <a:r>
            <a:rPr lang="en-GB" dirty="0"/>
            <a:t>Create </a:t>
          </a:r>
          <a:r>
            <a:rPr lang="en-GB" i="1" dirty="0"/>
            <a:t>Profitable </a:t>
          </a:r>
          <a:r>
            <a:rPr lang="en-GB" i="0" dirty="0"/>
            <a:t>Financing to Enable </a:t>
          </a:r>
          <a:r>
            <a:rPr lang="en-GB" i="1" dirty="0"/>
            <a:t>Rapid Scaling</a:t>
          </a:r>
          <a:endParaRPr lang="en-US" i="1" dirty="0"/>
        </a:p>
      </dgm:t>
    </dgm:pt>
    <dgm:pt modelId="{D576D50E-A2C4-44A3-A256-60CE0E3B3594}" type="parTrans" cxnId="{5CD0B541-DE0A-4085-9F4D-531A8B54111C}">
      <dgm:prSet/>
      <dgm:spPr/>
      <dgm:t>
        <a:bodyPr/>
        <a:lstStyle/>
        <a:p>
          <a:endParaRPr lang="en-US"/>
        </a:p>
      </dgm:t>
    </dgm:pt>
    <dgm:pt modelId="{B4C2E12F-031D-4ED4-8A66-21370E0B3DCA}" type="sibTrans" cxnId="{5CD0B541-DE0A-4085-9F4D-531A8B54111C}">
      <dgm:prSet/>
      <dgm:spPr/>
      <dgm:t>
        <a:bodyPr/>
        <a:lstStyle/>
        <a:p>
          <a:endParaRPr lang="en-US"/>
        </a:p>
      </dgm:t>
    </dgm:pt>
    <dgm:pt modelId="{FA7E4DA1-9A0D-4711-AA2E-4110A0D97C89}">
      <dgm:prSet/>
      <dgm:spPr/>
      <dgm:t>
        <a:bodyPr/>
        <a:lstStyle/>
        <a:p>
          <a:r>
            <a:rPr lang="en-GB" dirty="0"/>
            <a:t>Condition National Participation  on Nature Protection</a:t>
          </a:r>
          <a:endParaRPr lang="en-US" dirty="0"/>
        </a:p>
      </dgm:t>
    </dgm:pt>
    <dgm:pt modelId="{68BBE211-823B-47C3-88DC-356DBDE5B07A}" type="parTrans" cxnId="{0B96CC9F-E825-4120-9504-34C4B7949CE8}">
      <dgm:prSet/>
      <dgm:spPr/>
      <dgm:t>
        <a:bodyPr/>
        <a:lstStyle/>
        <a:p>
          <a:endParaRPr lang="en-US"/>
        </a:p>
      </dgm:t>
    </dgm:pt>
    <dgm:pt modelId="{CD0E64CA-B302-4FA6-942D-2FB6CF82E05E}" type="sibTrans" cxnId="{0B96CC9F-E825-4120-9504-34C4B7949CE8}">
      <dgm:prSet/>
      <dgm:spPr/>
      <dgm:t>
        <a:bodyPr/>
        <a:lstStyle/>
        <a:p>
          <a:endParaRPr lang="en-US"/>
        </a:p>
      </dgm:t>
    </dgm:pt>
    <dgm:pt modelId="{E1EFA48F-E99C-44D3-842A-8283B9E571AA}">
      <dgm:prSet/>
      <dgm:spPr/>
      <dgm:t>
        <a:bodyPr/>
        <a:lstStyle/>
        <a:p>
          <a:r>
            <a:rPr lang="en-GB" dirty="0"/>
            <a:t>Leverage scarce private capital</a:t>
          </a:r>
          <a:endParaRPr lang="en-US" dirty="0"/>
        </a:p>
      </dgm:t>
    </dgm:pt>
    <dgm:pt modelId="{3C495703-E227-4BEE-8D08-AA3F9A71B9BF}" type="parTrans" cxnId="{4856F20B-E69E-47AE-9A3A-1A1ACF9E9E1C}">
      <dgm:prSet/>
      <dgm:spPr/>
      <dgm:t>
        <a:bodyPr/>
        <a:lstStyle/>
        <a:p>
          <a:endParaRPr lang="en-US"/>
        </a:p>
      </dgm:t>
    </dgm:pt>
    <dgm:pt modelId="{CC5C1EC7-8D6D-4A60-B710-C3BFFD61FD77}" type="sibTrans" cxnId="{4856F20B-E69E-47AE-9A3A-1A1ACF9E9E1C}">
      <dgm:prSet/>
      <dgm:spPr/>
      <dgm:t>
        <a:bodyPr/>
        <a:lstStyle/>
        <a:p>
          <a:endParaRPr lang="en-US"/>
        </a:p>
      </dgm:t>
    </dgm:pt>
    <dgm:pt modelId="{9782A8DB-37B4-4272-87B9-2407FDCC6E03}" type="pres">
      <dgm:prSet presAssocID="{874F6CA9-6127-4729-ACAF-2836B5D28E94}" presName="cycle" presStyleCnt="0">
        <dgm:presLayoutVars>
          <dgm:chMax val="1"/>
          <dgm:dir/>
          <dgm:animLvl val="ctr"/>
          <dgm:resizeHandles val="exact"/>
        </dgm:presLayoutVars>
      </dgm:prSet>
      <dgm:spPr/>
    </dgm:pt>
    <dgm:pt modelId="{FE0EC7CE-A6A3-4B68-A90B-D5FE8CC3F1EA}" type="pres">
      <dgm:prSet presAssocID="{493394DA-B3D9-4014-8B9A-EA262B6C8338}" presName="centerShape" presStyleLbl="node0" presStyleIdx="0" presStyleCnt="1"/>
      <dgm:spPr/>
    </dgm:pt>
    <dgm:pt modelId="{46C3B9FF-24ED-4888-9F5D-644AC0F3BC47}" type="pres">
      <dgm:prSet presAssocID="{55A1CBF9-623C-4D62-9FCA-6E475834FC0C}" presName="Name9" presStyleLbl="parChTrans1D2" presStyleIdx="0" presStyleCnt="9"/>
      <dgm:spPr/>
    </dgm:pt>
    <dgm:pt modelId="{30F06B8E-1073-4379-BC5A-1DC792DBA663}" type="pres">
      <dgm:prSet presAssocID="{55A1CBF9-623C-4D62-9FCA-6E475834FC0C}" presName="connTx" presStyleLbl="parChTrans1D2" presStyleIdx="0" presStyleCnt="9"/>
      <dgm:spPr/>
    </dgm:pt>
    <dgm:pt modelId="{5A73C950-5247-456A-905B-C348A97B7B97}" type="pres">
      <dgm:prSet presAssocID="{1F926ABA-3C96-4014-B363-227DA32C705F}" presName="node" presStyleLbl="node1" presStyleIdx="0" presStyleCnt="9">
        <dgm:presLayoutVars>
          <dgm:bulletEnabled val="1"/>
        </dgm:presLayoutVars>
      </dgm:prSet>
      <dgm:spPr/>
    </dgm:pt>
    <dgm:pt modelId="{E8B18348-AD90-451E-BEA3-32E1A7E76DEE}" type="pres">
      <dgm:prSet presAssocID="{EA6CE300-CCC1-4F4A-8995-E932C8162383}" presName="Name9" presStyleLbl="parChTrans1D2" presStyleIdx="1" presStyleCnt="9"/>
      <dgm:spPr/>
    </dgm:pt>
    <dgm:pt modelId="{6AC740D0-9A38-471F-A4E1-5D54D5A14A17}" type="pres">
      <dgm:prSet presAssocID="{EA6CE300-CCC1-4F4A-8995-E932C8162383}" presName="connTx" presStyleLbl="parChTrans1D2" presStyleIdx="1" presStyleCnt="9"/>
      <dgm:spPr/>
    </dgm:pt>
    <dgm:pt modelId="{9FF6D09C-8715-4CFD-B911-B5089932394F}" type="pres">
      <dgm:prSet presAssocID="{5C662E1E-3789-477B-BA46-7058CB4BD924}" presName="node" presStyleLbl="node1" presStyleIdx="1" presStyleCnt="9">
        <dgm:presLayoutVars>
          <dgm:bulletEnabled val="1"/>
        </dgm:presLayoutVars>
      </dgm:prSet>
      <dgm:spPr/>
    </dgm:pt>
    <dgm:pt modelId="{88029FC3-BBE8-4794-9F33-84C683921EB5}" type="pres">
      <dgm:prSet presAssocID="{6EC8423B-C767-47B8-AA90-5B2EC68D47D4}" presName="Name9" presStyleLbl="parChTrans1D2" presStyleIdx="2" presStyleCnt="9"/>
      <dgm:spPr/>
    </dgm:pt>
    <dgm:pt modelId="{B65E9C1A-AD46-4C90-8125-5F0E2D34FAA7}" type="pres">
      <dgm:prSet presAssocID="{6EC8423B-C767-47B8-AA90-5B2EC68D47D4}" presName="connTx" presStyleLbl="parChTrans1D2" presStyleIdx="2" presStyleCnt="9"/>
      <dgm:spPr/>
    </dgm:pt>
    <dgm:pt modelId="{F5D230CE-B1F5-4C57-A48E-DADC27435534}" type="pres">
      <dgm:prSet presAssocID="{AC0808D0-4BA8-4B5A-84A2-315EE676950F}" presName="node" presStyleLbl="node1" presStyleIdx="2" presStyleCnt="9">
        <dgm:presLayoutVars>
          <dgm:bulletEnabled val="1"/>
        </dgm:presLayoutVars>
      </dgm:prSet>
      <dgm:spPr/>
    </dgm:pt>
    <dgm:pt modelId="{194116F3-D8F2-4355-8B5D-47A45A6E50A8}" type="pres">
      <dgm:prSet presAssocID="{F0985032-DDFE-4AD5-A59A-A3E4334D123E}" presName="Name9" presStyleLbl="parChTrans1D2" presStyleIdx="3" presStyleCnt="9"/>
      <dgm:spPr/>
    </dgm:pt>
    <dgm:pt modelId="{833E684E-2399-4DC3-B471-08A7EFD05C76}" type="pres">
      <dgm:prSet presAssocID="{F0985032-DDFE-4AD5-A59A-A3E4334D123E}" presName="connTx" presStyleLbl="parChTrans1D2" presStyleIdx="3" presStyleCnt="9"/>
      <dgm:spPr/>
    </dgm:pt>
    <dgm:pt modelId="{DBF92980-5AC2-44CE-9A97-5752BE06BCD6}" type="pres">
      <dgm:prSet presAssocID="{E0A2CC6D-547E-4BC4-B532-92F08C9809DC}" presName="node" presStyleLbl="node1" presStyleIdx="3" presStyleCnt="9">
        <dgm:presLayoutVars>
          <dgm:bulletEnabled val="1"/>
        </dgm:presLayoutVars>
      </dgm:prSet>
      <dgm:spPr/>
    </dgm:pt>
    <dgm:pt modelId="{85ADC860-601C-4FA3-A003-066483A5B549}" type="pres">
      <dgm:prSet presAssocID="{12DB51BD-F488-4A59-A82B-A4A1958BC524}" presName="Name9" presStyleLbl="parChTrans1D2" presStyleIdx="4" presStyleCnt="9"/>
      <dgm:spPr/>
    </dgm:pt>
    <dgm:pt modelId="{6DB0C73A-2399-4DF7-AC3D-98CD21F2E637}" type="pres">
      <dgm:prSet presAssocID="{12DB51BD-F488-4A59-A82B-A4A1958BC524}" presName="connTx" presStyleLbl="parChTrans1D2" presStyleIdx="4" presStyleCnt="9"/>
      <dgm:spPr/>
    </dgm:pt>
    <dgm:pt modelId="{B9D95AC1-5CAD-45F2-9D98-049FE6FBFED4}" type="pres">
      <dgm:prSet presAssocID="{AFC95718-B819-4D2E-86A6-A31CD9720631}" presName="node" presStyleLbl="node1" presStyleIdx="4" presStyleCnt="9" custRadScaleRad="98967" custRadScaleInc="4986">
        <dgm:presLayoutVars>
          <dgm:bulletEnabled val="1"/>
        </dgm:presLayoutVars>
      </dgm:prSet>
      <dgm:spPr/>
    </dgm:pt>
    <dgm:pt modelId="{3FCFE672-977C-4EBB-9F87-6E74FC497C75}" type="pres">
      <dgm:prSet presAssocID="{68BBE211-823B-47C3-88DC-356DBDE5B07A}" presName="Name9" presStyleLbl="parChTrans1D2" presStyleIdx="5" presStyleCnt="9"/>
      <dgm:spPr/>
    </dgm:pt>
    <dgm:pt modelId="{FDC3F5B7-1F68-41E5-9C84-3B5E820E701F}" type="pres">
      <dgm:prSet presAssocID="{68BBE211-823B-47C3-88DC-356DBDE5B07A}" presName="connTx" presStyleLbl="parChTrans1D2" presStyleIdx="5" presStyleCnt="9"/>
      <dgm:spPr/>
    </dgm:pt>
    <dgm:pt modelId="{D4FB77E5-BBC5-4E6A-A09B-0BF5AF060F6F}" type="pres">
      <dgm:prSet presAssocID="{FA7E4DA1-9A0D-4711-AA2E-4110A0D97C89}" presName="node" presStyleLbl="node1" presStyleIdx="5" presStyleCnt="9">
        <dgm:presLayoutVars>
          <dgm:bulletEnabled val="1"/>
        </dgm:presLayoutVars>
      </dgm:prSet>
      <dgm:spPr/>
    </dgm:pt>
    <dgm:pt modelId="{CFA66D31-D76B-4ED5-9742-36A93B8F96E6}" type="pres">
      <dgm:prSet presAssocID="{3C495703-E227-4BEE-8D08-AA3F9A71B9BF}" presName="Name9" presStyleLbl="parChTrans1D2" presStyleIdx="6" presStyleCnt="9"/>
      <dgm:spPr/>
    </dgm:pt>
    <dgm:pt modelId="{4FC52C78-5FE5-463E-87EF-D1C9A6375028}" type="pres">
      <dgm:prSet presAssocID="{3C495703-E227-4BEE-8D08-AA3F9A71B9BF}" presName="connTx" presStyleLbl="parChTrans1D2" presStyleIdx="6" presStyleCnt="9"/>
      <dgm:spPr/>
    </dgm:pt>
    <dgm:pt modelId="{63EBF98A-0963-405B-A909-BCE61FAC58AE}" type="pres">
      <dgm:prSet presAssocID="{E1EFA48F-E99C-44D3-842A-8283B9E571AA}" presName="node" presStyleLbl="node1" presStyleIdx="6" presStyleCnt="9">
        <dgm:presLayoutVars>
          <dgm:bulletEnabled val="1"/>
        </dgm:presLayoutVars>
      </dgm:prSet>
      <dgm:spPr/>
    </dgm:pt>
    <dgm:pt modelId="{7B9A0C05-CADF-490F-AEE8-8ED8963CDB50}" type="pres">
      <dgm:prSet presAssocID="{D576D50E-A2C4-44A3-A256-60CE0E3B3594}" presName="Name9" presStyleLbl="parChTrans1D2" presStyleIdx="7" presStyleCnt="9"/>
      <dgm:spPr/>
    </dgm:pt>
    <dgm:pt modelId="{429BA634-000B-468A-A10C-B4524EB5F8C8}" type="pres">
      <dgm:prSet presAssocID="{D576D50E-A2C4-44A3-A256-60CE0E3B3594}" presName="connTx" presStyleLbl="parChTrans1D2" presStyleIdx="7" presStyleCnt="9"/>
      <dgm:spPr/>
    </dgm:pt>
    <dgm:pt modelId="{9AF4C8BD-92D8-4FEC-A152-C2E7386C9063}" type="pres">
      <dgm:prSet presAssocID="{1284826C-AB19-4C0A-AD7B-1091F7A72094}" presName="node" presStyleLbl="node1" presStyleIdx="7" presStyleCnt="9">
        <dgm:presLayoutVars>
          <dgm:bulletEnabled val="1"/>
        </dgm:presLayoutVars>
      </dgm:prSet>
      <dgm:spPr/>
    </dgm:pt>
    <dgm:pt modelId="{A5BA1941-4F7B-422A-BA8F-FBF65901AE07}" type="pres">
      <dgm:prSet presAssocID="{38A7971D-6166-46DB-99EA-F5632EB3A5B6}" presName="Name9" presStyleLbl="parChTrans1D2" presStyleIdx="8" presStyleCnt="9"/>
      <dgm:spPr/>
    </dgm:pt>
    <dgm:pt modelId="{CA15E630-0E8D-4EC5-B32C-AE2816A6B9EC}" type="pres">
      <dgm:prSet presAssocID="{38A7971D-6166-46DB-99EA-F5632EB3A5B6}" presName="connTx" presStyleLbl="parChTrans1D2" presStyleIdx="8" presStyleCnt="9"/>
      <dgm:spPr/>
    </dgm:pt>
    <dgm:pt modelId="{701B94B9-5EEC-482F-B3F3-11BAF470D8FE}" type="pres">
      <dgm:prSet presAssocID="{EEFBF585-85B3-405E-9FCF-E3C78F4AD973}" presName="node" presStyleLbl="node1" presStyleIdx="8" presStyleCnt="9">
        <dgm:presLayoutVars>
          <dgm:bulletEnabled val="1"/>
        </dgm:presLayoutVars>
      </dgm:prSet>
      <dgm:spPr/>
    </dgm:pt>
  </dgm:ptLst>
  <dgm:cxnLst>
    <dgm:cxn modelId="{C8850902-77EC-4FD3-9783-3FD768AFAEEE}" srcId="{493394DA-B3D9-4014-8B9A-EA262B6C8338}" destId="{EEFBF585-85B3-405E-9FCF-E3C78F4AD973}" srcOrd="8" destOrd="0" parTransId="{38A7971D-6166-46DB-99EA-F5632EB3A5B6}" sibTransId="{91E69456-6614-4243-8CCD-D725F24F7B96}"/>
    <dgm:cxn modelId="{8D092505-20E5-483A-8240-7DB78482515A}" type="presOf" srcId="{55A1CBF9-623C-4D62-9FCA-6E475834FC0C}" destId="{46C3B9FF-24ED-4888-9F5D-644AC0F3BC47}" srcOrd="0" destOrd="0" presId="urn:microsoft.com/office/officeart/2005/8/layout/radial1"/>
    <dgm:cxn modelId="{622A7006-13E1-4E2E-9C90-528CE09FF7A4}" type="presOf" srcId="{D576D50E-A2C4-44A3-A256-60CE0E3B3594}" destId="{429BA634-000B-468A-A10C-B4524EB5F8C8}" srcOrd="1" destOrd="0" presId="urn:microsoft.com/office/officeart/2005/8/layout/radial1"/>
    <dgm:cxn modelId="{A9190A09-BA56-4312-9D0E-FBDD599BD9D5}" type="presOf" srcId="{12DB51BD-F488-4A59-A82B-A4A1958BC524}" destId="{85ADC860-601C-4FA3-A003-066483A5B549}" srcOrd="0" destOrd="0" presId="urn:microsoft.com/office/officeart/2005/8/layout/radial1"/>
    <dgm:cxn modelId="{D5787609-80A5-4FC3-9B86-7371DB0A2BF2}" srcId="{493394DA-B3D9-4014-8B9A-EA262B6C8338}" destId="{1F926ABA-3C96-4014-B363-227DA32C705F}" srcOrd="0" destOrd="0" parTransId="{55A1CBF9-623C-4D62-9FCA-6E475834FC0C}" sibTransId="{C1E68A47-93B2-40AA-90AC-E9208DCACFF1}"/>
    <dgm:cxn modelId="{7015970A-3F8C-45CE-A76D-22760D6374F0}" type="presOf" srcId="{AC0808D0-4BA8-4B5A-84A2-315EE676950F}" destId="{F5D230CE-B1F5-4C57-A48E-DADC27435534}" srcOrd="0" destOrd="0" presId="urn:microsoft.com/office/officeart/2005/8/layout/radial1"/>
    <dgm:cxn modelId="{4856F20B-E69E-47AE-9A3A-1A1ACF9E9E1C}" srcId="{493394DA-B3D9-4014-8B9A-EA262B6C8338}" destId="{E1EFA48F-E99C-44D3-842A-8283B9E571AA}" srcOrd="6" destOrd="0" parTransId="{3C495703-E227-4BEE-8D08-AA3F9A71B9BF}" sibTransId="{CC5C1EC7-8D6D-4A60-B710-C3BFFD61FD77}"/>
    <dgm:cxn modelId="{8E33F415-0D38-4A6B-865E-6D4B6D050857}" type="presOf" srcId="{68BBE211-823B-47C3-88DC-356DBDE5B07A}" destId="{3FCFE672-977C-4EBB-9F87-6E74FC497C75}" srcOrd="0" destOrd="0" presId="urn:microsoft.com/office/officeart/2005/8/layout/radial1"/>
    <dgm:cxn modelId="{D3F6B218-A366-40B0-B08A-AC5659261593}" srcId="{493394DA-B3D9-4014-8B9A-EA262B6C8338}" destId="{AFC95718-B819-4D2E-86A6-A31CD9720631}" srcOrd="4" destOrd="0" parTransId="{12DB51BD-F488-4A59-A82B-A4A1958BC524}" sibTransId="{779F0C83-A4E6-4A4C-BDB5-DD3D72E3421B}"/>
    <dgm:cxn modelId="{A7C7681D-B910-4F03-A680-BE84120AA9DC}" type="presOf" srcId="{3C495703-E227-4BEE-8D08-AA3F9A71B9BF}" destId="{CFA66D31-D76B-4ED5-9742-36A93B8F96E6}" srcOrd="0" destOrd="0" presId="urn:microsoft.com/office/officeart/2005/8/layout/radial1"/>
    <dgm:cxn modelId="{C2FA452F-1879-4F11-A1C6-AD7A1352346D}" type="presOf" srcId="{F0985032-DDFE-4AD5-A59A-A3E4334D123E}" destId="{194116F3-D8F2-4355-8B5D-47A45A6E50A8}" srcOrd="0" destOrd="0" presId="urn:microsoft.com/office/officeart/2005/8/layout/radial1"/>
    <dgm:cxn modelId="{B565A438-555D-4B8D-A051-8AE3322C321E}" type="presOf" srcId="{EA6CE300-CCC1-4F4A-8995-E932C8162383}" destId="{6AC740D0-9A38-471F-A4E1-5D54D5A14A17}" srcOrd="1" destOrd="0" presId="urn:microsoft.com/office/officeart/2005/8/layout/radial1"/>
    <dgm:cxn modelId="{5CD0B541-DE0A-4085-9F4D-531A8B54111C}" srcId="{493394DA-B3D9-4014-8B9A-EA262B6C8338}" destId="{1284826C-AB19-4C0A-AD7B-1091F7A72094}" srcOrd="7" destOrd="0" parTransId="{D576D50E-A2C4-44A3-A256-60CE0E3B3594}" sibTransId="{B4C2E12F-031D-4ED4-8A66-21370E0B3DCA}"/>
    <dgm:cxn modelId="{2B33CF42-94C6-47EE-AF84-1D66FE1F39BC}" type="presOf" srcId="{55A1CBF9-623C-4D62-9FCA-6E475834FC0C}" destId="{30F06B8E-1073-4379-BC5A-1DC792DBA663}" srcOrd="1" destOrd="0" presId="urn:microsoft.com/office/officeart/2005/8/layout/radial1"/>
    <dgm:cxn modelId="{D2E69064-B5C1-416C-B5B9-96040B4E70F6}" type="presOf" srcId="{1F926ABA-3C96-4014-B363-227DA32C705F}" destId="{5A73C950-5247-456A-905B-C348A97B7B97}" srcOrd="0" destOrd="0" presId="urn:microsoft.com/office/officeart/2005/8/layout/radial1"/>
    <dgm:cxn modelId="{DD934565-FC2B-4DAE-A9B7-78EDF9454E03}" type="presOf" srcId="{38A7971D-6166-46DB-99EA-F5632EB3A5B6}" destId="{A5BA1941-4F7B-422A-BA8F-FBF65901AE07}" srcOrd="0" destOrd="0" presId="urn:microsoft.com/office/officeart/2005/8/layout/radial1"/>
    <dgm:cxn modelId="{90D1E16D-9DD1-40B0-80CF-22BE1D7CD70E}" type="presOf" srcId="{6EC8423B-C767-47B8-AA90-5B2EC68D47D4}" destId="{B65E9C1A-AD46-4C90-8125-5F0E2D34FAA7}" srcOrd="1" destOrd="0" presId="urn:microsoft.com/office/officeart/2005/8/layout/radial1"/>
    <dgm:cxn modelId="{0BB8EA78-0F81-42CB-9561-39977E6F9EA2}" type="presOf" srcId="{EA6CE300-CCC1-4F4A-8995-E932C8162383}" destId="{E8B18348-AD90-451E-BEA3-32E1A7E76DEE}" srcOrd="0" destOrd="0" presId="urn:microsoft.com/office/officeart/2005/8/layout/radial1"/>
    <dgm:cxn modelId="{10291A79-8DAE-4F0F-A60F-86B26890AC83}" type="presOf" srcId="{FA7E4DA1-9A0D-4711-AA2E-4110A0D97C89}" destId="{D4FB77E5-BBC5-4E6A-A09B-0BF5AF060F6F}" srcOrd="0" destOrd="0" presId="urn:microsoft.com/office/officeart/2005/8/layout/radial1"/>
    <dgm:cxn modelId="{7093DB5A-F97D-4771-AD15-34F014A451CD}" type="presOf" srcId="{F0985032-DDFE-4AD5-A59A-A3E4334D123E}" destId="{833E684E-2399-4DC3-B471-08A7EFD05C76}" srcOrd="1" destOrd="0" presId="urn:microsoft.com/office/officeart/2005/8/layout/radial1"/>
    <dgm:cxn modelId="{5C3D2E7E-12C2-4715-A0D5-942866DC67F8}" type="presOf" srcId="{1284826C-AB19-4C0A-AD7B-1091F7A72094}" destId="{9AF4C8BD-92D8-4FEC-A152-C2E7386C9063}" srcOrd="0" destOrd="0" presId="urn:microsoft.com/office/officeart/2005/8/layout/radial1"/>
    <dgm:cxn modelId="{468AC17E-641B-4D74-85AD-885235DD980F}" type="presOf" srcId="{3C495703-E227-4BEE-8D08-AA3F9A71B9BF}" destId="{4FC52C78-5FE5-463E-87EF-D1C9A6375028}" srcOrd="1" destOrd="0" presId="urn:microsoft.com/office/officeart/2005/8/layout/radial1"/>
    <dgm:cxn modelId="{C2EB7480-6146-4959-B137-87A8D63FDB52}" type="presOf" srcId="{38A7971D-6166-46DB-99EA-F5632EB3A5B6}" destId="{CA15E630-0E8D-4EC5-B32C-AE2816A6B9EC}" srcOrd="1" destOrd="0" presId="urn:microsoft.com/office/officeart/2005/8/layout/radial1"/>
    <dgm:cxn modelId="{74024484-DDE4-48D4-B033-7EF4AB1640EF}" srcId="{874F6CA9-6127-4729-ACAF-2836B5D28E94}" destId="{493394DA-B3D9-4014-8B9A-EA262B6C8338}" srcOrd="0" destOrd="0" parTransId="{696C1AC9-4298-4DB0-B4D3-A0BA3598E1CA}" sibTransId="{55B00000-3A1B-4D8C-8346-A4F7314A2896}"/>
    <dgm:cxn modelId="{407FE386-27E9-4D25-ACA5-EB00B4FA2895}" srcId="{493394DA-B3D9-4014-8B9A-EA262B6C8338}" destId="{5C662E1E-3789-477B-BA46-7058CB4BD924}" srcOrd="1" destOrd="0" parTransId="{EA6CE300-CCC1-4F4A-8995-E932C8162383}" sibTransId="{67020EC8-2096-4FDF-AB43-1BF5D87B924C}"/>
    <dgm:cxn modelId="{B717C38B-0576-4799-82BB-94B88D755AEB}" type="presOf" srcId="{D576D50E-A2C4-44A3-A256-60CE0E3B3594}" destId="{7B9A0C05-CADF-490F-AEE8-8ED8963CDB50}" srcOrd="0" destOrd="0" presId="urn:microsoft.com/office/officeart/2005/8/layout/radial1"/>
    <dgm:cxn modelId="{7A963B92-1A7C-440A-9726-A109D3052447}" type="presOf" srcId="{E0A2CC6D-547E-4BC4-B532-92F08C9809DC}" destId="{DBF92980-5AC2-44CE-9A97-5752BE06BCD6}" srcOrd="0" destOrd="0" presId="urn:microsoft.com/office/officeart/2005/8/layout/radial1"/>
    <dgm:cxn modelId="{0B96CC9F-E825-4120-9504-34C4B7949CE8}" srcId="{493394DA-B3D9-4014-8B9A-EA262B6C8338}" destId="{FA7E4DA1-9A0D-4711-AA2E-4110A0D97C89}" srcOrd="5" destOrd="0" parTransId="{68BBE211-823B-47C3-88DC-356DBDE5B07A}" sibTransId="{CD0E64CA-B302-4FA6-942D-2FB6CF82E05E}"/>
    <dgm:cxn modelId="{306C6AA9-3503-44A1-8C47-08C746C02526}" type="presOf" srcId="{12DB51BD-F488-4A59-A82B-A4A1958BC524}" destId="{6DB0C73A-2399-4DF7-AC3D-98CD21F2E637}" srcOrd="1" destOrd="0" presId="urn:microsoft.com/office/officeart/2005/8/layout/radial1"/>
    <dgm:cxn modelId="{CF3D2DB0-62FC-4B85-8980-A17BABB0B11A}" type="presOf" srcId="{EEFBF585-85B3-405E-9FCF-E3C78F4AD973}" destId="{701B94B9-5EEC-482F-B3F3-11BAF470D8FE}" srcOrd="0" destOrd="0" presId="urn:microsoft.com/office/officeart/2005/8/layout/radial1"/>
    <dgm:cxn modelId="{1A3483B2-4947-45E7-A327-889DB4B431F9}" type="presOf" srcId="{5C662E1E-3789-477B-BA46-7058CB4BD924}" destId="{9FF6D09C-8715-4CFD-B911-B5089932394F}" srcOrd="0" destOrd="0" presId="urn:microsoft.com/office/officeart/2005/8/layout/radial1"/>
    <dgm:cxn modelId="{795D8EB3-E708-46C9-9802-918BCDEE7DD1}" type="presOf" srcId="{6EC8423B-C767-47B8-AA90-5B2EC68D47D4}" destId="{88029FC3-BBE8-4794-9F33-84C683921EB5}" srcOrd="0" destOrd="0" presId="urn:microsoft.com/office/officeart/2005/8/layout/radial1"/>
    <dgm:cxn modelId="{4FB67AC4-BD3F-40F5-A6F1-588DCC565702}" type="presOf" srcId="{68BBE211-823B-47C3-88DC-356DBDE5B07A}" destId="{FDC3F5B7-1F68-41E5-9C84-3B5E820E701F}" srcOrd="1" destOrd="0" presId="urn:microsoft.com/office/officeart/2005/8/layout/radial1"/>
    <dgm:cxn modelId="{D6128CCB-8764-4272-AC8E-77962DC11197}" type="presOf" srcId="{AFC95718-B819-4D2E-86A6-A31CD9720631}" destId="{B9D95AC1-5CAD-45F2-9D98-049FE6FBFED4}" srcOrd="0" destOrd="0" presId="urn:microsoft.com/office/officeart/2005/8/layout/radial1"/>
    <dgm:cxn modelId="{834A90DE-1371-46FC-8F3F-2DA17778B30D}" type="presOf" srcId="{874F6CA9-6127-4729-ACAF-2836B5D28E94}" destId="{9782A8DB-37B4-4272-87B9-2407FDCC6E03}" srcOrd="0" destOrd="0" presId="urn:microsoft.com/office/officeart/2005/8/layout/radial1"/>
    <dgm:cxn modelId="{C00BA0E3-CB2C-4286-A65E-5BDFD82BDC2C}" srcId="{493394DA-B3D9-4014-8B9A-EA262B6C8338}" destId="{E0A2CC6D-547E-4BC4-B532-92F08C9809DC}" srcOrd="3" destOrd="0" parTransId="{F0985032-DDFE-4AD5-A59A-A3E4334D123E}" sibTransId="{806D3A07-97E2-4482-B0E3-9F162DD91801}"/>
    <dgm:cxn modelId="{B976F6F0-13BF-47FB-B08A-BCC277EBC6BD}" type="presOf" srcId="{493394DA-B3D9-4014-8B9A-EA262B6C8338}" destId="{FE0EC7CE-A6A3-4B68-A90B-D5FE8CC3F1EA}" srcOrd="0" destOrd="0" presId="urn:microsoft.com/office/officeart/2005/8/layout/radial1"/>
    <dgm:cxn modelId="{E2A2EFF3-7D28-4F2A-9524-B1C8A1A2D23E}" type="presOf" srcId="{E1EFA48F-E99C-44D3-842A-8283B9E571AA}" destId="{63EBF98A-0963-405B-A909-BCE61FAC58AE}" srcOrd="0" destOrd="0" presId="urn:microsoft.com/office/officeart/2005/8/layout/radial1"/>
    <dgm:cxn modelId="{929F40FC-9D76-437A-9F5C-7A464C0C61A1}" srcId="{493394DA-B3D9-4014-8B9A-EA262B6C8338}" destId="{AC0808D0-4BA8-4B5A-84A2-315EE676950F}" srcOrd="2" destOrd="0" parTransId="{6EC8423B-C767-47B8-AA90-5B2EC68D47D4}" sibTransId="{3B43268E-63E1-4F6B-A609-736118BE9447}"/>
    <dgm:cxn modelId="{2EDEB26B-CE70-439E-8E19-E3039A82A431}" type="presParOf" srcId="{9782A8DB-37B4-4272-87B9-2407FDCC6E03}" destId="{FE0EC7CE-A6A3-4B68-A90B-D5FE8CC3F1EA}" srcOrd="0" destOrd="0" presId="urn:microsoft.com/office/officeart/2005/8/layout/radial1"/>
    <dgm:cxn modelId="{5F5CE4C3-3803-4D81-AFE9-A7A7CDF55C02}" type="presParOf" srcId="{9782A8DB-37B4-4272-87B9-2407FDCC6E03}" destId="{46C3B9FF-24ED-4888-9F5D-644AC0F3BC47}" srcOrd="1" destOrd="0" presId="urn:microsoft.com/office/officeart/2005/8/layout/radial1"/>
    <dgm:cxn modelId="{15F9CB2D-D262-4FB7-A206-DE03B47DDA8F}" type="presParOf" srcId="{46C3B9FF-24ED-4888-9F5D-644AC0F3BC47}" destId="{30F06B8E-1073-4379-BC5A-1DC792DBA663}" srcOrd="0" destOrd="0" presId="urn:microsoft.com/office/officeart/2005/8/layout/radial1"/>
    <dgm:cxn modelId="{71033D1D-EBF6-4E7C-93A8-F52B066DECBF}" type="presParOf" srcId="{9782A8DB-37B4-4272-87B9-2407FDCC6E03}" destId="{5A73C950-5247-456A-905B-C348A97B7B97}" srcOrd="2" destOrd="0" presId="urn:microsoft.com/office/officeart/2005/8/layout/radial1"/>
    <dgm:cxn modelId="{7908A8E1-F0C6-4D17-AE10-C136AFCCC2FB}" type="presParOf" srcId="{9782A8DB-37B4-4272-87B9-2407FDCC6E03}" destId="{E8B18348-AD90-451E-BEA3-32E1A7E76DEE}" srcOrd="3" destOrd="0" presId="urn:microsoft.com/office/officeart/2005/8/layout/radial1"/>
    <dgm:cxn modelId="{D3111993-0FCB-4242-ACAE-65E5D1932B00}" type="presParOf" srcId="{E8B18348-AD90-451E-BEA3-32E1A7E76DEE}" destId="{6AC740D0-9A38-471F-A4E1-5D54D5A14A17}" srcOrd="0" destOrd="0" presId="urn:microsoft.com/office/officeart/2005/8/layout/radial1"/>
    <dgm:cxn modelId="{728716AD-06A4-4E75-82A0-BBA5E1C065B6}" type="presParOf" srcId="{9782A8DB-37B4-4272-87B9-2407FDCC6E03}" destId="{9FF6D09C-8715-4CFD-B911-B5089932394F}" srcOrd="4" destOrd="0" presId="urn:microsoft.com/office/officeart/2005/8/layout/radial1"/>
    <dgm:cxn modelId="{178B65D7-C1F8-4DF2-9E52-73E3112CED88}" type="presParOf" srcId="{9782A8DB-37B4-4272-87B9-2407FDCC6E03}" destId="{88029FC3-BBE8-4794-9F33-84C683921EB5}" srcOrd="5" destOrd="0" presId="urn:microsoft.com/office/officeart/2005/8/layout/radial1"/>
    <dgm:cxn modelId="{6E5341ED-8D50-42D1-B772-4E5FF522FFDB}" type="presParOf" srcId="{88029FC3-BBE8-4794-9F33-84C683921EB5}" destId="{B65E9C1A-AD46-4C90-8125-5F0E2D34FAA7}" srcOrd="0" destOrd="0" presId="urn:microsoft.com/office/officeart/2005/8/layout/radial1"/>
    <dgm:cxn modelId="{69F4A30D-C42C-4E3E-ABF8-5C63CBB5E438}" type="presParOf" srcId="{9782A8DB-37B4-4272-87B9-2407FDCC6E03}" destId="{F5D230CE-B1F5-4C57-A48E-DADC27435534}" srcOrd="6" destOrd="0" presId="urn:microsoft.com/office/officeart/2005/8/layout/radial1"/>
    <dgm:cxn modelId="{A1B91D5B-C86E-4F5A-AC8A-CB1C1FAE5EC1}" type="presParOf" srcId="{9782A8DB-37B4-4272-87B9-2407FDCC6E03}" destId="{194116F3-D8F2-4355-8B5D-47A45A6E50A8}" srcOrd="7" destOrd="0" presId="urn:microsoft.com/office/officeart/2005/8/layout/radial1"/>
    <dgm:cxn modelId="{F93F37DD-BD4F-4AAE-B072-C891E46C0752}" type="presParOf" srcId="{194116F3-D8F2-4355-8B5D-47A45A6E50A8}" destId="{833E684E-2399-4DC3-B471-08A7EFD05C76}" srcOrd="0" destOrd="0" presId="urn:microsoft.com/office/officeart/2005/8/layout/radial1"/>
    <dgm:cxn modelId="{2E620609-2989-4C13-AC45-5C1F805EC057}" type="presParOf" srcId="{9782A8DB-37B4-4272-87B9-2407FDCC6E03}" destId="{DBF92980-5AC2-44CE-9A97-5752BE06BCD6}" srcOrd="8" destOrd="0" presId="urn:microsoft.com/office/officeart/2005/8/layout/radial1"/>
    <dgm:cxn modelId="{870773D0-2311-45A5-A462-254504091FE6}" type="presParOf" srcId="{9782A8DB-37B4-4272-87B9-2407FDCC6E03}" destId="{85ADC860-601C-4FA3-A003-066483A5B549}" srcOrd="9" destOrd="0" presId="urn:microsoft.com/office/officeart/2005/8/layout/radial1"/>
    <dgm:cxn modelId="{E01B3EBC-66B9-43B7-9E3E-AC20E3A44940}" type="presParOf" srcId="{85ADC860-601C-4FA3-A003-066483A5B549}" destId="{6DB0C73A-2399-4DF7-AC3D-98CD21F2E637}" srcOrd="0" destOrd="0" presId="urn:microsoft.com/office/officeart/2005/8/layout/radial1"/>
    <dgm:cxn modelId="{BC31BF4E-D0EA-45FA-A800-4ABEBB9B1086}" type="presParOf" srcId="{9782A8DB-37B4-4272-87B9-2407FDCC6E03}" destId="{B9D95AC1-5CAD-45F2-9D98-049FE6FBFED4}" srcOrd="10" destOrd="0" presId="urn:microsoft.com/office/officeart/2005/8/layout/radial1"/>
    <dgm:cxn modelId="{0438DD86-7952-43AE-B8C4-D3B7A8426157}" type="presParOf" srcId="{9782A8DB-37B4-4272-87B9-2407FDCC6E03}" destId="{3FCFE672-977C-4EBB-9F87-6E74FC497C75}" srcOrd="11" destOrd="0" presId="urn:microsoft.com/office/officeart/2005/8/layout/radial1"/>
    <dgm:cxn modelId="{2592A463-8723-4445-9763-2E36802B7275}" type="presParOf" srcId="{3FCFE672-977C-4EBB-9F87-6E74FC497C75}" destId="{FDC3F5B7-1F68-41E5-9C84-3B5E820E701F}" srcOrd="0" destOrd="0" presId="urn:microsoft.com/office/officeart/2005/8/layout/radial1"/>
    <dgm:cxn modelId="{9D3A4DD7-1D94-4B13-A361-698D4B74622F}" type="presParOf" srcId="{9782A8DB-37B4-4272-87B9-2407FDCC6E03}" destId="{D4FB77E5-BBC5-4E6A-A09B-0BF5AF060F6F}" srcOrd="12" destOrd="0" presId="urn:microsoft.com/office/officeart/2005/8/layout/radial1"/>
    <dgm:cxn modelId="{35435693-B67D-4A93-AAF7-CA46C83C6DF1}" type="presParOf" srcId="{9782A8DB-37B4-4272-87B9-2407FDCC6E03}" destId="{CFA66D31-D76B-4ED5-9742-36A93B8F96E6}" srcOrd="13" destOrd="0" presId="urn:microsoft.com/office/officeart/2005/8/layout/radial1"/>
    <dgm:cxn modelId="{B340E5D6-CB03-4035-915B-E07DBF9184B4}" type="presParOf" srcId="{CFA66D31-D76B-4ED5-9742-36A93B8F96E6}" destId="{4FC52C78-5FE5-463E-87EF-D1C9A6375028}" srcOrd="0" destOrd="0" presId="urn:microsoft.com/office/officeart/2005/8/layout/radial1"/>
    <dgm:cxn modelId="{3BBDE21A-1F9A-4748-9593-3096B85894AB}" type="presParOf" srcId="{9782A8DB-37B4-4272-87B9-2407FDCC6E03}" destId="{63EBF98A-0963-405B-A909-BCE61FAC58AE}" srcOrd="14" destOrd="0" presId="urn:microsoft.com/office/officeart/2005/8/layout/radial1"/>
    <dgm:cxn modelId="{5CBF70F9-EEFF-47F7-AA48-5F39CC99D82E}" type="presParOf" srcId="{9782A8DB-37B4-4272-87B9-2407FDCC6E03}" destId="{7B9A0C05-CADF-490F-AEE8-8ED8963CDB50}" srcOrd="15" destOrd="0" presId="urn:microsoft.com/office/officeart/2005/8/layout/radial1"/>
    <dgm:cxn modelId="{C9546D79-DF04-4ECE-9BA7-2648334AFB6B}" type="presParOf" srcId="{7B9A0C05-CADF-490F-AEE8-8ED8963CDB50}" destId="{429BA634-000B-468A-A10C-B4524EB5F8C8}" srcOrd="0" destOrd="0" presId="urn:microsoft.com/office/officeart/2005/8/layout/radial1"/>
    <dgm:cxn modelId="{47331236-8DE9-41ED-A999-59B372799099}" type="presParOf" srcId="{9782A8DB-37B4-4272-87B9-2407FDCC6E03}" destId="{9AF4C8BD-92D8-4FEC-A152-C2E7386C9063}" srcOrd="16" destOrd="0" presId="urn:microsoft.com/office/officeart/2005/8/layout/radial1"/>
    <dgm:cxn modelId="{4CB9725F-401B-4F9F-8DEB-4EB158418F61}" type="presParOf" srcId="{9782A8DB-37B4-4272-87B9-2407FDCC6E03}" destId="{A5BA1941-4F7B-422A-BA8F-FBF65901AE07}" srcOrd="17" destOrd="0" presId="urn:microsoft.com/office/officeart/2005/8/layout/radial1"/>
    <dgm:cxn modelId="{C3209C91-0FC6-4753-B8ED-90FCD71CCC05}" type="presParOf" srcId="{A5BA1941-4F7B-422A-BA8F-FBF65901AE07}" destId="{CA15E630-0E8D-4EC5-B32C-AE2816A6B9EC}" srcOrd="0" destOrd="0" presId="urn:microsoft.com/office/officeart/2005/8/layout/radial1"/>
    <dgm:cxn modelId="{C8B1CA00-A057-46FC-BF06-37B2E2E35D6E}" type="presParOf" srcId="{9782A8DB-37B4-4272-87B9-2407FDCC6E03}" destId="{701B94B9-5EEC-482F-B3F3-11BAF470D8FE}" srcOrd="18"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0EC7CE-A6A3-4B68-A90B-D5FE8CC3F1EA}">
      <dsp:nvSpPr>
        <dsp:cNvPr id="0" name=""/>
        <dsp:cNvSpPr/>
      </dsp:nvSpPr>
      <dsp:spPr>
        <a:xfrm>
          <a:off x="4144506" y="2644738"/>
          <a:ext cx="1389378" cy="13893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GB" sz="1900" i="1" kern="1200" dirty="0"/>
            <a:t>Better Climate Finance!</a:t>
          </a:r>
          <a:endParaRPr lang="en-US" sz="1900" kern="1200" dirty="0"/>
        </a:p>
      </dsp:txBody>
      <dsp:txXfrm>
        <a:off x="4347976" y="2848208"/>
        <a:ext cx="982438" cy="982438"/>
      </dsp:txXfrm>
    </dsp:sp>
    <dsp:sp modelId="{46C3B9FF-24ED-4888-9F5D-644AC0F3BC47}">
      <dsp:nvSpPr>
        <dsp:cNvPr id="0" name=""/>
        <dsp:cNvSpPr/>
      </dsp:nvSpPr>
      <dsp:spPr>
        <a:xfrm rot="16200000">
          <a:off x="4213116" y="2005740"/>
          <a:ext cx="1252157" cy="25839"/>
        </a:xfrm>
        <a:custGeom>
          <a:avLst/>
          <a:gdLst/>
          <a:ahLst/>
          <a:cxnLst/>
          <a:rect l="0" t="0" r="0" b="0"/>
          <a:pathLst>
            <a:path>
              <a:moveTo>
                <a:pt x="0" y="12919"/>
              </a:moveTo>
              <a:lnTo>
                <a:pt x="1252157" y="12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07891" y="1987356"/>
        <a:ext cx="62607" cy="62607"/>
      </dsp:txXfrm>
    </dsp:sp>
    <dsp:sp modelId="{5A73C950-5247-456A-905B-C348A97B7B97}">
      <dsp:nvSpPr>
        <dsp:cNvPr id="0" name=""/>
        <dsp:cNvSpPr/>
      </dsp:nvSpPr>
      <dsp:spPr>
        <a:xfrm>
          <a:off x="4144506" y="3203"/>
          <a:ext cx="1389378" cy="13893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dirty="0"/>
            <a:t>Plan the Transition</a:t>
          </a:r>
        </a:p>
      </dsp:txBody>
      <dsp:txXfrm>
        <a:off x="4347976" y="206673"/>
        <a:ext cx="982438" cy="982438"/>
      </dsp:txXfrm>
    </dsp:sp>
    <dsp:sp modelId="{E8B18348-AD90-451E-BEA3-32E1A7E76DEE}">
      <dsp:nvSpPr>
        <dsp:cNvPr id="0" name=""/>
        <dsp:cNvSpPr/>
      </dsp:nvSpPr>
      <dsp:spPr>
        <a:xfrm rot="18600000">
          <a:off x="5062090" y="2314741"/>
          <a:ext cx="1252157" cy="25839"/>
        </a:xfrm>
        <a:custGeom>
          <a:avLst/>
          <a:gdLst/>
          <a:ahLst/>
          <a:cxnLst/>
          <a:rect l="0" t="0" r="0" b="0"/>
          <a:pathLst>
            <a:path>
              <a:moveTo>
                <a:pt x="0" y="12919"/>
              </a:moveTo>
              <a:lnTo>
                <a:pt x="1252157" y="12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56864" y="2296357"/>
        <a:ext cx="62607" cy="62607"/>
      </dsp:txXfrm>
    </dsp:sp>
    <dsp:sp modelId="{9FF6D09C-8715-4CFD-B911-B5089932394F}">
      <dsp:nvSpPr>
        <dsp:cNvPr id="0" name=""/>
        <dsp:cNvSpPr/>
      </dsp:nvSpPr>
      <dsp:spPr>
        <a:xfrm>
          <a:off x="5842452" y="621205"/>
          <a:ext cx="1389378" cy="13893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t>Create   Global Incentives</a:t>
          </a:r>
          <a:endParaRPr lang="en-US" sz="1100" kern="1200" dirty="0"/>
        </a:p>
      </dsp:txBody>
      <dsp:txXfrm>
        <a:off x="6045922" y="824675"/>
        <a:ext cx="982438" cy="982438"/>
      </dsp:txXfrm>
    </dsp:sp>
    <dsp:sp modelId="{88029FC3-BBE8-4794-9F33-84C683921EB5}">
      <dsp:nvSpPr>
        <dsp:cNvPr id="0" name=""/>
        <dsp:cNvSpPr/>
      </dsp:nvSpPr>
      <dsp:spPr>
        <a:xfrm rot="21000000">
          <a:off x="5513819" y="3097159"/>
          <a:ext cx="1252157" cy="25839"/>
        </a:xfrm>
        <a:custGeom>
          <a:avLst/>
          <a:gdLst/>
          <a:ahLst/>
          <a:cxnLst/>
          <a:rect l="0" t="0" r="0" b="0"/>
          <a:pathLst>
            <a:path>
              <a:moveTo>
                <a:pt x="0" y="12919"/>
              </a:moveTo>
              <a:lnTo>
                <a:pt x="1252157" y="12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08594" y="3078775"/>
        <a:ext cx="62607" cy="62607"/>
      </dsp:txXfrm>
    </dsp:sp>
    <dsp:sp modelId="{F5D230CE-B1F5-4C57-A48E-DADC27435534}">
      <dsp:nvSpPr>
        <dsp:cNvPr id="0" name=""/>
        <dsp:cNvSpPr/>
      </dsp:nvSpPr>
      <dsp:spPr>
        <a:xfrm>
          <a:off x="6745911" y="2186040"/>
          <a:ext cx="1389378" cy="13893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t>Reduce financial cost of Green transition</a:t>
          </a:r>
          <a:endParaRPr lang="en-US" sz="1100" kern="1200" dirty="0"/>
        </a:p>
      </dsp:txBody>
      <dsp:txXfrm>
        <a:off x="6949381" y="2389510"/>
        <a:ext cx="982438" cy="982438"/>
      </dsp:txXfrm>
    </dsp:sp>
    <dsp:sp modelId="{194116F3-D8F2-4355-8B5D-47A45A6E50A8}">
      <dsp:nvSpPr>
        <dsp:cNvPr id="0" name=""/>
        <dsp:cNvSpPr/>
      </dsp:nvSpPr>
      <dsp:spPr>
        <a:xfrm rot="1800000">
          <a:off x="5356935" y="3986892"/>
          <a:ext cx="1252157" cy="25839"/>
        </a:xfrm>
        <a:custGeom>
          <a:avLst/>
          <a:gdLst/>
          <a:ahLst/>
          <a:cxnLst/>
          <a:rect l="0" t="0" r="0" b="0"/>
          <a:pathLst>
            <a:path>
              <a:moveTo>
                <a:pt x="0" y="12919"/>
              </a:moveTo>
              <a:lnTo>
                <a:pt x="1252157" y="12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951710" y="3968508"/>
        <a:ext cx="62607" cy="62607"/>
      </dsp:txXfrm>
    </dsp:sp>
    <dsp:sp modelId="{DBF92980-5AC2-44CE-9A97-5752BE06BCD6}">
      <dsp:nvSpPr>
        <dsp:cNvPr id="0" name=""/>
        <dsp:cNvSpPr/>
      </dsp:nvSpPr>
      <dsp:spPr>
        <a:xfrm>
          <a:off x="6432143" y="3965506"/>
          <a:ext cx="1389378" cy="13893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t>Create a universal basic capital fund for Everyone on the Planet</a:t>
          </a:r>
          <a:endParaRPr lang="en-US" sz="1100" kern="1200" dirty="0"/>
        </a:p>
      </dsp:txBody>
      <dsp:txXfrm>
        <a:off x="6635613" y="4168976"/>
        <a:ext cx="982438" cy="982438"/>
      </dsp:txXfrm>
    </dsp:sp>
    <dsp:sp modelId="{85ADC860-601C-4FA3-A003-066483A5B549}">
      <dsp:nvSpPr>
        <dsp:cNvPr id="0" name=""/>
        <dsp:cNvSpPr/>
      </dsp:nvSpPr>
      <dsp:spPr>
        <a:xfrm rot="4259832">
          <a:off x="4652378" y="4562397"/>
          <a:ext cx="1224870" cy="25839"/>
        </a:xfrm>
        <a:custGeom>
          <a:avLst/>
          <a:gdLst/>
          <a:ahLst/>
          <a:cxnLst/>
          <a:rect l="0" t="0" r="0" b="0"/>
          <a:pathLst>
            <a:path>
              <a:moveTo>
                <a:pt x="0" y="12919"/>
              </a:moveTo>
              <a:lnTo>
                <a:pt x="1224870" y="12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34192" y="4544695"/>
        <a:ext cx="61243" cy="61243"/>
      </dsp:txXfrm>
    </dsp:sp>
    <dsp:sp modelId="{B9D95AC1-5CAD-45F2-9D98-049FE6FBFED4}">
      <dsp:nvSpPr>
        <dsp:cNvPr id="0" name=""/>
        <dsp:cNvSpPr/>
      </dsp:nvSpPr>
      <dsp:spPr>
        <a:xfrm>
          <a:off x="4995743" y="5116517"/>
          <a:ext cx="1389378" cy="13893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t>Condition National Participation on Carbon Price / Feebate</a:t>
          </a:r>
          <a:endParaRPr lang="en-US" sz="1100" kern="1200" dirty="0"/>
        </a:p>
      </dsp:txBody>
      <dsp:txXfrm>
        <a:off x="5199213" y="5319987"/>
        <a:ext cx="982438" cy="982438"/>
      </dsp:txXfrm>
    </dsp:sp>
    <dsp:sp modelId="{3FCFE672-977C-4EBB-9F87-6E74FC497C75}">
      <dsp:nvSpPr>
        <dsp:cNvPr id="0" name=""/>
        <dsp:cNvSpPr/>
      </dsp:nvSpPr>
      <dsp:spPr>
        <a:xfrm rot="6600000">
          <a:off x="3761387" y="4567623"/>
          <a:ext cx="1252157" cy="25839"/>
        </a:xfrm>
        <a:custGeom>
          <a:avLst/>
          <a:gdLst/>
          <a:ahLst/>
          <a:cxnLst/>
          <a:rect l="0" t="0" r="0" b="0"/>
          <a:pathLst>
            <a:path>
              <a:moveTo>
                <a:pt x="0" y="12919"/>
              </a:moveTo>
              <a:lnTo>
                <a:pt x="1252157" y="12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4356162" y="4549239"/>
        <a:ext cx="62607" cy="62607"/>
      </dsp:txXfrm>
    </dsp:sp>
    <dsp:sp modelId="{D4FB77E5-BBC5-4E6A-A09B-0BF5AF060F6F}">
      <dsp:nvSpPr>
        <dsp:cNvPr id="0" name=""/>
        <dsp:cNvSpPr/>
      </dsp:nvSpPr>
      <dsp:spPr>
        <a:xfrm>
          <a:off x="3241047" y="5126970"/>
          <a:ext cx="1389378" cy="13893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t>Condition National Participation  on Nature Protection</a:t>
          </a:r>
          <a:endParaRPr lang="en-US" sz="1100" kern="1200" dirty="0"/>
        </a:p>
      </dsp:txBody>
      <dsp:txXfrm>
        <a:off x="3444517" y="5330440"/>
        <a:ext cx="982438" cy="982438"/>
      </dsp:txXfrm>
    </dsp:sp>
    <dsp:sp modelId="{CFA66D31-D76B-4ED5-9742-36A93B8F96E6}">
      <dsp:nvSpPr>
        <dsp:cNvPr id="0" name=""/>
        <dsp:cNvSpPr/>
      </dsp:nvSpPr>
      <dsp:spPr>
        <a:xfrm rot="9000000">
          <a:off x="3069298" y="3986892"/>
          <a:ext cx="1252157" cy="25839"/>
        </a:xfrm>
        <a:custGeom>
          <a:avLst/>
          <a:gdLst/>
          <a:ahLst/>
          <a:cxnLst/>
          <a:rect l="0" t="0" r="0" b="0"/>
          <a:pathLst>
            <a:path>
              <a:moveTo>
                <a:pt x="0" y="12919"/>
              </a:moveTo>
              <a:lnTo>
                <a:pt x="1252157" y="12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664073" y="3968508"/>
        <a:ext cx="62607" cy="62607"/>
      </dsp:txXfrm>
    </dsp:sp>
    <dsp:sp modelId="{63EBF98A-0963-405B-A909-BCE61FAC58AE}">
      <dsp:nvSpPr>
        <dsp:cNvPr id="0" name=""/>
        <dsp:cNvSpPr/>
      </dsp:nvSpPr>
      <dsp:spPr>
        <a:xfrm>
          <a:off x="1856869" y="3965506"/>
          <a:ext cx="1389378" cy="13893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t>Leverage scarce private capital</a:t>
          </a:r>
          <a:endParaRPr lang="en-US" sz="1100" kern="1200" dirty="0"/>
        </a:p>
      </dsp:txBody>
      <dsp:txXfrm>
        <a:off x="2060339" y="4168976"/>
        <a:ext cx="982438" cy="982438"/>
      </dsp:txXfrm>
    </dsp:sp>
    <dsp:sp modelId="{7B9A0C05-CADF-490F-AEE8-8ED8963CDB50}">
      <dsp:nvSpPr>
        <dsp:cNvPr id="0" name=""/>
        <dsp:cNvSpPr/>
      </dsp:nvSpPr>
      <dsp:spPr>
        <a:xfrm rot="11400000">
          <a:off x="2912414" y="3097159"/>
          <a:ext cx="1252157" cy="25839"/>
        </a:xfrm>
        <a:custGeom>
          <a:avLst/>
          <a:gdLst/>
          <a:ahLst/>
          <a:cxnLst/>
          <a:rect l="0" t="0" r="0" b="0"/>
          <a:pathLst>
            <a:path>
              <a:moveTo>
                <a:pt x="0" y="12919"/>
              </a:moveTo>
              <a:lnTo>
                <a:pt x="1252157" y="12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507189" y="3078775"/>
        <a:ext cx="62607" cy="62607"/>
      </dsp:txXfrm>
    </dsp:sp>
    <dsp:sp modelId="{9AF4C8BD-92D8-4FEC-A152-C2E7386C9063}">
      <dsp:nvSpPr>
        <dsp:cNvPr id="0" name=""/>
        <dsp:cNvSpPr/>
      </dsp:nvSpPr>
      <dsp:spPr>
        <a:xfrm>
          <a:off x="1543101" y="2186040"/>
          <a:ext cx="1389378" cy="13893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t>Create </a:t>
          </a:r>
          <a:r>
            <a:rPr lang="en-GB" sz="1100" i="1" kern="1200" dirty="0"/>
            <a:t>Profitable </a:t>
          </a:r>
          <a:r>
            <a:rPr lang="en-GB" sz="1100" i="0" kern="1200" dirty="0"/>
            <a:t>Financing to Enable </a:t>
          </a:r>
          <a:r>
            <a:rPr lang="en-GB" sz="1100" i="1" kern="1200" dirty="0"/>
            <a:t>Rapid Scaling</a:t>
          </a:r>
          <a:endParaRPr lang="en-US" sz="1100" i="1" kern="1200" dirty="0"/>
        </a:p>
      </dsp:txBody>
      <dsp:txXfrm>
        <a:off x="1746571" y="2389510"/>
        <a:ext cx="982438" cy="982438"/>
      </dsp:txXfrm>
    </dsp:sp>
    <dsp:sp modelId="{A5BA1941-4F7B-422A-BA8F-FBF65901AE07}">
      <dsp:nvSpPr>
        <dsp:cNvPr id="0" name=""/>
        <dsp:cNvSpPr/>
      </dsp:nvSpPr>
      <dsp:spPr>
        <a:xfrm rot="13800000">
          <a:off x="3364143" y="2314741"/>
          <a:ext cx="1252157" cy="25839"/>
        </a:xfrm>
        <a:custGeom>
          <a:avLst/>
          <a:gdLst/>
          <a:ahLst/>
          <a:cxnLst/>
          <a:rect l="0" t="0" r="0" b="0"/>
          <a:pathLst>
            <a:path>
              <a:moveTo>
                <a:pt x="0" y="12919"/>
              </a:moveTo>
              <a:lnTo>
                <a:pt x="1252157" y="12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958918" y="2296357"/>
        <a:ext cx="62607" cy="62607"/>
      </dsp:txXfrm>
    </dsp:sp>
    <dsp:sp modelId="{701B94B9-5EEC-482F-B3F3-11BAF470D8FE}">
      <dsp:nvSpPr>
        <dsp:cNvPr id="0" name=""/>
        <dsp:cNvSpPr/>
      </dsp:nvSpPr>
      <dsp:spPr>
        <a:xfrm>
          <a:off x="2446559" y="621205"/>
          <a:ext cx="1389378" cy="13893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t>Outcompete Fiscal and Monetary Policy</a:t>
          </a:r>
          <a:endParaRPr lang="en-US" sz="1100" kern="1200" dirty="0"/>
        </a:p>
      </dsp:txBody>
      <dsp:txXfrm>
        <a:off x="2650029" y="824675"/>
        <a:ext cx="982438" cy="982438"/>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CB0D32-FD53-41AB-9088-5C0D4E9A792D}" type="datetimeFigureOut">
              <a:rPr lang="en-US" smtClean="0"/>
              <a:t>2/12/2023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6187EF-2A4E-4EAA-BF35-FB36C0AA87EA}" type="slidenum">
              <a:rPr lang="en-US" smtClean="0"/>
              <a:t>‹#›</a:t>
            </a:fld>
            <a:endParaRPr lang="en-US"/>
          </a:p>
        </p:txBody>
      </p:sp>
    </p:spTree>
    <p:extLst>
      <p:ext uri="{BB962C8B-B14F-4D97-AF65-F5344CB8AC3E}">
        <p14:creationId xmlns:p14="http://schemas.microsoft.com/office/powerpoint/2010/main" val="1665523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d4fa90703e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d4fa90703e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2673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d4fa90703e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d4fa90703e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d4fa90703e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d4fa90703e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6796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d4fa90703e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d4fa90703e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d4fa90703e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d4fa90703e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d874572920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d874572920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d4fa90703e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d4fa90703e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3553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d662894581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d662894581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1607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d662894581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d662894581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0338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d662894581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d66289458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782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1E8A1-6DA8-4496-BCE8-03ED561CC4E5}"/>
              </a:ext>
            </a:extLst>
          </p:cNvPr>
          <p:cNvSpPr>
            <a:spLocks noGrp="1"/>
          </p:cNvSpPr>
          <p:nvPr>
            <p:ph type="ctrTitle"/>
          </p:nvPr>
        </p:nvSpPr>
        <p:spPr>
          <a:xfrm>
            <a:off x="838200" y="365760"/>
            <a:ext cx="10515600" cy="2890202"/>
          </a:xfrm>
        </p:spPr>
        <p:txBody>
          <a:bodyPr anchor="b">
            <a:normAutofit/>
          </a:bodyPr>
          <a:lstStyle>
            <a:lvl1pPr algn="l">
              <a:defRPr sz="6600"/>
            </a:lvl1pPr>
          </a:lstStyle>
          <a:p>
            <a:r>
              <a:rPr lang="en-US" dirty="0"/>
              <a:t>Click to edit Master title style</a:t>
            </a:r>
          </a:p>
        </p:txBody>
      </p:sp>
      <p:sp>
        <p:nvSpPr>
          <p:cNvPr id="3" name="Subtitle 2">
            <a:extLst>
              <a:ext uri="{FF2B5EF4-FFF2-40B4-BE49-F238E27FC236}">
                <a16:creationId xmlns:a16="http://schemas.microsoft.com/office/drawing/2014/main" id="{3EB24CCC-3D44-4BB5-AA35-A21607EF69A4}"/>
              </a:ext>
            </a:extLst>
          </p:cNvPr>
          <p:cNvSpPr>
            <a:spLocks noGrp="1"/>
          </p:cNvSpPr>
          <p:nvPr>
            <p:ph type="subTitle" idx="1"/>
          </p:nvPr>
        </p:nvSpPr>
        <p:spPr>
          <a:xfrm>
            <a:off x="838200" y="3506150"/>
            <a:ext cx="10515600" cy="2483488"/>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301F80F6-1855-44E9-BA95-5E00A06E786D}"/>
              </a:ext>
            </a:extLst>
          </p:cNvPr>
          <p:cNvSpPr>
            <a:spLocks noGrp="1"/>
          </p:cNvSpPr>
          <p:nvPr>
            <p:ph type="dt" sz="half" idx="10"/>
          </p:nvPr>
        </p:nvSpPr>
        <p:spPr/>
        <p:txBody>
          <a:bodyPr/>
          <a:lstStyle/>
          <a:p>
            <a:fld id="{FD2766A6-3C10-4AB8-86A1-BB1F0CDA7EFE}" type="datetimeFigureOut">
              <a:rPr lang="en-US" smtClean="0"/>
              <a:t>2/12/2023</a:t>
            </a:fld>
            <a:endParaRPr lang="en-US"/>
          </a:p>
        </p:txBody>
      </p:sp>
      <p:sp>
        <p:nvSpPr>
          <p:cNvPr id="5" name="Footer Placeholder 4">
            <a:extLst>
              <a:ext uri="{FF2B5EF4-FFF2-40B4-BE49-F238E27FC236}">
                <a16:creationId xmlns:a16="http://schemas.microsoft.com/office/drawing/2014/main" id="{873D7FFD-570A-4968-B943-AF87BB679D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CE6A8-0665-4714-B241-6AFBA8C6F807}"/>
              </a:ext>
            </a:extLst>
          </p:cNvPr>
          <p:cNvSpPr>
            <a:spLocks noGrp="1"/>
          </p:cNvSpPr>
          <p:nvPr>
            <p:ph type="sldNum" sz="quarter" idx="12"/>
          </p:nvPr>
        </p:nvSpPr>
        <p:spPr/>
        <p:txBody>
          <a:bodyPr/>
          <a:lstStyle/>
          <a:p>
            <a:fld id="{D3060201-1C40-4B39-813D-5CD9493BAEED}" type="slidenum">
              <a:rPr lang="en-US" smtClean="0"/>
              <a:t>‹#›</a:t>
            </a:fld>
            <a:endParaRPr lang="en-US" dirty="0"/>
          </a:p>
        </p:txBody>
      </p:sp>
    </p:spTree>
    <p:extLst>
      <p:ext uri="{BB962C8B-B14F-4D97-AF65-F5344CB8AC3E}">
        <p14:creationId xmlns:p14="http://schemas.microsoft.com/office/powerpoint/2010/main" val="2600523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2A8A8-ECDA-4018-ABB4-CC22892BE8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90AE7C-51AF-4F0E-B5A3-8C7E1026C27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5F28C09-A717-49AB-B60E-433BC469258F}"/>
              </a:ext>
            </a:extLst>
          </p:cNvPr>
          <p:cNvSpPr>
            <a:spLocks noGrp="1"/>
          </p:cNvSpPr>
          <p:nvPr>
            <p:ph type="dt" sz="half" idx="10"/>
          </p:nvPr>
        </p:nvSpPr>
        <p:spPr/>
        <p:txBody>
          <a:bodyPr/>
          <a:lstStyle/>
          <a:p>
            <a:fld id="{FD2766A6-3C10-4AB8-86A1-BB1F0CDA7EFE}" type="datetimeFigureOut">
              <a:rPr lang="en-US" smtClean="0"/>
              <a:t>2/12/2023</a:t>
            </a:fld>
            <a:endParaRPr lang="en-US"/>
          </a:p>
        </p:txBody>
      </p:sp>
      <p:sp>
        <p:nvSpPr>
          <p:cNvPr id="5" name="Footer Placeholder 4">
            <a:extLst>
              <a:ext uri="{FF2B5EF4-FFF2-40B4-BE49-F238E27FC236}">
                <a16:creationId xmlns:a16="http://schemas.microsoft.com/office/drawing/2014/main" id="{1D11A47A-6E5A-4754-8B43-9CE556160B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ACA1EB-7AC7-4F86-90C0-AA980D88722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1930213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95957-C46F-4F17-BC8C-6507E676E916}"/>
              </a:ext>
            </a:extLst>
          </p:cNvPr>
          <p:cNvSpPr>
            <a:spLocks noGrp="1"/>
          </p:cNvSpPr>
          <p:nvPr>
            <p:ph type="title"/>
          </p:nvPr>
        </p:nvSpPr>
        <p:spPr>
          <a:xfrm>
            <a:off x="831850" y="365760"/>
            <a:ext cx="10515600" cy="3827868"/>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98D9661B-6633-4C8B-8B9C-E514DF851D3E}"/>
              </a:ext>
            </a:extLst>
          </p:cNvPr>
          <p:cNvSpPr>
            <a:spLocks noGrp="1"/>
          </p:cNvSpPr>
          <p:nvPr>
            <p:ph type="body" idx="1"/>
          </p:nvPr>
        </p:nvSpPr>
        <p:spPr>
          <a:xfrm>
            <a:off x="831850" y="4443817"/>
            <a:ext cx="10515600" cy="1645834"/>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B6274BF-C1CD-4709-B0A0-E9407DBEA73C}"/>
              </a:ext>
            </a:extLst>
          </p:cNvPr>
          <p:cNvSpPr>
            <a:spLocks noGrp="1"/>
          </p:cNvSpPr>
          <p:nvPr>
            <p:ph type="dt" sz="half" idx="10"/>
          </p:nvPr>
        </p:nvSpPr>
        <p:spPr/>
        <p:txBody>
          <a:bodyPr/>
          <a:lstStyle/>
          <a:p>
            <a:fld id="{FD2766A6-3C10-4AB8-86A1-BB1F0CDA7EFE}" type="datetimeFigureOut">
              <a:rPr lang="en-US" smtClean="0"/>
              <a:t>2/12/2023</a:t>
            </a:fld>
            <a:endParaRPr lang="en-US"/>
          </a:p>
        </p:txBody>
      </p:sp>
      <p:sp>
        <p:nvSpPr>
          <p:cNvPr id="5" name="Footer Placeholder 4">
            <a:extLst>
              <a:ext uri="{FF2B5EF4-FFF2-40B4-BE49-F238E27FC236}">
                <a16:creationId xmlns:a16="http://schemas.microsoft.com/office/drawing/2014/main" id="{CC9ADB94-0A5B-4B56-B0B1-1FF5580A47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CA668A-35AE-4CDF-AC4C-2BEEA9EE80F8}"/>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1199096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7F1FD-0E96-4963-9F09-92861572BB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79E5F0-B650-4AFF-B90E-23B378684D66}"/>
              </a:ext>
            </a:extLst>
          </p:cNvPr>
          <p:cNvSpPr>
            <a:spLocks noGrp="1"/>
          </p:cNvSpPr>
          <p:nvPr>
            <p:ph sz="half" idx="1"/>
          </p:nvPr>
        </p:nvSpPr>
        <p:spPr>
          <a:xfrm>
            <a:off x="838200" y="1940876"/>
            <a:ext cx="5181600" cy="42360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2D1747B-302D-476E-8F4F-E4B114C6624E}"/>
              </a:ext>
            </a:extLst>
          </p:cNvPr>
          <p:cNvSpPr>
            <a:spLocks noGrp="1"/>
          </p:cNvSpPr>
          <p:nvPr>
            <p:ph sz="half" idx="2"/>
          </p:nvPr>
        </p:nvSpPr>
        <p:spPr>
          <a:xfrm>
            <a:off x="6172200" y="1940876"/>
            <a:ext cx="5181600" cy="4236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40577D-22F7-4958-BB3D-6C9265EA1964}"/>
              </a:ext>
            </a:extLst>
          </p:cNvPr>
          <p:cNvSpPr>
            <a:spLocks noGrp="1"/>
          </p:cNvSpPr>
          <p:nvPr>
            <p:ph type="dt" sz="half" idx="10"/>
          </p:nvPr>
        </p:nvSpPr>
        <p:spPr/>
        <p:txBody>
          <a:bodyPr/>
          <a:lstStyle/>
          <a:p>
            <a:fld id="{FD2766A6-3C10-4AB8-86A1-BB1F0CDA7EFE}" type="datetimeFigureOut">
              <a:rPr lang="en-US" smtClean="0"/>
              <a:t>2/12/2023</a:t>
            </a:fld>
            <a:endParaRPr lang="en-US"/>
          </a:p>
        </p:txBody>
      </p:sp>
      <p:sp>
        <p:nvSpPr>
          <p:cNvPr id="6" name="Footer Placeholder 5">
            <a:extLst>
              <a:ext uri="{FF2B5EF4-FFF2-40B4-BE49-F238E27FC236}">
                <a16:creationId xmlns:a16="http://schemas.microsoft.com/office/drawing/2014/main" id="{71EC5B46-A8FB-4683-9618-3F6E073839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7887BD-93E9-4181-9D7F-940C3E1730FF}"/>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770053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63D79-FA27-4567-9032-AF722733E10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77C1BF-703F-4992-BB0C-EB1E579C7410}"/>
              </a:ext>
            </a:extLst>
          </p:cNvPr>
          <p:cNvSpPr>
            <a:spLocks noGrp="1"/>
          </p:cNvSpPr>
          <p:nvPr>
            <p:ph type="body" idx="1"/>
          </p:nvPr>
        </p:nvSpPr>
        <p:spPr>
          <a:xfrm>
            <a:off x="839788" y="1951823"/>
            <a:ext cx="5157787" cy="823912"/>
          </a:xfrm>
        </p:spPr>
        <p:txBody>
          <a:bodyPr anchor="b"/>
          <a:lstStyle>
            <a:lvl1pPr marL="0" indent="0">
              <a:buNone/>
              <a:defRPr lang="en-US" sz="2400" b="0" i="1" kern="120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2B2FCE1-6DC0-43B5-8016-89FD4AF5ABD2}"/>
              </a:ext>
            </a:extLst>
          </p:cNvPr>
          <p:cNvSpPr>
            <a:spLocks noGrp="1"/>
          </p:cNvSpPr>
          <p:nvPr>
            <p:ph sz="half" idx="2"/>
          </p:nvPr>
        </p:nvSpPr>
        <p:spPr>
          <a:xfrm>
            <a:off x="839788" y="2954741"/>
            <a:ext cx="5157787" cy="32349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62FED7A-67D0-43CC-889A-25F8849647F1}"/>
              </a:ext>
            </a:extLst>
          </p:cNvPr>
          <p:cNvSpPr>
            <a:spLocks noGrp="1"/>
          </p:cNvSpPr>
          <p:nvPr>
            <p:ph type="body" sz="quarter" idx="3"/>
          </p:nvPr>
        </p:nvSpPr>
        <p:spPr>
          <a:xfrm>
            <a:off x="6172200" y="1951823"/>
            <a:ext cx="5183188" cy="823912"/>
          </a:xfrm>
        </p:spPr>
        <p:txBody>
          <a:bodyPr anchor="b"/>
          <a:lstStyle>
            <a:lvl1pPr marL="0" indent="0">
              <a:buNone/>
              <a:defRPr lang="en-US" sz="2400" b="0" i="1" kern="120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731C176-48F2-44EC-B3A2-A144403D57FB}"/>
              </a:ext>
            </a:extLst>
          </p:cNvPr>
          <p:cNvSpPr>
            <a:spLocks noGrp="1"/>
          </p:cNvSpPr>
          <p:nvPr>
            <p:ph sz="quarter" idx="4"/>
          </p:nvPr>
        </p:nvSpPr>
        <p:spPr>
          <a:xfrm>
            <a:off x="6172200" y="2954741"/>
            <a:ext cx="5183188" cy="3234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9187B8-AC48-4FE7-8658-8A31E37311F6}"/>
              </a:ext>
            </a:extLst>
          </p:cNvPr>
          <p:cNvSpPr>
            <a:spLocks noGrp="1"/>
          </p:cNvSpPr>
          <p:nvPr>
            <p:ph type="dt" sz="half" idx="10"/>
          </p:nvPr>
        </p:nvSpPr>
        <p:spPr/>
        <p:txBody>
          <a:bodyPr/>
          <a:lstStyle/>
          <a:p>
            <a:fld id="{FD2766A6-3C10-4AB8-86A1-BB1F0CDA7EFE}" type="datetimeFigureOut">
              <a:rPr lang="en-US" smtClean="0"/>
              <a:t>2/12/2023</a:t>
            </a:fld>
            <a:endParaRPr lang="en-US"/>
          </a:p>
        </p:txBody>
      </p:sp>
      <p:sp>
        <p:nvSpPr>
          <p:cNvPr id="8" name="Footer Placeholder 7">
            <a:extLst>
              <a:ext uri="{FF2B5EF4-FFF2-40B4-BE49-F238E27FC236}">
                <a16:creationId xmlns:a16="http://schemas.microsoft.com/office/drawing/2014/main" id="{7CCAB465-E22E-45DC-89C9-406121BCED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F9D1CF-F964-4405-8677-5F9E2A02878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4274650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A3453-DD0F-41C0-8F4A-5DC343F5EB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4E6313-506F-4456-B3D9-D9655538F9FB}"/>
              </a:ext>
            </a:extLst>
          </p:cNvPr>
          <p:cNvSpPr>
            <a:spLocks noGrp="1"/>
          </p:cNvSpPr>
          <p:nvPr>
            <p:ph type="dt" sz="half" idx="10"/>
          </p:nvPr>
        </p:nvSpPr>
        <p:spPr/>
        <p:txBody>
          <a:bodyPr/>
          <a:lstStyle/>
          <a:p>
            <a:fld id="{FD2766A6-3C10-4AB8-86A1-BB1F0CDA7EFE}" type="datetimeFigureOut">
              <a:rPr lang="en-US" smtClean="0"/>
              <a:t>2/12/2023</a:t>
            </a:fld>
            <a:endParaRPr lang="en-US"/>
          </a:p>
        </p:txBody>
      </p:sp>
      <p:sp>
        <p:nvSpPr>
          <p:cNvPr id="4" name="Footer Placeholder 3">
            <a:extLst>
              <a:ext uri="{FF2B5EF4-FFF2-40B4-BE49-F238E27FC236}">
                <a16:creationId xmlns:a16="http://schemas.microsoft.com/office/drawing/2014/main" id="{E8F26068-7707-41EC-93EF-A24CAF8FFD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9C8A3C-8C01-4039-B47B-57D8497587A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938720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892633-8C77-419D-B24D-2B3D44DBA556}"/>
              </a:ext>
            </a:extLst>
          </p:cNvPr>
          <p:cNvSpPr>
            <a:spLocks noGrp="1"/>
          </p:cNvSpPr>
          <p:nvPr>
            <p:ph type="dt" sz="half" idx="10"/>
          </p:nvPr>
        </p:nvSpPr>
        <p:spPr/>
        <p:txBody>
          <a:bodyPr/>
          <a:lstStyle/>
          <a:p>
            <a:fld id="{FD2766A6-3C10-4AB8-86A1-BB1F0CDA7EFE}" type="datetimeFigureOut">
              <a:rPr lang="en-US" smtClean="0"/>
              <a:t>2/12/2023</a:t>
            </a:fld>
            <a:endParaRPr lang="en-US"/>
          </a:p>
        </p:txBody>
      </p:sp>
      <p:sp>
        <p:nvSpPr>
          <p:cNvPr id="3" name="Footer Placeholder 2">
            <a:extLst>
              <a:ext uri="{FF2B5EF4-FFF2-40B4-BE49-F238E27FC236}">
                <a16:creationId xmlns:a16="http://schemas.microsoft.com/office/drawing/2014/main" id="{FD149D59-0A88-4A14-A740-4CCD9B5264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A3DEF9-802F-444E-92D2-397862EEAB07}"/>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3954884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23C20-3881-4F15-94F7-9D7B9F9E357A}"/>
              </a:ext>
            </a:extLst>
          </p:cNvPr>
          <p:cNvSpPr>
            <a:spLocks noGrp="1"/>
          </p:cNvSpPr>
          <p:nvPr>
            <p:ph type="title"/>
          </p:nvPr>
        </p:nvSpPr>
        <p:spPr>
          <a:xfrm>
            <a:off x="839788" y="457200"/>
            <a:ext cx="4343400" cy="2971800"/>
          </a:xfrm>
        </p:spPr>
        <p:txBody>
          <a:bodyPr anchor="b">
            <a:noAutofit/>
          </a:bodyPr>
          <a:lstStyle>
            <a:lvl1pPr algn="l" defTabSz="914400" rtl="0" eaLnBrk="1" latinLnBrk="0" hangingPunct="1">
              <a:lnSpc>
                <a:spcPct val="100000"/>
              </a:lnSpc>
              <a:spcBef>
                <a:spcPct val="0"/>
              </a:spcBef>
              <a:buNone/>
              <a:defRPr lang="en-US" sz="5400" kern="1200" dirty="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a:lstStyle>
          <a:p>
            <a:r>
              <a:rPr lang="en-US" dirty="0"/>
              <a:t>Click to edit Master title style</a:t>
            </a:r>
          </a:p>
        </p:txBody>
      </p:sp>
      <p:sp>
        <p:nvSpPr>
          <p:cNvPr id="3" name="Content Placeholder 2">
            <a:extLst>
              <a:ext uri="{FF2B5EF4-FFF2-40B4-BE49-F238E27FC236}">
                <a16:creationId xmlns:a16="http://schemas.microsoft.com/office/drawing/2014/main" id="{B268F40F-6C2A-48EC-8F16-DA179A1DA375}"/>
              </a:ext>
            </a:extLst>
          </p:cNvPr>
          <p:cNvSpPr>
            <a:spLocks noGrp="1"/>
          </p:cNvSpPr>
          <p:nvPr>
            <p:ph idx="1"/>
          </p:nvPr>
        </p:nvSpPr>
        <p:spPr>
          <a:xfrm>
            <a:off x="5554638" y="457201"/>
            <a:ext cx="5800749" cy="5403850"/>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6736B7E-D33D-48C7-97AC-5C0D9874FE53}"/>
              </a:ext>
            </a:extLst>
          </p:cNvPr>
          <p:cNvSpPr>
            <a:spLocks noGrp="1"/>
          </p:cNvSpPr>
          <p:nvPr>
            <p:ph type="body" sz="half" idx="2"/>
          </p:nvPr>
        </p:nvSpPr>
        <p:spPr>
          <a:xfrm>
            <a:off x="839788" y="3657600"/>
            <a:ext cx="4343400" cy="2211387"/>
          </a:xfrm>
        </p:spPr>
        <p:txBody>
          <a:bodyPr>
            <a:normAutofit/>
          </a:bodyPr>
          <a:lstStyle>
            <a:lvl1pPr marL="0" indent="0">
              <a:buNone/>
              <a:defRPr lang="en-US" sz="2400" i="1" kern="1200" dirty="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Font typeface="Arial" panose="020B0604020202020204" pitchFamily="34" charset="0"/>
              <a:buNone/>
            </a:pPr>
            <a:r>
              <a:rPr lang="en-US" dirty="0"/>
              <a:t>Click to edit Master text styles</a:t>
            </a:r>
          </a:p>
        </p:txBody>
      </p:sp>
      <p:sp>
        <p:nvSpPr>
          <p:cNvPr id="5" name="Date Placeholder 4">
            <a:extLst>
              <a:ext uri="{FF2B5EF4-FFF2-40B4-BE49-F238E27FC236}">
                <a16:creationId xmlns:a16="http://schemas.microsoft.com/office/drawing/2014/main" id="{E9149BC5-FF58-463A-B4FA-F0F912F1234F}"/>
              </a:ext>
            </a:extLst>
          </p:cNvPr>
          <p:cNvSpPr>
            <a:spLocks noGrp="1"/>
          </p:cNvSpPr>
          <p:nvPr>
            <p:ph type="dt" sz="half" idx="10"/>
          </p:nvPr>
        </p:nvSpPr>
        <p:spPr/>
        <p:txBody>
          <a:bodyPr/>
          <a:lstStyle/>
          <a:p>
            <a:fld id="{FD2766A6-3C10-4AB8-86A1-BB1F0CDA7EFE}" type="datetimeFigureOut">
              <a:rPr lang="en-US" smtClean="0"/>
              <a:t>2/12/2023</a:t>
            </a:fld>
            <a:endParaRPr lang="en-US"/>
          </a:p>
        </p:txBody>
      </p:sp>
      <p:sp>
        <p:nvSpPr>
          <p:cNvPr id="6" name="Footer Placeholder 5">
            <a:extLst>
              <a:ext uri="{FF2B5EF4-FFF2-40B4-BE49-F238E27FC236}">
                <a16:creationId xmlns:a16="http://schemas.microsoft.com/office/drawing/2014/main" id="{947072D7-4A2A-407F-A084-6AE8DD0016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D4C41C-C368-475C-BDC1-DC5B29C7800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319279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F67B0-865B-44ED-9DFE-36C73B0C8B43}"/>
              </a:ext>
            </a:extLst>
          </p:cNvPr>
          <p:cNvSpPr>
            <a:spLocks noGrp="1"/>
          </p:cNvSpPr>
          <p:nvPr>
            <p:ph type="title"/>
          </p:nvPr>
        </p:nvSpPr>
        <p:spPr>
          <a:xfrm>
            <a:off x="839788" y="457200"/>
            <a:ext cx="4343400" cy="2971800"/>
          </a:xfrm>
        </p:spPr>
        <p:txBody>
          <a:bodyPr anchor="b">
            <a:noAutofit/>
          </a:bodyPr>
          <a:lstStyle>
            <a:lvl1pPr algn="l" defTabSz="914400" rtl="0" eaLnBrk="1" latinLnBrk="0" hangingPunct="1">
              <a:lnSpc>
                <a:spcPct val="100000"/>
              </a:lnSpc>
              <a:spcBef>
                <a:spcPct val="0"/>
              </a:spcBef>
              <a:buNone/>
              <a:defRPr lang="en-US" sz="5400" kern="1200" dirty="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a:lstStyle>
          <a:p>
            <a:r>
              <a:rPr lang="en-US" dirty="0"/>
              <a:t>Click to edit Master title style</a:t>
            </a:r>
          </a:p>
        </p:txBody>
      </p:sp>
      <p:sp>
        <p:nvSpPr>
          <p:cNvPr id="3" name="Picture Placeholder 2">
            <a:extLst>
              <a:ext uri="{FF2B5EF4-FFF2-40B4-BE49-F238E27FC236}">
                <a16:creationId xmlns:a16="http://schemas.microsoft.com/office/drawing/2014/main" id="{B73C5CF7-138A-437C-9E0A-FF4179970319}"/>
              </a:ext>
            </a:extLst>
          </p:cNvPr>
          <p:cNvSpPr>
            <a:spLocks noGrp="1"/>
          </p:cNvSpPr>
          <p:nvPr>
            <p:ph type="pic" idx="1"/>
          </p:nvPr>
        </p:nvSpPr>
        <p:spPr>
          <a:xfrm>
            <a:off x="5561462" y="457201"/>
            <a:ext cx="5793925"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117822-7770-4117-96A2-8D2FF0A01044}"/>
              </a:ext>
            </a:extLst>
          </p:cNvPr>
          <p:cNvSpPr>
            <a:spLocks noGrp="1"/>
          </p:cNvSpPr>
          <p:nvPr>
            <p:ph type="body" sz="half" idx="2"/>
          </p:nvPr>
        </p:nvSpPr>
        <p:spPr>
          <a:xfrm>
            <a:off x="839788" y="3664424"/>
            <a:ext cx="4343400" cy="2204564"/>
          </a:xfrm>
        </p:spPr>
        <p:txBody>
          <a:bodyPr>
            <a:normAutofit/>
          </a:bodyPr>
          <a:lstStyle>
            <a:lvl1pPr marL="0" indent="0">
              <a:buNone/>
              <a:defRPr lang="en-US" sz="2400" i="1" kern="1200" dirty="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Font typeface="Arial" panose="020B0604020202020204" pitchFamily="34" charset="0"/>
              <a:buNone/>
            </a:pPr>
            <a:r>
              <a:rPr lang="en-US" dirty="0"/>
              <a:t>Click to edit Master text styles</a:t>
            </a:r>
          </a:p>
        </p:txBody>
      </p:sp>
      <p:sp>
        <p:nvSpPr>
          <p:cNvPr id="5" name="Date Placeholder 4">
            <a:extLst>
              <a:ext uri="{FF2B5EF4-FFF2-40B4-BE49-F238E27FC236}">
                <a16:creationId xmlns:a16="http://schemas.microsoft.com/office/drawing/2014/main" id="{11295030-39C7-4814-A766-1A3E094EBA15}"/>
              </a:ext>
            </a:extLst>
          </p:cNvPr>
          <p:cNvSpPr>
            <a:spLocks noGrp="1"/>
          </p:cNvSpPr>
          <p:nvPr>
            <p:ph type="dt" sz="half" idx="10"/>
          </p:nvPr>
        </p:nvSpPr>
        <p:spPr/>
        <p:txBody>
          <a:bodyPr/>
          <a:lstStyle/>
          <a:p>
            <a:fld id="{FD2766A6-3C10-4AB8-86A1-BB1F0CDA7EFE}" type="datetimeFigureOut">
              <a:rPr lang="en-US" smtClean="0"/>
              <a:t>2/12/2023</a:t>
            </a:fld>
            <a:endParaRPr lang="en-US"/>
          </a:p>
        </p:txBody>
      </p:sp>
      <p:sp>
        <p:nvSpPr>
          <p:cNvPr id="6" name="Footer Placeholder 5">
            <a:extLst>
              <a:ext uri="{FF2B5EF4-FFF2-40B4-BE49-F238E27FC236}">
                <a16:creationId xmlns:a16="http://schemas.microsoft.com/office/drawing/2014/main" id="{B91F02CD-DC87-47B6-96C4-F6470B1D8F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CFF531-02C2-4C1D-A692-7040378066C7}"/>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1860390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26EC-DC54-4882-9D58-F201EA25C4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804E7C-4CBA-49AF-B24C-1A1FF51C21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D3C727-C0C7-4BBA-9CF5-6C1FAC76B10C}"/>
              </a:ext>
            </a:extLst>
          </p:cNvPr>
          <p:cNvSpPr>
            <a:spLocks noGrp="1"/>
          </p:cNvSpPr>
          <p:nvPr>
            <p:ph type="dt" sz="half" idx="10"/>
          </p:nvPr>
        </p:nvSpPr>
        <p:spPr/>
        <p:txBody>
          <a:bodyPr/>
          <a:lstStyle/>
          <a:p>
            <a:fld id="{FD2766A6-3C10-4AB8-86A1-BB1F0CDA7EFE}" type="datetimeFigureOut">
              <a:rPr lang="en-US" smtClean="0"/>
              <a:t>2/12/2023</a:t>
            </a:fld>
            <a:endParaRPr lang="en-US"/>
          </a:p>
        </p:txBody>
      </p:sp>
      <p:sp>
        <p:nvSpPr>
          <p:cNvPr id="5" name="Footer Placeholder 4">
            <a:extLst>
              <a:ext uri="{FF2B5EF4-FFF2-40B4-BE49-F238E27FC236}">
                <a16:creationId xmlns:a16="http://schemas.microsoft.com/office/drawing/2014/main" id="{34603986-C5B4-4956-AC6F-4F36186B8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5F941-E847-4C51-97D6-21066B26EB26}"/>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869829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0338D2-D9EE-4B67-97C1-08ABD574530B}"/>
              </a:ext>
            </a:extLst>
          </p:cNvPr>
          <p:cNvSpPr>
            <a:spLocks noGrp="1"/>
          </p:cNvSpPr>
          <p:nvPr>
            <p:ph type="title" orient="vert"/>
          </p:nvPr>
        </p:nvSpPr>
        <p:spPr>
          <a:xfrm>
            <a:off x="7353848" y="365125"/>
            <a:ext cx="3999952"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274B1422-6C1E-4422-80E8-34B0092FBF05}"/>
              </a:ext>
            </a:extLst>
          </p:cNvPr>
          <p:cNvSpPr>
            <a:spLocks noGrp="1"/>
          </p:cNvSpPr>
          <p:nvPr>
            <p:ph type="body" orient="vert" idx="1"/>
          </p:nvPr>
        </p:nvSpPr>
        <p:spPr>
          <a:xfrm>
            <a:off x="838200" y="365125"/>
            <a:ext cx="626546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C8B53C-3084-4BC0-A80E-DB41C04C6258}"/>
              </a:ext>
            </a:extLst>
          </p:cNvPr>
          <p:cNvSpPr>
            <a:spLocks noGrp="1"/>
          </p:cNvSpPr>
          <p:nvPr>
            <p:ph type="dt" sz="half" idx="10"/>
          </p:nvPr>
        </p:nvSpPr>
        <p:spPr/>
        <p:txBody>
          <a:bodyPr/>
          <a:lstStyle/>
          <a:p>
            <a:fld id="{FD2766A6-3C10-4AB8-86A1-BB1F0CDA7EFE}" type="datetimeFigureOut">
              <a:rPr lang="en-US" smtClean="0"/>
              <a:t>2/12/2023</a:t>
            </a:fld>
            <a:endParaRPr lang="en-US"/>
          </a:p>
        </p:txBody>
      </p:sp>
      <p:sp>
        <p:nvSpPr>
          <p:cNvPr id="5" name="Footer Placeholder 4">
            <a:extLst>
              <a:ext uri="{FF2B5EF4-FFF2-40B4-BE49-F238E27FC236}">
                <a16:creationId xmlns:a16="http://schemas.microsoft.com/office/drawing/2014/main" id="{8276BFDE-DC70-4A6E-90B8-337FC47254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C3578F-39AE-4F6F-9614-32EF672E616D}"/>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0478429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4" name="Google Shape;24;p4"/>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5" name="Google Shape;25;p4"/>
          <p:cNvGrpSpPr/>
          <p:nvPr/>
        </p:nvGrpSpPr>
        <p:grpSpPr>
          <a:xfrm>
            <a:off x="1107190" y="1588342"/>
            <a:ext cx="994351" cy="61101"/>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8" name="Google Shape;28;p4"/>
          <p:cNvSpPr txBox="1">
            <a:spLocks noGrp="1"/>
          </p:cNvSpPr>
          <p:nvPr>
            <p:ph type="title"/>
          </p:nvPr>
        </p:nvSpPr>
        <p:spPr>
          <a:xfrm>
            <a:off x="972600" y="1758200"/>
            <a:ext cx="10251600" cy="7136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3467"/>
            </a:lvl1pPr>
            <a:lvl2pPr lvl="1">
              <a:spcBef>
                <a:spcPts val="0"/>
              </a:spcBef>
              <a:spcAft>
                <a:spcPts val="0"/>
              </a:spcAft>
              <a:buSzPts val="2600"/>
              <a:buNone/>
              <a:defRPr sz="3467"/>
            </a:lvl2pPr>
            <a:lvl3pPr lvl="2">
              <a:spcBef>
                <a:spcPts val="0"/>
              </a:spcBef>
              <a:spcAft>
                <a:spcPts val="0"/>
              </a:spcAft>
              <a:buSzPts val="2600"/>
              <a:buNone/>
              <a:defRPr sz="3467"/>
            </a:lvl3pPr>
            <a:lvl4pPr lvl="3">
              <a:spcBef>
                <a:spcPts val="0"/>
              </a:spcBef>
              <a:spcAft>
                <a:spcPts val="0"/>
              </a:spcAft>
              <a:buSzPts val="2600"/>
              <a:buNone/>
              <a:defRPr sz="3467"/>
            </a:lvl4pPr>
            <a:lvl5pPr lvl="4">
              <a:spcBef>
                <a:spcPts val="0"/>
              </a:spcBef>
              <a:spcAft>
                <a:spcPts val="0"/>
              </a:spcAft>
              <a:buSzPts val="2600"/>
              <a:buNone/>
              <a:defRPr sz="3467"/>
            </a:lvl5pPr>
            <a:lvl6pPr lvl="5">
              <a:spcBef>
                <a:spcPts val="0"/>
              </a:spcBef>
              <a:spcAft>
                <a:spcPts val="0"/>
              </a:spcAft>
              <a:buSzPts val="2600"/>
              <a:buNone/>
              <a:defRPr sz="3467"/>
            </a:lvl6pPr>
            <a:lvl7pPr lvl="6">
              <a:spcBef>
                <a:spcPts val="0"/>
              </a:spcBef>
              <a:spcAft>
                <a:spcPts val="0"/>
              </a:spcAft>
              <a:buSzPts val="2600"/>
              <a:buNone/>
              <a:defRPr sz="3467"/>
            </a:lvl7pPr>
            <a:lvl8pPr lvl="7">
              <a:spcBef>
                <a:spcPts val="0"/>
              </a:spcBef>
              <a:spcAft>
                <a:spcPts val="0"/>
              </a:spcAft>
              <a:buSzPts val="2600"/>
              <a:buNone/>
              <a:defRPr sz="3467"/>
            </a:lvl8pPr>
            <a:lvl9pPr lvl="8">
              <a:spcBef>
                <a:spcPts val="0"/>
              </a:spcBef>
              <a:spcAft>
                <a:spcPts val="0"/>
              </a:spcAft>
              <a:buSzPts val="2600"/>
              <a:buNone/>
              <a:defRPr sz="3467"/>
            </a:lvl9pPr>
          </a:lstStyle>
          <a:p>
            <a:endParaRPr/>
          </a:p>
        </p:txBody>
      </p:sp>
      <p:sp>
        <p:nvSpPr>
          <p:cNvPr id="29" name="Google Shape;29;p4"/>
          <p:cNvSpPr txBox="1">
            <a:spLocks noGrp="1"/>
          </p:cNvSpPr>
          <p:nvPr>
            <p:ph type="body" idx="1"/>
          </p:nvPr>
        </p:nvSpPr>
        <p:spPr>
          <a:xfrm>
            <a:off x="972600" y="2771833"/>
            <a:ext cx="10251600" cy="3014800"/>
          </a:xfrm>
          <a:prstGeom prst="rect">
            <a:avLst/>
          </a:prstGeom>
        </p:spPr>
        <p:txBody>
          <a:bodyPr spcFirstLastPara="1" wrap="square" lIns="91425" tIns="91425" rIns="91425" bIns="91425" anchor="t" anchorCtr="0">
            <a:normAutofit/>
          </a:bodyPr>
          <a:lstStyle>
            <a:lvl1pPr marL="609585" lvl="0" indent="-414856">
              <a:spcBef>
                <a:spcPts val="0"/>
              </a:spcBef>
              <a:spcAft>
                <a:spcPts val="0"/>
              </a:spcAft>
              <a:buSzPts val="1300"/>
              <a:buChar char="●"/>
              <a:defRPr/>
            </a:lvl1pPr>
            <a:lvl2pPr marL="1219170" lvl="1" indent="-397923">
              <a:spcBef>
                <a:spcPts val="0"/>
              </a:spcBef>
              <a:spcAft>
                <a:spcPts val="0"/>
              </a:spcAft>
              <a:buSzPts val="1100"/>
              <a:buChar char="○"/>
              <a:defRPr/>
            </a:lvl2pPr>
            <a:lvl3pPr marL="1828754" lvl="2" indent="-397923">
              <a:spcBef>
                <a:spcPts val="0"/>
              </a:spcBef>
              <a:spcAft>
                <a:spcPts val="0"/>
              </a:spcAft>
              <a:buSzPts val="1100"/>
              <a:buChar char="■"/>
              <a:defRPr/>
            </a:lvl3pPr>
            <a:lvl4pPr marL="2438339" lvl="3" indent="-397923">
              <a:spcBef>
                <a:spcPts val="0"/>
              </a:spcBef>
              <a:spcAft>
                <a:spcPts val="0"/>
              </a:spcAft>
              <a:buSzPts val="1100"/>
              <a:buChar char="●"/>
              <a:defRPr/>
            </a:lvl4pPr>
            <a:lvl5pPr marL="3047924" lvl="4" indent="-397923">
              <a:spcBef>
                <a:spcPts val="0"/>
              </a:spcBef>
              <a:spcAft>
                <a:spcPts val="0"/>
              </a:spcAft>
              <a:buSzPts val="1100"/>
              <a:buChar char="○"/>
              <a:defRPr/>
            </a:lvl5pPr>
            <a:lvl6pPr marL="3657509" lvl="5" indent="-397923">
              <a:spcBef>
                <a:spcPts val="0"/>
              </a:spcBef>
              <a:spcAft>
                <a:spcPts val="0"/>
              </a:spcAft>
              <a:buSzPts val="1100"/>
              <a:buChar char="■"/>
              <a:defRPr/>
            </a:lvl6pPr>
            <a:lvl7pPr marL="4267093" lvl="6" indent="-397923">
              <a:spcBef>
                <a:spcPts val="0"/>
              </a:spcBef>
              <a:spcAft>
                <a:spcPts val="0"/>
              </a:spcAft>
              <a:buSzPts val="1100"/>
              <a:buChar char="●"/>
              <a:defRPr/>
            </a:lvl7pPr>
            <a:lvl8pPr marL="4876678" lvl="7" indent="-397923">
              <a:spcBef>
                <a:spcPts val="0"/>
              </a:spcBef>
              <a:spcAft>
                <a:spcPts val="0"/>
              </a:spcAft>
              <a:buSzPts val="1100"/>
              <a:buChar char="○"/>
              <a:defRPr/>
            </a:lvl8pPr>
            <a:lvl9pPr marL="5486263" lvl="8" indent="-397923">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27803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7"/>
        <p:cNvGrpSpPr/>
        <p:nvPr/>
      </p:nvGrpSpPr>
      <p:grpSpPr>
        <a:xfrm>
          <a:off x="0" y="0"/>
          <a:ext cx="0" cy="0"/>
          <a:chOff x="0" y="0"/>
          <a:chExt cx="0" cy="0"/>
        </a:xfrm>
      </p:grpSpPr>
      <p:sp>
        <p:nvSpPr>
          <p:cNvPr id="48" name="Google Shape;48;p7"/>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9" name="Google Shape;49;p7"/>
          <p:cNvGrpSpPr/>
          <p:nvPr/>
        </p:nvGrpSpPr>
        <p:grpSpPr>
          <a:xfrm>
            <a:off x="1107190" y="1588342"/>
            <a:ext cx="994351" cy="61101"/>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2" name="Google Shape;52;p7"/>
          <p:cNvSpPr txBox="1">
            <a:spLocks noGrp="1"/>
          </p:cNvSpPr>
          <p:nvPr>
            <p:ph type="title"/>
          </p:nvPr>
        </p:nvSpPr>
        <p:spPr>
          <a:xfrm>
            <a:off x="973333" y="1758200"/>
            <a:ext cx="4401200" cy="18420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3467"/>
            </a:lvl1pPr>
            <a:lvl2pPr lvl="1">
              <a:spcBef>
                <a:spcPts val="0"/>
              </a:spcBef>
              <a:spcAft>
                <a:spcPts val="0"/>
              </a:spcAft>
              <a:buSzPts val="2600"/>
              <a:buNone/>
              <a:defRPr sz="3467"/>
            </a:lvl2pPr>
            <a:lvl3pPr lvl="2">
              <a:spcBef>
                <a:spcPts val="0"/>
              </a:spcBef>
              <a:spcAft>
                <a:spcPts val="0"/>
              </a:spcAft>
              <a:buSzPts val="2600"/>
              <a:buNone/>
              <a:defRPr sz="3467"/>
            </a:lvl3pPr>
            <a:lvl4pPr lvl="3">
              <a:spcBef>
                <a:spcPts val="0"/>
              </a:spcBef>
              <a:spcAft>
                <a:spcPts val="0"/>
              </a:spcAft>
              <a:buSzPts val="2600"/>
              <a:buNone/>
              <a:defRPr sz="3467"/>
            </a:lvl4pPr>
            <a:lvl5pPr lvl="4">
              <a:spcBef>
                <a:spcPts val="0"/>
              </a:spcBef>
              <a:spcAft>
                <a:spcPts val="0"/>
              </a:spcAft>
              <a:buSzPts val="2600"/>
              <a:buNone/>
              <a:defRPr sz="3467"/>
            </a:lvl5pPr>
            <a:lvl6pPr lvl="5">
              <a:spcBef>
                <a:spcPts val="0"/>
              </a:spcBef>
              <a:spcAft>
                <a:spcPts val="0"/>
              </a:spcAft>
              <a:buSzPts val="2600"/>
              <a:buNone/>
              <a:defRPr sz="3467"/>
            </a:lvl6pPr>
            <a:lvl7pPr lvl="6">
              <a:spcBef>
                <a:spcPts val="0"/>
              </a:spcBef>
              <a:spcAft>
                <a:spcPts val="0"/>
              </a:spcAft>
              <a:buSzPts val="2600"/>
              <a:buNone/>
              <a:defRPr sz="3467"/>
            </a:lvl7pPr>
            <a:lvl8pPr lvl="7">
              <a:spcBef>
                <a:spcPts val="0"/>
              </a:spcBef>
              <a:spcAft>
                <a:spcPts val="0"/>
              </a:spcAft>
              <a:buSzPts val="2600"/>
              <a:buNone/>
              <a:defRPr sz="3467"/>
            </a:lvl8pPr>
            <a:lvl9pPr lvl="8">
              <a:spcBef>
                <a:spcPts val="0"/>
              </a:spcBef>
              <a:spcAft>
                <a:spcPts val="0"/>
              </a:spcAft>
              <a:buSzPts val="2600"/>
              <a:buNone/>
              <a:defRPr sz="3467"/>
            </a:lvl9pPr>
          </a:lstStyle>
          <a:p>
            <a:endParaRPr/>
          </a:p>
        </p:txBody>
      </p:sp>
      <p:sp>
        <p:nvSpPr>
          <p:cNvPr id="53" name="Google Shape;53;p7"/>
          <p:cNvSpPr txBox="1">
            <a:spLocks noGrp="1"/>
          </p:cNvSpPr>
          <p:nvPr>
            <p:ph type="body" idx="1"/>
          </p:nvPr>
        </p:nvSpPr>
        <p:spPr>
          <a:xfrm>
            <a:off x="961633" y="3708967"/>
            <a:ext cx="4401200" cy="2130000"/>
          </a:xfrm>
          <a:prstGeom prst="rect">
            <a:avLst/>
          </a:prstGeom>
        </p:spPr>
        <p:txBody>
          <a:bodyPr spcFirstLastPara="1" wrap="square" lIns="91425" tIns="91425" rIns="91425" bIns="91425" anchor="t" anchorCtr="0">
            <a:normAutofit/>
          </a:bodyPr>
          <a:lstStyle>
            <a:lvl1pPr marL="609585" lvl="0" indent="-414856">
              <a:spcBef>
                <a:spcPts val="0"/>
              </a:spcBef>
              <a:spcAft>
                <a:spcPts val="0"/>
              </a:spcAft>
              <a:buSzPts val="1300"/>
              <a:buChar char="●"/>
              <a:defRPr/>
            </a:lvl1pPr>
            <a:lvl2pPr marL="1219170" lvl="1" indent="-397923">
              <a:spcBef>
                <a:spcPts val="0"/>
              </a:spcBef>
              <a:spcAft>
                <a:spcPts val="0"/>
              </a:spcAft>
              <a:buSzPts val="1100"/>
              <a:buChar char="○"/>
              <a:defRPr/>
            </a:lvl2pPr>
            <a:lvl3pPr marL="1828754" lvl="2" indent="-397923">
              <a:spcBef>
                <a:spcPts val="0"/>
              </a:spcBef>
              <a:spcAft>
                <a:spcPts val="0"/>
              </a:spcAft>
              <a:buSzPts val="1100"/>
              <a:buChar char="■"/>
              <a:defRPr/>
            </a:lvl3pPr>
            <a:lvl4pPr marL="2438339" lvl="3" indent="-397923">
              <a:spcBef>
                <a:spcPts val="0"/>
              </a:spcBef>
              <a:spcAft>
                <a:spcPts val="0"/>
              </a:spcAft>
              <a:buSzPts val="1100"/>
              <a:buChar char="●"/>
              <a:defRPr/>
            </a:lvl4pPr>
            <a:lvl5pPr marL="3047924" lvl="4" indent="-397923">
              <a:spcBef>
                <a:spcPts val="0"/>
              </a:spcBef>
              <a:spcAft>
                <a:spcPts val="0"/>
              </a:spcAft>
              <a:buSzPts val="1100"/>
              <a:buChar char="○"/>
              <a:defRPr/>
            </a:lvl5pPr>
            <a:lvl6pPr marL="3657509" lvl="5" indent="-397923">
              <a:spcBef>
                <a:spcPts val="0"/>
              </a:spcBef>
              <a:spcAft>
                <a:spcPts val="0"/>
              </a:spcAft>
              <a:buSzPts val="1100"/>
              <a:buChar char="■"/>
              <a:defRPr/>
            </a:lvl6pPr>
            <a:lvl7pPr marL="4267093" lvl="6" indent="-397923">
              <a:spcBef>
                <a:spcPts val="0"/>
              </a:spcBef>
              <a:spcAft>
                <a:spcPts val="0"/>
              </a:spcAft>
              <a:buSzPts val="1100"/>
              <a:buChar char="●"/>
              <a:defRPr/>
            </a:lvl7pPr>
            <a:lvl8pPr marL="4876678" lvl="7" indent="-397923">
              <a:spcBef>
                <a:spcPts val="0"/>
              </a:spcBef>
              <a:spcAft>
                <a:spcPts val="0"/>
              </a:spcAft>
              <a:buSzPts val="1100"/>
              <a:buChar char="○"/>
              <a:defRPr/>
            </a:lvl8pPr>
            <a:lvl9pPr marL="5486263" lvl="8" indent="-397923">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3614521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966600" y="5830068"/>
            <a:ext cx="10263200" cy="6140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66207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6818BD-D734-48A1-8CC0-609D11E5560E}"/>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AF9D215A-D2A1-4903-A905-F8B06EF41B4F}"/>
              </a:ext>
            </a:extLst>
          </p:cNvPr>
          <p:cNvSpPr>
            <a:spLocks noGrp="1"/>
          </p:cNvSpPr>
          <p:nvPr>
            <p:ph type="body" idx="1"/>
          </p:nvPr>
        </p:nvSpPr>
        <p:spPr>
          <a:xfrm>
            <a:off x="838200" y="1940875"/>
            <a:ext cx="10515600" cy="423608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42B88A-7A1D-4AA1-8536-28DC13D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D2766A6-3C10-4AB8-86A1-BB1F0CDA7EFE}" type="datetimeFigureOut">
              <a:rPr lang="en-US" smtClean="0"/>
              <a:pPr/>
              <a:t>2/12/2023</a:t>
            </a:fld>
            <a:endParaRPr lang="en-US" dirty="0"/>
          </a:p>
        </p:txBody>
      </p:sp>
      <p:sp>
        <p:nvSpPr>
          <p:cNvPr id="5" name="Footer Placeholder 4">
            <a:extLst>
              <a:ext uri="{FF2B5EF4-FFF2-40B4-BE49-F238E27FC236}">
                <a16:creationId xmlns:a16="http://schemas.microsoft.com/office/drawing/2014/main" id="{B37FE925-0C4B-4BAE-9799-3A9D46D920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ADAD54-E5C5-4D48-8592-BB22F0A851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3060201-1C40-4B39-813D-5CD9493BAEED}" type="slidenum">
              <a:rPr lang="en-US" smtClean="0"/>
              <a:pPr/>
              <a:t>‹#›</a:t>
            </a:fld>
            <a:endParaRPr lang="en-US"/>
          </a:p>
        </p:txBody>
      </p:sp>
    </p:spTree>
    <p:extLst>
      <p:ext uri="{BB962C8B-B14F-4D97-AF65-F5344CB8AC3E}">
        <p14:creationId xmlns:p14="http://schemas.microsoft.com/office/powerpoint/2010/main" val="2059005832"/>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54" r:id="rId6"/>
    <p:sldLayoutId id="2147483750" r:id="rId7"/>
    <p:sldLayoutId id="2147483751" r:id="rId8"/>
    <p:sldLayoutId id="2147483752" r:id="rId9"/>
    <p:sldLayoutId id="2147483753" r:id="rId10"/>
    <p:sldLayoutId id="2147483755" r:id="rId11"/>
    <p:sldLayoutId id="2147483762" r:id="rId12"/>
    <p:sldLayoutId id="2147483763" r:id="rId13"/>
    <p:sldLayoutId id="2147483764" r:id="rId14"/>
  </p:sldLayoutIdLst>
  <p:txStyles>
    <p:titleStyle>
      <a:lvl1pPr algn="l" defTabSz="914400" rtl="0" eaLnBrk="1" latinLnBrk="0" hangingPunct="1">
        <a:lnSpc>
          <a:spcPct val="100000"/>
        </a:lnSpc>
        <a:spcBef>
          <a:spcPct val="0"/>
        </a:spcBef>
        <a:buNone/>
        <a:defRPr lang="en-US" sz="5400" kern="1200" smtClean="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p:titleStyle>
    <p:bodyStyle>
      <a:lvl1pPr marL="228600" indent="-228600" algn="l" defTabSz="914400" rtl="0" eaLnBrk="1" latinLnBrk="0" hangingPunct="1">
        <a:lnSpc>
          <a:spcPct val="110000"/>
        </a:lnSpc>
        <a:spcBef>
          <a:spcPts val="1000"/>
        </a:spcBef>
        <a:buClr>
          <a:schemeClr val="tx2"/>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s://iea.blob.core.windows.net/assets/84c1a929-670a-4321-b7fd-a681f60ebe8e/NZE2050_launch_slides.pdf" TargetMode="External"/><Relationship Id="rId2" Type="http://schemas.openxmlformats.org/officeDocument/2006/relationships/hyperlink" Target="https://iea.blob.core.windows.net/assets/7ebafc81-74ed-412b-9c60-5cc32c8396e4/NetZeroby2050-ARoadmapfortheGlobalEnergySector-SummaryforPolicyMakers_CORR.pdf"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iea.blob.core.windows.net/assets/7ebafc81-74ed-412b-9c60-5cc32c8396e4/NetZeroby2050-ARoadmapfortheGlobalEnergySector-SummaryforPolicyMakers_CORR.pdf"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iea.org/reports/financing-clean-energy-transitions-in-emerging-and-developing-economies/financing-clean-power-efficiency-and-electrification#abstract"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treasury.worldbank.org/en/about/unit/treasury/ibrd-financial-products/lending-rates-and-fees"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treasury.worldbank.org/en/about/unit/treasury/ibrd-financial-products/lending-rates-and-fees"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miga.org/terms-conditions" TargetMode="External"/><Relationship Id="rId2" Type="http://schemas.openxmlformats.org/officeDocument/2006/relationships/hyperlink" Target="http://www.miga.org/documents/Operations-Regulations.pdf"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tcxfund.com/"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C37C960-91F5-4F61-B2CD-8A0379207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91B04B-2727-49DC-91DC-119A4215D129}"/>
              </a:ext>
            </a:extLst>
          </p:cNvPr>
          <p:cNvSpPr>
            <a:spLocks noGrp="1"/>
          </p:cNvSpPr>
          <p:nvPr>
            <p:ph type="ctrTitle"/>
          </p:nvPr>
        </p:nvSpPr>
        <p:spPr>
          <a:xfrm>
            <a:off x="838200" y="596644"/>
            <a:ext cx="5500125" cy="3172923"/>
          </a:xfrm>
        </p:spPr>
        <p:txBody>
          <a:bodyPr anchor="b">
            <a:normAutofit/>
          </a:bodyPr>
          <a:lstStyle/>
          <a:p>
            <a:r>
              <a:rPr lang="en-US" sz="4000" dirty="0"/>
              <a:t>The Elements of Scale</a:t>
            </a:r>
            <a:br>
              <a:rPr lang="en-US" sz="4000" dirty="0"/>
            </a:br>
            <a:r>
              <a:rPr lang="en-US" sz="2000" dirty="0"/>
              <a:t>How to Overcome WB </a:t>
            </a:r>
            <a:r>
              <a:rPr lang="en-US" sz="2000"/>
              <a:t>and Nation-State Balance </a:t>
            </a:r>
            <a:r>
              <a:rPr lang="en-US" sz="2000" dirty="0"/>
              <a:t>Sheet and Risk Constraints for low-cost (IBRD rate) lending to developing countries for green investment</a:t>
            </a:r>
            <a:br>
              <a:rPr lang="en-US" sz="2000" dirty="0"/>
            </a:br>
            <a:endParaRPr lang="en-US" sz="4000" dirty="0"/>
          </a:p>
        </p:txBody>
      </p:sp>
      <p:sp>
        <p:nvSpPr>
          <p:cNvPr id="3" name="Subtitle 2">
            <a:extLst>
              <a:ext uri="{FF2B5EF4-FFF2-40B4-BE49-F238E27FC236}">
                <a16:creationId xmlns:a16="http://schemas.microsoft.com/office/drawing/2014/main" id="{83E6B4DE-2644-422C-8A0A-28DBDECD2BB5}"/>
              </a:ext>
            </a:extLst>
          </p:cNvPr>
          <p:cNvSpPr>
            <a:spLocks noGrp="1"/>
          </p:cNvSpPr>
          <p:nvPr>
            <p:ph type="subTitle" idx="1"/>
          </p:nvPr>
        </p:nvSpPr>
        <p:spPr>
          <a:xfrm>
            <a:off x="838200" y="3962401"/>
            <a:ext cx="5755450" cy="2298956"/>
          </a:xfrm>
        </p:spPr>
        <p:txBody>
          <a:bodyPr>
            <a:normAutofit fontScale="85000" lnSpcReduction="20000"/>
          </a:bodyPr>
          <a:lstStyle/>
          <a:p>
            <a:r>
              <a:rPr lang="en-US" b="1" dirty="0"/>
              <a:t>Climate Café</a:t>
            </a:r>
          </a:p>
          <a:p>
            <a:r>
              <a:rPr lang="en-US" dirty="0"/>
              <a:t>Thursday, February 9</a:t>
            </a:r>
            <a:r>
              <a:rPr lang="en-US" baseline="30000" dirty="0"/>
              <a:t>th</a:t>
            </a:r>
            <a:r>
              <a:rPr lang="en-US" dirty="0"/>
              <a:t>,</a:t>
            </a:r>
            <a:r>
              <a:rPr lang="en-US" baseline="30000" dirty="0"/>
              <a:t> </a:t>
            </a:r>
            <a:r>
              <a:rPr lang="en-US" dirty="0"/>
              <a:t>2023</a:t>
            </a:r>
            <a:endParaRPr lang="en-US" baseline="30000" dirty="0"/>
          </a:p>
          <a:p>
            <a:r>
              <a:rPr lang="en-US" b="1" dirty="0"/>
              <a:t>Stephen Stretton</a:t>
            </a:r>
          </a:p>
          <a:p>
            <a:r>
              <a:rPr lang="en-US" i="1" dirty="0"/>
              <a:t>ETC, World Bank</a:t>
            </a:r>
          </a:p>
          <a:p>
            <a:r>
              <a:rPr lang="en-US" i="1" dirty="0"/>
              <a:t>EFI Climate Economics, and MTI Fiscal Policy and Sustainable Growth Unit</a:t>
            </a:r>
            <a:endParaRPr lang="en-US" b="1" i="1" dirty="0"/>
          </a:p>
        </p:txBody>
      </p:sp>
      <p:pic>
        <p:nvPicPr>
          <p:cNvPr id="1026" name="Picture 2">
            <a:extLst>
              <a:ext uri="{FF2B5EF4-FFF2-40B4-BE49-F238E27FC236}">
                <a16:creationId xmlns:a16="http://schemas.microsoft.com/office/drawing/2014/main" id="{BB81460A-F449-4773-A64B-F00550B301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8325" y="1767421"/>
            <a:ext cx="5315168" cy="3583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4329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BCDD9-23A1-48C3-B7EA-8235FFDEE9F1}"/>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1641DE94-9113-4193-BA58-DD1865CBFB87}"/>
              </a:ext>
            </a:extLst>
          </p:cNvPr>
          <p:cNvSpPr>
            <a:spLocks noGrp="1"/>
          </p:cNvSpPr>
          <p:nvPr>
            <p:ph idx="1"/>
          </p:nvPr>
        </p:nvSpPr>
        <p:spPr>
          <a:xfrm>
            <a:off x="838200" y="1940875"/>
            <a:ext cx="7336692" cy="4236087"/>
          </a:xfrm>
        </p:spPr>
        <p:txBody>
          <a:bodyPr>
            <a:normAutofit lnSpcReduction="10000"/>
          </a:bodyPr>
          <a:lstStyle/>
          <a:p>
            <a:r>
              <a:rPr lang="en-US" dirty="0"/>
              <a:t>Research Question &amp; Scope </a:t>
            </a:r>
          </a:p>
          <a:p>
            <a:r>
              <a:rPr lang="en-US" dirty="0"/>
              <a:t>Context</a:t>
            </a:r>
          </a:p>
          <a:p>
            <a:r>
              <a:rPr lang="en-US" dirty="0"/>
              <a:t>Investment Needs: Financing a Green ‘Big Push’ in Developing Countries</a:t>
            </a:r>
          </a:p>
          <a:p>
            <a:r>
              <a:rPr lang="en-US" dirty="0"/>
              <a:t>Risk Transfer: WB syndication; </a:t>
            </a:r>
            <a:r>
              <a:rPr lang="en-US" dirty="0" err="1"/>
              <a:t>Miga</a:t>
            </a:r>
            <a:r>
              <a:rPr lang="en-US" dirty="0"/>
              <a:t> guarantees; Derisked Debt</a:t>
            </a:r>
          </a:p>
          <a:p>
            <a:r>
              <a:rPr lang="en-US" dirty="0"/>
              <a:t>Risk and FX Risk in Particular</a:t>
            </a:r>
          </a:p>
          <a:p>
            <a:r>
              <a:rPr lang="en-GB" dirty="0"/>
              <a:t>Blended Shared Equity Financial Model</a:t>
            </a:r>
          </a:p>
          <a:p>
            <a:r>
              <a:rPr lang="en-US" dirty="0"/>
              <a:t>Conclusion &amp; Discussion</a:t>
            </a:r>
          </a:p>
          <a:p>
            <a:r>
              <a:rPr lang="en-US" i="1" dirty="0"/>
              <a:t>Appendix: Financial Structures and Modelling</a:t>
            </a:r>
          </a:p>
        </p:txBody>
      </p:sp>
    </p:spTree>
    <p:extLst>
      <p:ext uri="{BB962C8B-B14F-4D97-AF65-F5344CB8AC3E}">
        <p14:creationId xmlns:p14="http://schemas.microsoft.com/office/powerpoint/2010/main" val="856321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BD40-DA89-4E9E-8FF4-B7C7CDB5655F}"/>
              </a:ext>
            </a:extLst>
          </p:cNvPr>
          <p:cNvSpPr>
            <a:spLocks noGrp="1"/>
          </p:cNvSpPr>
          <p:nvPr>
            <p:ph type="ctrTitle"/>
          </p:nvPr>
        </p:nvSpPr>
        <p:spPr/>
        <p:txBody>
          <a:bodyPr/>
          <a:lstStyle/>
          <a:p>
            <a:r>
              <a:rPr lang="en-GB" dirty="0"/>
              <a:t>Research Question &amp; Scope</a:t>
            </a:r>
            <a:endParaRPr lang="en-US" dirty="0"/>
          </a:p>
        </p:txBody>
      </p:sp>
      <p:sp>
        <p:nvSpPr>
          <p:cNvPr id="5" name="Subtitle 4">
            <a:extLst>
              <a:ext uri="{FF2B5EF4-FFF2-40B4-BE49-F238E27FC236}">
                <a16:creationId xmlns:a16="http://schemas.microsoft.com/office/drawing/2014/main" id="{DC7C202B-09CF-44D3-A989-0B3AC613B25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88446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A4DEC-D9EC-4BD9-9436-89D0F20E5CB1}"/>
              </a:ext>
            </a:extLst>
          </p:cNvPr>
          <p:cNvSpPr>
            <a:spLocks noGrp="1"/>
          </p:cNvSpPr>
          <p:nvPr>
            <p:ph type="title"/>
          </p:nvPr>
        </p:nvSpPr>
        <p:spPr/>
        <p:txBody>
          <a:bodyPr/>
          <a:lstStyle/>
          <a:p>
            <a:r>
              <a:rPr lang="en-US" dirty="0"/>
              <a:t>The Question: An Overview</a:t>
            </a:r>
          </a:p>
        </p:txBody>
      </p:sp>
      <p:sp>
        <p:nvSpPr>
          <p:cNvPr id="3" name="Content Placeholder 2">
            <a:extLst>
              <a:ext uri="{FF2B5EF4-FFF2-40B4-BE49-F238E27FC236}">
                <a16:creationId xmlns:a16="http://schemas.microsoft.com/office/drawing/2014/main" id="{2B89157D-F77C-43F5-A462-85CBE8137D85}"/>
              </a:ext>
            </a:extLst>
          </p:cNvPr>
          <p:cNvSpPr>
            <a:spLocks noGrp="1"/>
          </p:cNvSpPr>
          <p:nvPr>
            <p:ph idx="1"/>
          </p:nvPr>
        </p:nvSpPr>
        <p:spPr>
          <a:xfrm>
            <a:off x="705339" y="2112814"/>
            <a:ext cx="7008446" cy="4236087"/>
          </a:xfrm>
        </p:spPr>
        <p:txBody>
          <a:bodyPr>
            <a:normAutofit lnSpcReduction="10000"/>
          </a:bodyPr>
          <a:lstStyle/>
          <a:p>
            <a:r>
              <a:rPr lang="en-US" dirty="0"/>
              <a:t>Green finance must be scaled up </a:t>
            </a:r>
          </a:p>
          <a:p>
            <a:r>
              <a:rPr lang="en-US" dirty="0"/>
              <a:t>We must do this at low interest rates</a:t>
            </a:r>
          </a:p>
          <a:p>
            <a:r>
              <a:rPr lang="en-US" dirty="0"/>
              <a:t>The WB balance sheet is too small.</a:t>
            </a:r>
          </a:p>
          <a:p>
            <a:r>
              <a:rPr lang="en-US" dirty="0"/>
              <a:t>Therefore, we need to work out how to mobilize additional financing.</a:t>
            </a:r>
          </a:p>
          <a:p>
            <a:r>
              <a:rPr lang="en-US" dirty="0"/>
              <a:t>To reduce fiscal risk, we need to do contradictory things: we need ‘more state/WB’ (to reduce interest rates and to ensure investment happens in risk developing countries); and we need ‘less state/WB’ (to reduce fiscal debt and given balance sheet limitations).</a:t>
            </a:r>
          </a:p>
          <a:p>
            <a:r>
              <a:rPr lang="en-US" dirty="0"/>
              <a:t>How resolve this?</a:t>
            </a:r>
          </a:p>
          <a:p>
            <a:endParaRPr lang="en-US" dirty="0"/>
          </a:p>
        </p:txBody>
      </p:sp>
      <p:pic>
        <p:nvPicPr>
          <p:cNvPr id="4" name="Picture 3">
            <a:extLst>
              <a:ext uri="{FF2B5EF4-FFF2-40B4-BE49-F238E27FC236}">
                <a16:creationId xmlns:a16="http://schemas.microsoft.com/office/drawing/2014/main" id="{1450743D-889E-4C42-8EC1-7848819B679D}"/>
              </a:ext>
            </a:extLst>
          </p:cNvPr>
          <p:cNvPicPr>
            <a:picLocks noChangeAspect="1"/>
          </p:cNvPicPr>
          <p:nvPr/>
        </p:nvPicPr>
        <p:blipFill>
          <a:blip r:embed="rId2"/>
          <a:stretch>
            <a:fillRect/>
          </a:stretch>
        </p:blipFill>
        <p:spPr>
          <a:xfrm>
            <a:off x="7532724" y="1810392"/>
            <a:ext cx="4633350" cy="2998675"/>
          </a:xfrm>
          <a:prstGeom prst="rect">
            <a:avLst/>
          </a:prstGeom>
        </p:spPr>
      </p:pic>
    </p:spTree>
    <p:extLst>
      <p:ext uri="{BB962C8B-B14F-4D97-AF65-F5344CB8AC3E}">
        <p14:creationId xmlns:p14="http://schemas.microsoft.com/office/powerpoint/2010/main" val="276496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9482-48B7-4C25-98B0-8E098CF5B24E}"/>
              </a:ext>
            </a:extLst>
          </p:cNvPr>
          <p:cNvSpPr>
            <a:spLocks noGrp="1"/>
          </p:cNvSpPr>
          <p:nvPr>
            <p:ph type="title"/>
          </p:nvPr>
        </p:nvSpPr>
        <p:spPr>
          <a:xfrm>
            <a:off x="838199" y="365126"/>
            <a:ext cx="11159067" cy="1287074"/>
          </a:xfrm>
        </p:spPr>
        <p:txBody>
          <a:bodyPr>
            <a:normAutofit/>
          </a:bodyPr>
          <a:lstStyle/>
          <a:p>
            <a:r>
              <a:rPr lang="en-US" dirty="0"/>
              <a:t>Scope Today</a:t>
            </a:r>
          </a:p>
        </p:txBody>
      </p:sp>
      <p:sp>
        <p:nvSpPr>
          <p:cNvPr id="3" name="Content Placeholder 2">
            <a:extLst>
              <a:ext uri="{FF2B5EF4-FFF2-40B4-BE49-F238E27FC236}">
                <a16:creationId xmlns:a16="http://schemas.microsoft.com/office/drawing/2014/main" id="{2BF6AAED-8588-4825-AAB7-62ED3074ABFB}"/>
              </a:ext>
            </a:extLst>
          </p:cNvPr>
          <p:cNvSpPr>
            <a:spLocks noGrp="1"/>
          </p:cNvSpPr>
          <p:nvPr>
            <p:ph idx="1"/>
          </p:nvPr>
        </p:nvSpPr>
        <p:spPr>
          <a:xfrm>
            <a:off x="838200" y="1700033"/>
            <a:ext cx="8398933" cy="4476929"/>
          </a:xfrm>
        </p:spPr>
        <p:txBody>
          <a:bodyPr/>
          <a:lstStyle/>
          <a:p>
            <a:r>
              <a:rPr lang="en-US" strike="sngStrike" dirty="0"/>
              <a:t>Projects that can be financed at low interest rates now (Out of scope)</a:t>
            </a:r>
          </a:p>
          <a:p>
            <a:r>
              <a:rPr lang="en-US" dirty="0"/>
              <a:t>Projects that can be financed at low interest rates only with financial structuring and with expansion of WB/</a:t>
            </a:r>
            <a:r>
              <a:rPr lang="en-US" dirty="0" err="1"/>
              <a:t>inc</a:t>
            </a:r>
            <a:r>
              <a:rPr lang="en-US" dirty="0"/>
              <a:t> IFC balance sheets (perhaps expansion beyond what is feasible)</a:t>
            </a:r>
          </a:p>
          <a:p>
            <a:r>
              <a:rPr lang="en-US" strike="sngStrike" dirty="0"/>
              <a:t>Projects that need subsidies even with derisking (Out of scope)</a:t>
            </a:r>
          </a:p>
          <a:p>
            <a:endParaRPr lang="en-US" dirty="0"/>
          </a:p>
        </p:txBody>
      </p:sp>
      <p:cxnSp>
        <p:nvCxnSpPr>
          <p:cNvPr id="5" name="Straight Arrow Connector 4">
            <a:extLst>
              <a:ext uri="{FF2B5EF4-FFF2-40B4-BE49-F238E27FC236}">
                <a16:creationId xmlns:a16="http://schemas.microsoft.com/office/drawing/2014/main" id="{4C1292DD-D272-443F-BB39-5DB69AFF3E73}"/>
              </a:ext>
            </a:extLst>
          </p:cNvPr>
          <p:cNvCxnSpPr>
            <a:cxnSpLocks/>
          </p:cNvCxnSpPr>
          <p:nvPr/>
        </p:nvCxnSpPr>
        <p:spPr>
          <a:xfrm flipH="1">
            <a:off x="8314267" y="2665046"/>
            <a:ext cx="14002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380B49A-ADED-4655-AB42-FA99E2D3A3C5}"/>
              </a:ext>
            </a:extLst>
          </p:cNvPr>
          <p:cNvSpPr txBox="1"/>
          <p:nvPr/>
        </p:nvSpPr>
        <p:spPr>
          <a:xfrm>
            <a:off x="9800492" y="2480380"/>
            <a:ext cx="1609969" cy="369332"/>
          </a:xfrm>
          <a:prstGeom prst="rect">
            <a:avLst/>
          </a:prstGeom>
          <a:noFill/>
        </p:spPr>
        <p:txBody>
          <a:bodyPr wrap="square" rtlCol="0">
            <a:spAutoFit/>
          </a:bodyPr>
          <a:lstStyle/>
          <a:p>
            <a:r>
              <a:rPr lang="en-US" b="1" dirty="0"/>
              <a:t>Scope today</a:t>
            </a:r>
          </a:p>
        </p:txBody>
      </p:sp>
    </p:spTree>
    <p:extLst>
      <p:ext uri="{BB962C8B-B14F-4D97-AF65-F5344CB8AC3E}">
        <p14:creationId xmlns:p14="http://schemas.microsoft.com/office/powerpoint/2010/main" val="544825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5"/>
          <p:cNvSpPr txBox="1">
            <a:spLocks noGrp="1"/>
          </p:cNvSpPr>
          <p:nvPr>
            <p:ph type="title" idx="4294967295"/>
          </p:nvPr>
        </p:nvSpPr>
        <p:spPr>
          <a:xfrm>
            <a:off x="592281" y="674688"/>
            <a:ext cx="10868891" cy="714375"/>
          </a:xfrm>
          <a:prstGeom prst="rect">
            <a:avLst/>
          </a:prstGeom>
        </p:spPr>
        <p:txBody>
          <a:bodyPr spcFirstLastPara="1" vert="horz" wrap="square" lIns="121900" tIns="121900" rIns="121900" bIns="121900" rtlCol="0" anchor="t" anchorCtr="0">
            <a:normAutofit fontScale="90000"/>
          </a:bodyPr>
          <a:lstStyle/>
          <a:p>
            <a:r>
              <a:rPr lang="en" dirty="0"/>
              <a:t>Wider Objectives (beyond this talk)</a:t>
            </a:r>
            <a:endParaRPr dirty="0"/>
          </a:p>
        </p:txBody>
      </p:sp>
      <p:grpSp>
        <p:nvGrpSpPr>
          <p:cNvPr id="6" name="Google Shape;105;p16">
            <a:extLst>
              <a:ext uri="{FF2B5EF4-FFF2-40B4-BE49-F238E27FC236}">
                <a16:creationId xmlns:a16="http://schemas.microsoft.com/office/drawing/2014/main" id="{793EBEE9-A838-46CB-ADF5-2A70808D41E3}"/>
              </a:ext>
            </a:extLst>
          </p:cNvPr>
          <p:cNvGrpSpPr/>
          <p:nvPr/>
        </p:nvGrpSpPr>
        <p:grpSpPr>
          <a:xfrm>
            <a:off x="3159863" y="5250859"/>
            <a:ext cx="7943967" cy="858000"/>
            <a:chOff x="1593000" y="2322568"/>
            <a:chExt cx="5957975" cy="643500"/>
          </a:xfrm>
        </p:grpSpPr>
        <p:sp>
          <p:nvSpPr>
            <p:cNvPr id="7" name="Google Shape;106;p16">
              <a:extLst>
                <a:ext uri="{FF2B5EF4-FFF2-40B4-BE49-F238E27FC236}">
                  <a16:creationId xmlns:a16="http://schemas.microsoft.com/office/drawing/2014/main" id="{B6650ADD-88DC-4DA0-817C-A606F9463EEB}"/>
                </a:ext>
              </a:extLst>
            </p:cNvPr>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endParaRPr sz="2400"/>
            </a:p>
          </p:txBody>
        </p:sp>
        <p:sp>
          <p:nvSpPr>
            <p:cNvPr id="8" name="Google Shape;107;p16">
              <a:extLst>
                <a:ext uri="{FF2B5EF4-FFF2-40B4-BE49-F238E27FC236}">
                  <a16:creationId xmlns:a16="http://schemas.microsoft.com/office/drawing/2014/main" id="{41CF0DD1-0F39-4716-8650-320353BF8420}"/>
                </a:ext>
              </a:extLst>
            </p:cNvPr>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endParaRPr sz="2400"/>
            </a:p>
          </p:txBody>
        </p:sp>
        <p:sp>
          <p:nvSpPr>
            <p:cNvPr id="9" name="Google Shape;108;p16">
              <a:extLst>
                <a:ext uri="{FF2B5EF4-FFF2-40B4-BE49-F238E27FC236}">
                  <a16:creationId xmlns:a16="http://schemas.microsoft.com/office/drawing/2014/main" id="{BBFCB7B5-61DE-43A4-901D-545C2FD75275}"/>
                </a:ext>
              </a:extLst>
            </p:cNvPr>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endParaRPr sz="2400"/>
            </a:p>
          </p:txBody>
        </p:sp>
        <p:sp>
          <p:nvSpPr>
            <p:cNvPr id="10" name="Google Shape;109;p16">
              <a:extLst>
                <a:ext uri="{FF2B5EF4-FFF2-40B4-BE49-F238E27FC236}">
                  <a16:creationId xmlns:a16="http://schemas.microsoft.com/office/drawing/2014/main" id="{2A86E6FA-D375-4087-8D82-81142E1AF2DE}"/>
                </a:ext>
              </a:extLst>
            </p:cNvPr>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a:lnSpc>
                  <a:spcPct val="115000"/>
                </a:lnSpc>
              </a:pPr>
              <a:r>
                <a:rPr lang="en" sz="1333" i="1" dirty="0">
                  <a:solidFill>
                    <a:srgbClr val="FFFFFF"/>
                  </a:solidFill>
                  <a:latin typeface="Roboto Medium"/>
                  <a:ea typeface="Roboto Medium"/>
                  <a:cs typeface="Roboto Medium"/>
                  <a:sym typeface="Roboto Medium"/>
                </a:rPr>
                <a:t>Global green financial coordination and incentives</a:t>
              </a:r>
              <a:endParaRPr sz="1333" i="1" dirty="0">
                <a:solidFill>
                  <a:srgbClr val="FFFFFF"/>
                </a:solidFill>
                <a:latin typeface="Roboto"/>
                <a:ea typeface="Roboto"/>
                <a:cs typeface="Roboto"/>
                <a:sym typeface="Roboto"/>
              </a:endParaRPr>
            </a:p>
          </p:txBody>
        </p:sp>
        <p:sp>
          <p:nvSpPr>
            <p:cNvPr id="11" name="Google Shape;110;p16">
              <a:extLst>
                <a:ext uri="{FF2B5EF4-FFF2-40B4-BE49-F238E27FC236}">
                  <a16:creationId xmlns:a16="http://schemas.microsoft.com/office/drawing/2014/main" id="{49819D7A-D05E-497C-B286-1321437CAD52}"/>
                </a:ext>
              </a:extLst>
            </p:cNvPr>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spcFirstLastPara="1" wrap="square" lIns="121900" tIns="121900" rIns="121900" bIns="121900" anchor="ctr" anchorCtr="0">
              <a:noAutofit/>
            </a:bodyPr>
            <a:lstStyle/>
            <a:p>
              <a:endParaRPr sz="2400"/>
            </a:p>
          </p:txBody>
        </p:sp>
        <p:sp>
          <p:nvSpPr>
            <p:cNvPr id="12" name="Google Shape;111;p16">
              <a:extLst>
                <a:ext uri="{FF2B5EF4-FFF2-40B4-BE49-F238E27FC236}">
                  <a16:creationId xmlns:a16="http://schemas.microsoft.com/office/drawing/2014/main" id="{FAAF3040-AB3A-49E1-B061-CCCE5E73A8AC}"/>
                </a:ext>
              </a:extLst>
            </p:cNvPr>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algn="ctr"/>
              <a:r>
                <a:rPr lang="en" sz="3467">
                  <a:solidFill>
                    <a:srgbClr val="FFFFFF"/>
                  </a:solidFill>
                  <a:latin typeface="Roboto Thin"/>
                  <a:ea typeface="Roboto Thin"/>
                  <a:cs typeface="Roboto Thin"/>
                  <a:sym typeface="Roboto Thin"/>
                </a:rPr>
                <a:t>05</a:t>
              </a:r>
              <a:endParaRPr sz="3467">
                <a:solidFill>
                  <a:srgbClr val="FFFFFF"/>
                </a:solidFill>
                <a:latin typeface="Roboto Thin"/>
                <a:ea typeface="Roboto Thin"/>
                <a:cs typeface="Roboto Thin"/>
                <a:sym typeface="Roboto Thin"/>
              </a:endParaRPr>
            </a:p>
          </p:txBody>
        </p:sp>
        <p:sp>
          <p:nvSpPr>
            <p:cNvPr id="13" name="Google Shape;112;p16">
              <a:extLst>
                <a:ext uri="{FF2B5EF4-FFF2-40B4-BE49-F238E27FC236}">
                  <a16:creationId xmlns:a16="http://schemas.microsoft.com/office/drawing/2014/main" id="{5F94356B-D142-4C0B-9D8C-65391E41CED6}"/>
                </a:ext>
              </a:extLst>
            </p:cNvPr>
            <p:cNvSpPr/>
            <p:nvPr/>
          </p:nvSpPr>
          <p:spPr>
            <a:xfrm>
              <a:off x="4387850" y="2323750"/>
              <a:ext cx="2971200" cy="642300"/>
            </a:xfrm>
            <a:prstGeom prst="rect">
              <a:avLst/>
            </a:prstGeom>
            <a:noFill/>
            <a:ln>
              <a:noFill/>
            </a:ln>
          </p:spPr>
          <p:txBody>
            <a:bodyPr spcFirstLastPara="1" wrap="square" lIns="121900" tIns="121900" rIns="121900" bIns="121900" anchor="ctr" anchorCtr="0">
              <a:noAutofit/>
            </a:bodyPr>
            <a:lstStyle/>
            <a:p>
              <a:pPr marL="609585" indent="-372524">
                <a:lnSpc>
                  <a:spcPct val="115000"/>
                </a:lnSpc>
                <a:buClr>
                  <a:srgbClr val="A72A1E"/>
                </a:buClr>
                <a:buSzPts val="800"/>
                <a:buFont typeface="Roboto"/>
                <a:buChar char="●"/>
              </a:pPr>
              <a:r>
                <a:rPr lang="en-GB" sz="1067" dirty="0">
                  <a:solidFill>
                    <a:srgbClr val="A72A1E"/>
                  </a:solidFill>
                  <a:latin typeface="Roboto"/>
                  <a:ea typeface="Roboto"/>
                  <a:cs typeface="Roboto"/>
                  <a:sym typeface="Roboto"/>
                </a:rPr>
                <a:t>A global equity fund allows rapid coordination</a:t>
              </a:r>
            </a:p>
            <a:p>
              <a:pPr marL="609585" indent="-372524">
                <a:lnSpc>
                  <a:spcPct val="115000"/>
                </a:lnSpc>
                <a:buClr>
                  <a:srgbClr val="A72A1E"/>
                </a:buClr>
                <a:buSzPts val="800"/>
                <a:buFont typeface="Roboto"/>
                <a:buChar char="●"/>
              </a:pPr>
              <a:r>
                <a:rPr lang="en-GB" sz="1067" dirty="0">
                  <a:solidFill>
                    <a:srgbClr val="A72A1E"/>
                  </a:solidFill>
                  <a:latin typeface="Roboto"/>
                  <a:ea typeface="Roboto"/>
                  <a:cs typeface="Roboto"/>
                  <a:sym typeface="Roboto"/>
                </a:rPr>
                <a:t>It also incentivises countries to act fast.</a:t>
              </a:r>
              <a:endParaRPr sz="1067" dirty="0">
                <a:solidFill>
                  <a:srgbClr val="A72A1E"/>
                </a:solidFill>
                <a:latin typeface="Roboto"/>
                <a:ea typeface="Roboto"/>
                <a:cs typeface="Roboto"/>
                <a:sym typeface="Roboto"/>
              </a:endParaRPr>
            </a:p>
          </p:txBody>
        </p:sp>
      </p:grpSp>
      <p:grpSp>
        <p:nvGrpSpPr>
          <p:cNvPr id="14" name="Google Shape;113;p16">
            <a:extLst>
              <a:ext uri="{FF2B5EF4-FFF2-40B4-BE49-F238E27FC236}">
                <a16:creationId xmlns:a16="http://schemas.microsoft.com/office/drawing/2014/main" id="{94DBB73E-5901-4E66-998A-E6A33BD54673}"/>
              </a:ext>
            </a:extLst>
          </p:cNvPr>
          <p:cNvGrpSpPr/>
          <p:nvPr/>
        </p:nvGrpSpPr>
        <p:grpSpPr>
          <a:xfrm>
            <a:off x="3159863" y="4377703"/>
            <a:ext cx="7943967" cy="858000"/>
            <a:chOff x="1593000" y="2322568"/>
            <a:chExt cx="5957975" cy="643500"/>
          </a:xfrm>
        </p:grpSpPr>
        <p:sp>
          <p:nvSpPr>
            <p:cNvPr id="15" name="Google Shape;114;p16">
              <a:extLst>
                <a:ext uri="{FF2B5EF4-FFF2-40B4-BE49-F238E27FC236}">
                  <a16:creationId xmlns:a16="http://schemas.microsoft.com/office/drawing/2014/main" id="{CFD60B3B-2B6D-4C17-87BB-F5EA4E4BD505}"/>
                </a:ext>
              </a:extLst>
            </p:cNvPr>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endParaRPr sz="2400"/>
            </a:p>
          </p:txBody>
        </p:sp>
        <p:sp>
          <p:nvSpPr>
            <p:cNvPr id="16" name="Google Shape;115;p16">
              <a:extLst>
                <a:ext uri="{FF2B5EF4-FFF2-40B4-BE49-F238E27FC236}">
                  <a16:creationId xmlns:a16="http://schemas.microsoft.com/office/drawing/2014/main" id="{A2AB707A-070C-4413-812A-84D2626CA953}"/>
                </a:ext>
              </a:extLst>
            </p:cNvPr>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endParaRPr sz="2400"/>
            </a:p>
          </p:txBody>
        </p:sp>
        <p:sp>
          <p:nvSpPr>
            <p:cNvPr id="17" name="Google Shape;116;p16">
              <a:extLst>
                <a:ext uri="{FF2B5EF4-FFF2-40B4-BE49-F238E27FC236}">
                  <a16:creationId xmlns:a16="http://schemas.microsoft.com/office/drawing/2014/main" id="{F328ABFF-9012-4EB9-8ECF-94A104060737}"/>
                </a:ext>
              </a:extLst>
            </p:cNvPr>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endParaRPr sz="2400"/>
            </a:p>
          </p:txBody>
        </p:sp>
        <p:sp>
          <p:nvSpPr>
            <p:cNvPr id="18" name="Google Shape;117;p16">
              <a:extLst>
                <a:ext uri="{FF2B5EF4-FFF2-40B4-BE49-F238E27FC236}">
                  <a16:creationId xmlns:a16="http://schemas.microsoft.com/office/drawing/2014/main" id="{1610C900-F1B1-4E10-AA41-F5585F5A78A1}"/>
                </a:ext>
              </a:extLst>
            </p:cNvPr>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a:lnSpc>
                  <a:spcPct val="115000"/>
                </a:lnSpc>
              </a:pPr>
              <a:r>
                <a:rPr lang="en" sz="1333" b="1" dirty="0">
                  <a:solidFill>
                    <a:srgbClr val="FFFFFF"/>
                  </a:solidFill>
                  <a:latin typeface="Roboto Medium"/>
                  <a:ea typeface="Roboto Medium"/>
                  <a:cs typeface="Roboto Medium"/>
                  <a:sym typeface="Roboto Medium"/>
                </a:rPr>
                <a:t>Creating a rapidly growing publicly-shared equity fund</a:t>
              </a:r>
              <a:endParaRPr sz="1333" b="1" dirty="0">
                <a:solidFill>
                  <a:srgbClr val="FFFFFF"/>
                </a:solidFill>
                <a:latin typeface="Roboto"/>
                <a:ea typeface="Roboto"/>
                <a:cs typeface="Roboto"/>
                <a:sym typeface="Roboto"/>
              </a:endParaRPr>
            </a:p>
          </p:txBody>
        </p:sp>
        <p:sp>
          <p:nvSpPr>
            <p:cNvPr id="19" name="Google Shape;118;p16">
              <a:extLst>
                <a:ext uri="{FF2B5EF4-FFF2-40B4-BE49-F238E27FC236}">
                  <a16:creationId xmlns:a16="http://schemas.microsoft.com/office/drawing/2014/main" id="{6D6F53FE-ACE8-49D5-9AE2-98B806C3CF9C}"/>
                </a:ext>
              </a:extLst>
            </p:cNvPr>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spcFirstLastPara="1" wrap="square" lIns="121900" tIns="121900" rIns="121900" bIns="121900" anchor="ctr" anchorCtr="0">
              <a:noAutofit/>
            </a:bodyPr>
            <a:lstStyle/>
            <a:p>
              <a:endParaRPr sz="2400"/>
            </a:p>
          </p:txBody>
        </p:sp>
        <p:sp>
          <p:nvSpPr>
            <p:cNvPr id="20" name="Google Shape;119;p16">
              <a:extLst>
                <a:ext uri="{FF2B5EF4-FFF2-40B4-BE49-F238E27FC236}">
                  <a16:creationId xmlns:a16="http://schemas.microsoft.com/office/drawing/2014/main" id="{9EC9242A-FBB8-42C4-A762-D43FF62A08AE}"/>
                </a:ext>
              </a:extLst>
            </p:cNvPr>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algn="ctr"/>
              <a:r>
                <a:rPr lang="en" sz="3467">
                  <a:solidFill>
                    <a:srgbClr val="FFFFFF"/>
                  </a:solidFill>
                  <a:latin typeface="Roboto Thin"/>
                  <a:ea typeface="Roboto Thin"/>
                  <a:cs typeface="Roboto Thin"/>
                  <a:sym typeface="Roboto Thin"/>
                </a:rPr>
                <a:t>04</a:t>
              </a:r>
              <a:endParaRPr sz="3467">
                <a:solidFill>
                  <a:srgbClr val="FFFFFF"/>
                </a:solidFill>
                <a:latin typeface="Roboto Thin"/>
                <a:ea typeface="Roboto Thin"/>
                <a:cs typeface="Roboto Thin"/>
                <a:sym typeface="Roboto Thin"/>
              </a:endParaRPr>
            </a:p>
          </p:txBody>
        </p:sp>
        <p:sp>
          <p:nvSpPr>
            <p:cNvPr id="21" name="Google Shape;120;p16">
              <a:extLst>
                <a:ext uri="{FF2B5EF4-FFF2-40B4-BE49-F238E27FC236}">
                  <a16:creationId xmlns:a16="http://schemas.microsoft.com/office/drawing/2014/main" id="{CF4E64A7-68D8-4332-94BB-B7D11DB4720C}"/>
                </a:ext>
              </a:extLst>
            </p:cNvPr>
            <p:cNvSpPr/>
            <p:nvPr/>
          </p:nvSpPr>
          <p:spPr>
            <a:xfrm>
              <a:off x="4387849" y="2323750"/>
              <a:ext cx="3092355" cy="642300"/>
            </a:xfrm>
            <a:prstGeom prst="rect">
              <a:avLst/>
            </a:prstGeom>
            <a:noFill/>
            <a:ln>
              <a:noFill/>
            </a:ln>
          </p:spPr>
          <p:txBody>
            <a:bodyPr spcFirstLastPara="1" wrap="square" lIns="121900" tIns="121900" rIns="121900" bIns="121900" anchor="ctr" anchorCtr="0">
              <a:noAutofit/>
            </a:bodyPr>
            <a:lstStyle/>
            <a:p>
              <a:pPr marL="609585" indent="-372524">
                <a:lnSpc>
                  <a:spcPct val="115000"/>
                </a:lnSpc>
                <a:buClr>
                  <a:srgbClr val="A72A1E"/>
                </a:buClr>
                <a:buSzPts val="800"/>
                <a:buFont typeface="Roboto"/>
                <a:buChar char="●"/>
              </a:pPr>
              <a:r>
                <a:rPr lang="en-GB" sz="1067" dirty="0">
                  <a:solidFill>
                    <a:srgbClr val="A72A1E"/>
                  </a:solidFill>
                  <a:latin typeface="Roboto"/>
                  <a:ea typeface="Roboto"/>
                  <a:cs typeface="Roboto"/>
                  <a:sym typeface="Roboto"/>
                </a:rPr>
                <a:t>An initial equity stake fund, set up by governments and small investors would take 80% of the profits from the derisking. The equity stake would be sold.</a:t>
              </a:r>
            </a:p>
            <a:p>
              <a:pPr marL="609585" indent="-372524">
                <a:lnSpc>
                  <a:spcPct val="115000"/>
                </a:lnSpc>
                <a:buClr>
                  <a:srgbClr val="A72A1E"/>
                </a:buClr>
                <a:buSzPts val="800"/>
                <a:buFont typeface="Roboto"/>
                <a:buChar char="●"/>
              </a:pPr>
              <a:r>
                <a:rPr lang="en-GB" sz="1067" dirty="0">
                  <a:solidFill>
                    <a:srgbClr val="A72A1E"/>
                  </a:solidFill>
                  <a:latin typeface="Roboto"/>
                  <a:ea typeface="Roboto"/>
                  <a:cs typeface="Roboto"/>
                  <a:sym typeface="Roboto"/>
                </a:rPr>
                <a:t>The equity fund would be reinvested but 2/3 of the profit allocated to the people of the recipient country</a:t>
              </a:r>
              <a:endParaRPr sz="1067" dirty="0">
                <a:solidFill>
                  <a:srgbClr val="A72A1E"/>
                </a:solidFill>
                <a:latin typeface="Roboto"/>
                <a:ea typeface="Roboto"/>
                <a:cs typeface="Roboto"/>
                <a:sym typeface="Roboto"/>
              </a:endParaRPr>
            </a:p>
          </p:txBody>
        </p:sp>
      </p:grpSp>
      <p:grpSp>
        <p:nvGrpSpPr>
          <p:cNvPr id="22" name="Google Shape;121;p16">
            <a:extLst>
              <a:ext uri="{FF2B5EF4-FFF2-40B4-BE49-F238E27FC236}">
                <a16:creationId xmlns:a16="http://schemas.microsoft.com/office/drawing/2014/main" id="{8B7B0AF2-E7C6-4806-A9CD-7B9DAD059FFE}"/>
              </a:ext>
            </a:extLst>
          </p:cNvPr>
          <p:cNvGrpSpPr/>
          <p:nvPr/>
        </p:nvGrpSpPr>
        <p:grpSpPr>
          <a:xfrm>
            <a:off x="3159863" y="3504512"/>
            <a:ext cx="7943967" cy="858000"/>
            <a:chOff x="1593000" y="2322568"/>
            <a:chExt cx="5957975" cy="643500"/>
          </a:xfrm>
        </p:grpSpPr>
        <p:sp>
          <p:nvSpPr>
            <p:cNvPr id="23" name="Google Shape;122;p16">
              <a:extLst>
                <a:ext uri="{FF2B5EF4-FFF2-40B4-BE49-F238E27FC236}">
                  <a16:creationId xmlns:a16="http://schemas.microsoft.com/office/drawing/2014/main" id="{C570AC7F-6B5E-4F57-B803-89444AE4BF0B}"/>
                </a:ext>
              </a:extLst>
            </p:cNvPr>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endParaRPr sz="2400"/>
            </a:p>
          </p:txBody>
        </p:sp>
        <p:sp>
          <p:nvSpPr>
            <p:cNvPr id="24" name="Google Shape;123;p16">
              <a:extLst>
                <a:ext uri="{FF2B5EF4-FFF2-40B4-BE49-F238E27FC236}">
                  <a16:creationId xmlns:a16="http://schemas.microsoft.com/office/drawing/2014/main" id="{0FC02B91-7871-4982-8A10-CB40D1CA3F9D}"/>
                </a:ext>
              </a:extLst>
            </p:cNvPr>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endParaRPr sz="2400"/>
            </a:p>
          </p:txBody>
        </p:sp>
        <p:sp>
          <p:nvSpPr>
            <p:cNvPr id="25" name="Google Shape;124;p16">
              <a:extLst>
                <a:ext uri="{FF2B5EF4-FFF2-40B4-BE49-F238E27FC236}">
                  <a16:creationId xmlns:a16="http://schemas.microsoft.com/office/drawing/2014/main" id="{BDFC71F0-048E-4154-8128-6E77530C46C6}"/>
                </a:ext>
              </a:extLst>
            </p:cNvPr>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endParaRPr sz="2400"/>
            </a:p>
          </p:txBody>
        </p:sp>
        <p:sp>
          <p:nvSpPr>
            <p:cNvPr id="26" name="Google Shape;125;p16">
              <a:extLst>
                <a:ext uri="{FF2B5EF4-FFF2-40B4-BE49-F238E27FC236}">
                  <a16:creationId xmlns:a16="http://schemas.microsoft.com/office/drawing/2014/main" id="{4EE73788-B09D-48D8-A67C-43BDCFD21297}"/>
                </a:ext>
              </a:extLst>
            </p:cNvPr>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a:lnSpc>
                  <a:spcPct val="115000"/>
                </a:lnSpc>
              </a:pPr>
              <a:r>
                <a:rPr lang="en" sz="1333" b="1" dirty="0">
                  <a:solidFill>
                    <a:srgbClr val="FFFFFF"/>
                  </a:solidFill>
                  <a:latin typeface="Roboto Medium"/>
                  <a:ea typeface="Roboto Medium"/>
                  <a:cs typeface="Roboto Medium"/>
                  <a:sym typeface="Roboto Medium"/>
                </a:rPr>
                <a:t>Reducing borrowing costs by financial derisking</a:t>
              </a:r>
              <a:endParaRPr sz="1333" b="1" dirty="0">
                <a:solidFill>
                  <a:srgbClr val="FFFFFF"/>
                </a:solidFill>
                <a:latin typeface="Roboto"/>
                <a:ea typeface="Roboto"/>
                <a:cs typeface="Roboto"/>
                <a:sym typeface="Roboto"/>
              </a:endParaRPr>
            </a:p>
          </p:txBody>
        </p:sp>
        <p:sp>
          <p:nvSpPr>
            <p:cNvPr id="27" name="Google Shape;126;p16">
              <a:extLst>
                <a:ext uri="{FF2B5EF4-FFF2-40B4-BE49-F238E27FC236}">
                  <a16:creationId xmlns:a16="http://schemas.microsoft.com/office/drawing/2014/main" id="{8672263B-C4A2-4FB8-BA28-0C2C9B8103C4}"/>
                </a:ext>
              </a:extLst>
            </p:cNvPr>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spcFirstLastPara="1" wrap="square" lIns="121900" tIns="121900" rIns="121900" bIns="121900" anchor="ctr" anchorCtr="0">
              <a:noAutofit/>
            </a:bodyPr>
            <a:lstStyle/>
            <a:p>
              <a:endParaRPr sz="2400"/>
            </a:p>
          </p:txBody>
        </p:sp>
        <p:sp>
          <p:nvSpPr>
            <p:cNvPr id="28" name="Google Shape;127;p16">
              <a:extLst>
                <a:ext uri="{FF2B5EF4-FFF2-40B4-BE49-F238E27FC236}">
                  <a16:creationId xmlns:a16="http://schemas.microsoft.com/office/drawing/2014/main" id="{C1772773-FE19-4F2C-BEE1-635732E9991E}"/>
                </a:ext>
              </a:extLst>
            </p:cNvPr>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algn="ctr"/>
              <a:r>
                <a:rPr lang="en" sz="3467">
                  <a:solidFill>
                    <a:srgbClr val="FFFFFF"/>
                  </a:solidFill>
                  <a:latin typeface="Roboto Thin"/>
                  <a:ea typeface="Roboto Thin"/>
                  <a:cs typeface="Roboto Thin"/>
                  <a:sym typeface="Roboto Thin"/>
                </a:rPr>
                <a:t>03</a:t>
              </a:r>
              <a:endParaRPr sz="3467">
                <a:solidFill>
                  <a:srgbClr val="FFFFFF"/>
                </a:solidFill>
                <a:latin typeface="Roboto Thin"/>
                <a:ea typeface="Roboto Thin"/>
                <a:cs typeface="Roboto Thin"/>
                <a:sym typeface="Roboto Thin"/>
              </a:endParaRPr>
            </a:p>
          </p:txBody>
        </p:sp>
        <p:sp>
          <p:nvSpPr>
            <p:cNvPr id="29" name="Google Shape;128;p16">
              <a:extLst>
                <a:ext uri="{FF2B5EF4-FFF2-40B4-BE49-F238E27FC236}">
                  <a16:creationId xmlns:a16="http://schemas.microsoft.com/office/drawing/2014/main" id="{F74370E7-C9C7-427A-BD0B-D0C8E6A11330}"/>
                </a:ext>
              </a:extLst>
            </p:cNvPr>
            <p:cNvSpPr/>
            <p:nvPr/>
          </p:nvSpPr>
          <p:spPr>
            <a:xfrm>
              <a:off x="4387850" y="2323750"/>
              <a:ext cx="2971200" cy="642300"/>
            </a:xfrm>
            <a:prstGeom prst="rect">
              <a:avLst/>
            </a:prstGeom>
            <a:noFill/>
            <a:ln>
              <a:noFill/>
            </a:ln>
          </p:spPr>
          <p:txBody>
            <a:bodyPr spcFirstLastPara="1" wrap="square" lIns="121900" tIns="121900" rIns="121900" bIns="121900" anchor="ctr" anchorCtr="0">
              <a:noAutofit/>
            </a:bodyPr>
            <a:lstStyle/>
            <a:p>
              <a:pPr marL="609585" indent="-372524">
                <a:lnSpc>
                  <a:spcPct val="115000"/>
                </a:lnSpc>
                <a:buClr>
                  <a:srgbClr val="A72A1E"/>
                </a:buClr>
                <a:buSzPts val="800"/>
                <a:buFont typeface="Roboto"/>
                <a:buChar char="●"/>
              </a:pPr>
              <a:r>
                <a:rPr lang="en-GB" sz="1067" dirty="0">
                  <a:solidFill>
                    <a:srgbClr val="A72A1E"/>
                  </a:solidFill>
                  <a:latin typeface="Roboto"/>
                  <a:ea typeface="Roboto"/>
                  <a:cs typeface="Roboto"/>
                  <a:sym typeface="Roboto"/>
                </a:rPr>
                <a:t>A renewable investment with storage is inherently a safe investment.</a:t>
              </a:r>
            </a:p>
            <a:p>
              <a:pPr marL="609585" indent="-372524">
                <a:lnSpc>
                  <a:spcPct val="115000"/>
                </a:lnSpc>
                <a:buClr>
                  <a:srgbClr val="A72A1E"/>
                </a:buClr>
                <a:buSzPts val="800"/>
                <a:buFont typeface="Roboto"/>
                <a:buChar char="●"/>
              </a:pPr>
              <a:r>
                <a:rPr lang="en-GB" sz="1067" dirty="0">
                  <a:solidFill>
                    <a:srgbClr val="A72A1E"/>
                  </a:solidFill>
                  <a:latin typeface="Roboto"/>
                  <a:ea typeface="Roboto"/>
                  <a:cs typeface="Roboto"/>
                  <a:sym typeface="Roboto"/>
                </a:rPr>
                <a:t>But financially, it’s riskier than a mortgage</a:t>
              </a:r>
            </a:p>
            <a:p>
              <a:pPr marL="609585" indent="-372524">
                <a:lnSpc>
                  <a:spcPct val="115000"/>
                </a:lnSpc>
                <a:buClr>
                  <a:srgbClr val="A72A1E"/>
                </a:buClr>
                <a:buSzPts val="800"/>
                <a:buFont typeface="Roboto"/>
                <a:buChar char="●"/>
              </a:pPr>
              <a:r>
                <a:rPr lang="en-GB" sz="1067" dirty="0">
                  <a:solidFill>
                    <a:srgbClr val="A72A1E"/>
                  </a:solidFill>
                  <a:latin typeface="Roboto"/>
                  <a:ea typeface="Roboto"/>
                  <a:cs typeface="Roboto"/>
                  <a:sym typeface="Roboto"/>
                </a:rPr>
                <a:t>Derisking debt can help</a:t>
              </a:r>
            </a:p>
          </p:txBody>
        </p:sp>
      </p:grpSp>
      <p:grpSp>
        <p:nvGrpSpPr>
          <p:cNvPr id="30" name="Google Shape;129;p16">
            <a:extLst>
              <a:ext uri="{FF2B5EF4-FFF2-40B4-BE49-F238E27FC236}">
                <a16:creationId xmlns:a16="http://schemas.microsoft.com/office/drawing/2014/main" id="{DFCE4D86-4A61-4F7A-9D6E-F5B14DC2CEC1}"/>
              </a:ext>
            </a:extLst>
          </p:cNvPr>
          <p:cNvGrpSpPr/>
          <p:nvPr/>
        </p:nvGrpSpPr>
        <p:grpSpPr>
          <a:xfrm>
            <a:off x="3159863" y="2631367"/>
            <a:ext cx="7943967" cy="858000"/>
            <a:chOff x="1593000" y="2322568"/>
            <a:chExt cx="5957975" cy="643500"/>
          </a:xfrm>
        </p:grpSpPr>
        <p:sp>
          <p:nvSpPr>
            <p:cNvPr id="31" name="Google Shape;130;p16">
              <a:extLst>
                <a:ext uri="{FF2B5EF4-FFF2-40B4-BE49-F238E27FC236}">
                  <a16:creationId xmlns:a16="http://schemas.microsoft.com/office/drawing/2014/main" id="{B7277B0D-7912-47D7-952F-E72BB3E8BCEF}"/>
                </a:ext>
              </a:extLst>
            </p:cNvPr>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endParaRPr sz="2400"/>
            </a:p>
          </p:txBody>
        </p:sp>
        <p:sp>
          <p:nvSpPr>
            <p:cNvPr id="32" name="Google Shape;131;p16">
              <a:extLst>
                <a:ext uri="{FF2B5EF4-FFF2-40B4-BE49-F238E27FC236}">
                  <a16:creationId xmlns:a16="http://schemas.microsoft.com/office/drawing/2014/main" id="{260D94F8-0766-47B8-93AF-39A007528F53}"/>
                </a:ext>
              </a:extLst>
            </p:cNvPr>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endParaRPr sz="2400"/>
            </a:p>
          </p:txBody>
        </p:sp>
        <p:sp>
          <p:nvSpPr>
            <p:cNvPr id="33" name="Google Shape;132;p16">
              <a:extLst>
                <a:ext uri="{FF2B5EF4-FFF2-40B4-BE49-F238E27FC236}">
                  <a16:creationId xmlns:a16="http://schemas.microsoft.com/office/drawing/2014/main" id="{8F7D7ECC-8EF0-44A4-B502-6E04439387BE}"/>
                </a:ext>
              </a:extLst>
            </p:cNvPr>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endParaRPr sz="2400"/>
            </a:p>
          </p:txBody>
        </p:sp>
        <p:sp>
          <p:nvSpPr>
            <p:cNvPr id="34" name="Google Shape;133;p16">
              <a:extLst>
                <a:ext uri="{FF2B5EF4-FFF2-40B4-BE49-F238E27FC236}">
                  <a16:creationId xmlns:a16="http://schemas.microsoft.com/office/drawing/2014/main" id="{13D79ADE-5367-44D3-A0E4-BBB6D1897B08}"/>
                </a:ext>
              </a:extLst>
            </p:cNvPr>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a:lnSpc>
                  <a:spcPct val="115000"/>
                </a:lnSpc>
              </a:pPr>
              <a:r>
                <a:rPr lang="en" sz="1333" i="1" dirty="0">
                  <a:solidFill>
                    <a:srgbClr val="FFFFFF"/>
                  </a:solidFill>
                  <a:latin typeface="Roboto Medium"/>
                  <a:ea typeface="Roboto Medium"/>
                  <a:cs typeface="Roboto Medium"/>
                  <a:sym typeface="Roboto Medium"/>
                </a:rPr>
                <a:t>Institutionalising green stimulus as macro-economic policy </a:t>
              </a:r>
              <a:endParaRPr sz="1333" i="1" dirty="0">
                <a:solidFill>
                  <a:srgbClr val="FFFFFF"/>
                </a:solidFill>
                <a:latin typeface="Roboto"/>
                <a:ea typeface="Roboto"/>
                <a:cs typeface="Roboto"/>
                <a:sym typeface="Roboto"/>
              </a:endParaRPr>
            </a:p>
          </p:txBody>
        </p:sp>
        <p:sp>
          <p:nvSpPr>
            <p:cNvPr id="35" name="Google Shape;134;p16">
              <a:extLst>
                <a:ext uri="{FF2B5EF4-FFF2-40B4-BE49-F238E27FC236}">
                  <a16:creationId xmlns:a16="http://schemas.microsoft.com/office/drawing/2014/main" id="{940B8B08-52F1-4A7D-91DA-8EC9FB262901}"/>
                </a:ext>
              </a:extLst>
            </p:cNvPr>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spcFirstLastPara="1" wrap="square" lIns="121900" tIns="121900" rIns="121900" bIns="121900" anchor="ctr" anchorCtr="0">
              <a:noAutofit/>
            </a:bodyPr>
            <a:lstStyle/>
            <a:p>
              <a:endParaRPr sz="2400"/>
            </a:p>
          </p:txBody>
        </p:sp>
        <p:sp>
          <p:nvSpPr>
            <p:cNvPr id="36" name="Google Shape;135;p16">
              <a:extLst>
                <a:ext uri="{FF2B5EF4-FFF2-40B4-BE49-F238E27FC236}">
                  <a16:creationId xmlns:a16="http://schemas.microsoft.com/office/drawing/2014/main" id="{D4F8D8A0-0E6C-4C3C-A64E-403CF3A7CFB6}"/>
                </a:ext>
              </a:extLst>
            </p:cNvPr>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algn="ctr"/>
              <a:r>
                <a:rPr lang="en" sz="3467">
                  <a:solidFill>
                    <a:srgbClr val="FFFFFF"/>
                  </a:solidFill>
                  <a:latin typeface="Roboto Thin"/>
                  <a:ea typeface="Roboto Thin"/>
                  <a:cs typeface="Roboto Thin"/>
                  <a:sym typeface="Roboto Thin"/>
                </a:rPr>
                <a:t>02</a:t>
              </a:r>
              <a:endParaRPr sz="3467">
                <a:solidFill>
                  <a:srgbClr val="FFFFFF"/>
                </a:solidFill>
                <a:latin typeface="Roboto Thin"/>
                <a:ea typeface="Roboto Thin"/>
                <a:cs typeface="Roboto Thin"/>
                <a:sym typeface="Roboto Thin"/>
              </a:endParaRPr>
            </a:p>
          </p:txBody>
        </p:sp>
        <p:sp>
          <p:nvSpPr>
            <p:cNvPr id="37" name="Google Shape;136;p16">
              <a:extLst>
                <a:ext uri="{FF2B5EF4-FFF2-40B4-BE49-F238E27FC236}">
                  <a16:creationId xmlns:a16="http://schemas.microsoft.com/office/drawing/2014/main" id="{6CD4DAF4-7E9A-4BD6-BE80-40F0D65B72A3}"/>
                </a:ext>
              </a:extLst>
            </p:cNvPr>
            <p:cNvSpPr/>
            <p:nvPr/>
          </p:nvSpPr>
          <p:spPr>
            <a:xfrm>
              <a:off x="4387850" y="2323750"/>
              <a:ext cx="2971200" cy="642300"/>
            </a:xfrm>
            <a:prstGeom prst="rect">
              <a:avLst/>
            </a:prstGeom>
            <a:noFill/>
            <a:ln>
              <a:noFill/>
            </a:ln>
          </p:spPr>
          <p:txBody>
            <a:bodyPr spcFirstLastPara="1" wrap="square" lIns="121900" tIns="121900" rIns="121900" bIns="121900" anchor="ctr" anchorCtr="0">
              <a:noAutofit/>
            </a:bodyPr>
            <a:lstStyle/>
            <a:p>
              <a:pPr marL="609585" indent="-372524">
                <a:lnSpc>
                  <a:spcPct val="115000"/>
                </a:lnSpc>
                <a:buClr>
                  <a:srgbClr val="A72A1E"/>
                </a:buClr>
                <a:buSzPts val="800"/>
                <a:buFont typeface="Roboto"/>
                <a:buChar char="●"/>
              </a:pPr>
              <a:r>
                <a:rPr lang="en-GB" sz="1067" dirty="0">
                  <a:solidFill>
                    <a:srgbClr val="A72A1E"/>
                  </a:solidFill>
                  <a:latin typeface="Roboto"/>
                  <a:ea typeface="Roboto"/>
                  <a:cs typeface="Roboto"/>
                  <a:sym typeface="Roboto"/>
                </a:rPr>
                <a:t>Macro policy has issues: QE pumps up asset prices</a:t>
              </a:r>
            </a:p>
            <a:p>
              <a:pPr marL="609585" lvl="1" indent="-372524">
                <a:lnSpc>
                  <a:spcPct val="115000"/>
                </a:lnSpc>
                <a:buClr>
                  <a:srgbClr val="A72A1E"/>
                </a:buClr>
                <a:buSzPts val="800"/>
                <a:buFont typeface="Roboto"/>
                <a:buChar char="●"/>
              </a:pPr>
              <a:r>
                <a:rPr lang="en-GB" sz="1067" dirty="0">
                  <a:solidFill>
                    <a:srgbClr val="A72A1E"/>
                  </a:solidFill>
                  <a:latin typeface="Roboto"/>
                  <a:ea typeface="Roboto"/>
                  <a:cs typeface="Roboto"/>
                  <a:sym typeface="Roboto"/>
                </a:rPr>
                <a:t>Big fiscal deficits are balance sheet suboptimal: splurging cash without long-term assets</a:t>
              </a:r>
            </a:p>
            <a:p>
              <a:pPr marL="609585" lvl="1" indent="-372524">
                <a:lnSpc>
                  <a:spcPct val="115000"/>
                </a:lnSpc>
                <a:buClr>
                  <a:srgbClr val="A72A1E"/>
                </a:buClr>
                <a:buSzPts val="800"/>
                <a:buFont typeface="Roboto"/>
                <a:buChar char="●"/>
              </a:pPr>
              <a:r>
                <a:rPr lang="en-GB" sz="1067" dirty="0">
                  <a:solidFill>
                    <a:srgbClr val="A72A1E"/>
                  </a:solidFill>
                  <a:latin typeface="Roboto"/>
                  <a:ea typeface="Roboto"/>
                  <a:cs typeface="Roboto"/>
                  <a:sym typeface="Roboto"/>
                </a:rPr>
                <a:t>Green finance adds growth AND productive assets</a:t>
              </a:r>
              <a:endParaRPr sz="1067" dirty="0">
                <a:solidFill>
                  <a:srgbClr val="A72A1E"/>
                </a:solidFill>
                <a:latin typeface="Roboto"/>
                <a:ea typeface="Roboto"/>
                <a:cs typeface="Roboto"/>
                <a:sym typeface="Roboto"/>
              </a:endParaRPr>
            </a:p>
          </p:txBody>
        </p:sp>
      </p:grpSp>
      <p:grpSp>
        <p:nvGrpSpPr>
          <p:cNvPr id="38" name="Google Shape;137;p16">
            <a:extLst>
              <a:ext uri="{FF2B5EF4-FFF2-40B4-BE49-F238E27FC236}">
                <a16:creationId xmlns:a16="http://schemas.microsoft.com/office/drawing/2014/main" id="{DDBDCC78-B9AD-4510-8E6D-D0DCD7AD07FA}"/>
              </a:ext>
            </a:extLst>
          </p:cNvPr>
          <p:cNvGrpSpPr/>
          <p:nvPr/>
        </p:nvGrpSpPr>
        <p:grpSpPr>
          <a:xfrm>
            <a:off x="3159863" y="1758200"/>
            <a:ext cx="7943967" cy="858000"/>
            <a:chOff x="1593000" y="2322568"/>
            <a:chExt cx="5957975" cy="643500"/>
          </a:xfrm>
        </p:grpSpPr>
        <p:sp>
          <p:nvSpPr>
            <p:cNvPr id="39" name="Google Shape;138;p16">
              <a:extLst>
                <a:ext uri="{FF2B5EF4-FFF2-40B4-BE49-F238E27FC236}">
                  <a16:creationId xmlns:a16="http://schemas.microsoft.com/office/drawing/2014/main" id="{D847E3E1-D362-49F6-BA4C-1E52818FDEA7}"/>
                </a:ext>
              </a:extLst>
            </p:cNvPr>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endParaRPr sz="2400"/>
            </a:p>
          </p:txBody>
        </p:sp>
        <p:sp>
          <p:nvSpPr>
            <p:cNvPr id="40" name="Google Shape;139;p16">
              <a:extLst>
                <a:ext uri="{FF2B5EF4-FFF2-40B4-BE49-F238E27FC236}">
                  <a16:creationId xmlns:a16="http://schemas.microsoft.com/office/drawing/2014/main" id="{06708786-95A8-4EF9-9D09-6EB63E002C73}"/>
                </a:ext>
              </a:extLst>
            </p:cNvPr>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endParaRPr sz="2400"/>
            </a:p>
          </p:txBody>
        </p:sp>
        <p:sp>
          <p:nvSpPr>
            <p:cNvPr id="41" name="Google Shape;140;p16">
              <a:extLst>
                <a:ext uri="{FF2B5EF4-FFF2-40B4-BE49-F238E27FC236}">
                  <a16:creationId xmlns:a16="http://schemas.microsoft.com/office/drawing/2014/main" id="{20CDB6A6-9344-4521-AC5D-009896DE4205}"/>
                </a:ext>
              </a:extLst>
            </p:cNvPr>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endParaRPr sz="2400"/>
            </a:p>
          </p:txBody>
        </p:sp>
        <p:sp>
          <p:nvSpPr>
            <p:cNvPr id="42" name="Google Shape;141;p16">
              <a:extLst>
                <a:ext uri="{FF2B5EF4-FFF2-40B4-BE49-F238E27FC236}">
                  <a16:creationId xmlns:a16="http://schemas.microsoft.com/office/drawing/2014/main" id="{ED201B93-DDDA-4FAF-A1E8-010A4057DBC7}"/>
                </a:ext>
              </a:extLst>
            </p:cNvPr>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a:lnSpc>
                  <a:spcPct val="115000"/>
                </a:lnSpc>
              </a:pPr>
              <a:r>
                <a:rPr lang="en" sz="1333" i="1" dirty="0">
                  <a:solidFill>
                    <a:srgbClr val="FFFFFF"/>
                  </a:solidFill>
                  <a:latin typeface="Roboto Medium"/>
                  <a:ea typeface="Roboto Medium"/>
                  <a:cs typeface="Roboto Medium"/>
                  <a:sym typeface="Roboto Medium"/>
                </a:rPr>
                <a:t>Governing the green transition</a:t>
              </a:r>
              <a:endParaRPr sz="1333" i="1" dirty="0">
                <a:solidFill>
                  <a:srgbClr val="FFFFFF"/>
                </a:solidFill>
                <a:latin typeface="Roboto"/>
                <a:ea typeface="Roboto"/>
                <a:cs typeface="Roboto"/>
                <a:sym typeface="Roboto"/>
              </a:endParaRPr>
            </a:p>
          </p:txBody>
        </p:sp>
        <p:sp>
          <p:nvSpPr>
            <p:cNvPr id="43" name="Google Shape;142;p16">
              <a:extLst>
                <a:ext uri="{FF2B5EF4-FFF2-40B4-BE49-F238E27FC236}">
                  <a16:creationId xmlns:a16="http://schemas.microsoft.com/office/drawing/2014/main" id="{1F1551BC-D6F1-4F7E-96E8-B8FAA99D951B}"/>
                </a:ext>
              </a:extLst>
            </p:cNvPr>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spcFirstLastPara="1" wrap="square" lIns="121900" tIns="121900" rIns="121900" bIns="121900" anchor="ctr" anchorCtr="0">
              <a:noAutofit/>
            </a:bodyPr>
            <a:lstStyle/>
            <a:p>
              <a:endParaRPr sz="2400"/>
            </a:p>
          </p:txBody>
        </p:sp>
        <p:sp>
          <p:nvSpPr>
            <p:cNvPr id="44" name="Google Shape;143;p16">
              <a:extLst>
                <a:ext uri="{FF2B5EF4-FFF2-40B4-BE49-F238E27FC236}">
                  <a16:creationId xmlns:a16="http://schemas.microsoft.com/office/drawing/2014/main" id="{9BB83C5F-BE97-4421-B8A3-BA453741383F}"/>
                </a:ext>
              </a:extLst>
            </p:cNvPr>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algn="ctr"/>
              <a:r>
                <a:rPr lang="en" sz="3467">
                  <a:solidFill>
                    <a:srgbClr val="FFFFFF"/>
                  </a:solidFill>
                  <a:latin typeface="Roboto Thin"/>
                  <a:ea typeface="Roboto Thin"/>
                  <a:cs typeface="Roboto Thin"/>
                  <a:sym typeface="Roboto Thin"/>
                </a:rPr>
                <a:t>01</a:t>
              </a:r>
              <a:endParaRPr sz="3467">
                <a:solidFill>
                  <a:srgbClr val="FFFFFF"/>
                </a:solidFill>
                <a:latin typeface="Roboto Thin"/>
                <a:ea typeface="Roboto Thin"/>
                <a:cs typeface="Roboto Thin"/>
                <a:sym typeface="Roboto Thin"/>
              </a:endParaRPr>
            </a:p>
          </p:txBody>
        </p:sp>
        <p:sp>
          <p:nvSpPr>
            <p:cNvPr id="45" name="Google Shape;144;p16">
              <a:extLst>
                <a:ext uri="{FF2B5EF4-FFF2-40B4-BE49-F238E27FC236}">
                  <a16:creationId xmlns:a16="http://schemas.microsoft.com/office/drawing/2014/main" id="{7056B9A1-BF1B-4698-9350-CAC69EE00B96}"/>
                </a:ext>
              </a:extLst>
            </p:cNvPr>
            <p:cNvSpPr/>
            <p:nvPr/>
          </p:nvSpPr>
          <p:spPr>
            <a:xfrm>
              <a:off x="4387850" y="2323750"/>
              <a:ext cx="2971200" cy="642300"/>
            </a:xfrm>
            <a:prstGeom prst="rect">
              <a:avLst/>
            </a:prstGeom>
            <a:noFill/>
            <a:ln>
              <a:noFill/>
            </a:ln>
          </p:spPr>
          <p:txBody>
            <a:bodyPr spcFirstLastPara="1" wrap="square" lIns="121900" tIns="121900" rIns="121900" bIns="121900" anchor="ctr" anchorCtr="0">
              <a:noAutofit/>
            </a:bodyPr>
            <a:lstStyle/>
            <a:p>
              <a:pPr marL="609585" indent="-372524">
                <a:lnSpc>
                  <a:spcPct val="115000"/>
                </a:lnSpc>
                <a:buClr>
                  <a:srgbClr val="A72A1E"/>
                </a:buClr>
                <a:buSzPts val="800"/>
                <a:buFont typeface="Roboto"/>
                <a:buChar char="●"/>
              </a:pPr>
              <a:r>
                <a:rPr lang="en-GB" sz="1067" dirty="0">
                  <a:solidFill>
                    <a:srgbClr val="A72A1E"/>
                  </a:solidFill>
                  <a:latin typeface="Roboto"/>
                  <a:ea typeface="Roboto"/>
                  <a:cs typeface="Roboto"/>
                  <a:sym typeface="Roboto"/>
                </a:rPr>
                <a:t>Every country has option to lodge a technical plan for rapid decarbonisation (simple initially) with the World Bank and get it </a:t>
              </a:r>
              <a:r>
                <a:rPr lang="en-GB" sz="1067" dirty="0" err="1">
                  <a:solidFill>
                    <a:srgbClr val="A72A1E"/>
                  </a:solidFill>
                  <a:latin typeface="Roboto"/>
                  <a:ea typeface="Roboto"/>
                  <a:cs typeface="Roboto"/>
                  <a:sym typeface="Roboto"/>
                </a:rPr>
                <a:t>derisked</a:t>
              </a:r>
              <a:r>
                <a:rPr lang="en-GB" sz="1067" dirty="0">
                  <a:solidFill>
                    <a:srgbClr val="A72A1E"/>
                  </a:solidFill>
                  <a:latin typeface="Roboto"/>
                  <a:ea typeface="Roboto"/>
                  <a:cs typeface="Roboto"/>
                  <a:sym typeface="Roboto"/>
                </a:rPr>
                <a:t>, supported technically and financed</a:t>
              </a:r>
              <a:endParaRPr sz="1067" dirty="0">
                <a:solidFill>
                  <a:srgbClr val="A72A1E"/>
                </a:solidFill>
                <a:latin typeface="Roboto"/>
                <a:ea typeface="Roboto"/>
                <a:cs typeface="Roboto"/>
                <a:sym typeface="Roboto"/>
              </a:endParaRPr>
            </a:p>
          </p:txBody>
        </p:sp>
      </p:grpSp>
      <p:sp>
        <p:nvSpPr>
          <p:cNvPr id="46" name="TextBox 45">
            <a:extLst>
              <a:ext uri="{FF2B5EF4-FFF2-40B4-BE49-F238E27FC236}">
                <a16:creationId xmlns:a16="http://schemas.microsoft.com/office/drawing/2014/main" id="{F612C747-3D5F-42C7-B226-FC54701547C2}"/>
              </a:ext>
            </a:extLst>
          </p:cNvPr>
          <p:cNvSpPr txBox="1"/>
          <p:nvPr/>
        </p:nvSpPr>
        <p:spPr>
          <a:xfrm>
            <a:off x="972600" y="4176246"/>
            <a:ext cx="1609969" cy="369332"/>
          </a:xfrm>
          <a:prstGeom prst="rect">
            <a:avLst/>
          </a:prstGeom>
          <a:noFill/>
        </p:spPr>
        <p:txBody>
          <a:bodyPr wrap="square" rtlCol="0">
            <a:spAutoFit/>
          </a:bodyPr>
          <a:lstStyle/>
          <a:p>
            <a:r>
              <a:rPr lang="en-US" b="1" dirty="0"/>
              <a:t>Scope today</a:t>
            </a:r>
          </a:p>
        </p:txBody>
      </p:sp>
      <p:sp>
        <p:nvSpPr>
          <p:cNvPr id="2" name="Left Brace 1">
            <a:extLst>
              <a:ext uri="{FF2B5EF4-FFF2-40B4-BE49-F238E27FC236}">
                <a16:creationId xmlns:a16="http://schemas.microsoft.com/office/drawing/2014/main" id="{35125349-F346-48F2-94D7-6E0AD22BA772}"/>
              </a:ext>
            </a:extLst>
          </p:cNvPr>
          <p:cNvSpPr/>
          <p:nvPr/>
        </p:nvSpPr>
        <p:spPr>
          <a:xfrm>
            <a:off x="2662037" y="3504511"/>
            <a:ext cx="358460" cy="172959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Box 46">
            <a:extLst>
              <a:ext uri="{FF2B5EF4-FFF2-40B4-BE49-F238E27FC236}">
                <a16:creationId xmlns:a16="http://schemas.microsoft.com/office/drawing/2014/main" id="{D4B5CFFA-7422-4F27-B618-48B64295EED3}"/>
              </a:ext>
            </a:extLst>
          </p:cNvPr>
          <p:cNvSpPr txBox="1"/>
          <p:nvPr/>
        </p:nvSpPr>
        <p:spPr>
          <a:xfrm>
            <a:off x="928459" y="5354036"/>
            <a:ext cx="1609969" cy="646331"/>
          </a:xfrm>
          <a:prstGeom prst="rect">
            <a:avLst/>
          </a:prstGeom>
          <a:noFill/>
        </p:spPr>
        <p:txBody>
          <a:bodyPr wrap="square" rtlCol="0">
            <a:spAutoFit/>
          </a:bodyPr>
          <a:lstStyle/>
          <a:p>
            <a:r>
              <a:rPr lang="en-US" b="1" dirty="0"/>
              <a:t>Requires WB leadership</a:t>
            </a:r>
          </a:p>
        </p:txBody>
      </p:sp>
      <p:cxnSp>
        <p:nvCxnSpPr>
          <p:cNvPr id="4" name="Straight Arrow Connector 3">
            <a:extLst>
              <a:ext uri="{FF2B5EF4-FFF2-40B4-BE49-F238E27FC236}">
                <a16:creationId xmlns:a16="http://schemas.microsoft.com/office/drawing/2014/main" id="{442CCB5C-14F6-456B-A656-6A634FC2DBFF}"/>
              </a:ext>
            </a:extLst>
          </p:cNvPr>
          <p:cNvCxnSpPr>
            <a:stCxn id="47" idx="3"/>
          </p:cNvCxnSpPr>
          <p:nvPr/>
        </p:nvCxnSpPr>
        <p:spPr>
          <a:xfrm>
            <a:off x="2538428" y="5677202"/>
            <a:ext cx="415787" cy="7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Left Brace 47">
            <a:extLst>
              <a:ext uri="{FF2B5EF4-FFF2-40B4-BE49-F238E27FC236}">
                <a16:creationId xmlns:a16="http://schemas.microsoft.com/office/drawing/2014/main" id="{66A23357-A34E-49A9-BB82-B0F454958C97}"/>
              </a:ext>
            </a:extLst>
          </p:cNvPr>
          <p:cNvSpPr/>
          <p:nvPr/>
        </p:nvSpPr>
        <p:spPr>
          <a:xfrm>
            <a:off x="2650820" y="1744231"/>
            <a:ext cx="358460" cy="172959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TextBox 48">
            <a:extLst>
              <a:ext uri="{FF2B5EF4-FFF2-40B4-BE49-F238E27FC236}">
                <a16:creationId xmlns:a16="http://schemas.microsoft.com/office/drawing/2014/main" id="{7FFE47C5-160C-44A7-880D-DEFAF6C1FB2A}"/>
              </a:ext>
            </a:extLst>
          </p:cNvPr>
          <p:cNvSpPr txBox="1"/>
          <p:nvPr/>
        </p:nvSpPr>
        <p:spPr>
          <a:xfrm>
            <a:off x="1012404" y="2354624"/>
            <a:ext cx="1609969" cy="646331"/>
          </a:xfrm>
          <a:prstGeom prst="rect">
            <a:avLst/>
          </a:prstGeom>
          <a:noFill/>
        </p:spPr>
        <p:txBody>
          <a:bodyPr wrap="square" rtlCol="0">
            <a:spAutoFit/>
          </a:bodyPr>
          <a:lstStyle/>
          <a:p>
            <a:r>
              <a:rPr lang="en-US" b="1" dirty="0"/>
              <a:t>Not in Scope today</a:t>
            </a:r>
          </a:p>
        </p:txBody>
      </p:sp>
    </p:spTree>
    <p:extLst>
      <p:ext uri="{BB962C8B-B14F-4D97-AF65-F5344CB8AC3E}">
        <p14:creationId xmlns:p14="http://schemas.microsoft.com/office/powerpoint/2010/main" val="2923722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6"/>
          <p:cNvSpPr txBox="1">
            <a:spLocks noGrp="1"/>
          </p:cNvSpPr>
          <p:nvPr>
            <p:ph type="title"/>
          </p:nvPr>
        </p:nvSpPr>
        <p:spPr>
          <a:prstGeom prst="rect">
            <a:avLst/>
          </a:prstGeom>
        </p:spPr>
        <p:txBody>
          <a:bodyPr spcFirstLastPara="1" vert="horz" wrap="square" lIns="121900" tIns="121900" rIns="121900" bIns="121900" rtlCol="0" anchor="t" anchorCtr="0">
            <a:normAutofit/>
          </a:bodyPr>
          <a:lstStyle/>
          <a:p>
            <a:r>
              <a:rPr lang="en" dirty="0"/>
              <a:t>How to do it?</a:t>
            </a:r>
            <a:endParaRPr dirty="0"/>
          </a:p>
        </p:txBody>
      </p:sp>
      <p:sp>
        <p:nvSpPr>
          <p:cNvPr id="229" name="Google Shape;229;p26"/>
          <p:cNvSpPr txBox="1">
            <a:spLocks noGrp="1"/>
          </p:cNvSpPr>
          <p:nvPr>
            <p:ph idx="1"/>
          </p:nvPr>
        </p:nvSpPr>
        <p:spPr>
          <a:prstGeom prst="rect">
            <a:avLst/>
          </a:prstGeom>
        </p:spPr>
        <p:txBody>
          <a:bodyPr spcFirstLastPara="1" vert="horz" wrap="square" lIns="121900" tIns="121900" rIns="121900" bIns="121900" rtlCol="0" anchor="t" anchorCtr="0">
            <a:normAutofit lnSpcReduction="10000"/>
          </a:bodyPr>
          <a:lstStyle/>
          <a:p>
            <a:pPr marL="651917" indent="-457189">
              <a:buFont typeface="+mj-lt"/>
              <a:buAutoNum type="arabicPeriod"/>
            </a:pPr>
            <a:r>
              <a:rPr lang="en-US" dirty="0"/>
              <a:t>Create a concrete </a:t>
            </a:r>
            <a:r>
              <a:rPr lang="en-US" i="1" dirty="0"/>
              <a:t>plan </a:t>
            </a:r>
            <a:r>
              <a:rPr lang="en-US" dirty="0"/>
              <a:t>to decarbonize power and to electrify other sectors (e.g., transport)</a:t>
            </a:r>
          </a:p>
          <a:p>
            <a:pPr marL="651917" indent="-457189">
              <a:buFont typeface="+mj-lt"/>
              <a:buAutoNum type="arabicPeriod"/>
            </a:pPr>
            <a:r>
              <a:rPr lang="en-GB" dirty="0"/>
              <a:t>Comprehensive financial derisking, securitisation and government guarantees of bonds in renewable electricity generation projects, leading to very low-cost borrowing </a:t>
            </a:r>
            <a:r>
              <a:rPr lang="en-US" dirty="0"/>
              <a:t>(and once derisked, the central bank can purchase)</a:t>
            </a:r>
          </a:p>
          <a:p>
            <a:pPr marL="651917" indent="-457189">
              <a:buFont typeface="+mj-lt"/>
              <a:buAutoNum type="arabicPeriod"/>
            </a:pPr>
            <a:r>
              <a:rPr lang="en-US" dirty="0"/>
              <a:t>Create an equity fund to initially finance projects, sell that once complete and recycle. </a:t>
            </a:r>
            <a:r>
              <a:rPr lang="en-GB" dirty="0"/>
              <a:t>Project equity shared between private-sector equity investment and public-sector equity fund. The public sector equity fund would provide initial financing only, once the project is complete, this equity would be sold to the private sector at a profit This shared public equity fund has several functions and is expected to grow over time.</a:t>
            </a:r>
          </a:p>
          <a:p>
            <a:pPr marL="651917" indent="-457189">
              <a:buFont typeface="+mj-lt"/>
              <a:buAutoNum type="arabicPeriod"/>
            </a:pPr>
            <a:endParaRPr lang="en-US" dirty="0"/>
          </a:p>
          <a:p>
            <a:pPr marL="0" indent="0">
              <a:spcBef>
                <a:spcPts val="1600"/>
              </a:spcBef>
              <a:spcAft>
                <a:spcPts val="1600"/>
              </a:spcAft>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3A34E-4C05-4FD7-8AE8-A45C4598282C}"/>
              </a:ext>
            </a:extLst>
          </p:cNvPr>
          <p:cNvSpPr>
            <a:spLocks noGrp="1"/>
          </p:cNvSpPr>
          <p:nvPr>
            <p:ph type="title"/>
          </p:nvPr>
        </p:nvSpPr>
        <p:spPr/>
        <p:txBody>
          <a:bodyPr>
            <a:normAutofit/>
          </a:bodyPr>
          <a:lstStyle/>
          <a:p>
            <a:r>
              <a:rPr lang="en-US" dirty="0"/>
              <a:t>Context</a:t>
            </a:r>
          </a:p>
        </p:txBody>
      </p:sp>
      <p:sp>
        <p:nvSpPr>
          <p:cNvPr id="3" name="Content Placeholder 2">
            <a:extLst>
              <a:ext uri="{FF2B5EF4-FFF2-40B4-BE49-F238E27FC236}">
                <a16:creationId xmlns:a16="http://schemas.microsoft.com/office/drawing/2014/main" id="{970C072A-030D-4B9E-B9FC-13D35D6DF60C}"/>
              </a:ext>
            </a:extLst>
          </p:cNvP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430276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3"/>
          <p:cNvSpPr txBox="1">
            <a:spLocks noGrp="1"/>
          </p:cNvSpPr>
          <p:nvPr>
            <p:ph type="title"/>
          </p:nvPr>
        </p:nvSpPr>
        <p:spPr>
          <a:prstGeom prst="rect">
            <a:avLst/>
          </a:prstGeom>
        </p:spPr>
        <p:txBody>
          <a:bodyPr spcFirstLastPara="1" vert="horz" wrap="square" lIns="121900" tIns="121900" rIns="121900" bIns="121900" rtlCol="0" anchor="t" anchorCtr="0">
            <a:normAutofit/>
          </a:bodyPr>
          <a:lstStyle/>
          <a:p>
            <a:r>
              <a:rPr lang="en" dirty="0"/>
              <a:t>Context</a:t>
            </a:r>
            <a:endParaRPr dirty="0"/>
          </a:p>
        </p:txBody>
      </p:sp>
      <p:sp>
        <p:nvSpPr>
          <p:cNvPr id="211" name="Google Shape;211;p23"/>
          <p:cNvSpPr txBox="1">
            <a:spLocks noGrp="1"/>
          </p:cNvSpPr>
          <p:nvPr>
            <p:ph idx="1"/>
          </p:nvPr>
        </p:nvSpPr>
        <p:spPr>
          <a:prstGeom prst="rect">
            <a:avLst/>
          </a:prstGeom>
        </p:spPr>
        <p:txBody>
          <a:bodyPr spcFirstLastPara="1" vert="horz" wrap="square" lIns="121900" tIns="121900" rIns="121900" bIns="121900" rtlCol="0" anchor="t" anchorCtr="0">
            <a:normAutofit fontScale="92500" lnSpcReduction="10000"/>
          </a:bodyPr>
          <a:lstStyle/>
          <a:p>
            <a:pPr marL="514338" indent="-514338">
              <a:buFont typeface="+mj-lt"/>
              <a:buAutoNum type="arabicPeriod"/>
            </a:pPr>
            <a:r>
              <a:rPr lang="en-GB" dirty="0"/>
              <a:t>1.5C Paris agreement target requires rapid and immediate action to decarbonise whole economies within a decade or two.</a:t>
            </a:r>
          </a:p>
          <a:p>
            <a:pPr marL="514338" indent="-514338">
              <a:buFont typeface="+mj-lt"/>
              <a:buAutoNum type="arabicPeriod"/>
            </a:pPr>
            <a:r>
              <a:rPr lang="en-GB" dirty="0"/>
              <a:t>Meeting net zero targets will require decarbonising and expanding the power sector and electrifying the other sectors.</a:t>
            </a:r>
          </a:p>
          <a:p>
            <a:pPr marL="514338" indent="-514338">
              <a:buFont typeface="+mj-lt"/>
              <a:buAutoNum type="arabicPeriod"/>
            </a:pPr>
            <a:r>
              <a:rPr lang="en-GB" dirty="0"/>
              <a:t>Fortunately, renewables are now cheap, but financial costs can make up to half the total cost of generating electricity due to high interest rates.</a:t>
            </a:r>
          </a:p>
          <a:p>
            <a:pPr marL="514338" indent="-514338">
              <a:buFont typeface="+mj-lt"/>
              <a:buAutoNum type="arabicPeriod"/>
            </a:pPr>
            <a:r>
              <a:rPr lang="en-GB" dirty="0"/>
              <a:t>Risk capital requiring reasonable rates of return is scarce, especially in developing countries.</a:t>
            </a:r>
          </a:p>
          <a:p>
            <a:pPr marL="514338" indent="-514338">
              <a:buFont typeface="+mj-lt"/>
              <a:buAutoNum type="arabicPeriod"/>
            </a:pPr>
            <a:r>
              <a:rPr lang="en-GB" dirty="0"/>
              <a:t>On the other hand, pension funds, insurance funds and central banks purchase very low risk investments, driving down yields on high rated sovereign debt. There is plenty of money at low interest for safe investments.</a:t>
            </a:r>
          </a:p>
          <a:p>
            <a:pPr marL="0" indent="0">
              <a:spcBef>
                <a:spcPts val="1600"/>
              </a:spcBef>
              <a:spcAft>
                <a:spcPts val="1600"/>
              </a:spcAft>
              <a:buNone/>
            </a:pPr>
            <a:endParaRPr dirty="0"/>
          </a:p>
        </p:txBody>
      </p:sp>
    </p:spTree>
    <p:extLst>
      <p:ext uri="{BB962C8B-B14F-4D97-AF65-F5344CB8AC3E}">
        <p14:creationId xmlns:p14="http://schemas.microsoft.com/office/powerpoint/2010/main" val="3804453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209"/>
        <p:cNvGrpSpPr/>
        <p:nvPr/>
      </p:nvGrpSpPr>
      <p:grpSpPr>
        <a:xfrm>
          <a:off x="0" y="0"/>
          <a:ext cx="0" cy="0"/>
          <a:chOff x="0" y="0"/>
          <a:chExt cx="0" cy="0"/>
        </a:xfrm>
      </p:grpSpPr>
      <p:sp>
        <p:nvSpPr>
          <p:cNvPr id="210" name="Google Shape;210;p23"/>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dirty="0"/>
              <a:t>More Context: The problem with national targets</a:t>
            </a:r>
            <a:endParaRPr dirty="0"/>
          </a:p>
        </p:txBody>
      </p:sp>
      <p:sp>
        <p:nvSpPr>
          <p:cNvPr id="211" name="Google Shape;211;p23"/>
          <p:cNvSpPr txBox="1">
            <a:spLocks noGrp="1"/>
          </p:cNvSpPr>
          <p:nvPr>
            <p:ph idx="1"/>
          </p:nvPr>
        </p:nvSpPr>
        <p:spPr>
          <a:prstGeom prst="rect">
            <a:avLst/>
          </a:prstGeom>
        </p:spPr>
        <p:txBody>
          <a:bodyPr spcFirstLastPara="1" vert="horz" wrap="square" lIns="121900" tIns="121900" rIns="121900" bIns="121900" rtlCol="0" anchor="t" anchorCtr="0">
            <a:normAutofit/>
          </a:bodyPr>
          <a:lstStyle/>
          <a:p>
            <a:r>
              <a:rPr lang="en" sz="2400" dirty="0"/>
              <a:t>Let’s say we want to meet a 2C target.</a:t>
            </a:r>
            <a:endParaRPr sz="2400" dirty="0"/>
          </a:p>
          <a:p>
            <a:r>
              <a:rPr lang="en" sz="2400" dirty="0"/>
              <a:t>National governments set emissions reductions consistent with that targets</a:t>
            </a:r>
            <a:endParaRPr sz="2400" dirty="0"/>
          </a:p>
          <a:p>
            <a:r>
              <a:rPr lang="en" sz="2400" dirty="0"/>
              <a:t>The problem is that not all countries will cooperate</a:t>
            </a:r>
            <a:endParaRPr sz="2400" dirty="0"/>
          </a:p>
          <a:p>
            <a:r>
              <a:rPr lang="en" sz="2400" dirty="0"/>
              <a:t>This means we will miss the target!</a:t>
            </a:r>
            <a:endParaRPr sz="2400" dirty="0"/>
          </a:p>
          <a:p>
            <a:r>
              <a:rPr lang="en" sz="2400" dirty="0"/>
              <a:t>How to succeed - </a:t>
            </a:r>
            <a:r>
              <a:rPr lang="en" sz="2400" b="1" dirty="0"/>
              <a:t>incentives and coordination</a:t>
            </a:r>
            <a:endParaRPr sz="2400" b="1" dirty="0"/>
          </a:p>
          <a:p>
            <a:pPr marL="0" indent="0">
              <a:spcBef>
                <a:spcPts val="1600"/>
              </a:spcBef>
              <a:spcAft>
                <a:spcPts val="1600"/>
              </a:spcAft>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221"/>
        <p:cNvGrpSpPr/>
        <p:nvPr/>
      </p:nvGrpSpPr>
      <p:grpSpPr>
        <a:xfrm>
          <a:off x="0" y="0"/>
          <a:ext cx="0" cy="0"/>
          <a:chOff x="0" y="0"/>
          <a:chExt cx="0" cy="0"/>
        </a:xfrm>
      </p:grpSpPr>
      <p:sp>
        <p:nvSpPr>
          <p:cNvPr id="222" name="Google Shape;222;p25"/>
          <p:cNvSpPr txBox="1">
            <a:spLocks noGrp="1"/>
          </p:cNvSpPr>
          <p:nvPr>
            <p:ph type="title"/>
          </p:nvPr>
        </p:nvSpPr>
        <p:spPr>
          <a:prstGeom prst="rect">
            <a:avLst/>
          </a:prstGeom>
        </p:spPr>
        <p:txBody>
          <a:bodyPr spcFirstLastPara="1" vert="horz" wrap="square" lIns="121900" tIns="121900" rIns="121900" bIns="121900" rtlCol="0" anchor="t" anchorCtr="0">
            <a:normAutofit/>
          </a:bodyPr>
          <a:lstStyle/>
          <a:p>
            <a:r>
              <a:rPr lang="en" dirty="0"/>
              <a:t>More Context: Pension Funds</a:t>
            </a:r>
            <a:endParaRPr dirty="0"/>
          </a:p>
        </p:txBody>
      </p:sp>
      <p:sp>
        <p:nvSpPr>
          <p:cNvPr id="223" name="Google Shape;223;p25"/>
          <p:cNvSpPr txBox="1">
            <a:spLocks noGrp="1"/>
          </p:cNvSpPr>
          <p:nvPr>
            <p:ph idx="1"/>
          </p:nvPr>
        </p:nvSpPr>
        <p:spPr>
          <a:prstGeom prst="rect">
            <a:avLst/>
          </a:prstGeom>
        </p:spPr>
        <p:txBody>
          <a:bodyPr spcFirstLastPara="1" vert="horz" wrap="square" lIns="121900" tIns="121900" rIns="121900" bIns="121900" rtlCol="0" anchor="t" anchorCtr="0">
            <a:normAutofit/>
          </a:bodyPr>
          <a:lstStyle/>
          <a:p>
            <a:r>
              <a:rPr lang="en" sz="2400" dirty="0"/>
              <a:t>Partly thanks to regulations on pension funds, there are plenty of funds, at low interest rates, associated with low risk A to AAA rated investments</a:t>
            </a:r>
            <a:endParaRPr sz="2400" dirty="0"/>
          </a:p>
          <a:p>
            <a:r>
              <a:rPr lang="en" sz="2400" dirty="0"/>
              <a:t>But that money needs to find its way to green investment</a:t>
            </a:r>
            <a:endParaRPr sz="2400" dirty="0"/>
          </a:p>
          <a:p>
            <a:r>
              <a:rPr lang="en" sz="2400" dirty="0"/>
              <a:t>We wish in this to </a:t>
            </a:r>
            <a:r>
              <a:rPr lang="en" sz="2400" i="1" dirty="0"/>
              <a:t>leverage</a:t>
            </a:r>
            <a:r>
              <a:rPr lang="en" sz="2400" dirty="0"/>
              <a:t> scarce public funds</a:t>
            </a:r>
            <a:endParaRPr sz="2400" dirty="0"/>
          </a:p>
          <a:p>
            <a:r>
              <a:rPr lang="en" sz="2400" dirty="0"/>
              <a:t>We also want to make public equity </a:t>
            </a:r>
            <a:r>
              <a:rPr lang="en" sz="2400" i="1" dirty="0"/>
              <a:t>profitable</a:t>
            </a:r>
            <a:endParaRPr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233"/>
        <p:cNvGrpSpPr/>
        <p:nvPr/>
      </p:nvGrpSpPr>
      <p:grpSpPr>
        <a:xfrm>
          <a:off x="0" y="0"/>
          <a:ext cx="0" cy="0"/>
          <a:chOff x="0" y="0"/>
          <a:chExt cx="0" cy="0"/>
        </a:xfrm>
      </p:grpSpPr>
      <p:sp>
        <p:nvSpPr>
          <p:cNvPr id="234" name="Google Shape;234;p27"/>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pPr lvl="0"/>
            <a:r>
              <a:rPr lang="en" dirty="0"/>
              <a:t>More Context: A Better Way to Do Macro-Growth Policy?</a:t>
            </a:r>
            <a:endParaRPr dirty="0"/>
          </a:p>
        </p:txBody>
      </p:sp>
      <p:sp>
        <p:nvSpPr>
          <p:cNvPr id="235" name="Google Shape;235;p27"/>
          <p:cNvSpPr txBox="1">
            <a:spLocks noGrp="1"/>
          </p:cNvSpPr>
          <p:nvPr>
            <p:ph idx="1"/>
          </p:nvPr>
        </p:nvSpPr>
        <p:spPr>
          <a:prstGeom prst="rect">
            <a:avLst/>
          </a:prstGeom>
        </p:spPr>
        <p:txBody>
          <a:bodyPr spcFirstLastPara="1" vert="horz" wrap="square" lIns="121900" tIns="121900" rIns="121900" bIns="121900" rtlCol="0" anchor="t" anchorCtr="0">
            <a:normAutofit/>
          </a:bodyPr>
          <a:lstStyle/>
          <a:p>
            <a:pPr marL="685783" indent="-685783">
              <a:lnSpc>
                <a:spcPct val="90000"/>
              </a:lnSpc>
              <a:spcBef>
                <a:spcPts val="1333"/>
              </a:spcBef>
            </a:pPr>
            <a:r>
              <a:rPr lang="en-GB" sz="2400" dirty="0"/>
              <a:t>In terms of macroeconomic growth policy, low interest rates (monetary policy) are ineffective at stimulating growth, and cause housing and wealth inequality. Public deficits (fiscal policy) are effective in the short term but can be balance-sheet suboptimal to the long term fiscal position, especially in developing countries</a:t>
            </a:r>
            <a:endParaRPr lang="en" sz="2400" dirty="0">
              <a:solidFill>
                <a:srgbClr val="000000"/>
              </a:solidFill>
              <a:latin typeface="Calibri"/>
              <a:ea typeface="Calibri"/>
              <a:cs typeface="Calibri"/>
              <a:sym typeface="Calibri"/>
            </a:endParaRPr>
          </a:p>
          <a:p>
            <a:pPr marL="1295368" lvl="1" indent="-685783">
              <a:lnSpc>
                <a:spcPct val="90000"/>
              </a:lnSpc>
              <a:spcBef>
                <a:spcPts val="1333"/>
              </a:spcBef>
            </a:pPr>
            <a:r>
              <a:rPr lang="en" sz="2133" dirty="0">
                <a:solidFill>
                  <a:srgbClr val="000000"/>
                </a:solidFill>
                <a:latin typeface="Calibri"/>
                <a:ea typeface="Calibri"/>
                <a:cs typeface="Calibri"/>
                <a:sym typeface="Calibri"/>
              </a:rPr>
              <a:t>Monetary Policy (Low Interest rates) causes pumping up asset prices and increases inequality</a:t>
            </a:r>
            <a:endParaRPr sz="2133" dirty="0">
              <a:solidFill>
                <a:srgbClr val="000000"/>
              </a:solidFill>
              <a:latin typeface="Calibri"/>
              <a:ea typeface="Calibri"/>
              <a:cs typeface="Calibri"/>
              <a:sym typeface="Calibri"/>
            </a:endParaRPr>
          </a:p>
          <a:p>
            <a:pPr marL="1295368" lvl="1" indent="-685783">
              <a:lnSpc>
                <a:spcPct val="90000"/>
              </a:lnSpc>
              <a:spcBef>
                <a:spcPts val="1333"/>
              </a:spcBef>
            </a:pPr>
            <a:r>
              <a:rPr lang="en" sz="2133" dirty="0">
                <a:solidFill>
                  <a:srgbClr val="000000"/>
                </a:solidFill>
                <a:latin typeface="Calibri"/>
                <a:ea typeface="Calibri"/>
                <a:cs typeface="Calibri"/>
                <a:sym typeface="Calibri"/>
              </a:rPr>
              <a:t>Fiscal policy uses up borrowing space for developing countries</a:t>
            </a:r>
            <a:endParaRPr sz="2133" dirty="0">
              <a:solidFill>
                <a:srgbClr val="000000"/>
              </a:solidFill>
              <a:latin typeface="Calibri"/>
              <a:ea typeface="Calibri"/>
              <a:cs typeface="Calibri"/>
              <a:sym typeface="Calibri"/>
            </a:endParaRPr>
          </a:p>
          <a:p>
            <a:pPr marL="1295368" lvl="1" indent="-685783">
              <a:lnSpc>
                <a:spcPct val="90000"/>
              </a:lnSpc>
              <a:spcBef>
                <a:spcPts val="1333"/>
              </a:spcBef>
            </a:pPr>
            <a:r>
              <a:rPr lang="en" sz="2133" dirty="0">
                <a:solidFill>
                  <a:srgbClr val="000000"/>
                </a:solidFill>
                <a:latin typeface="Calibri"/>
                <a:ea typeface="Calibri"/>
                <a:cs typeface="Calibri"/>
                <a:sym typeface="Calibri"/>
              </a:rPr>
              <a:t>Coordinated technical plans with financing could add to growth and create </a:t>
            </a:r>
            <a:r>
              <a:rPr lang="en" sz="2133" i="1" dirty="0">
                <a:solidFill>
                  <a:srgbClr val="000000"/>
                </a:solidFill>
                <a:latin typeface="Calibri"/>
                <a:ea typeface="Calibri"/>
                <a:cs typeface="Calibri"/>
                <a:sym typeface="Calibri"/>
              </a:rPr>
              <a:t>extra real assets</a:t>
            </a:r>
            <a:r>
              <a:rPr lang="en" sz="2133" dirty="0">
                <a:solidFill>
                  <a:srgbClr val="000000"/>
                </a:solidFill>
                <a:latin typeface="Calibri"/>
                <a:ea typeface="Calibri"/>
                <a:cs typeface="Calibri"/>
                <a:sym typeface="Calibri"/>
              </a:rPr>
              <a:t> – a better form of macro growth policy</a:t>
            </a:r>
            <a:endParaRPr sz="2133" i="1" dirty="0">
              <a:solidFill>
                <a:srgbClr val="000000"/>
              </a:solidFill>
              <a:latin typeface="Calibri"/>
              <a:ea typeface="Calibri"/>
              <a:cs typeface="Calibri"/>
              <a:sym typeface="Calibri"/>
            </a:endParaRPr>
          </a:p>
          <a:p>
            <a:pPr marL="0" indent="0">
              <a:lnSpc>
                <a:spcPct val="90000"/>
              </a:lnSpc>
              <a:spcBef>
                <a:spcPts val="1333"/>
              </a:spcBef>
              <a:buNone/>
            </a:pPr>
            <a:endParaRPr sz="3733" dirty="0">
              <a:solidFill>
                <a:srgbClr val="000000"/>
              </a:solidFill>
              <a:latin typeface="Calibri"/>
              <a:ea typeface="Calibri"/>
              <a:cs typeface="Calibri"/>
              <a:sym typeface="Calibri"/>
            </a:endParaRPr>
          </a:p>
          <a:p>
            <a:pPr marL="0" indent="0">
              <a:spcAft>
                <a:spcPts val="1600"/>
              </a:spcAft>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BD40-DA89-4E9E-8FF4-B7C7CDB5655F}"/>
              </a:ext>
            </a:extLst>
          </p:cNvPr>
          <p:cNvSpPr>
            <a:spLocks noGrp="1"/>
          </p:cNvSpPr>
          <p:nvPr>
            <p:ph type="title"/>
          </p:nvPr>
        </p:nvSpPr>
        <p:spPr>
          <a:xfrm>
            <a:off x="838200" y="365125"/>
            <a:ext cx="10515600" cy="2432783"/>
          </a:xfrm>
        </p:spPr>
        <p:txBody>
          <a:bodyPr>
            <a:normAutofit fontScale="90000"/>
          </a:bodyPr>
          <a:lstStyle/>
          <a:p>
            <a:r>
              <a:rPr lang="en-GB" dirty="0"/>
              <a:t>Q: Why can’t lending to renewables be more like a mortgage?</a:t>
            </a:r>
            <a:endParaRPr lang="en-US" dirty="0"/>
          </a:p>
        </p:txBody>
      </p:sp>
      <p:sp>
        <p:nvSpPr>
          <p:cNvPr id="5" name="Subtitle 4">
            <a:extLst>
              <a:ext uri="{FF2B5EF4-FFF2-40B4-BE49-F238E27FC236}">
                <a16:creationId xmlns:a16="http://schemas.microsoft.com/office/drawing/2014/main" id="{DC7C202B-09CF-44D3-A989-0B3AC613B253}"/>
              </a:ext>
            </a:extLst>
          </p:cNvPr>
          <p:cNvSpPr>
            <a:spLocks noGrp="1"/>
          </p:cNvSpPr>
          <p:nvPr>
            <p:ph type="subTitle" idx="4294967295"/>
          </p:nvPr>
        </p:nvSpPr>
        <p:spPr>
          <a:xfrm>
            <a:off x="972784" y="3068109"/>
            <a:ext cx="10251016" cy="721783"/>
          </a:xfrm>
        </p:spPr>
        <p:txBody>
          <a:bodyPr>
            <a:noAutofit/>
          </a:bodyPr>
          <a:lstStyle/>
          <a:p>
            <a:r>
              <a:rPr lang="en-GB" sz="2933" dirty="0"/>
              <a:t>What do you pay on your mortgage? 1.5% interest pa</a:t>
            </a:r>
          </a:p>
          <a:p>
            <a:r>
              <a:rPr lang="en-GB" sz="2933" dirty="0"/>
              <a:t>What does a renewable developer pay? 7% or more….</a:t>
            </a:r>
            <a:endParaRPr lang="en-US" sz="2933" dirty="0"/>
          </a:p>
        </p:txBody>
      </p:sp>
    </p:spTree>
    <p:extLst>
      <p:ext uri="{BB962C8B-B14F-4D97-AF65-F5344CB8AC3E}">
        <p14:creationId xmlns:p14="http://schemas.microsoft.com/office/powerpoint/2010/main" val="2442463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3A34E-4C05-4FD7-8AE8-A45C4598282C}"/>
              </a:ext>
            </a:extLst>
          </p:cNvPr>
          <p:cNvSpPr>
            <a:spLocks noGrp="1"/>
          </p:cNvSpPr>
          <p:nvPr>
            <p:ph type="title"/>
          </p:nvPr>
        </p:nvSpPr>
        <p:spPr/>
        <p:txBody>
          <a:bodyPr>
            <a:normAutofit/>
          </a:bodyPr>
          <a:lstStyle/>
          <a:p>
            <a:r>
              <a:rPr lang="en-US" dirty="0"/>
              <a:t>Investment Needs</a:t>
            </a:r>
          </a:p>
        </p:txBody>
      </p:sp>
      <p:sp>
        <p:nvSpPr>
          <p:cNvPr id="3" name="Content Placeholder 2">
            <a:extLst>
              <a:ext uri="{FF2B5EF4-FFF2-40B4-BE49-F238E27FC236}">
                <a16:creationId xmlns:a16="http://schemas.microsoft.com/office/drawing/2014/main" id="{970C072A-030D-4B9E-B9FC-13D35D6DF60C}"/>
              </a:ext>
            </a:extLst>
          </p:cNvPr>
          <p:cNvSpPr>
            <a:spLocks noGrp="1"/>
          </p:cNvSpPr>
          <p:nvPr>
            <p:ph type="body" idx="1"/>
          </p:nvPr>
        </p:nvSpPr>
        <p:spPr/>
        <p:txBody>
          <a:bodyPr>
            <a:normAutofit lnSpcReduction="10000"/>
          </a:bodyPr>
          <a:lstStyle/>
          <a:p>
            <a:r>
              <a:rPr lang="en-US" dirty="0"/>
              <a:t>Main Source: IEA Net zero report </a:t>
            </a:r>
            <a:r>
              <a:rPr lang="en-US" dirty="0">
                <a:hlinkClick r:id="rId2"/>
              </a:rPr>
              <a:t>https://iea.blob.core.windows.net/assets/7ebafc81-74ed-412b-9c60-5cc32c8396e4/NetZeroby2050-ARoadmapfortheGlobalEnergySector-SummaryforPolicyMakers_CORR.pdf</a:t>
            </a:r>
            <a:r>
              <a:rPr lang="en-US" dirty="0"/>
              <a:t>    (</a:t>
            </a:r>
            <a:r>
              <a:rPr lang="en-US" dirty="0">
                <a:hlinkClick r:id="rId3"/>
              </a:rPr>
              <a:t>Presentation</a:t>
            </a:r>
            <a:r>
              <a:rPr lang="en-US" dirty="0"/>
              <a:t>)</a:t>
            </a:r>
          </a:p>
          <a:p>
            <a:endParaRPr lang="en-US" dirty="0"/>
          </a:p>
        </p:txBody>
      </p:sp>
    </p:spTree>
    <p:extLst>
      <p:ext uri="{BB962C8B-B14F-4D97-AF65-F5344CB8AC3E}">
        <p14:creationId xmlns:p14="http://schemas.microsoft.com/office/powerpoint/2010/main" val="2286655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EDD4B-682D-4533-89FB-6397014D37AB}"/>
              </a:ext>
            </a:extLst>
          </p:cNvPr>
          <p:cNvSpPr>
            <a:spLocks noGrp="1"/>
          </p:cNvSpPr>
          <p:nvPr>
            <p:ph type="title"/>
          </p:nvPr>
        </p:nvSpPr>
        <p:spPr/>
        <p:txBody>
          <a:bodyPr/>
          <a:lstStyle/>
          <a:p>
            <a:r>
              <a:rPr lang="en-US" dirty="0"/>
              <a:t>Bridgetown Five!</a:t>
            </a:r>
          </a:p>
        </p:txBody>
      </p:sp>
      <p:pic>
        <p:nvPicPr>
          <p:cNvPr id="5" name="Content Placeholder 4">
            <a:extLst>
              <a:ext uri="{FF2B5EF4-FFF2-40B4-BE49-F238E27FC236}">
                <a16:creationId xmlns:a16="http://schemas.microsoft.com/office/drawing/2014/main" id="{03A4EEFE-CC24-446E-90F2-FC23993A5E62}"/>
              </a:ext>
            </a:extLst>
          </p:cNvPr>
          <p:cNvPicPr>
            <a:picLocks noGrp="1" noChangeAspect="1"/>
          </p:cNvPicPr>
          <p:nvPr>
            <p:ph idx="1"/>
          </p:nvPr>
        </p:nvPicPr>
        <p:blipFill>
          <a:blip r:embed="rId2"/>
          <a:stretch>
            <a:fillRect/>
          </a:stretch>
        </p:blipFill>
        <p:spPr>
          <a:xfrm>
            <a:off x="716423" y="1869951"/>
            <a:ext cx="5643608" cy="4037868"/>
          </a:xfrm>
        </p:spPr>
      </p:pic>
      <p:pic>
        <p:nvPicPr>
          <p:cNvPr id="7" name="Picture 6">
            <a:extLst>
              <a:ext uri="{FF2B5EF4-FFF2-40B4-BE49-F238E27FC236}">
                <a16:creationId xmlns:a16="http://schemas.microsoft.com/office/drawing/2014/main" id="{766FDD67-B703-4116-9382-DC372A81B785}"/>
              </a:ext>
            </a:extLst>
          </p:cNvPr>
          <p:cNvPicPr>
            <a:picLocks noChangeAspect="1"/>
          </p:cNvPicPr>
          <p:nvPr/>
        </p:nvPicPr>
        <p:blipFill>
          <a:blip r:embed="rId3"/>
          <a:stretch>
            <a:fillRect/>
          </a:stretch>
        </p:blipFill>
        <p:spPr>
          <a:xfrm>
            <a:off x="6360089" y="2243663"/>
            <a:ext cx="5309946" cy="1409949"/>
          </a:xfrm>
          <a:prstGeom prst="rect">
            <a:avLst/>
          </a:prstGeom>
        </p:spPr>
      </p:pic>
      <p:pic>
        <p:nvPicPr>
          <p:cNvPr id="9" name="Picture 8">
            <a:extLst>
              <a:ext uri="{FF2B5EF4-FFF2-40B4-BE49-F238E27FC236}">
                <a16:creationId xmlns:a16="http://schemas.microsoft.com/office/drawing/2014/main" id="{3A05E102-06D9-471B-829D-8173BCA4265E}"/>
              </a:ext>
            </a:extLst>
          </p:cNvPr>
          <p:cNvPicPr>
            <a:picLocks noChangeAspect="1"/>
          </p:cNvPicPr>
          <p:nvPr/>
        </p:nvPicPr>
        <p:blipFill>
          <a:blip r:embed="rId4"/>
          <a:stretch>
            <a:fillRect/>
          </a:stretch>
        </p:blipFill>
        <p:spPr>
          <a:xfrm>
            <a:off x="6360031" y="3561979"/>
            <a:ext cx="5241187" cy="2019838"/>
          </a:xfrm>
          <a:prstGeom prst="rect">
            <a:avLst/>
          </a:prstGeom>
        </p:spPr>
      </p:pic>
    </p:spTree>
    <p:extLst>
      <p:ext uri="{BB962C8B-B14F-4D97-AF65-F5344CB8AC3E}">
        <p14:creationId xmlns:p14="http://schemas.microsoft.com/office/powerpoint/2010/main" val="2614101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EDD4B-682D-4533-89FB-6397014D37AB}"/>
              </a:ext>
            </a:extLst>
          </p:cNvPr>
          <p:cNvSpPr>
            <a:spLocks noGrp="1"/>
          </p:cNvSpPr>
          <p:nvPr>
            <p:ph type="title"/>
          </p:nvPr>
        </p:nvSpPr>
        <p:spPr/>
        <p:txBody>
          <a:bodyPr/>
          <a:lstStyle/>
          <a:p>
            <a:r>
              <a:rPr lang="en-US" dirty="0"/>
              <a:t>Bridgetown Five!</a:t>
            </a:r>
          </a:p>
        </p:txBody>
      </p:sp>
      <p:sp>
        <p:nvSpPr>
          <p:cNvPr id="4" name="Content Placeholder 3">
            <a:extLst>
              <a:ext uri="{FF2B5EF4-FFF2-40B4-BE49-F238E27FC236}">
                <a16:creationId xmlns:a16="http://schemas.microsoft.com/office/drawing/2014/main" id="{43628905-047E-421D-A156-24F6350DC2A6}"/>
              </a:ext>
            </a:extLst>
          </p:cNvPr>
          <p:cNvSpPr>
            <a:spLocks noGrp="1"/>
          </p:cNvSpPr>
          <p:nvPr>
            <p:ph idx="1"/>
          </p:nvPr>
        </p:nvSpPr>
        <p:spPr/>
        <p:txBody>
          <a:bodyPr/>
          <a:lstStyle/>
          <a:p>
            <a:r>
              <a:rPr lang="en-US" b="1" dirty="0" err="1"/>
              <a:t>Mobilise</a:t>
            </a:r>
            <a:r>
              <a:rPr lang="en-US" b="1" dirty="0"/>
              <a:t> $5tr in private savings</a:t>
            </a:r>
          </a:p>
          <a:p>
            <a:r>
              <a:rPr lang="en-US" dirty="0"/>
              <a:t>Widening access to concessional finance for the climate vulnerable</a:t>
            </a:r>
          </a:p>
          <a:p>
            <a:r>
              <a:rPr lang="en-US" b="1" dirty="0"/>
              <a:t>Expanding MDB lending by $1tr</a:t>
            </a:r>
          </a:p>
          <a:p>
            <a:r>
              <a:rPr lang="en-US" dirty="0"/>
              <a:t>Funding loss and damage (</a:t>
            </a:r>
            <a:r>
              <a:rPr lang="en-US" dirty="0" err="1"/>
              <a:t>eg</a:t>
            </a:r>
            <a:r>
              <a:rPr lang="en-US" dirty="0"/>
              <a:t> by carbon tax)</a:t>
            </a:r>
          </a:p>
          <a:p>
            <a:r>
              <a:rPr lang="en-US" dirty="0"/>
              <a:t>Making the intl. financial system more risk absorptive (e.g. natural disaster clauses)</a:t>
            </a:r>
          </a:p>
          <a:p>
            <a:endParaRPr lang="en-US" dirty="0"/>
          </a:p>
        </p:txBody>
      </p:sp>
    </p:spTree>
    <p:extLst>
      <p:ext uri="{BB962C8B-B14F-4D97-AF65-F5344CB8AC3E}">
        <p14:creationId xmlns:p14="http://schemas.microsoft.com/office/powerpoint/2010/main" val="4029089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66B70-D1AA-434F-A033-4C4AB1A9AE0E}"/>
              </a:ext>
            </a:extLst>
          </p:cNvPr>
          <p:cNvSpPr>
            <a:spLocks noGrp="1"/>
          </p:cNvSpPr>
          <p:nvPr>
            <p:ph type="title"/>
          </p:nvPr>
        </p:nvSpPr>
        <p:spPr/>
        <p:txBody>
          <a:bodyPr>
            <a:normAutofit fontScale="90000"/>
          </a:bodyPr>
          <a:lstStyle/>
          <a:p>
            <a:r>
              <a:rPr lang="en-US" dirty="0"/>
              <a:t>Clean Energy Investment (Global)</a:t>
            </a:r>
          </a:p>
        </p:txBody>
      </p:sp>
      <p:pic>
        <p:nvPicPr>
          <p:cNvPr id="5" name="Content Placeholder 4">
            <a:extLst>
              <a:ext uri="{FF2B5EF4-FFF2-40B4-BE49-F238E27FC236}">
                <a16:creationId xmlns:a16="http://schemas.microsoft.com/office/drawing/2014/main" id="{393A0359-5FC5-4B19-A974-FBE46215382F}"/>
              </a:ext>
            </a:extLst>
          </p:cNvPr>
          <p:cNvPicPr>
            <a:picLocks noGrp="1" noChangeAspect="1"/>
          </p:cNvPicPr>
          <p:nvPr>
            <p:ph idx="1"/>
          </p:nvPr>
        </p:nvPicPr>
        <p:blipFill>
          <a:blip r:embed="rId2"/>
          <a:stretch>
            <a:fillRect/>
          </a:stretch>
        </p:blipFill>
        <p:spPr>
          <a:xfrm>
            <a:off x="1552923" y="1941513"/>
            <a:ext cx="9086154" cy="4235450"/>
          </a:xfrm>
        </p:spPr>
      </p:pic>
      <p:sp>
        <p:nvSpPr>
          <p:cNvPr id="7" name="TextBox 6">
            <a:extLst>
              <a:ext uri="{FF2B5EF4-FFF2-40B4-BE49-F238E27FC236}">
                <a16:creationId xmlns:a16="http://schemas.microsoft.com/office/drawing/2014/main" id="{73CB8330-526D-4EF6-8B26-4BD6010ABD68}"/>
              </a:ext>
            </a:extLst>
          </p:cNvPr>
          <p:cNvSpPr txBox="1"/>
          <p:nvPr/>
        </p:nvSpPr>
        <p:spPr>
          <a:xfrm>
            <a:off x="1352060" y="5810628"/>
            <a:ext cx="8841539" cy="923330"/>
          </a:xfrm>
          <a:prstGeom prst="rect">
            <a:avLst/>
          </a:prstGeom>
          <a:noFill/>
        </p:spPr>
        <p:txBody>
          <a:bodyPr wrap="square">
            <a:spAutoFit/>
          </a:bodyPr>
          <a:lstStyle/>
          <a:p>
            <a:r>
              <a:rPr lang="en-US" dirty="0"/>
              <a:t>Source: IEA Net zero report </a:t>
            </a:r>
            <a:r>
              <a:rPr lang="en-US" dirty="0">
                <a:hlinkClick r:id="rId3"/>
              </a:rPr>
              <a:t>https://iea.blob.core.windows.net/assets/7ebafc81-74ed-412b-9c60-5cc32c8396e4/NetZeroby2050-ARoadmapfortheGlobalEnergySector-SummaryforPolicyMakers_CORR.pdf</a:t>
            </a:r>
            <a:r>
              <a:rPr lang="en-US" dirty="0"/>
              <a:t> </a:t>
            </a:r>
          </a:p>
        </p:txBody>
      </p:sp>
    </p:spTree>
    <p:extLst>
      <p:ext uri="{BB962C8B-B14F-4D97-AF65-F5344CB8AC3E}">
        <p14:creationId xmlns:p14="http://schemas.microsoft.com/office/powerpoint/2010/main" val="31906690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FA860-61F3-494F-B289-F3F3F7035861}"/>
              </a:ext>
            </a:extLst>
          </p:cNvPr>
          <p:cNvSpPr>
            <a:spLocks noGrp="1"/>
          </p:cNvSpPr>
          <p:nvPr>
            <p:ph type="title"/>
          </p:nvPr>
        </p:nvSpPr>
        <p:spPr>
          <a:xfrm>
            <a:off x="838200" y="365125"/>
            <a:ext cx="4495748" cy="2378075"/>
          </a:xfrm>
        </p:spPr>
        <p:txBody>
          <a:bodyPr>
            <a:noAutofit/>
          </a:bodyPr>
          <a:lstStyle/>
          <a:p>
            <a:r>
              <a:rPr lang="en-US" sz="3600" dirty="0"/>
              <a:t>Emerging Market and Developing Economy (Excluding China) Only</a:t>
            </a:r>
          </a:p>
        </p:txBody>
      </p:sp>
      <p:pic>
        <p:nvPicPr>
          <p:cNvPr id="5" name="Content Placeholder 4">
            <a:extLst>
              <a:ext uri="{FF2B5EF4-FFF2-40B4-BE49-F238E27FC236}">
                <a16:creationId xmlns:a16="http://schemas.microsoft.com/office/drawing/2014/main" id="{89552513-DB69-45BF-B7D9-A92EE54A8F75}"/>
              </a:ext>
            </a:extLst>
          </p:cNvPr>
          <p:cNvPicPr>
            <a:picLocks noGrp="1" noChangeAspect="1"/>
          </p:cNvPicPr>
          <p:nvPr>
            <p:ph idx="1"/>
          </p:nvPr>
        </p:nvPicPr>
        <p:blipFill>
          <a:blip r:embed="rId2"/>
          <a:stretch>
            <a:fillRect/>
          </a:stretch>
        </p:blipFill>
        <p:spPr>
          <a:xfrm>
            <a:off x="5333948" y="951278"/>
            <a:ext cx="5081505" cy="4832107"/>
          </a:xfrm>
        </p:spPr>
      </p:pic>
      <p:sp>
        <p:nvSpPr>
          <p:cNvPr id="7" name="TextBox 6">
            <a:extLst>
              <a:ext uri="{FF2B5EF4-FFF2-40B4-BE49-F238E27FC236}">
                <a16:creationId xmlns:a16="http://schemas.microsoft.com/office/drawing/2014/main" id="{6DA0F635-663D-423D-89DF-0304EC3C8A8B}"/>
              </a:ext>
            </a:extLst>
          </p:cNvPr>
          <p:cNvSpPr txBox="1"/>
          <p:nvPr/>
        </p:nvSpPr>
        <p:spPr>
          <a:xfrm>
            <a:off x="625231" y="4331344"/>
            <a:ext cx="4415692" cy="1754326"/>
          </a:xfrm>
          <a:prstGeom prst="rect">
            <a:avLst/>
          </a:prstGeom>
          <a:noFill/>
        </p:spPr>
        <p:txBody>
          <a:bodyPr wrap="square">
            <a:spAutoFit/>
          </a:bodyPr>
          <a:lstStyle/>
          <a:p>
            <a:r>
              <a:rPr lang="en-US" dirty="0"/>
              <a:t>Source: </a:t>
            </a:r>
            <a:r>
              <a:rPr lang="en-US" dirty="0">
                <a:hlinkClick r:id="rId3"/>
              </a:rPr>
              <a:t>https://www.iea.org/reports/financing-clean-energy-transitions-in-emerging-and-developing-economies/financing-clean-power-efficiency-and-electrification#abstract</a:t>
            </a:r>
            <a:r>
              <a:rPr lang="en-US" dirty="0"/>
              <a:t> </a:t>
            </a:r>
          </a:p>
        </p:txBody>
      </p:sp>
      <p:sp>
        <p:nvSpPr>
          <p:cNvPr id="3" name="Right Brace 2">
            <a:extLst>
              <a:ext uri="{FF2B5EF4-FFF2-40B4-BE49-F238E27FC236}">
                <a16:creationId xmlns:a16="http://schemas.microsoft.com/office/drawing/2014/main" id="{232E5E73-85AA-4EAD-9E9A-6EEF4183FA0C}"/>
              </a:ext>
            </a:extLst>
          </p:cNvPr>
          <p:cNvSpPr/>
          <p:nvPr/>
        </p:nvSpPr>
        <p:spPr>
          <a:xfrm>
            <a:off x="9620739" y="2332653"/>
            <a:ext cx="54708" cy="169226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CC3C695A-F3CD-4B07-ACA6-70BDB26D93AE}"/>
              </a:ext>
            </a:extLst>
          </p:cNvPr>
          <p:cNvSpPr txBox="1"/>
          <p:nvPr/>
        </p:nvSpPr>
        <p:spPr>
          <a:xfrm>
            <a:off x="9675446" y="2877960"/>
            <a:ext cx="2026522" cy="369332"/>
          </a:xfrm>
          <a:prstGeom prst="rect">
            <a:avLst/>
          </a:prstGeom>
          <a:noFill/>
        </p:spPr>
        <p:txBody>
          <a:bodyPr wrap="square">
            <a:spAutoFit/>
          </a:bodyPr>
          <a:lstStyle/>
          <a:p>
            <a:r>
              <a:rPr lang="en-US" dirty="0"/>
              <a:t>$1tr/year gap</a:t>
            </a:r>
          </a:p>
        </p:txBody>
      </p:sp>
      <p:cxnSp>
        <p:nvCxnSpPr>
          <p:cNvPr id="9" name="Straight Connector 8">
            <a:extLst>
              <a:ext uri="{FF2B5EF4-FFF2-40B4-BE49-F238E27FC236}">
                <a16:creationId xmlns:a16="http://schemas.microsoft.com/office/drawing/2014/main" id="{7DBEF845-A565-4F14-A758-5DB72A0D58A4}"/>
              </a:ext>
            </a:extLst>
          </p:cNvPr>
          <p:cNvCxnSpPr/>
          <p:nvPr/>
        </p:nvCxnSpPr>
        <p:spPr>
          <a:xfrm>
            <a:off x="6299199" y="4024923"/>
            <a:ext cx="332153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3860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6FD5-B4D4-45FF-AF0C-38B8151E3852}"/>
              </a:ext>
            </a:extLst>
          </p:cNvPr>
          <p:cNvSpPr>
            <a:spLocks noGrp="1"/>
          </p:cNvSpPr>
          <p:nvPr>
            <p:ph type="title"/>
          </p:nvPr>
        </p:nvSpPr>
        <p:spPr/>
        <p:txBody>
          <a:bodyPr/>
          <a:lstStyle/>
          <a:p>
            <a:r>
              <a:rPr lang="en-US" dirty="0"/>
              <a:t>The ‘Big Push’</a:t>
            </a:r>
          </a:p>
        </p:txBody>
      </p:sp>
      <p:sp>
        <p:nvSpPr>
          <p:cNvPr id="3" name="Content Placeholder 2">
            <a:extLst>
              <a:ext uri="{FF2B5EF4-FFF2-40B4-BE49-F238E27FC236}">
                <a16:creationId xmlns:a16="http://schemas.microsoft.com/office/drawing/2014/main" id="{A306558A-28BE-438F-A43A-66565C698C9A}"/>
              </a:ext>
            </a:extLst>
          </p:cNvPr>
          <p:cNvSpPr>
            <a:spLocks noGrp="1"/>
          </p:cNvSpPr>
          <p:nvPr>
            <p:ph idx="1"/>
          </p:nvPr>
        </p:nvSpPr>
        <p:spPr/>
        <p:txBody>
          <a:bodyPr/>
          <a:lstStyle/>
          <a:p>
            <a:r>
              <a:rPr lang="en-US" dirty="0"/>
              <a:t>Let’s call an internationally-coordinated attempt to meet net zero investment needs across state, private developed and developing countries a ‘big push’. What would it take to finance a big push</a:t>
            </a:r>
          </a:p>
        </p:txBody>
      </p:sp>
    </p:spTree>
    <p:extLst>
      <p:ext uri="{BB962C8B-B14F-4D97-AF65-F5344CB8AC3E}">
        <p14:creationId xmlns:p14="http://schemas.microsoft.com/office/powerpoint/2010/main" val="2946150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F60D4-33EE-4F01-92E4-CF4B67571148}"/>
              </a:ext>
            </a:extLst>
          </p:cNvPr>
          <p:cNvSpPr>
            <a:spLocks noGrp="1"/>
          </p:cNvSpPr>
          <p:nvPr>
            <p:ph type="title"/>
          </p:nvPr>
        </p:nvSpPr>
        <p:spPr/>
        <p:txBody>
          <a:bodyPr>
            <a:normAutofit fontScale="90000"/>
          </a:bodyPr>
          <a:lstStyle/>
          <a:p>
            <a:r>
              <a:rPr lang="en-US" dirty="0"/>
              <a:t>A big push can </a:t>
            </a:r>
            <a:r>
              <a:rPr lang="en-US" i="1" dirty="0"/>
              <a:t>improve</a:t>
            </a:r>
            <a:r>
              <a:rPr lang="en-US" dirty="0"/>
              <a:t> developing country credit ratings…</a:t>
            </a:r>
          </a:p>
        </p:txBody>
      </p:sp>
      <p:sp>
        <p:nvSpPr>
          <p:cNvPr id="10" name="Text Placeholder 9">
            <a:extLst>
              <a:ext uri="{FF2B5EF4-FFF2-40B4-BE49-F238E27FC236}">
                <a16:creationId xmlns:a16="http://schemas.microsoft.com/office/drawing/2014/main" id="{436CCC50-C1E5-4A4E-8630-FED4F13C0A48}"/>
              </a:ext>
            </a:extLst>
          </p:cNvPr>
          <p:cNvSpPr>
            <a:spLocks noGrp="1"/>
          </p:cNvSpPr>
          <p:nvPr>
            <p:ph type="body" idx="1"/>
          </p:nvPr>
        </p:nvSpPr>
        <p:spPr/>
        <p:txBody>
          <a:bodyPr>
            <a:normAutofit fontScale="70000" lnSpcReduction="20000"/>
          </a:bodyPr>
          <a:lstStyle/>
          <a:p>
            <a:r>
              <a:rPr lang="en-US" dirty="0"/>
              <a:t>Current Ratings</a:t>
            </a:r>
          </a:p>
        </p:txBody>
      </p:sp>
      <p:pic>
        <p:nvPicPr>
          <p:cNvPr id="11" name="Content Placeholder 10">
            <a:extLst>
              <a:ext uri="{FF2B5EF4-FFF2-40B4-BE49-F238E27FC236}">
                <a16:creationId xmlns:a16="http://schemas.microsoft.com/office/drawing/2014/main" id="{2E6B52DB-A7ED-466C-9CAA-1182D2895900}"/>
              </a:ext>
            </a:extLst>
          </p:cNvPr>
          <p:cNvPicPr>
            <a:picLocks noGrp="1" noChangeAspect="1"/>
          </p:cNvPicPr>
          <p:nvPr>
            <p:ph sz="half" idx="2"/>
          </p:nvPr>
        </p:nvPicPr>
        <p:blipFill>
          <a:blip r:embed="rId2"/>
          <a:stretch>
            <a:fillRect/>
          </a:stretch>
        </p:blipFill>
        <p:spPr>
          <a:xfrm>
            <a:off x="6037997" y="2866873"/>
            <a:ext cx="3354563" cy="3235325"/>
          </a:xfrm>
          <a:prstGeom prst="rect">
            <a:avLst/>
          </a:prstGeom>
        </p:spPr>
      </p:pic>
      <p:sp>
        <p:nvSpPr>
          <p:cNvPr id="12" name="Text Placeholder 11">
            <a:extLst>
              <a:ext uri="{FF2B5EF4-FFF2-40B4-BE49-F238E27FC236}">
                <a16:creationId xmlns:a16="http://schemas.microsoft.com/office/drawing/2014/main" id="{0EF3EFED-4740-4574-8072-DD23517DD20F}"/>
              </a:ext>
            </a:extLst>
          </p:cNvPr>
          <p:cNvSpPr>
            <a:spLocks noGrp="1"/>
          </p:cNvSpPr>
          <p:nvPr>
            <p:ph type="body" sz="quarter" idx="3"/>
          </p:nvPr>
        </p:nvSpPr>
        <p:spPr/>
        <p:txBody>
          <a:bodyPr>
            <a:normAutofit fontScale="70000" lnSpcReduction="20000"/>
          </a:bodyPr>
          <a:lstStyle/>
          <a:p>
            <a:r>
              <a:rPr lang="en-US" dirty="0"/>
              <a:t>Big push on climate: (slightly better developing country sovereign risk rates– including climate risks as well as fiscal position)</a:t>
            </a:r>
          </a:p>
        </p:txBody>
      </p:sp>
      <p:pic>
        <p:nvPicPr>
          <p:cNvPr id="9" name="Picture 8">
            <a:extLst>
              <a:ext uri="{FF2B5EF4-FFF2-40B4-BE49-F238E27FC236}">
                <a16:creationId xmlns:a16="http://schemas.microsoft.com/office/drawing/2014/main" id="{00F7B36C-D04D-4797-BF4F-4ABD7E6B76F0}"/>
              </a:ext>
            </a:extLst>
          </p:cNvPr>
          <p:cNvPicPr>
            <a:picLocks noChangeAspect="1"/>
          </p:cNvPicPr>
          <p:nvPr/>
        </p:nvPicPr>
        <p:blipFill>
          <a:blip r:embed="rId3"/>
          <a:stretch>
            <a:fillRect/>
          </a:stretch>
        </p:blipFill>
        <p:spPr>
          <a:xfrm>
            <a:off x="842113" y="2924921"/>
            <a:ext cx="5125427" cy="3030605"/>
          </a:xfrm>
          <a:prstGeom prst="rect">
            <a:avLst/>
          </a:prstGeom>
        </p:spPr>
      </p:pic>
    </p:spTree>
    <p:extLst>
      <p:ext uri="{BB962C8B-B14F-4D97-AF65-F5344CB8AC3E}">
        <p14:creationId xmlns:p14="http://schemas.microsoft.com/office/powerpoint/2010/main" val="11023306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D5EC8-EAEB-40D3-92E2-579D942A2A77}"/>
              </a:ext>
            </a:extLst>
          </p:cNvPr>
          <p:cNvSpPr>
            <a:spLocks noGrp="1"/>
          </p:cNvSpPr>
          <p:nvPr>
            <p:ph type="title"/>
          </p:nvPr>
        </p:nvSpPr>
        <p:spPr/>
        <p:txBody>
          <a:bodyPr>
            <a:normAutofit fontScale="90000"/>
          </a:bodyPr>
          <a:lstStyle/>
          <a:p>
            <a:r>
              <a:rPr lang="en-US" dirty="0"/>
              <a:t>.. But only if at IBRD rates: not at market rates</a:t>
            </a:r>
          </a:p>
        </p:txBody>
      </p:sp>
      <p:sp>
        <p:nvSpPr>
          <p:cNvPr id="3" name="Content Placeholder 2">
            <a:extLst>
              <a:ext uri="{FF2B5EF4-FFF2-40B4-BE49-F238E27FC236}">
                <a16:creationId xmlns:a16="http://schemas.microsoft.com/office/drawing/2014/main" id="{6B5B81C4-CBE3-4DC1-9697-452A7D294A3E}"/>
              </a:ext>
            </a:extLst>
          </p:cNvPr>
          <p:cNvSpPr>
            <a:spLocks noGrp="1"/>
          </p:cNvSpPr>
          <p:nvPr>
            <p:ph idx="1"/>
          </p:nvPr>
        </p:nvSpPr>
        <p:spPr>
          <a:xfrm>
            <a:off x="838200" y="1940875"/>
            <a:ext cx="4101548" cy="4236087"/>
          </a:xfrm>
        </p:spPr>
        <p:txBody>
          <a:bodyPr/>
          <a:lstStyle/>
          <a:p>
            <a:r>
              <a:rPr lang="en-US" dirty="0"/>
              <a:t>Big push increases debt, but only somewhat at IBRD interest rates</a:t>
            </a:r>
          </a:p>
          <a:p>
            <a:r>
              <a:rPr lang="en-US" dirty="0"/>
              <a:t>At Market rates it leads to a compound-interest problem </a:t>
            </a:r>
          </a:p>
        </p:txBody>
      </p:sp>
      <p:pic>
        <p:nvPicPr>
          <p:cNvPr id="5" name="Picture 4">
            <a:extLst>
              <a:ext uri="{FF2B5EF4-FFF2-40B4-BE49-F238E27FC236}">
                <a16:creationId xmlns:a16="http://schemas.microsoft.com/office/drawing/2014/main" id="{D515CF98-3E20-43E6-951F-F71F912310D3}"/>
              </a:ext>
            </a:extLst>
          </p:cNvPr>
          <p:cNvPicPr>
            <a:picLocks noChangeAspect="1"/>
          </p:cNvPicPr>
          <p:nvPr/>
        </p:nvPicPr>
        <p:blipFill>
          <a:blip r:embed="rId2"/>
          <a:stretch>
            <a:fillRect/>
          </a:stretch>
        </p:blipFill>
        <p:spPr>
          <a:xfrm>
            <a:off x="5326995" y="1810392"/>
            <a:ext cx="6948542" cy="4497052"/>
          </a:xfrm>
          <a:prstGeom prst="rect">
            <a:avLst/>
          </a:prstGeom>
        </p:spPr>
      </p:pic>
    </p:spTree>
    <p:extLst>
      <p:ext uri="{BB962C8B-B14F-4D97-AF65-F5344CB8AC3E}">
        <p14:creationId xmlns:p14="http://schemas.microsoft.com/office/powerpoint/2010/main" val="3204740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FED53-17BB-40FD-97DD-8ADDF0D9B4F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1E6A334-ECC7-4597-8B97-320B36E62CB8}"/>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CB1F8341-DEC4-4D9A-A13E-E534275F4671}"/>
              </a:ext>
            </a:extLst>
          </p:cNvPr>
          <p:cNvPicPr>
            <a:picLocks noChangeAspect="1"/>
          </p:cNvPicPr>
          <p:nvPr/>
        </p:nvPicPr>
        <p:blipFill>
          <a:blip r:embed="rId2"/>
          <a:stretch>
            <a:fillRect/>
          </a:stretch>
        </p:blipFill>
        <p:spPr>
          <a:xfrm>
            <a:off x="579979" y="0"/>
            <a:ext cx="10773821" cy="8858250"/>
          </a:xfrm>
          <a:prstGeom prst="rect">
            <a:avLst/>
          </a:prstGeom>
        </p:spPr>
      </p:pic>
      <p:sp>
        <p:nvSpPr>
          <p:cNvPr id="10" name="Arrow: Down 9">
            <a:extLst>
              <a:ext uri="{FF2B5EF4-FFF2-40B4-BE49-F238E27FC236}">
                <a16:creationId xmlns:a16="http://schemas.microsoft.com/office/drawing/2014/main" id="{F2E2B8EE-9E4A-406A-8119-7DEFF7023D53}"/>
              </a:ext>
            </a:extLst>
          </p:cNvPr>
          <p:cNvSpPr/>
          <p:nvPr/>
        </p:nvSpPr>
        <p:spPr>
          <a:xfrm>
            <a:off x="5563916" y="681038"/>
            <a:ext cx="513184" cy="55050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Left 11">
            <a:extLst>
              <a:ext uri="{FF2B5EF4-FFF2-40B4-BE49-F238E27FC236}">
                <a16:creationId xmlns:a16="http://schemas.microsoft.com/office/drawing/2014/main" id="{AE9D9251-17DF-4C90-9A4F-C9945ED88085}"/>
              </a:ext>
            </a:extLst>
          </p:cNvPr>
          <p:cNvSpPr/>
          <p:nvPr/>
        </p:nvSpPr>
        <p:spPr>
          <a:xfrm>
            <a:off x="11004062" y="1164492"/>
            <a:ext cx="515815" cy="15630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35E4A8B-3719-4DD5-8A0F-C316010A09DA}"/>
              </a:ext>
            </a:extLst>
          </p:cNvPr>
          <p:cNvSpPr txBox="1"/>
          <p:nvPr/>
        </p:nvSpPr>
        <p:spPr>
          <a:xfrm>
            <a:off x="9300308" y="365125"/>
            <a:ext cx="1899138" cy="369332"/>
          </a:xfrm>
          <a:prstGeom prst="rect">
            <a:avLst/>
          </a:prstGeom>
          <a:noFill/>
        </p:spPr>
        <p:txBody>
          <a:bodyPr wrap="square" rtlCol="0">
            <a:spAutoFit/>
          </a:bodyPr>
          <a:lstStyle/>
          <a:p>
            <a:r>
              <a:rPr lang="en-US" dirty="0"/>
              <a:t>$2.5tr </a:t>
            </a:r>
          </a:p>
        </p:txBody>
      </p:sp>
    </p:spTree>
    <p:extLst>
      <p:ext uri="{BB962C8B-B14F-4D97-AF65-F5344CB8AC3E}">
        <p14:creationId xmlns:p14="http://schemas.microsoft.com/office/powerpoint/2010/main" val="22247133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B30DC-8093-4A6B-BA81-B6CB2190028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BF9AA6-E3C9-4EC5-9D6A-7CD1E806065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7CD0196-8BD6-4FEE-9859-076CDDABA231}"/>
              </a:ext>
            </a:extLst>
          </p:cNvPr>
          <p:cNvPicPr>
            <a:picLocks noChangeAspect="1"/>
          </p:cNvPicPr>
          <p:nvPr/>
        </p:nvPicPr>
        <p:blipFill>
          <a:blip r:embed="rId2"/>
          <a:stretch>
            <a:fillRect/>
          </a:stretch>
        </p:blipFill>
        <p:spPr>
          <a:xfrm>
            <a:off x="560387" y="106808"/>
            <a:ext cx="10107613" cy="6644384"/>
          </a:xfrm>
          <a:prstGeom prst="rect">
            <a:avLst/>
          </a:prstGeom>
        </p:spPr>
      </p:pic>
    </p:spTree>
    <p:extLst>
      <p:ext uri="{BB962C8B-B14F-4D97-AF65-F5344CB8AC3E}">
        <p14:creationId xmlns:p14="http://schemas.microsoft.com/office/powerpoint/2010/main" val="29382714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3A34E-4C05-4FD7-8AE8-A45C4598282C}"/>
              </a:ext>
            </a:extLst>
          </p:cNvPr>
          <p:cNvSpPr>
            <a:spLocks noGrp="1"/>
          </p:cNvSpPr>
          <p:nvPr>
            <p:ph type="title"/>
          </p:nvPr>
        </p:nvSpPr>
        <p:spPr/>
        <p:txBody>
          <a:bodyPr>
            <a:normAutofit/>
          </a:bodyPr>
          <a:lstStyle/>
          <a:p>
            <a:r>
              <a:rPr lang="en-US" dirty="0"/>
              <a:t>Financial Model</a:t>
            </a:r>
          </a:p>
        </p:txBody>
      </p:sp>
      <p:sp>
        <p:nvSpPr>
          <p:cNvPr id="4" name="Text Placeholder 3">
            <a:extLst>
              <a:ext uri="{FF2B5EF4-FFF2-40B4-BE49-F238E27FC236}">
                <a16:creationId xmlns:a16="http://schemas.microsoft.com/office/drawing/2014/main" id="{CEFD6997-5ABC-42EB-BA2B-814444AFAE1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14371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9482-48B7-4C25-98B0-8E098CF5B24E}"/>
              </a:ext>
            </a:extLst>
          </p:cNvPr>
          <p:cNvSpPr>
            <a:spLocks noGrp="1"/>
          </p:cNvSpPr>
          <p:nvPr>
            <p:ph type="title"/>
          </p:nvPr>
        </p:nvSpPr>
        <p:spPr>
          <a:xfrm>
            <a:off x="838199" y="365126"/>
            <a:ext cx="11159067" cy="1287074"/>
          </a:xfrm>
        </p:spPr>
        <p:txBody>
          <a:bodyPr>
            <a:normAutofit/>
          </a:bodyPr>
          <a:lstStyle/>
          <a:p>
            <a:r>
              <a:rPr lang="en-US" dirty="0"/>
              <a:t>Financing Models</a:t>
            </a:r>
          </a:p>
        </p:txBody>
      </p:sp>
      <p:sp>
        <p:nvSpPr>
          <p:cNvPr id="3" name="Content Placeholder 2">
            <a:extLst>
              <a:ext uri="{FF2B5EF4-FFF2-40B4-BE49-F238E27FC236}">
                <a16:creationId xmlns:a16="http://schemas.microsoft.com/office/drawing/2014/main" id="{2BF6AAED-8588-4825-AAB7-62ED3074ABFB}"/>
              </a:ext>
            </a:extLst>
          </p:cNvPr>
          <p:cNvSpPr>
            <a:spLocks noGrp="1"/>
          </p:cNvSpPr>
          <p:nvPr>
            <p:ph idx="1"/>
          </p:nvPr>
        </p:nvSpPr>
        <p:spPr>
          <a:xfrm>
            <a:off x="838200" y="1700033"/>
            <a:ext cx="10515600" cy="4476929"/>
          </a:xfrm>
        </p:spPr>
        <p:txBody>
          <a:bodyPr/>
          <a:lstStyle/>
          <a:p>
            <a:r>
              <a:rPr lang="en-US" b="1" dirty="0"/>
              <a:t>Public investment: IBRD + </a:t>
            </a:r>
            <a:r>
              <a:rPr lang="en-US" b="1" dirty="0" err="1"/>
              <a:t>MIGA+Bank</a:t>
            </a:r>
            <a:endParaRPr lang="en-US" b="1" dirty="0"/>
          </a:p>
          <a:p>
            <a:r>
              <a:rPr lang="en-US" b="1" dirty="0"/>
              <a:t>Power: PPA + Derisked Debt </a:t>
            </a:r>
          </a:p>
          <a:p>
            <a:r>
              <a:rPr lang="en-US" dirty="0"/>
              <a:t>Private: Pay-as-you-go model</a:t>
            </a:r>
          </a:p>
          <a:p>
            <a:r>
              <a:rPr lang="en-US" dirty="0"/>
              <a:t>House Investment: Property Assessed Clean Energy Upgrades (PACE)</a:t>
            </a:r>
          </a:p>
          <a:p>
            <a:r>
              <a:rPr lang="en-US" dirty="0"/>
              <a:t>Also: access domestic financial markets by designing</a:t>
            </a:r>
          </a:p>
        </p:txBody>
      </p:sp>
      <p:sp>
        <p:nvSpPr>
          <p:cNvPr id="5" name="TextBox 4">
            <a:extLst>
              <a:ext uri="{FF2B5EF4-FFF2-40B4-BE49-F238E27FC236}">
                <a16:creationId xmlns:a16="http://schemas.microsoft.com/office/drawing/2014/main" id="{A7A1CD45-A68D-48CF-98ED-966B027D3F9E}"/>
              </a:ext>
            </a:extLst>
          </p:cNvPr>
          <p:cNvSpPr txBox="1"/>
          <p:nvPr/>
        </p:nvSpPr>
        <p:spPr>
          <a:xfrm>
            <a:off x="6417732" y="1963880"/>
            <a:ext cx="2501611" cy="369332"/>
          </a:xfrm>
          <a:prstGeom prst="rect">
            <a:avLst/>
          </a:prstGeom>
          <a:noFill/>
        </p:spPr>
        <p:txBody>
          <a:bodyPr wrap="square">
            <a:spAutoFit/>
          </a:bodyPr>
          <a:lstStyle/>
          <a:p>
            <a:r>
              <a:rPr lang="en-US" b="1" dirty="0"/>
              <a:t>(focus today)</a:t>
            </a:r>
          </a:p>
        </p:txBody>
      </p:sp>
      <p:sp>
        <p:nvSpPr>
          <p:cNvPr id="6" name="Right Brace 5">
            <a:extLst>
              <a:ext uri="{FF2B5EF4-FFF2-40B4-BE49-F238E27FC236}">
                <a16:creationId xmlns:a16="http://schemas.microsoft.com/office/drawing/2014/main" id="{14C208A3-F1E8-4AF9-8F3F-0C81616617B2}"/>
              </a:ext>
            </a:extLst>
          </p:cNvPr>
          <p:cNvSpPr/>
          <p:nvPr/>
        </p:nvSpPr>
        <p:spPr>
          <a:xfrm>
            <a:off x="6151032" y="1770463"/>
            <a:ext cx="266700" cy="75616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7323710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9482-48B7-4C25-98B0-8E098CF5B24E}"/>
              </a:ext>
            </a:extLst>
          </p:cNvPr>
          <p:cNvSpPr>
            <a:spLocks noGrp="1"/>
          </p:cNvSpPr>
          <p:nvPr>
            <p:ph type="title"/>
          </p:nvPr>
        </p:nvSpPr>
        <p:spPr>
          <a:xfrm>
            <a:off x="838199" y="365126"/>
            <a:ext cx="11159067" cy="1287074"/>
          </a:xfrm>
        </p:spPr>
        <p:txBody>
          <a:bodyPr>
            <a:normAutofit fontScale="90000"/>
          </a:bodyPr>
          <a:lstStyle/>
          <a:p>
            <a:r>
              <a:rPr lang="en-US" dirty="0"/>
              <a:t>Basic model: </a:t>
            </a:r>
            <a:br>
              <a:rPr lang="en-US" dirty="0"/>
            </a:br>
            <a:r>
              <a:rPr lang="en-US" sz="2800" dirty="0"/>
              <a:t>Expand balances sheet of financial and risk intermediaries</a:t>
            </a:r>
            <a:endParaRPr lang="en-US" dirty="0"/>
          </a:p>
        </p:txBody>
      </p:sp>
      <p:sp>
        <p:nvSpPr>
          <p:cNvPr id="3" name="Content Placeholder 2">
            <a:extLst>
              <a:ext uri="{FF2B5EF4-FFF2-40B4-BE49-F238E27FC236}">
                <a16:creationId xmlns:a16="http://schemas.microsoft.com/office/drawing/2014/main" id="{2BF6AAED-8588-4825-AAB7-62ED3074ABFB}"/>
              </a:ext>
            </a:extLst>
          </p:cNvPr>
          <p:cNvSpPr>
            <a:spLocks noGrp="1"/>
          </p:cNvSpPr>
          <p:nvPr>
            <p:ph idx="1"/>
          </p:nvPr>
        </p:nvSpPr>
        <p:spPr>
          <a:xfrm>
            <a:off x="838200" y="1700033"/>
            <a:ext cx="10515600" cy="4476929"/>
          </a:xfrm>
        </p:spPr>
        <p:txBody>
          <a:bodyPr/>
          <a:lstStyle/>
          <a:p>
            <a:r>
              <a:rPr lang="en-US" dirty="0"/>
              <a:t>We need to expand MDB balance sheets </a:t>
            </a:r>
            <a:r>
              <a:rPr lang="en-US" i="1" dirty="0"/>
              <a:t>and</a:t>
            </a:r>
            <a:r>
              <a:rPr lang="en-US" dirty="0"/>
              <a:t> organize the private sector</a:t>
            </a:r>
          </a:p>
          <a:p>
            <a:r>
              <a:rPr lang="en-US" dirty="0"/>
              <a:t>We must reduce risk (to get cost of capital down AND include MORE of private sector)</a:t>
            </a:r>
          </a:p>
          <a:p>
            <a:r>
              <a:rPr lang="en-US" dirty="0"/>
              <a:t>How?</a:t>
            </a:r>
          </a:p>
        </p:txBody>
      </p:sp>
    </p:spTree>
    <p:extLst>
      <p:ext uri="{BB962C8B-B14F-4D97-AF65-F5344CB8AC3E}">
        <p14:creationId xmlns:p14="http://schemas.microsoft.com/office/powerpoint/2010/main" val="36991152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9482-48B7-4C25-98B0-8E098CF5B24E}"/>
              </a:ext>
            </a:extLst>
          </p:cNvPr>
          <p:cNvSpPr>
            <a:spLocks noGrp="1"/>
          </p:cNvSpPr>
          <p:nvPr>
            <p:ph type="title"/>
          </p:nvPr>
        </p:nvSpPr>
        <p:spPr>
          <a:xfrm>
            <a:off x="838199" y="365126"/>
            <a:ext cx="11295491" cy="1287074"/>
          </a:xfrm>
        </p:spPr>
        <p:txBody>
          <a:bodyPr>
            <a:normAutofit fontScale="90000"/>
          </a:bodyPr>
          <a:lstStyle/>
          <a:p>
            <a:r>
              <a:rPr lang="en-US" dirty="0"/>
              <a:t>Financial Models for Public &amp; Power</a:t>
            </a:r>
          </a:p>
        </p:txBody>
      </p:sp>
      <p:sp>
        <p:nvSpPr>
          <p:cNvPr id="3" name="Content Placeholder 2">
            <a:extLst>
              <a:ext uri="{FF2B5EF4-FFF2-40B4-BE49-F238E27FC236}">
                <a16:creationId xmlns:a16="http://schemas.microsoft.com/office/drawing/2014/main" id="{2BF6AAED-8588-4825-AAB7-62ED3074ABFB}"/>
              </a:ext>
            </a:extLst>
          </p:cNvPr>
          <p:cNvSpPr>
            <a:spLocks noGrp="1"/>
          </p:cNvSpPr>
          <p:nvPr>
            <p:ph idx="1"/>
          </p:nvPr>
        </p:nvSpPr>
        <p:spPr>
          <a:xfrm>
            <a:off x="838200" y="1700033"/>
            <a:ext cx="11120562" cy="4476929"/>
          </a:xfrm>
        </p:spPr>
        <p:txBody>
          <a:bodyPr/>
          <a:lstStyle/>
          <a:p>
            <a:pPr marL="457200" indent="-457200">
              <a:buFont typeface="+mj-lt"/>
              <a:buAutoNum type="arabicPeriod"/>
            </a:pPr>
            <a:r>
              <a:rPr lang="en-US" dirty="0"/>
              <a:t>IBRD (World Bank) lending</a:t>
            </a:r>
          </a:p>
          <a:p>
            <a:pPr marL="457200" indent="-457200">
              <a:buFont typeface="+mj-lt"/>
              <a:buAutoNum type="arabicPeriod"/>
            </a:pPr>
            <a:r>
              <a:rPr lang="en-US" dirty="0">
                <a:solidFill>
                  <a:schemeClr val="bg1">
                    <a:lumMod val="85000"/>
                  </a:schemeClr>
                </a:solidFill>
              </a:rPr>
              <a:t>New! </a:t>
            </a:r>
            <a:r>
              <a:rPr lang="en-US" dirty="0"/>
              <a:t>IBRD (World Bank) syndicated lending</a:t>
            </a:r>
          </a:p>
          <a:p>
            <a:pPr marL="457200" indent="-457200">
              <a:buFont typeface="+mj-lt"/>
              <a:buAutoNum type="arabicPeriod"/>
            </a:pPr>
            <a:r>
              <a:rPr lang="en-US" dirty="0"/>
              <a:t>MIGA guarantees</a:t>
            </a:r>
          </a:p>
          <a:p>
            <a:pPr marL="457200" indent="-457200">
              <a:buFont typeface="+mj-lt"/>
              <a:buAutoNum type="arabicPeriod"/>
            </a:pPr>
            <a:r>
              <a:rPr lang="en-US" dirty="0">
                <a:solidFill>
                  <a:schemeClr val="bg1">
                    <a:lumMod val="85000"/>
                  </a:schemeClr>
                </a:solidFill>
              </a:rPr>
              <a:t>New! </a:t>
            </a:r>
            <a:r>
              <a:rPr lang="en-US" dirty="0"/>
              <a:t>Guarantee and Securitize the Power Purchase Agreement</a:t>
            </a:r>
          </a:p>
          <a:p>
            <a:pPr marL="457200" indent="-457200">
              <a:buFont typeface="+mj-lt"/>
              <a:buAutoNum type="arabicPeriod"/>
            </a:pPr>
            <a:r>
              <a:rPr lang="en-US" dirty="0">
                <a:solidFill>
                  <a:schemeClr val="bg1">
                    <a:lumMod val="85000"/>
                  </a:schemeClr>
                </a:solidFill>
              </a:rPr>
              <a:t>New! </a:t>
            </a:r>
            <a:r>
              <a:rPr lang="en-US" dirty="0"/>
              <a:t>Add to (4) or (2) a For Public benefit Global Co-investment &amp; Guarantee Equity Fund</a:t>
            </a:r>
          </a:p>
        </p:txBody>
      </p:sp>
    </p:spTree>
    <p:extLst>
      <p:ext uri="{BB962C8B-B14F-4D97-AF65-F5344CB8AC3E}">
        <p14:creationId xmlns:p14="http://schemas.microsoft.com/office/powerpoint/2010/main" val="9343330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Arrow: Right 12">
            <a:extLst>
              <a:ext uri="{FF2B5EF4-FFF2-40B4-BE49-F238E27FC236}">
                <a16:creationId xmlns:a16="http://schemas.microsoft.com/office/drawing/2014/main" id="{E77E0A5B-3C5F-47C8-9F8F-9E2C50F1778D}"/>
              </a:ext>
            </a:extLst>
          </p:cNvPr>
          <p:cNvSpPr/>
          <p:nvPr/>
        </p:nvSpPr>
        <p:spPr>
          <a:xfrm rot="10800000">
            <a:off x="3812947" y="5684292"/>
            <a:ext cx="1276714" cy="264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359482-48B7-4C25-98B0-8E098CF5B24E}"/>
              </a:ext>
            </a:extLst>
          </p:cNvPr>
          <p:cNvSpPr>
            <a:spLocks noGrp="1"/>
          </p:cNvSpPr>
          <p:nvPr>
            <p:ph type="title"/>
          </p:nvPr>
        </p:nvSpPr>
        <p:spPr>
          <a:xfrm>
            <a:off x="838199" y="138205"/>
            <a:ext cx="11353801" cy="1513995"/>
          </a:xfrm>
        </p:spPr>
        <p:txBody>
          <a:bodyPr>
            <a:normAutofit/>
          </a:bodyPr>
          <a:lstStyle/>
          <a:p>
            <a:r>
              <a:rPr lang="en-US" dirty="0"/>
              <a:t>1 IBRD model</a:t>
            </a:r>
          </a:p>
        </p:txBody>
      </p:sp>
      <p:sp>
        <p:nvSpPr>
          <p:cNvPr id="3" name="Content Placeholder 2">
            <a:extLst>
              <a:ext uri="{FF2B5EF4-FFF2-40B4-BE49-F238E27FC236}">
                <a16:creationId xmlns:a16="http://schemas.microsoft.com/office/drawing/2014/main" id="{2BF6AAED-8588-4825-AAB7-62ED3074ABFB}"/>
              </a:ext>
            </a:extLst>
          </p:cNvPr>
          <p:cNvSpPr>
            <a:spLocks noGrp="1"/>
          </p:cNvSpPr>
          <p:nvPr>
            <p:ph idx="1"/>
          </p:nvPr>
        </p:nvSpPr>
        <p:spPr>
          <a:xfrm>
            <a:off x="838200" y="1700033"/>
            <a:ext cx="6220326" cy="4476929"/>
          </a:xfrm>
        </p:spPr>
        <p:txBody>
          <a:bodyPr/>
          <a:lstStyle/>
          <a:p>
            <a:r>
              <a:rPr lang="en-US" dirty="0"/>
              <a:t>Basic IBRD model: Scale up with additional capital</a:t>
            </a:r>
          </a:p>
          <a:p>
            <a:r>
              <a:rPr lang="en-US" dirty="0"/>
              <a:t>WB can borrow at lower rate than developing country </a:t>
            </a:r>
          </a:p>
          <a:p>
            <a:r>
              <a:rPr lang="en-US" dirty="0"/>
              <a:t>Implicit ‘super seniority’ means that WB is paid back (not ever had a serious default). This is a promising model: but does WB have the balance sheet?</a:t>
            </a:r>
          </a:p>
        </p:txBody>
      </p:sp>
      <p:sp>
        <p:nvSpPr>
          <p:cNvPr id="4" name="Rectangle 3">
            <a:extLst>
              <a:ext uri="{FF2B5EF4-FFF2-40B4-BE49-F238E27FC236}">
                <a16:creationId xmlns:a16="http://schemas.microsoft.com/office/drawing/2014/main" id="{C8B4CA2F-F047-4484-BB53-4B1B714B1AE5}"/>
              </a:ext>
            </a:extLst>
          </p:cNvPr>
          <p:cNvSpPr/>
          <p:nvPr/>
        </p:nvSpPr>
        <p:spPr>
          <a:xfrm>
            <a:off x="1204648" y="5271715"/>
            <a:ext cx="2593910" cy="1000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Borrower</a:t>
            </a:r>
          </a:p>
        </p:txBody>
      </p:sp>
      <p:sp>
        <p:nvSpPr>
          <p:cNvPr id="5" name="Rectangle 4">
            <a:extLst>
              <a:ext uri="{FF2B5EF4-FFF2-40B4-BE49-F238E27FC236}">
                <a16:creationId xmlns:a16="http://schemas.microsoft.com/office/drawing/2014/main" id="{9A5CA036-D97D-490F-B380-7E2FE0588DFA}"/>
              </a:ext>
            </a:extLst>
          </p:cNvPr>
          <p:cNvSpPr/>
          <p:nvPr/>
        </p:nvSpPr>
        <p:spPr>
          <a:xfrm>
            <a:off x="5017273" y="5271715"/>
            <a:ext cx="2840459" cy="1000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MDB Intermediary (WB)</a:t>
            </a:r>
          </a:p>
        </p:txBody>
      </p:sp>
      <p:sp>
        <p:nvSpPr>
          <p:cNvPr id="8" name="Rectangle 7">
            <a:extLst>
              <a:ext uri="{FF2B5EF4-FFF2-40B4-BE49-F238E27FC236}">
                <a16:creationId xmlns:a16="http://schemas.microsoft.com/office/drawing/2014/main" id="{F6F84891-0893-4C7D-9CAF-A4250D2BB6BB}"/>
              </a:ext>
            </a:extLst>
          </p:cNvPr>
          <p:cNvSpPr/>
          <p:nvPr/>
        </p:nvSpPr>
        <p:spPr>
          <a:xfrm>
            <a:off x="8554740" y="5271715"/>
            <a:ext cx="2593910" cy="1000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Intl. Capital Markets</a:t>
            </a:r>
          </a:p>
        </p:txBody>
      </p:sp>
      <p:sp>
        <p:nvSpPr>
          <p:cNvPr id="14" name="Arrow: Right 13">
            <a:extLst>
              <a:ext uri="{FF2B5EF4-FFF2-40B4-BE49-F238E27FC236}">
                <a16:creationId xmlns:a16="http://schemas.microsoft.com/office/drawing/2014/main" id="{59BF123E-F708-4398-88CD-37139417DCE3}"/>
              </a:ext>
            </a:extLst>
          </p:cNvPr>
          <p:cNvSpPr/>
          <p:nvPr/>
        </p:nvSpPr>
        <p:spPr>
          <a:xfrm rot="10800000">
            <a:off x="7872808" y="5684293"/>
            <a:ext cx="681932" cy="264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image">
            <a:extLst>
              <a:ext uri="{FF2B5EF4-FFF2-40B4-BE49-F238E27FC236}">
                <a16:creationId xmlns:a16="http://schemas.microsoft.com/office/drawing/2014/main" id="{D11EDFEB-DE88-4542-8EB0-96278556C9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7029" y="0"/>
            <a:ext cx="2949331" cy="2854831"/>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2">
            <a:extLst>
              <a:ext uri="{FF2B5EF4-FFF2-40B4-BE49-F238E27FC236}">
                <a16:creationId xmlns:a16="http://schemas.microsoft.com/office/drawing/2014/main" id="{4679A25D-8A98-4A6D-B4B5-50B7F097A961}"/>
              </a:ext>
            </a:extLst>
          </p:cNvPr>
          <p:cNvSpPr txBox="1">
            <a:spLocks/>
          </p:cNvSpPr>
          <p:nvPr/>
        </p:nvSpPr>
        <p:spPr>
          <a:xfrm>
            <a:off x="8158037" y="2993036"/>
            <a:ext cx="3864335" cy="1857260"/>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110000"/>
              </a:lnSpc>
              <a:spcBef>
                <a:spcPts val="1000"/>
              </a:spcBef>
              <a:buClr>
                <a:schemeClr val="tx2"/>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WB Lending costs</a:t>
            </a:r>
          </a:p>
          <a:p>
            <a:r>
              <a:rPr lang="en-US" dirty="0"/>
              <a:t>Costs above interbank rates in basis points: 50bp = 0.5%</a:t>
            </a:r>
          </a:p>
          <a:p>
            <a:r>
              <a:rPr lang="en-US" dirty="0"/>
              <a:t>I=India; C=China</a:t>
            </a:r>
          </a:p>
          <a:p>
            <a:r>
              <a:rPr lang="en-US" dirty="0"/>
              <a:t>Source: </a:t>
            </a:r>
            <a:r>
              <a:rPr lang="en-US" dirty="0">
                <a:effectLst/>
                <a:latin typeface="-apple-system"/>
                <a:hlinkClick r:id="rId3" tooltip="https://treasury.worldbank.org/en/about/unit/treasury/ibrd-financial-products/lending-rates-and-fees"/>
              </a:rPr>
              <a:t>https://treasury.worldbank.org/en/about/unit/treasury/ibrd-financial-products/lending-rates-and-fees</a:t>
            </a:r>
            <a:endParaRPr lang="en-US" dirty="0">
              <a:effectLst/>
              <a:latin typeface="-apple-system"/>
            </a:endParaRPr>
          </a:p>
          <a:p>
            <a:endParaRPr lang="en-US" dirty="0"/>
          </a:p>
        </p:txBody>
      </p:sp>
    </p:spTree>
    <p:extLst>
      <p:ext uri="{BB962C8B-B14F-4D97-AF65-F5344CB8AC3E}">
        <p14:creationId xmlns:p14="http://schemas.microsoft.com/office/powerpoint/2010/main" val="11912211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9482-48B7-4C25-98B0-8E098CF5B24E}"/>
              </a:ext>
            </a:extLst>
          </p:cNvPr>
          <p:cNvSpPr>
            <a:spLocks noGrp="1"/>
          </p:cNvSpPr>
          <p:nvPr>
            <p:ph type="title"/>
          </p:nvPr>
        </p:nvSpPr>
        <p:spPr>
          <a:xfrm>
            <a:off x="838200" y="138205"/>
            <a:ext cx="5546697" cy="1513995"/>
          </a:xfrm>
        </p:spPr>
        <p:txBody>
          <a:bodyPr>
            <a:normAutofit fontScale="90000"/>
          </a:bodyPr>
          <a:lstStyle/>
          <a:p>
            <a:r>
              <a:rPr lang="en-US" dirty="0"/>
              <a:t>2 IBRD model (with Syndication)</a:t>
            </a:r>
          </a:p>
        </p:txBody>
      </p:sp>
      <p:sp>
        <p:nvSpPr>
          <p:cNvPr id="3" name="Content Placeholder 2">
            <a:extLst>
              <a:ext uri="{FF2B5EF4-FFF2-40B4-BE49-F238E27FC236}">
                <a16:creationId xmlns:a16="http://schemas.microsoft.com/office/drawing/2014/main" id="{2BF6AAED-8588-4825-AAB7-62ED3074ABFB}"/>
              </a:ext>
            </a:extLst>
          </p:cNvPr>
          <p:cNvSpPr>
            <a:spLocks noGrp="1"/>
          </p:cNvSpPr>
          <p:nvPr>
            <p:ph idx="1"/>
          </p:nvPr>
        </p:nvSpPr>
        <p:spPr>
          <a:xfrm>
            <a:off x="838200" y="1700034"/>
            <a:ext cx="6899031" cy="4299714"/>
          </a:xfrm>
        </p:spPr>
        <p:txBody>
          <a:bodyPr/>
          <a:lstStyle/>
          <a:p>
            <a:r>
              <a:rPr lang="en-US" sz="1600" dirty="0"/>
              <a:t>Loan syndication: means the WB would sell on the loans it originates.</a:t>
            </a:r>
          </a:p>
          <a:p>
            <a:r>
              <a:rPr lang="en-US" sz="1600" dirty="0"/>
              <a:t>But are our loans priced at cost? (not far below but the difference might be ~0.5%-1% - </a:t>
            </a:r>
            <a:r>
              <a:rPr lang="en-US" sz="1600" dirty="0" err="1"/>
              <a:t>ie</a:t>
            </a:r>
            <a:r>
              <a:rPr lang="en-US" sz="1600" dirty="0"/>
              <a:t> cost of MIGA guarantees). </a:t>
            </a:r>
          </a:p>
          <a:p>
            <a:r>
              <a:rPr lang="en-US" sz="1600" dirty="0"/>
              <a:t>Either charge more (Does the IBRD compete if it charges 1% more)? Still cheaper than market rates.</a:t>
            </a:r>
          </a:p>
          <a:p>
            <a:r>
              <a:rPr lang="en-US" sz="1600" dirty="0"/>
              <a:t>If not, need a subsidy. Not insurmountable – a large equity fund could provide a first loss subsidy for syndicated in exchange for WB ‘final’ guarantees</a:t>
            </a:r>
            <a:r>
              <a:rPr lang="en-US" dirty="0"/>
              <a:t>.</a:t>
            </a:r>
          </a:p>
        </p:txBody>
      </p:sp>
      <p:sp>
        <p:nvSpPr>
          <p:cNvPr id="4" name="Rectangle 3">
            <a:extLst>
              <a:ext uri="{FF2B5EF4-FFF2-40B4-BE49-F238E27FC236}">
                <a16:creationId xmlns:a16="http://schemas.microsoft.com/office/drawing/2014/main" id="{C8B4CA2F-F047-4484-BB53-4B1B714B1AE5}"/>
              </a:ext>
            </a:extLst>
          </p:cNvPr>
          <p:cNvSpPr/>
          <p:nvPr/>
        </p:nvSpPr>
        <p:spPr>
          <a:xfrm>
            <a:off x="1189571" y="4723793"/>
            <a:ext cx="2593910" cy="15834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Borrower</a:t>
            </a:r>
          </a:p>
        </p:txBody>
      </p:sp>
      <p:sp>
        <p:nvSpPr>
          <p:cNvPr id="5" name="Rectangle 4">
            <a:extLst>
              <a:ext uri="{FF2B5EF4-FFF2-40B4-BE49-F238E27FC236}">
                <a16:creationId xmlns:a16="http://schemas.microsoft.com/office/drawing/2014/main" id="{9A5CA036-D97D-490F-B380-7E2FE0588DFA}"/>
              </a:ext>
            </a:extLst>
          </p:cNvPr>
          <p:cNvSpPr/>
          <p:nvPr/>
        </p:nvSpPr>
        <p:spPr>
          <a:xfrm>
            <a:off x="5323550" y="4859706"/>
            <a:ext cx="2519106" cy="861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MDB Intermediary (WB)</a:t>
            </a:r>
          </a:p>
        </p:txBody>
      </p:sp>
      <p:sp>
        <p:nvSpPr>
          <p:cNvPr id="8" name="Rectangle 7">
            <a:extLst>
              <a:ext uri="{FF2B5EF4-FFF2-40B4-BE49-F238E27FC236}">
                <a16:creationId xmlns:a16="http://schemas.microsoft.com/office/drawing/2014/main" id="{F6F84891-0893-4C7D-9CAF-A4250D2BB6BB}"/>
              </a:ext>
            </a:extLst>
          </p:cNvPr>
          <p:cNvSpPr/>
          <p:nvPr/>
        </p:nvSpPr>
        <p:spPr>
          <a:xfrm>
            <a:off x="8539664" y="4629542"/>
            <a:ext cx="2593910" cy="18439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Intl. Capital Markets</a:t>
            </a:r>
          </a:p>
        </p:txBody>
      </p:sp>
      <p:sp>
        <p:nvSpPr>
          <p:cNvPr id="13" name="Arrow: Right 12">
            <a:extLst>
              <a:ext uri="{FF2B5EF4-FFF2-40B4-BE49-F238E27FC236}">
                <a16:creationId xmlns:a16="http://schemas.microsoft.com/office/drawing/2014/main" id="{E77E0A5B-3C5F-47C8-9F8F-9E2C50F1778D}"/>
              </a:ext>
            </a:extLst>
          </p:cNvPr>
          <p:cNvSpPr/>
          <p:nvPr/>
        </p:nvSpPr>
        <p:spPr>
          <a:xfrm rot="10800000">
            <a:off x="3798558" y="5157967"/>
            <a:ext cx="1524992" cy="264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59BF123E-F708-4398-88CD-37139417DCE3}"/>
              </a:ext>
            </a:extLst>
          </p:cNvPr>
          <p:cNvSpPr/>
          <p:nvPr/>
        </p:nvSpPr>
        <p:spPr>
          <a:xfrm rot="10800000">
            <a:off x="7857732" y="5171137"/>
            <a:ext cx="681932" cy="264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 descr="image">
            <a:extLst>
              <a:ext uri="{FF2B5EF4-FFF2-40B4-BE49-F238E27FC236}">
                <a16:creationId xmlns:a16="http://schemas.microsoft.com/office/drawing/2014/main" id="{B24E4530-C0C3-4C8D-98A9-2775C881FF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7029" y="0"/>
            <a:ext cx="2949331" cy="2854831"/>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2">
            <a:extLst>
              <a:ext uri="{FF2B5EF4-FFF2-40B4-BE49-F238E27FC236}">
                <a16:creationId xmlns:a16="http://schemas.microsoft.com/office/drawing/2014/main" id="{F30F5472-12E4-408B-A695-6C739F7E3AB8}"/>
              </a:ext>
            </a:extLst>
          </p:cNvPr>
          <p:cNvSpPr txBox="1">
            <a:spLocks/>
          </p:cNvSpPr>
          <p:nvPr/>
        </p:nvSpPr>
        <p:spPr>
          <a:xfrm>
            <a:off x="8158037" y="2993036"/>
            <a:ext cx="3864335" cy="1857260"/>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110000"/>
              </a:lnSpc>
              <a:spcBef>
                <a:spcPts val="1000"/>
              </a:spcBef>
              <a:buClr>
                <a:schemeClr val="tx2"/>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WB Lending costs</a:t>
            </a:r>
          </a:p>
          <a:p>
            <a:r>
              <a:rPr lang="en-US" dirty="0"/>
              <a:t>Costs above interbank rates in basis points: 50bp = 0.5%</a:t>
            </a:r>
          </a:p>
          <a:p>
            <a:r>
              <a:rPr lang="en-US" dirty="0"/>
              <a:t>I=India; C=China</a:t>
            </a:r>
          </a:p>
          <a:p>
            <a:r>
              <a:rPr lang="en-US" dirty="0"/>
              <a:t>Source: </a:t>
            </a:r>
            <a:r>
              <a:rPr lang="en-US" dirty="0">
                <a:effectLst/>
                <a:latin typeface="-apple-system"/>
                <a:hlinkClick r:id="rId3" tooltip="https://treasury.worldbank.org/en/about/unit/treasury/ibrd-financial-products/lending-rates-and-fees"/>
              </a:rPr>
              <a:t>https://treasury.worldbank.org/en/about/unit/treasury/ibrd-financial-products/lending-rates-and-fees</a:t>
            </a:r>
            <a:endParaRPr lang="en-US" dirty="0">
              <a:effectLst/>
              <a:latin typeface="-apple-system"/>
            </a:endParaRPr>
          </a:p>
          <a:p>
            <a:endParaRPr lang="en-US" dirty="0"/>
          </a:p>
        </p:txBody>
      </p:sp>
    </p:spTree>
    <p:extLst>
      <p:ext uri="{BB962C8B-B14F-4D97-AF65-F5344CB8AC3E}">
        <p14:creationId xmlns:p14="http://schemas.microsoft.com/office/powerpoint/2010/main" val="14255838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9482-48B7-4C25-98B0-8E098CF5B24E}"/>
              </a:ext>
            </a:extLst>
          </p:cNvPr>
          <p:cNvSpPr>
            <a:spLocks noGrp="1"/>
          </p:cNvSpPr>
          <p:nvPr>
            <p:ph type="title"/>
          </p:nvPr>
        </p:nvSpPr>
        <p:spPr>
          <a:xfrm>
            <a:off x="838199" y="365126"/>
            <a:ext cx="11159067" cy="1287074"/>
          </a:xfrm>
        </p:spPr>
        <p:txBody>
          <a:bodyPr>
            <a:normAutofit/>
          </a:bodyPr>
          <a:lstStyle/>
          <a:p>
            <a:r>
              <a:rPr lang="en-US" dirty="0"/>
              <a:t>3 MIGA Reinsurance Model</a:t>
            </a:r>
          </a:p>
        </p:txBody>
      </p:sp>
      <p:sp>
        <p:nvSpPr>
          <p:cNvPr id="3" name="Content Placeholder 2">
            <a:extLst>
              <a:ext uri="{FF2B5EF4-FFF2-40B4-BE49-F238E27FC236}">
                <a16:creationId xmlns:a16="http://schemas.microsoft.com/office/drawing/2014/main" id="{2BF6AAED-8588-4825-AAB7-62ED3074ABFB}"/>
              </a:ext>
            </a:extLst>
          </p:cNvPr>
          <p:cNvSpPr>
            <a:spLocks noGrp="1"/>
          </p:cNvSpPr>
          <p:nvPr>
            <p:ph idx="1"/>
          </p:nvPr>
        </p:nvSpPr>
        <p:spPr>
          <a:xfrm>
            <a:off x="838200" y="1700033"/>
            <a:ext cx="5462116" cy="4476929"/>
          </a:xfrm>
        </p:spPr>
        <p:txBody>
          <a:bodyPr/>
          <a:lstStyle/>
          <a:p>
            <a:r>
              <a:rPr lang="en-US" dirty="0"/>
              <a:t>MIGA Guarantees Provide a Solution as they are reinsured (</a:t>
            </a:r>
            <a:r>
              <a:rPr lang="en-US" dirty="0" err="1"/>
              <a:t>ie</a:t>
            </a:r>
            <a:r>
              <a:rPr lang="en-US" dirty="0"/>
              <a:t> does not use up balance sheet space)</a:t>
            </a:r>
          </a:p>
          <a:p>
            <a:r>
              <a:rPr lang="en-US" dirty="0"/>
              <a:t>MIGA quotes roughly 1% in fees.</a:t>
            </a:r>
          </a:p>
          <a:p>
            <a:r>
              <a:rPr lang="en-US" dirty="0"/>
              <a:t>Also relevant for (2) syndication.</a:t>
            </a:r>
          </a:p>
        </p:txBody>
      </p:sp>
      <p:sp>
        <p:nvSpPr>
          <p:cNvPr id="4" name="Rectangle 3">
            <a:extLst>
              <a:ext uri="{FF2B5EF4-FFF2-40B4-BE49-F238E27FC236}">
                <a16:creationId xmlns:a16="http://schemas.microsoft.com/office/drawing/2014/main" id="{C8B4CA2F-F047-4484-BB53-4B1B714B1AE5}"/>
              </a:ext>
            </a:extLst>
          </p:cNvPr>
          <p:cNvSpPr/>
          <p:nvPr/>
        </p:nvSpPr>
        <p:spPr>
          <a:xfrm>
            <a:off x="1197110" y="4095262"/>
            <a:ext cx="2593910" cy="11252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Borrower</a:t>
            </a:r>
          </a:p>
        </p:txBody>
      </p:sp>
      <p:sp>
        <p:nvSpPr>
          <p:cNvPr id="6" name="Rectangle 5">
            <a:extLst>
              <a:ext uri="{FF2B5EF4-FFF2-40B4-BE49-F238E27FC236}">
                <a16:creationId xmlns:a16="http://schemas.microsoft.com/office/drawing/2014/main" id="{659893B4-19C0-418A-A08D-5FC7AD529973}"/>
              </a:ext>
            </a:extLst>
          </p:cNvPr>
          <p:cNvSpPr/>
          <p:nvPr/>
        </p:nvSpPr>
        <p:spPr>
          <a:xfrm>
            <a:off x="5080000" y="4095262"/>
            <a:ext cx="2946400" cy="7193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Bank (private / not WB)</a:t>
            </a:r>
          </a:p>
        </p:txBody>
      </p:sp>
      <p:sp>
        <p:nvSpPr>
          <p:cNvPr id="7" name="Rectangle 6">
            <a:extLst>
              <a:ext uri="{FF2B5EF4-FFF2-40B4-BE49-F238E27FC236}">
                <a16:creationId xmlns:a16="http://schemas.microsoft.com/office/drawing/2014/main" id="{5F33D081-B683-4D29-9593-1EF996967442}"/>
              </a:ext>
            </a:extLst>
          </p:cNvPr>
          <p:cNvSpPr/>
          <p:nvPr/>
        </p:nvSpPr>
        <p:spPr>
          <a:xfrm>
            <a:off x="5915648" y="5402248"/>
            <a:ext cx="1358522" cy="861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MIGA Guarantee</a:t>
            </a:r>
          </a:p>
        </p:txBody>
      </p:sp>
      <p:sp>
        <p:nvSpPr>
          <p:cNvPr id="8" name="Rectangle 7">
            <a:extLst>
              <a:ext uri="{FF2B5EF4-FFF2-40B4-BE49-F238E27FC236}">
                <a16:creationId xmlns:a16="http://schemas.microsoft.com/office/drawing/2014/main" id="{F6F84891-0893-4C7D-9CAF-A4250D2BB6BB}"/>
              </a:ext>
            </a:extLst>
          </p:cNvPr>
          <p:cNvSpPr/>
          <p:nvPr/>
        </p:nvSpPr>
        <p:spPr>
          <a:xfrm>
            <a:off x="8539664" y="4181231"/>
            <a:ext cx="2593910" cy="10985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Intl. Capital Markets</a:t>
            </a:r>
          </a:p>
        </p:txBody>
      </p:sp>
      <p:sp>
        <p:nvSpPr>
          <p:cNvPr id="11" name="Arrow: Right 10">
            <a:extLst>
              <a:ext uri="{FF2B5EF4-FFF2-40B4-BE49-F238E27FC236}">
                <a16:creationId xmlns:a16="http://schemas.microsoft.com/office/drawing/2014/main" id="{EBBB4E2D-BF30-467A-B8D1-197B8EA6BC60}"/>
              </a:ext>
            </a:extLst>
          </p:cNvPr>
          <p:cNvSpPr/>
          <p:nvPr/>
        </p:nvSpPr>
        <p:spPr>
          <a:xfrm rot="10800000">
            <a:off x="8026399" y="4282989"/>
            <a:ext cx="513263" cy="3656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6868493C-DF02-4B20-BF68-08AC6B0F7921}"/>
              </a:ext>
            </a:extLst>
          </p:cNvPr>
          <p:cNvSpPr/>
          <p:nvPr/>
        </p:nvSpPr>
        <p:spPr>
          <a:xfrm rot="10800000">
            <a:off x="3791020" y="4384031"/>
            <a:ext cx="1288980" cy="2646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945021F4-F7BC-47BC-8D9B-40BF091778DE}"/>
              </a:ext>
            </a:extLst>
          </p:cNvPr>
          <p:cNvSpPr/>
          <p:nvPr/>
        </p:nvSpPr>
        <p:spPr>
          <a:xfrm rot="16200000">
            <a:off x="6300708" y="4975745"/>
            <a:ext cx="588401" cy="264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30FB9AC-6709-4470-BEEB-842BC46037AA}"/>
              </a:ext>
            </a:extLst>
          </p:cNvPr>
          <p:cNvSpPr/>
          <p:nvPr/>
        </p:nvSpPr>
        <p:spPr>
          <a:xfrm>
            <a:off x="4689230" y="5411593"/>
            <a:ext cx="1122763" cy="861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Gov Contract/PPA </a:t>
            </a:r>
            <a:r>
              <a:rPr lang="en-US" dirty="0" err="1"/>
              <a:t>etc</a:t>
            </a:r>
            <a:endParaRPr lang="en-US" dirty="0"/>
          </a:p>
        </p:txBody>
      </p:sp>
      <p:sp>
        <p:nvSpPr>
          <p:cNvPr id="17" name="Arrow: Right 16">
            <a:extLst>
              <a:ext uri="{FF2B5EF4-FFF2-40B4-BE49-F238E27FC236}">
                <a16:creationId xmlns:a16="http://schemas.microsoft.com/office/drawing/2014/main" id="{405E9C94-A237-4B75-87E0-046A96D3FFDB}"/>
              </a:ext>
            </a:extLst>
          </p:cNvPr>
          <p:cNvSpPr/>
          <p:nvPr/>
        </p:nvSpPr>
        <p:spPr>
          <a:xfrm rot="16200000">
            <a:off x="5231277" y="4975744"/>
            <a:ext cx="588401" cy="264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7B206032-5F08-4319-B31C-34CA1442E925}"/>
              </a:ext>
            </a:extLst>
          </p:cNvPr>
          <p:cNvSpPr/>
          <p:nvPr/>
        </p:nvSpPr>
        <p:spPr>
          <a:xfrm rot="10390530">
            <a:off x="7397043" y="5280379"/>
            <a:ext cx="1023986" cy="264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6D90E4C-A30A-47B9-B3B3-FC955CA1CD63}"/>
              </a:ext>
            </a:extLst>
          </p:cNvPr>
          <p:cNvSpPr txBox="1"/>
          <p:nvPr/>
        </p:nvSpPr>
        <p:spPr>
          <a:xfrm>
            <a:off x="7471507" y="5521510"/>
            <a:ext cx="2297724" cy="369332"/>
          </a:xfrm>
          <a:prstGeom prst="rect">
            <a:avLst/>
          </a:prstGeom>
          <a:noFill/>
        </p:spPr>
        <p:txBody>
          <a:bodyPr wrap="square" rtlCol="0">
            <a:spAutoFit/>
          </a:bodyPr>
          <a:lstStyle/>
          <a:p>
            <a:r>
              <a:rPr lang="en-US" dirty="0"/>
              <a:t>Reinsurance</a:t>
            </a:r>
          </a:p>
        </p:txBody>
      </p:sp>
      <p:sp>
        <p:nvSpPr>
          <p:cNvPr id="19" name="TextBox 18">
            <a:extLst>
              <a:ext uri="{FF2B5EF4-FFF2-40B4-BE49-F238E27FC236}">
                <a16:creationId xmlns:a16="http://schemas.microsoft.com/office/drawing/2014/main" id="{872CC1D5-E7A9-49D3-B167-379F506D3A6B}"/>
              </a:ext>
            </a:extLst>
          </p:cNvPr>
          <p:cNvSpPr txBox="1"/>
          <p:nvPr/>
        </p:nvSpPr>
        <p:spPr>
          <a:xfrm>
            <a:off x="7698154" y="1578229"/>
            <a:ext cx="3889508" cy="2893100"/>
          </a:xfrm>
          <a:prstGeom prst="rect">
            <a:avLst/>
          </a:prstGeom>
          <a:noFill/>
        </p:spPr>
        <p:txBody>
          <a:bodyPr wrap="square">
            <a:spAutoFit/>
          </a:bodyPr>
          <a:lstStyle/>
          <a:p>
            <a:pPr algn="l"/>
            <a:r>
              <a:rPr lang="en-US" sz="1400" b="1" i="0" dirty="0">
                <a:solidFill>
                  <a:srgbClr val="4A4A4A"/>
                </a:solidFill>
                <a:effectLst/>
                <a:latin typeface="Poppins" panose="00000500000000000000" pitchFamily="2" charset="0"/>
              </a:rPr>
              <a:t>Pricing</a:t>
            </a:r>
            <a:endParaRPr lang="en-US" sz="1400" b="0" i="0" dirty="0">
              <a:solidFill>
                <a:srgbClr val="4A4A4A"/>
              </a:solidFill>
              <a:effectLst/>
              <a:latin typeface="Poppins" panose="00000500000000000000" pitchFamily="2" charset="0"/>
            </a:endParaRPr>
          </a:p>
          <a:p>
            <a:pPr algn="l"/>
            <a:r>
              <a:rPr lang="en-US" sz="1400" b="0" i="0" dirty="0">
                <a:solidFill>
                  <a:srgbClr val="4A4A4A"/>
                </a:solidFill>
                <a:effectLst/>
                <a:latin typeface="Poppins" panose="00000500000000000000" pitchFamily="2" charset="0"/>
              </a:rPr>
              <a:t>MIGA prices its guarantee premiums based on a calculation of both country and project risk. Fees average approximately one percent of the insured amount per year, but can be significantly lower or higher. Detailed information on premiums is available in Section VI of </a:t>
            </a:r>
            <a:r>
              <a:rPr lang="en-US" sz="1400" b="1" i="0" u="sng" dirty="0">
                <a:solidFill>
                  <a:srgbClr val="134074"/>
                </a:solidFill>
                <a:effectLst/>
                <a:latin typeface="Poppins" panose="00000500000000000000" pitchFamily="2" charset="0"/>
                <a:hlinkClick r:id="rId2"/>
              </a:rPr>
              <a:t>MIGA’s Operational Regulations</a:t>
            </a:r>
            <a:r>
              <a:rPr lang="en-US" sz="1400" b="0" i="0" dirty="0">
                <a:solidFill>
                  <a:srgbClr val="4A4A4A"/>
                </a:solidFill>
                <a:effectLst/>
                <a:latin typeface="Poppins" panose="00000500000000000000" pitchFamily="2" charset="0"/>
              </a:rPr>
              <a:t>.</a:t>
            </a:r>
          </a:p>
          <a:p>
            <a:pPr algn="l"/>
            <a:r>
              <a:rPr lang="en-US" sz="1400" dirty="0">
                <a:solidFill>
                  <a:srgbClr val="4A4A4A"/>
                </a:solidFill>
                <a:latin typeface="Poppins" panose="00000500000000000000" pitchFamily="2" charset="0"/>
              </a:rPr>
              <a:t>Source: </a:t>
            </a:r>
            <a:r>
              <a:rPr lang="en-US" sz="1400" dirty="0">
                <a:solidFill>
                  <a:srgbClr val="4A4A4A"/>
                </a:solidFill>
                <a:latin typeface="Poppins" panose="00000500000000000000" pitchFamily="2" charset="0"/>
                <a:hlinkClick r:id="rId3"/>
              </a:rPr>
              <a:t>https://www.miga.org/terms-conditions</a:t>
            </a:r>
            <a:r>
              <a:rPr lang="en-US" sz="1400" dirty="0">
                <a:solidFill>
                  <a:srgbClr val="4A4A4A"/>
                </a:solidFill>
                <a:latin typeface="Poppins" panose="00000500000000000000" pitchFamily="2" charset="0"/>
              </a:rPr>
              <a:t> </a:t>
            </a:r>
            <a:endParaRPr lang="en-US" sz="1400" b="0" i="0" dirty="0">
              <a:solidFill>
                <a:srgbClr val="4A4A4A"/>
              </a:solidFill>
              <a:effectLst/>
              <a:latin typeface="Poppins" panose="00000500000000000000" pitchFamily="2" charset="0"/>
            </a:endParaRPr>
          </a:p>
          <a:p>
            <a:br>
              <a:rPr lang="en-US" sz="1400" dirty="0"/>
            </a:br>
            <a:endParaRPr lang="en-US" sz="1400" dirty="0"/>
          </a:p>
        </p:txBody>
      </p:sp>
    </p:spTree>
    <p:extLst>
      <p:ext uri="{BB962C8B-B14F-4D97-AF65-F5344CB8AC3E}">
        <p14:creationId xmlns:p14="http://schemas.microsoft.com/office/powerpoint/2010/main" val="27011106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48B912F6-C1A2-4A80-AF06-CAC066EA1B5A}"/>
              </a:ext>
            </a:extLst>
          </p:cNvPr>
          <p:cNvSpPr>
            <a:spLocks noGrp="1"/>
          </p:cNvSpPr>
          <p:nvPr>
            <p:ph idx="1"/>
          </p:nvPr>
        </p:nvSpPr>
        <p:spPr>
          <a:xfrm>
            <a:off x="838200" y="1700033"/>
            <a:ext cx="11007436" cy="4476929"/>
          </a:xfrm>
        </p:spPr>
        <p:txBody>
          <a:bodyPr/>
          <a:lstStyle/>
          <a:p>
            <a:r>
              <a:rPr lang="en-US" dirty="0"/>
              <a:t>Power purchase agreement (PPA) is securitized meaning its revenues are guaranteed and they directly pay </a:t>
            </a:r>
            <a:r>
              <a:rPr lang="en-US" b="1" dirty="0"/>
              <a:t>bondholders </a:t>
            </a:r>
            <a:r>
              <a:rPr lang="en-US" dirty="0"/>
              <a:t>OR </a:t>
            </a:r>
            <a:r>
              <a:rPr lang="en-US" b="1" dirty="0"/>
              <a:t>local currency </a:t>
            </a:r>
            <a:r>
              <a:rPr lang="en-US" b="1" dirty="0" err="1"/>
              <a:t>depositers</a:t>
            </a:r>
            <a:r>
              <a:rPr lang="en-US" b="1" dirty="0"/>
              <a:t> </a:t>
            </a:r>
            <a:r>
              <a:rPr lang="en-US" dirty="0"/>
              <a:t>(via fin tech phone app).</a:t>
            </a:r>
          </a:p>
          <a:p>
            <a:r>
              <a:rPr lang="en-US" dirty="0"/>
              <a:t>In India they use intermediate central contracting </a:t>
            </a:r>
            <a:r>
              <a:rPr lang="en-US" dirty="0" err="1"/>
              <a:t>ie</a:t>
            </a:r>
            <a:r>
              <a:rPr lang="en-US" dirty="0"/>
              <a:t> a AAA rated entity issues PPA</a:t>
            </a:r>
          </a:p>
        </p:txBody>
      </p:sp>
      <p:sp>
        <p:nvSpPr>
          <p:cNvPr id="2" name="Title 1">
            <a:extLst>
              <a:ext uri="{FF2B5EF4-FFF2-40B4-BE49-F238E27FC236}">
                <a16:creationId xmlns:a16="http://schemas.microsoft.com/office/drawing/2014/main" id="{3C359482-48B7-4C25-98B0-8E098CF5B24E}"/>
              </a:ext>
            </a:extLst>
          </p:cNvPr>
          <p:cNvSpPr>
            <a:spLocks noGrp="1"/>
          </p:cNvSpPr>
          <p:nvPr>
            <p:ph type="title"/>
          </p:nvPr>
        </p:nvSpPr>
        <p:spPr>
          <a:xfrm>
            <a:off x="838199" y="365126"/>
            <a:ext cx="11159067" cy="1287074"/>
          </a:xfrm>
        </p:spPr>
        <p:txBody>
          <a:bodyPr>
            <a:normAutofit fontScale="90000"/>
          </a:bodyPr>
          <a:lstStyle/>
          <a:p>
            <a:r>
              <a:rPr lang="en-US" dirty="0"/>
              <a:t>4 Issue derisked debt off PPA              (a sort of payment ‘securitization’)</a:t>
            </a:r>
          </a:p>
        </p:txBody>
      </p:sp>
      <p:sp>
        <p:nvSpPr>
          <p:cNvPr id="4" name="Rectangle 3">
            <a:extLst>
              <a:ext uri="{FF2B5EF4-FFF2-40B4-BE49-F238E27FC236}">
                <a16:creationId xmlns:a16="http://schemas.microsoft.com/office/drawing/2014/main" id="{C8B4CA2F-F047-4484-BB53-4B1B714B1AE5}"/>
              </a:ext>
            </a:extLst>
          </p:cNvPr>
          <p:cNvSpPr/>
          <p:nvPr/>
        </p:nvSpPr>
        <p:spPr>
          <a:xfrm>
            <a:off x="1197110" y="3332422"/>
            <a:ext cx="2593910" cy="1888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Borrower</a:t>
            </a:r>
          </a:p>
        </p:txBody>
      </p:sp>
      <p:sp>
        <p:nvSpPr>
          <p:cNvPr id="6" name="Rectangle 5">
            <a:extLst>
              <a:ext uri="{FF2B5EF4-FFF2-40B4-BE49-F238E27FC236}">
                <a16:creationId xmlns:a16="http://schemas.microsoft.com/office/drawing/2014/main" id="{659893B4-19C0-418A-A08D-5FC7AD529973}"/>
              </a:ext>
            </a:extLst>
          </p:cNvPr>
          <p:cNvSpPr/>
          <p:nvPr/>
        </p:nvSpPr>
        <p:spPr>
          <a:xfrm>
            <a:off x="5121708" y="3077369"/>
            <a:ext cx="2152461" cy="861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Special Purpose Vehicle</a:t>
            </a:r>
          </a:p>
        </p:txBody>
      </p:sp>
      <p:sp>
        <p:nvSpPr>
          <p:cNvPr id="7" name="Rectangle 6">
            <a:extLst>
              <a:ext uri="{FF2B5EF4-FFF2-40B4-BE49-F238E27FC236}">
                <a16:creationId xmlns:a16="http://schemas.microsoft.com/office/drawing/2014/main" id="{5F33D081-B683-4D29-9593-1EF996967442}"/>
              </a:ext>
            </a:extLst>
          </p:cNvPr>
          <p:cNvSpPr/>
          <p:nvPr/>
        </p:nvSpPr>
        <p:spPr>
          <a:xfrm>
            <a:off x="5915648" y="5402248"/>
            <a:ext cx="1358522" cy="861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Guarantor</a:t>
            </a:r>
          </a:p>
        </p:txBody>
      </p:sp>
      <p:sp>
        <p:nvSpPr>
          <p:cNvPr id="12" name="Arrow: Right 11">
            <a:extLst>
              <a:ext uri="{FF2B5EF4-FFF2-40B4-BE49-F238E27FC236}">
                <a16:creationId xmlns:a16="http://schemas.microsoft.com/office/drawing/2014/main" id="{6868493C-DF02-4B20-BF68-08AC6B0F7921}"/>
              </a:ext>
            </a:extLst>
          </p:cNvPr>
          <p:cNvSpPr/>
          <p:nvPr/>
        </p:nvSpPr>
        <p:spPr>
          <a:xfrm rot="10800000">
            <a:off x="3811874" y="3375629"/>
            <a:ext cx="1288980" cy="2646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945021F4-F7BC-47BC-8D9B-40BF091778DE}"/>
              </a:ext>
            </a:extLst>
          </p:cNvPr>
          <p:cNvSpPr/>
          <p:nvPr/>
        </p:nvSpPr>
        <p:spPr>
          <a:xfrm rot="16200000">
            <a:off x="5863032" y="4538069"/>
            <a:ext cx="1463753" cy="264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8A1FBB-8791-460F-9A95-40E8716AD051}"/>
              </a:ext>
            </a:extLst>
          </p:cNvPr>
          <p:cNvSpPr/>
          <p:nvPr/>
        </p:nvSpPr>
        <p:spPr>
          <a:xfrm>
            <a:off x="8633903" y="3077369"/>
            <a:ext cx="2593910" cy="8611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AAA Bond Market OR Domestic Depositors</a:t>
            </a:r>
          </a:p>
        </p:txBody>
      </p:sp>
      <p:sp>
        <p:nvSpPr>
          <p:cNvPr id="21" name="Arrow: Right 20">
            <a:extLst>
              <a:ext uri="{FF2B5EF4-FFF2-40B4-BE49-F238E27FC236}">
                <a16:creationId xmlns:a16="http://schemas.microsoft.com/office/drawing/2014/main" id="{79363026-A1C5-454D-9013-8C108913B53C}"/>
              </a:ext>
            </a:extLst>
          </p:cNvPr>
          <p:cNvSpPr/>
          <p:nvPr/>
        </p:nvSpPr>
        <p:spPr>
          <a:xfrm rot="10800000">
            <a:off x="7295023" y="3332423"/>
            <a:ext cx="1288980" cy="2646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D9196AD-B74A-4E98-83E5-875F48A8B28B}"/>
              </a:ext>
            </a:extLst>
          </p:cNvPr>
          <p:cNvSpPr txBox="1"/>
          <p:nvPr/>
        </p:nvSpPr>
        <p:spPr>
          <a:xfrm>
            <a:off x="7295022" y="3662362"/>
            <a:ext cx="2888423" cy="646331"/>
          </a:xfrm>
          <a:prstGeom prst="rect">
            <a:avLst/>
          </a:prstGeom>
          <a:noFill/>
        </p:spPr>
        <p:txBody>
          <a:bodyPr wrap="square" rtlCol="0">
            <a:spAutoFit/>
          </a:bodyPr>
          <a:lstStyle/>
          <a:p>
            <a:r>
              <a:rPr lang="en-US" dirty="0"/>
              <a:t>Priority</a:t>
            </a:r>
          </a:p>
          <a:p>
            <a:r>
              <a:rPr lang="en-US" dirty="0"/>
              <a:t> (‘securitization’ of PPA)</a:t>
            </a:r>
          </a:p>
        </p:txBody>
      </p:sp>
      <p:sp>
        <p:nvSpPr>
          <p:cNvPr id="20" name="TextBox 19">
            <a:extLst>
              <a:ext uri="{FF2B5EF4-FFF2-40B4-BE49-F238E27FC236}">
                <a16:creationId xmlns:a16="http://schemas.microsoft.com/office/drawing/2014/main" id="{9CF2DF21-AAB3-497B-B3A2-5A12A6FD9268}"/>
              </a:ext>
            </a:extLst>
          </p:cNvPr>
          <p:cNvSpPr txBox="1"/>
          <p:nvPr/>
        </p:nvSpPr>
        <p:spPr>
          <a:xfrm>
            <a:off x="5226864" y="4201225"/>
            <a:ext cx="1377565" cy="646331"/>
          </a:xfrm>
          <a:prstGeom prst="rect">
            <a:avLst/>
          </a:prstGeom>
          <a:noFill/>
        </p:spPr>
        <p:txBody>
          <a:bodyPr wrap="square" rtlCol="0">
            <a:spAutoFit/>
          </a:bodyPr>
          <a:lstStyle/>
          <a:p>
            <a:r>
              <a:rPr lang="en-US" i="1" dirty="0"/>
              <a:t>Backstop Guarantee</a:t>
            </a:r>
          </a:p>
        </p:txBody>
      </p:sp>
    </p:spTree>
    <p:extLst>
      <p:ext uri="{BB962C8B-B14F-4D97-AF65-F5344CB8AC3E}">
        <p14:creationId xmlns:p14="http://schemas.microsoft.com/office/powerpoint/2010/main" val="11901462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48B912F6-C1A2-4A80-AF06-CAC066EA1B5A}"/>
              </a:ext>
            </a:extLst>
          </p:cNvPr>
          <p:cNvSpPr>
            <a:spLocks noGrp="1"/>
          </p:cNvSpPr>
          <p:nvPr>
            <p:ph idx="1"/>
          </p:nvPr>
        </p:nvSpPr>
        <p:spPr>
          <a:xfrm>
            <a:off x="838200" y="1700033"/>
            <a:ext cx="10515600" cy="4476929"/>
          </a:xfrm>
        </p:spPr>
        <p:txBody>
          <a:bodyPr/>
          <a:lstStyle/>
          <a:p>
            <a:r>
              <a:rPr lang="en-US" dirty="0"/>
              <a:t>(4) Power purchase agreement is securitized meaning its revenues are guaranteed and they directly pay bondholders. (could also cross-subsidize (2) syndication).</a:t>
            </a:r>
          </a:p>
          <a:p>
            <a:r>
              <a:rPr lang="en-US" dirty="0"/>
              <a:t>Optionally, a for-public benefit equity fund(s) is set up that co-invests </a:t>
            </a:r>
            <a:r>
              <a:rPr lang="en-US" i="1" dirty="0"/>
              <a:t>and</a:t>
            </a:r>
            <a:r>
              <a:rPr lang="en-US" dirty="0"/>
              <a:t> backstop-guarantees</a:t>
            </a:r>
          </a:p>
        </p:txBody>
      </p:sp>
      <p:sp>
        <p:nvSpPr>
          <p:cNvPr id="2" name="Title 1">
            <a:extLst>
              <a:ext uri="{FF2B5EF4-FFF2-40B4-BE49-F238E27FC236}">
                <a16:creationId xmlns:a16="http://schemas.microsoft.com/office/drawing/2014/main" id="{3C359482-48B7-4C25-98B0-8E098CF5B24E}"/>
              </a:ext>
            </a:extLst>
          </p:cNvPr>
          <p:cNvSpPr>
            <a:spLocks noGrp="1"/>
          </p:cNvSpPr>
          <p:nvPr>
            <p:ph type="title"/>
          </p:nvPr>
        </p:nvSpPr>
        <p:spPr>
          <a:xfrm>
            <a:off x="838199" y="365126"/>
            <a:ext cx="11159067" cy="1287074"/>
          </a:xfrm>
        </p:spPr>
        <p:txBody>
          <a:bodyPr>
            <a:normAutofit fontScale="90000"/>
          </a:bodyPr>
          <a:lstStyle/>
          <a:p>
            <a:r>
              <a:rPr lang="en-US" dirty="0"/>
              <a:t>5 Add Coinvesting + Guarantee Fund</a:t>
            </a:r>
          </a:p>
        </p:txBody>
      </p:sp>
      <p:sp>
        <p:nvSpPr>
          <p:cNvPr id="4" name="Rectangle 3">
            <a:extLst>
              <a:ext uri="{FF2B5EF4-FFF2-40B4-BE49-F238E27FC236}">
                <a16:creationId xmlns:a16="http://schemas.microsoft.com/office/drawing/2014/main" id="{C8B4CA2F-F047-4484-BB53-4B1B714B1AE5}"/>
              </a:ext>
            </a:extLst>
          </p:cNvPr>
          <p:cNvSpPr/>
          <p:nvPr/>
        </p:nvSpPr>
        <p:spPr>
          <a:xfrm>
            <a:off x="1197110" y="3332422"/>
            <a:ext cx="2593910" cy="1888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Borrower</a:t>
            </a:r>
          </a:p>
        </p:txBody>
      </p:sp>
      <p:sp>
        <p:nvSpPr>
          <p:cNvPr id="6" name="Rectangle 5">
            <a:extLst>
              <a:ext uri="{FF2B5EF4-FFF2-40B4-BE49-F238E27FC236}">
                <a16:creationId xmlns:a16="http://schemas.microsoft.com/office/drawing/2014/main" id="{659893B4-19C0-418A-A08D-5FC7AD529973}"/>
              </a:ext>
            </a:extLst>
          </p:cNvPr>
          <p:cNvSpPr/>
          <p:nvPr/>
        </p:nvSpPr>
        <p:spPr>
          <a:xfrm>
            <a:off x="5121708" y="3077369"/>
            <a:ext cx="2152461" cy="861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Special Purpose Vehicle</a:t>
            </a:r>
          </a:p>
        </p:txBody>
      </p:sp>
      <p:sp>
        <p:nvSpPr>
          <p:cNvPr id="7" name="Rectangle 6">
            <a:extLst>
              <a:ext uri="{FF2B5EF4-FFF2-40B4-BE49-F238E27FC236}">
                <a16:creationId xmlns:a16="http://schemas.microsoft.com/office/drawing/2014/main" id="{5F33D081-B683-4D29-9593-1EF996967442}"/>
              </a:ext>
            </a:extLst>
          </p:cNvPr>
          <p:cNvSpPr/>
          <p:nvPr/>
        </p:nvSpPr>
        <p:spPr>
          <a:xfrm>
            <a:off x="5915648" y="5402248"/>
            <a:ext cx="1358522" cy="861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Guarantor</a:t>
            </a:r>
          </a:p>
        </p:txBody>
      </p:sp>
      <p:sp>
        <p:nvSpPr>
          <p:cNvPr id="8" name="Rectangle 7">
            <a:extLst>
              <a:ext uri="{FF2B5EF4-FFF2-40B4-BE49-F238E27FC236}">
                <a16:creationId xmlns:a16="http://schemas.microsoft.com/office/drawing/2014/main" id="{F6F84891-0893-4C7D-9CAF-A4250D2BB6BB}"/>
              </a:ext>
            </a:extLst>
          </p:cNvPr>
          <p:cNvSpPr/>
          <p:nvPr/>
        </p:nvSpPr>
        <p:spPr>
          <a:xfrm>
            <a:off x="8539664" y="4954954"/>
            <a:ext cx="2593910" cy="1156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Diversified Equity Fund incl Developing country small investors</a:t>
            </a:r>
          </a:p>
        </p:txBody>
      </p:sp>
      <p:sp>
        <p:nvSpPr>
          <p:cNvPr id="11" name="Arrow: Right 10">
            <a:extLst>
              <a:ext uri="{FF2B5EF4-FFF2-40B4-BE49-F238E27FC236}">
                <a16:creationId xmlns:a16="http://schemas.microsoft.com/office/drawing/2014/main" id="{EBBB4E2D-BF30-467A-B8D1-197B8EA6BC60}"/>
              </a:ext>
            </a:extLst>
          </p:cNvPr>
          <p:cNvSpPr/>
          <p:nvPr/>
        </p:nvSpPr>
        <p:spPr>
          <a:xfrm rot="10800000">
            <a:off x="3791020" y="4954953"/>
            <a:ext cx="4748642" cy="3656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6868493C-DF02-4B20-BF68-08AC6B0F7921}"/>
              </a:ext>
            </a:extLst>
          </p:cNvPr>
          <p:cNvSpPr/>
          <p:nvPr/>
        </p:nvSpPr>
        <p:spPr>
          <a:xfrm rot="10800000">
            <a:off x="3811874" y="3375629"/>
            <a:ext cx="1288980" cy="2646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945021F4-F7BC-47BC-8D9B-40BF091778DE}"/>
              </a:ext>
            </a:extLst>
          </p:cNvPr>
          <p:cNvSpPr/>
          <p:nvPr/>
        </p:nvSpPr>
        <p:spPr>
          <a:xfrm rot="16200000">
            <a:off x="5863032" y="4538069"/>
            <a:ext cx="1463753" cy="264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BE79407C-961D-451F-976E-E982CB3990DD}"/>
              </a:ext>
            </a:extLst>
          </p:cNvPr>
          <p:cNvSpPr/>
          <p:nvPr/>
        </p:nvSpPr>
        <p:spPr>
          <a:xfrm rot="10800000">
            <a:off x="7274169" y="5628488"/>
            <a:ext cx="1265492" cy="3656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D803A03-2D96-45E4-BAE5-9F93BC50417E}"/>
              </a:ext>
            </a:extLst>
          </p:cNvPr>
          <p:cNvSpPr txBox="1"/>
          <p:nvPr/>
        </p:nvSpPr>
        <p:spPr>
          <a:xfrm>
            <a:off x="7365299" y="6176962"/>
            <a:ext cx="2297724" cy="369332"/>
          </a:xfrm>
          <a:prstGeom prst="rect">
            <a:avLst/>
          </a:prstGeom>
          <a:noFill/>
        </p:spPr>
        <p:txBody>
          <a:bodyPr wrap="square" rtlCol="0">
            <a:spAutoFit/>
          </a:bodyPr>
          <a:lstStyle/>
          <a:p>
            <a:r>
              <a:rPr lang="en-US" i="1" dirty="0"/>
              <a:t>Reinsurance</a:t>
            </a:r>
          </a:p>
        </p:txBody>
      </p:sp>
      <p:sp>
        <p:nvSpPr>
          <p:cNvPr id="18" name="Rectangle 17">
            <a:extLst>
              <a:ext uri="{FF2B5EF4-FFF2-40B4-BE49-F238E27FC236}">
                <a16:creationId xmlns:a16="http://schemas.microsoft.com/office/drawing/2014/main" id="{498A1FBB-8791-460F-9A95-40E8716AD051}"/>
              </a:ext>
            </a:extLst>
          </p:cNvPr>
          <p:cNvSpPr/>
          <p:nvPr/>
        </p:nvSpPr>
        <p:spPr>
          <a:xfrm>
            <a:off x="8633903" y="3077369"/>
            <a:ext cx="2593910" cy="8611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AAA Bond Market</a:t>
            </a:r>
          </a:p>
        </p:txBody>
      </p:sp>
      <p:sp>
        <p:nvSpPr>
          <p:cNvPr id="19" name="TextBox 18">
            <a:extLst>
              <a:ext uri="{FF2B5EF4-FFF2-40B4-BE49-F238E27FC236}">
                <a16:creationId xmlns:a16="http://schemas.microsoft.com/office/drawing/2014/main" id="{DCD85507-2C75-4AD9-85C2-6832EFBC9C86}"/>
              </a:ext>
            </a:extLst>
          </p:cNvPr>
          <p:cNvSpPr txBox="1"/>
          <p:nvPr/>
        </p:nvSpPr>
        <p:spPr>
          <a:xfrm>
            <a:off x="7328005" y="4704955"/>
            <a:ext cx="1377565" cy="369332"/>
          </a:xfrm>
          <a:prstGeom prst="rect">
            <a:avLst/>
          </a:prstGeom>
          <a:noFill/>
        </p:spPr>
        <p:txBody>
          <a:bodyPr wrap="square" rtlCol="0">
            <a:spAutoFit/>
          </a:bodyPr>
          <a:lstStyle/>
          <a:p>
            <a:r>
              <a:rPr lang="en-US" i="1" dirty="0" err="1"/>
              <a:t>Coinvestor</a:t>
            </a:r>
            <a:endParaRPr lang="en-US" i="1" dirty="0"/>
          </a:p>
        </p:txBody>
      </p:sp>
      <p:sp>
        <p:nvSpPr>
          <p:cNvPr id="21" name="Arrow: Right 20">
            <a:extLst>
              <a:ext uri="{FF2B5EF4-FFF2-40B4-BE49-F238E27FC236}">
                <a16:creationId xmlns:a16="http://schemas.microsoft.com/office/drawing/2014/main" id="{79363026-A1C5-454D-9013-8C108913B53C}"/>
              </a:ext>
            </a:extLst>
          </p:cNvPr>
          <p:cNvSpPr/>
          <p:nvPr/>
        </p:nvSpPr>
        <p:spPr>
          <a:xfrm rot="10800000">
            <a:off x="7295023" y="3332423"/>
            <a:ext cx="1288980" cy="2646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D9196AD-B74A-4E98-83E5-875F48A8B28B}"/>
              </a:ext>
            </a:extLst>
          </p:cNvPr>
          <p:cNvSpPr txBox="1"/>
          <p:nvPr/>
        </p:nvSpPr>
        <p:spPr>
          <a:xfrm>
            <a:off x="7295022" y="3662362"/>
            <a:ext cx="2888423" cy="646331"/>
          </a:xfrm>
          <a:prstGeom prst="rect">
            <a:avLst/>
          </a:prstGeom>
          <a:noFill/>
        </p:spPr>
        <p:txBody>
          <a:bodyPr wrap="square" rtlCol="0">
            <a:spAutoFit/>
          </a:bodyPr>
          <a:lstStyle/>
          <a:p>
            <a:r>
              <a:rPr lang="en-US" dirty="0"/>
              <a:t>Priority</a:t>
            </a:r>
          </a:p>
          <a:p>
            <a:r>
              <a:rPr lang="en-US" dirty="0"/>
              <a:t> (‘securitization’ of PPA)</a:t>
            </a:r>
          </a:p>
        </p:txBody>
      </p:sp>
      <p:sp>
        <p:nvSpPr>
          <p:cNvPr id="20" name="TextBox 19">
            <a:extLst>
              <a:ext uri="{FF2B5EF4-FFF2-40B4-BE49-F238E27FC236}">
                <a16:creationId xmlns:a16="http://schemas.microsoft.com/office/drawing/2014/main" id="{9CF2DF21-AAB3-497B-B3A2-5A12A6FD9268}"/>
              </a:ext>
            </a:extLst>
          </p:cNvPr>
          <p:cNvSpPr txBox="1"/>
          <p:nvPr/>
        </p:nvSpPr>
        <p:spPr>
          <a:xfrm>
            <a:off x="5226864" y="4201225"/>
            <a:ext cx="1377565" cy="646331"/>
          </a:xfrm>
          <a:prstGeom prst="rect">
            <a:avLst/>
          </a:prstGeom>
          <a:noFill/>
        </p:spPr>
        <p:txBody>
          <a:bodyPr wrap="square" rtlCol="0">
            <a:spAutoFit/>
          </a:bodyPr>
          <a:lstStyle/>
          <a:p>
            <a:r>
              <a:rPr lang="en-US" i="1" dirty="0"/>
              <a:t>Backstop Guarantee</a:t>
            </a:r>
          </a:p>
        </p:txBody>
      </p:sp>
    </p:spTree>
    <p:extLst>
      <p:ext uri="{BB962C8B-B14F-4D97-AF65-F5344CB8AC3E}">
        <p14:creationId xmlns:p14="http://schemas.microsoft.com/office/powerpoint/2010/main" val="21188140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3A34E-4C05-4FD7-8AE8-A45C4598282C}"/>
              </a:ext>
            </a:extLst>
          </p:cNvPr>
          <p:cNvSpPr>
            <a:spLocks noGrp="1"/>
          </p:cNvSpPr>
          <p:nvPr>
            <p:ph type="title"/>
          </p:nvPr>
        </p:nvSpPr>
        <p:spPr/>
        <p:txBody>
          <a:bodyPr>
            <a:normAutofit/>
          </a:bodyPr>
          <a:lstStyle/>
          <a:p>
            <a:r>
              <a:rPr lang="en-US" dirty="0"/>
              <a:t>Risk and FX risk in particular</a:t>
            </a:r>
          </a:p>
        </p:txBody>
      </p:sp>
      <p:sp>
        <p:nvSpPr>
          <p:cNvPr id="4" name="Text Placeholder 3">
            <a:extLst>
              <a:ext uri="{FF2B5EF4-FFF2-40B4-BE49-F238E27FC236}">
                <a16:creationId xmlns:a16="http://schemas.microsoft.com/office/drawing/2014/main" id="{CEFD6997-5ABC-42EB-BA2B-814444AFAE1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617371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9482-48B7-4C25-98B0-8E098CF5B24E}"/>
              </a:ext>
            </a:extLst>
          </p:cNvPr>
          <p:cNvSpPr>
            <a:spLocks noGrp="1"/>
          </p:cNvSpPr>
          <p:nvPr>
            <p:ph type="title"/>
          </p:nvPr>
        </p:nvSpPr>
        <p:spPr>
          <a:xfrm>
            <a:off x="838199" y="365126"/>
            <a:ext cx="11159067" cy="1287074"/>
          </a:xfrm>
        </p:spPr>
        <p:txBody>
          <a:bodyPr>
            <a:normAutofit/>
          </a:bodyPr>
          <a:lstStyle/>
          <a:p>
            <a:r>
              <a:rPr lang="en-US" dirty="0"/>
              <a:t>Risk and FX Risk</a:t>
            </a:r>
            <a:r>
              <a:rPr lang="en-US"/>
              <a:t>: Problem</a:t>
            </a:r>
            <a:endParaRPr lang="en-US" dirty="0"/>
          </a:p>
        </p:txBody>
      </p:sp>
      <p:sp>
        <p:nvSpPr>
          <p:cNvPr id="3" name="Content Placeholder 2">
            <a:extLst>
              <a:ext uri="{FF2B5EF4-FFF2-40B4-BE49-F238E27FC236}">
                <a16:creationId xmlns:a16="http://schemas.microsoft.com/office/drawing/2014/main" id="{2BF6AAED-8588-4825-AAB7-62ED3074ABFB}"/>
              </a:ext>
            </a:extLst>
          </p:cNvPr>
          <p:cNvSpPr>
            <a:spLocks noGrp="1"/>
          </p:cNvSpPr>
          <p:nvPr>
            <p:ph idx="1"/>
          </p:nvPr>
        </p:nvSpPr>
        <p:spPr>
          <a:xfrm>
            <a:off x="838200" y="1700033"/>
            <a:ext cx="10515600" cy="4476929"/>
          </a:xfrm>
        </p:spPr>
        <p:txBody>
          <a:bodyPr/>
          <a:lstStyle/>
          <a:p>
            <a:r>
              <a:rPr lang="en-US" dirty="0"/>
              <a:t>Let’s say we have a power purchase agreement</a:t>
            </a:r>
          </a:p>
          <a:p>
            <a:r>
              <a:rPr lang="en-US" dirty="0"/>
              <a:t>Let’s say we are in Turkiye and there’s high inflation and high inflation premium</a:t>
            </a:r>
          </a:p>
          <a:p>
            <a:r>
              <a:rPr lang="en-US" dirty="0"/>
              <a:t>It’s cheaper to borrow in USD but if our power is denominated in Lira then there’s a mismatch? </a:t>
            </a:r>
          </a:p>
          <a:p>
            <a:r>
              <a:rPr lang="en-US" dirty="0"/>
              <a:t>What happens if the Turkish Lira devalues? Then our financial obligations are in USD and our revenues in Lira -&gt; Mismatch.</a:t>
            </a:r>
          </a:p>
          <a:p>
            <a:r>
              <a:rPr lang="en-US" dirty="0"/>
              <a:t>How to resolve?</a:t>
            </a:r>
          </a:p>
          <a:p>
            <a:endParaRPr lang="en-US" dirty="0"/>
          </a:p>
        </p:txBody>
      </p:sp>
    </p:spTree>
    <p:extLst>
      <p:ext uri="{BB962C8B-B14F-4D97-AF65-F5344CB8AC3E}">
        <p14:creationId xmlns:p14="http://schemas.microsoft.com/office/powerpoint/2010/main" val="37143792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9482-48B7-4C25-98B0-8E098CF5B24E}"/>
              </a:ext>
            </a:extLst>
          </p:cNvPr>
          <p:cNvSpPr>
            <a:spLocks noGrp="1"/>
          </p:cNvSpPr>
          <p:nvPr>
            <p:ph type="title"/>
          </p:nvPr>
        </p:nvSpPr>
        <p:spPr>
          <a:xfrm>
            <a:off x="838199" y="365126"/>
            <a:ext cx="11159067" cy="1287074"/>
          </a:xfrm>
        </p:spPr>
        <p:txBody>
          <a:bodyPr>
            <a:normAutofit/>
          </a:bodyPr>
          <a:lstStyle/>
          <a:p>
            <a:r>
              <a:rPr lang="en-US" dirty="0"/>
              <a:t>Risk and FX Risk</a:t>
            </a:r>
            <a:r>
              <a:rPr lang="en-US"/>
              <a:t>: Options</a:t>
            </a:r>
            <a:endParaRPr lang="en-US" dirty="0"/>
          </a:p>
        </p:txBody>
      </p:sp>
      <p:sp>
        <p:nvSpPr>
          <p:cNvPr id="3" name="Content Placeholder 2">
            <a:extLst>
              <a:ext uri="{FF2B5EF4-FFF2-40B4-BE49-F238E27FC236}">
                <a16:creationId xmlns:a16="http://schemas.microsoft.com/office/drawing/2014/main" id="{2BF6AAED-8588-4825-AAB7-62ED3074ABFB}"/>
              </a:ext>
            </a:extLst>
          </p:cNvPr>
          <p:cNvSpPr>
            <a:spLocks noGrp="1"/>
          </p:cNvSpPr>
          <p:nvPr>
            <p:ph idx="1"/>
          </p:nvPr>
        </p:nvSpPr>
        <p:spPr>
          <a:xfrm>
            <a:off x="838200" y="1700033"/>
            <a:ext cx="9056077" cy="4476929"/>
          </a:xfrm>
        </p:spPr>
        <p:txBody>
          <a:bodyPr>
            <a:normAutofit fontScale="92500" lnSpcReduction="10000"/>
          </a:bodyPr>
          <a:lstStyle/>
          <a:p>
            <a:pPr marL="457200" indent="-457200">
              <a:buFont typeface="+mj-lt"/>
              <a:buAutoNum type="arabicPeriod"/>
            </a:pPr>
            <a:r>
              <a:rPr lang="en-US" b="1" dirty="0"/>
              <a:t>Make the PPA decline in time (best practice for sovereign risk management of liabilities). RE PPAs should decline (in hard currency or in real terms domestic currency) with international RE prices</a:t>
            </a:r>
          </a:p>
          <a:p>
            <a:pPr marL="457200" indent="-457200">
              <a:buFont typeface="+mj-lt"/>
              <a:buAutoNum type="arabicPeriod"/>
            </a:pPr>
            <a:r>
              <a:rPr lang="en-US" dirty="0"/>
              <a:t>Denominate in mixed international currency – Internationalize the PPA: meaning denominate it in a bunch of currencies not just USD (perhaps SDRs)</a:t>
            </a:r>
          </a:p>
          <a:p>
            <a:pPr marL="457200" indent="-457200">
              <a:buFont typeface="+mj-lt"/>
              <a:buAutoNum type="arabicPeriod"/>
            </a:pPr>
            <a:r>
              <a:rPr lang="en-US" dirty="0"/>
              <a:t>Use FX hedging –Expand the </a:t>
            </a:r>
            <a:r>
              <a:rPr lang="en-US" dirty="0" err="1"/>
              <a:t>TCXFund</a:t>
            </a:r>
            <a:r>
              <a:rPr lang="en-US" dirty="0"/>
              <a:t> provided by FMO (a </a:t>
            </a:r>
            <a:r>
              <a:rPr lang="en-US" dirty="0" err="1"/>
              <a:t>dutch</a:t>
            </a:r>
            <a:r>
              <a:rPr lang="en-US" dirty="0"/>
              <a:t> development bank): see </a:t>
            </a:r>
            <a:r>
              <a:rPr lang="en-US" dirty="0">
                <a:hlinkClick r:id="rId2"/>
              </a:rPr>
              <a:t>https://www.tcxfund.com/</a:t>
            </a:r>
            <a:r>
              <a:rPr lang="en-US" dirty="0"/>
              <a:t> (</a:t>
            </a:r>
            <a:r>
              <a:rPr lang="en-US" dirty="0" err="1"/>
              <a:t>Capitalise</a:t>
            </a:r>
            <a:r>
              <a:rPr lang="en-US" dirty="0"/>
              <a:t> with the </a:t>
            </a:r>
            <a:r>
              <a:rPr lang="en-US" dirty="0" err="1"/>
              <a:t>equity+guarantee</a:t>
            </a:r>
            <a:r>
              <a:rPr lang="en-US" dirty="0"/>
              <a:t> fund described in this presentation)</a:t>
            </a:r>
          </a:p>
          <a:p>
            <a:pPr marL="457200" indent="-457200">
              <a:buFont typeface="+mj-lt"/>
              <a:buAutoNum type="arabicPeriod"/>
            </a:pPr>
            <a:r>
              <a:rPr lang="en-US" dirty="0"/>
              <a:t>OR Denominate in local currency with bank deposits providing the financing (directly or indirectly). Why? Often depositors don’t </a:t>
            </a:r>
            <a:r>
              <a:rPr lang="en-US" i="1" dirty="0"/>
              <a:t>get</a:t>
            </a:r>
            <a:r>
              <a:rPr lang="en-US" dirty="0"/>
              <a:t> a high interest rate on their savings even in a high-inflation environment. </a:t>
            </a:r>
            <a:r>
              <a:rPr lang="en-US" dirty="0" err="1"/>
              <a:t>Captial</a:t>
            </a:r>
            <a:r>
              <a:rPr lang="en-US" dirty="0"/>
              <a:t> efficient bonds or a money fund for banks or create a direct product for savers via financial innovation. </a:t>
            </a:r>
          </a:p>
          <a:p>
            <a:pPr lvl="1"/>
            <a:endParaRPr lang="en-US" dirty="0"/>
          </a:p>
          <a:p>
            <a:endParaRPr lang="en-US" dirty="0"/>
          </a:p>
        </p:txBody>
      </p:sp>
    </p:spTree>
    <p:extLst>
      <p:ext uri="{BB962C8B-B14F-4D97-AF65-F5344CB8AC3E}">
        <p14:creationId xmlns:p14="http://schemas.microsoft.com/office/powerpoint/2010/main" val="26502716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BD40-DA89-4E9E-8FF4-B7C7CDB5655F}"/>
              </a:ext>
            </a:extLst>
          </p:cNvPr>
          <p:cNvSpPr>
            <a:spLocks noGrp="1"/>
          </p:cNvSpPr>
          <p:nvPr>
            <p:ph type="title"/>
          </p:nvPr>
        </p:nvSpPr>
        <p:spPr>
          <a:xfrm>
            <a:off x="234462" y="365125"/>
            <a:ext cx="11723076" cy="1325563"/>
          </a:xfrm>
        </p:spPr>
        <p:txBody>
          <a:bodyPr>
            <a:normAutofit fontScale="90000"/>
          </a:bodyPr>
          <a:lstStyle/>
          <a:p>
            <a:r>
              <a:rPr lang="en-GB" dirty="0"/>
              <a:t>Policy Derisking and Barrier Elimination can return 14x what it costs</a:t>
            </a:r>
            <a:endParaRPr lang="en-US" dirty="0"/>
          </a:p>
        </p:txBody>
      </p:sp>
      <p:sp>
        <p:nvSpPr>
          <p:cNvPr id="5" name="Content Placeholder 4">
            <a:extLst>
              <a:ext uri="{FF2B5EF4-FFF2-40B4-BE49-F238E27FC236}">
                <a16:creationId xmlns:a16="http://schemas.microsoft.com/office/drawing/2014/main" id="{89754A47-FA20-4902-94D2-D3C59FC20ACB}"/>
              </a:ext>
            </a:extLst>
          </p:cNvPr>
          <p:cNvSpPr>
            <a:spLocks noGrp="1"/>
          </p:cNvSpPr>
          <p:nvPr>
            <p:ph idx="1"/>
          </p:nvPr>
        </p:nvSpPr>
        <p:spPr>
          <a:xfrm>
            <a:off x="838200" y="1940875"/>
            <a:ext cx="5914292" cy="4917125"/>
          </a:xfrm>
        </p:spPr>
        <p:txBody>
          <a:bodyPr>
            <a:normAutofit/>
          </a:bodyPr>
          <a:lstStyle/>
          <a:p>
            <a:r>
              <a:rPr lang="en-US" dirty="0"/>
              <a:t>Derisking and/or High-Quality Financer (e.g. sovereign wealth funds, WB) can reduce financing costs MORE than the insurance ‘costs’</a:t>
            </a:r>
          </a:p>
          <a:p>
            <a:r>
              <a:rPr lang="en-US" dirty="0"/>
              <a:t>In the UN example (right) $19m USD in costs </a:t>
            </a:r>
            <a:r>
              <a:rPr lang="en-US" dirty="0" err="1"/>
              <a:t>mobilises</a:t>
            </a:r>
            <a:r>
              <a:rPr lang="en-US" dirty="0"/>
              <a:t> $275m USD in interest savings</a:t>
            </a:r>
          </a:p>
          <a:p>
            <a:r>
              <a:rPr lang="en-US" b="1" u="sng" dirty="0"/>
              <a:t>-&gt;  Policy Derisking (barrier elimination) is highly profitable and </a:t>
            </a:r>
            <a:r>
              <a:rPr lang="en-US" b="1" i="1" u="sng" dirty="0"/>
              <a:t>recycled profits </a:t>
            </a:r>
            <a:r>
              <a:rPr lang="en-US" b="1" u="sng" dirty="0"/>
              <a:t>rather just reduction in costs could help scale up green equity (see next section)</a:t>
            </a:r>
          </a:p>
          <a:p>
            <a:pPr marL="0" indent="0">
              <a:buNone/>
            </a:pPr>
            <a:r>
              <a:rPr lang="en-US" dirty="0"/>
              <a:t>Source: Derisking Renewable Energy Investment (2013), UNDP: https://www.undp.org/publications/original-drei-report</a:t>
            </a:r>
          </a:p>
        </p:txBody>
      </p:sp>
      <p:pic>
        <p:nvPicPr>
          <p:cNvPr id="7" name="Picture 6">
            <a:extLst>
              <a:ext uri="{FF2B5EF4-FFF2-40B4-BE49-F238E27FC236}">
                <a16:creationId xmlns:a16="http://schemas.microsoft.com/office/drawing/2014/main" id="{FC727639-BA42-446D-8EFF-10D2F22FDD01}"/>
              </a:ext>
            </a:extLst>
          </p:cNvPr>
          <p:cNvPicPr>
            <a:picLocks noChangeAspect="1"/>
          </p:cNvPicPr>
          <p:nvPr/>
        </p:nvPicPr>
        <p:blipFill>
          <a:blip r:embed="rId2"/>
          <a:stretch>
            <a:fillRect/>
          </a:stretch>
        </p:blipFill>
        <p:spPr>
          <a:xfrm>
            <a:off x="7173398" y="2128253"/>
            <a:ext cx="4414863" cy="4542368"/>
          </a:xfrm>
          <a:prstGeom prst="rect">
            <a:avLst/>
          </a:prstGeom>
        </p:spPr>
      </p:pic>
    </p:spTree>
    <p:extLst>
      <p:ext uri="{BB962C8B-B14F-4D97-AF65-F5344CB8AC3E}">
        <p14:creationId xmlns:p14="http://schemas.microsoft.com/office/powerpoint/2010/main" val="14345237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BD40-DA89-4E9E-8FF4-B7C7CDB5655F}"/>
              </a:ext>
            </a:extLst>
          </p:cNvPr>
          <p:cNvSpPr>
            <a:spLocks noGrp="1"/>
          </p:cNvSpPr>
          <p:nvPr>
            <p:ph type="title"/>
          </p:nvPr>
        </p:nvSpPr>
        <p:spPr>
          <a:xfrm>
            <a:off x="838199" y="365125"/>
            <a:ext cx="10627581" cy="1325563"/>
          </a:xfrm>
        </p:spPr>
        <p:txBody>
          <a:bodyPr>
            <a:normAutofit fontScale="90000"/>
          </a:bodyPr>
          <a:lstStyle/>
          <a:p>
            <a:r>
              <a:rPr lang="en-GB" dirty="0"/>
              <a:t>Risk: Where is the ‘financial profit’</a:t>
            </a:r>
            <a:endParaRPr lang="en-US" dirty="0"/>
          </a:p>
        </p:txBody>
      </p:sp>
      <p:sp>
        <p:nvSpPr>
          <p:cNvPr id="3" name="Content Placeholder 2">
            <a:extLst>
              <a:ext uri="{FF2B5EF4-FFF2-40B4-BE49-F238E27FC236}">
                <a16:creationId xmlns:a16="http://schemas.microsoft.com/office/drawing/2014/main" id="{A436D2EA-113D-4F16-A779-4E38215B7390}"/>
              </a:ext>
            </a:extLst>
          </p:cNvPr>
          <p:cNvSpPr>
            <a:spLocks noGrp="1"/>
          </p:cNvSpPr>
          <p:nvPr>
            <p:ph idx="1"/>
          </p:nvPr>
        </p:nvSpPr>
        <p:spPr>
          <a:xfrm>
            <a:off x="498765" y="1971923"/>
            <a:ext cx="10855036" cy="4205042"/>
          </a:xfrm>
        </p:spPr>
        <p:txBody>
          <a:bodyPr>
            <a:normAutofit fontScale="77500" lnSpcReduction="20000"/>
          </a:bodyPr>
          <a:lstStyle/>
          <a:p>
            <a:pPr marL="514338" indent="-514338"/>
            <a:r>
              <a:rPr lang="en-GB" sz="2667" dirty="0"/>
              <a:t>Risk Reduction: pays for benefit</a:t>
            </a:r>
          </a:p>
          <a:p>
            <a:pPr marL="1295368" lvl="1" indent="-685783"/>
            <a:r>
              <a:rPr lang="en-GB" sz="2667" dirty="0"/>
              <a:t>MIGA Political Risk Reduction</a:t>
            </a:r>
          </a:p>
          <a:p>
            <a:pPr marL="514338" indent="-514338"/>
            <a:r>
              <a:rPr lang="en-GB" sz="2667" dirty="0"/>
              <a:t>Structuring</a:t>
            </a:r>
          </a:p>
          <a:p>
            <a:pPr marL="1123923" lvl="1" indent="-514338"/>
            <a:r>
              <a:rPr lang="en-GB" sz="2400" dirty="0"/>
              <a:t>To make relevant for pensions funds</a:t>
            </a:r>
          </a:p>
          <a:p>
            <a:pPr marL="1123923" lvl="1" indent="-514338"/>
            <a:r>
              <a:rPr lang="en-GB" sz="2400" dirty="0"/>
              <a:t>To make it relevant for macro policy</a:t>
            </a:r>
          </a:p>
          <a:p>
            <a:pPr marL="514338" indent="-514338"/>
            <a:r>
              <a:rPr lang="en-GB" sz="2667" dirty="0"/>
              <a:t>Competing In A Different Space</a:t>
            </a:r>
          </a:p>
          <a:p>
            <a:pPr marL="1123923" lvl="1" indent="-514338"/>
            <a:r>
              <a:rPr lang="en-GB" sz="2400" dirty="0"/>
              <a:t>Macroeconomic Policy: </a:t>
            </a:r>
          </a:p>
          <a:p>
            <a:pPr marL="514338" indent="-514338"/>
            <a:r>
              <a:rPr lang="en-GB" sz="2933" dirty="0"/>
              <a:t>Risk Reduction that comes for ‘free’ somehow</a:t>
            </a:r>
          </a:p>
          <a:p>
            <a:pPr marL="1123923" lvl="1" indent="-514338"/>
            <a:r>
              <a:rPr lang="en-GB" sz="2667" dirty="0"/>
              <a:t>Securitisation</a:t>
            </a:r>
          </a:p>
          <a:p>
            <a:pPr marL="514338" indent="-514338"/>
            <a:r>
              <a:rPr lang="en-GB" sz="2667" dirty="0"/>
              <a:t>Certainty reduces costs in itself, but reduces flexibility</a:t>
            </a:r>
          </a:p>
          <a:p>
            <a:pPr marL="1123923" lvl="1" indent="-514338"/>
            <a:r>
              <a:rPr lang="en-GB" sz="2667" dirty="0"/>
              <a:t>PPA, Planning</a:t>
            </a:r>
          </a:p>
          <a:p>
            <a:pPr marL="514338" indent="-514338">
              <a:buFont typeface="+mj-lt"/>
              <a:buAutoNum type="arabicPeriod"/>
            </a:pPr>
            <a:endParaRPr lang="en-GB" sz="3733" dirty="0"/>
          </a:p>
          <a:p>
            <a:pPr marL="514338" indent="-514338">
              <a:buFont typeface="+mj-lt"/>
              <a:buAutoNum type="arabicPeriod"/>
            </a:pPr>
            <a:endParaRPr lang="en-GB" dirty="0"/>
          </a:p>
          <a:p>
            <a:pPr marL="514338" indent="-514338">
              <a:buFont typeface="+mj-lt"/>
              <a:buAutoNum type="arabicPeriod"/>
            </a:pPr>
            <a:endParaRPr lang="en-GB" dirty="0"/>
          </a:p>
          <a:p>
            <a:pPr marL="514338" indent="-514338">
              <a:buFont typeface="+mj-lt"/>
              <a:buAutoNum type="arabicPeriod"/>
            </a:pPr>
            <a:endParaRPr lang="en-GB" dirty="0"/>
          </a:p>
          <a:p>
            <a:pPr marL="514338" indent="-514338">
              <a:buFont typeface="+mj-lt"/>
              <a:buAutoNum type="arabicPeriod"/>
            </a:pPr>
            <a:endParaRPr lang="en-GB" dirty="0"/>
          </a:p>
        </p:txBody>
      </p:sp>
    </p:spTree>
    <p:extLst>
      <p:ext uri="{BB962C8B-B14F-4D97-AF65-F5344CB8AC3E}">
        <p14:creationId xmlns:p14="http://schemas.microsoft.com/office/powerpoint/2010/main" val="10748046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746FC4A-93A9-4B10-8549-D70958B22DA4}"/>
              </a:ext>
            </a:extLst>
          </p:cNvPr>
          <p:cNvSpPr>
            <a:spLocks noGrp="1"/>
          </p:cNvSpPr>
          <p:nvPr>
            <p:ph type="title"/>
          </p:nvPr>
        </p:nvSpPr>
        <p:spPr/>
        <p:txBody>
          <a:bodyPr/>
          <a:lstStyle/>
          <a:p>
            <a:r>
              <a:rPr lang="en-US" dirty="0"/>
              <a:t>Discussion, Key Points</a:t>
            </a:r>
          </a:p>
        </p:txBody>
      </p:sp>
      <p:sp>
        <p:nvSpPr>
          <p:cNvPr id="8" name="Content Placeholder 7">
            <a:extLst>
              <a:ext uri="{FF2B5EF4-FFF2-40B4-BE49-F238E27FC236}">
                <a16:creationId xmlns:a16="http://schemas.microsoft.com/office/drawing/2014/main" id="{381D221F-CD1A-4CF8-85BB-7C0A41822FC7}"/>
              </a:ext>
            </a:extLst>
          </p:cNvPr>
          <p:cNvSpPr>
            <a:spLocks noGrp="1"/>
          </p:cNvSpPr>
          <p:nvPr>
            <p:ph idx="1"/>
          </p:nvPr>
        </p:nvSpPr>
        <p:spPr/>
        <p:txBody>
          <a:bodyPr/>
          <a:lstStyle/>
          <a:p>
            <a:pPr rtl="0">
              <a:buFont typeface="Arial" panose="020B0604020202020204" pitchFamily="34" charset="0"/>
              <a:buChar char="•"/>
            </a:pPr>
            <a:r>
              <a:rPr lang="en-US" dirty="0"/>
              <a:t>Financial models (</a:t>
            </a:r>
            <a:r>
              <a:rPr lang="en-US" dirty="0" err="1"/>
              <a:t>eg</a:t>
            </a:r>
            <a:r>
              <a:rPr lang="en-US" dirty="0"/>
              <a:t> PAYG)</a:t>
            </a:r>
          </a:p>
          <a:p>
            <a:pPr rtl="0">
              <a:buFont typeface="Arial" panose="020B0604020202020204" pitchFamily="34" charset="0"/>
              <a:buChar char="•"/>
            </a:pPr>
            <a:r>
              <a:rPr lang="en-US" dirty="0"/>
              <a:t>Mobilize domestic savings &amp; investments</a:t>
            </a:r>
          </a:p>
          <a:p>
            <a:pPr rtl="0">
              <a:buFont typeface="Arial" panose="020B0604020202020204" pitchFamily="34" charset="0"/>
              <a:buChar char="•"/>
            </a:pPr>
            <a:r>
              <a:rPr lang="en-US" dirty="0"/>
              <a:t>FX risk &amp; modelling</a:t>
            </a:r>
          </a:p>
          <a:p>
            <a:pPr rtl="0">
              <a:buFont typeface="Arial" panose="020B0604020202020204" pitchFamily="34" charset="0"/>
              <a:buChar char="•"/>
            </a:pPr>
            <a:r>
              <a:rPr lang="en-US" dirty="0"/>
              <a:t>Quantify + Characterize investment needs. (size, creditworthiness of borrower) -&gt; appropriate institution.</a:t>
            </a:r>
          </a:p>
          <a:p>
            <a:pPr rtl="0">
              <a:buFont typeface="Arial" panose="020B0604020202020204" pitchFamily="34" charset="0"/>
              <a:buChar char="•"/>
            </a:pPr>
            <a:r>
              <a:rPr lang="en-US" dirty="0"/>
              <a:t>Prioritize investment (how)</a:t>
            </a:r>
          </a:p>
          <a:p>
            <a:pPr rtl="0">
              <a:buFont typeface="Arial" panose="020B0604020202020204" pitchFamily="34" charset="0"/>
              <a:buChar char="•"/>
            </a:pPr>
            <a:r>
              <a:rPr lang="en-US" dirty="0"/>
              <a:t>Role of WB - share best practices on financial models</a:t>
            </a:r>
          </a:p>
          <a:p>
            <a:endParaRPr lang="en-US" dirty="0"/>
          </a:p>
        </p:txBody>
      </p:sp>
    </p:spTree>
    <p:extLst>
      <p:ext uri="{BB962C8B-B14F-4D97-AF65-F5344CB8AC3E}">
        <p14:creationId xmlns:p14="http://schemas.microsoft.com/office/powerpoint/2010/main" val="31549111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BD40-DA89-4E9E-8FF4-B7C7CDB5655F}"/>
              </a:ext>
            </a:extLst>
          </p:cNvPr>
          <p:cNvSpPr>
            <a:spLocks noGrp="1"/>
          </p:cNvSpPr>
          <p:nvPr>
            <p:ph type="ctrTitle"/>
          </p:nvPr>
        </p:nvSpPr>
        <p:spPr/>
        <p:txBody>
          <a:bodyPr/>
          <a:lstStyle/>
          <a:p>
            <a:r>
              <a:rPr lang="en-GB" dirty="0"/>
              <a:t>Blended Shared Equity Financial Model</a:t>
            </a:r>
            <a:endParaRPr lang="en-US" dirty="0"/>
          </a:p>
        </p:txBody>
      </p:sp>
      <p:sp>
        <p:nvSpPr>
          <p:cNvPr id="5" name="Subtitle 4">
            <a:extLst>
              <a:ext uri="{FF2B5EF4-FFF2-40B4-BE49-F238E27FC236}">
                <a16:creationId xmlns:a16="http://schemas.microsoft.com/office/drawing/2014/main" id="{DC7C202B-09CF-44D3-A989-0B3AC613B253}"/>
              </a:ext>
            </a:extLst>
          </p:cNvPr>
          <p:cNvSpPr>
            <a:spLocks noGrp="1"/>
          </p:cNvSpPr>
          <p:nvPr>
            <p:ph type="subTitle" idx="1"/>
          </p:nvPr>
        </p:nvSpPr>
        <p:spPr/>
        <p:txBody>
          <a:bodyPr/>
          <a:lstStyle/>
          <a:p>
            <a:r>
              <a:rPr lang="en-US" dirty="0"/>
              <a:t>How the equity fund could grow:</a:t>
            </a:r>
          </a:p>
          <a:p>
            <a:r>
              <a:rPr lang="en-US" dirty="0"/>
              <a:t>1 Organic appreciation based on initial financing and resale</a:t>
            </a:r>
          </a:p>
          <a:p>
            <a:r>
              <a:rPr lang="en-US" dirty="0"/>
              <a:t>2 Attract further funds thanks to the organic appreciation</a:t>
            </a:r>
          </a:p>
        </p:txBody>
      </p:sp>
    </p:spTree>
    <p:extLst>
      <p:ext uri="{BB962C8B-B14F-4D97-AF65-F5344CB8AC3E}">
        <p14:creationId xmlns:p14="http://schemas.microsoft.com/office/powerpoint/2010/main" val="9256000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BD40-DA89-4E9E-8FF4-B7C7CDB5655F}"/>
              </a:ext>
            </a:extLst>
          </p:cNvPr>
          <p:cNvSpPr>
            <a:spLocks noGrp="1"/>
          </p:cNvSpPr>
          <p:nvPr>
            <p:ph type="title"/>
          </p:nvPr>
        </p:nvSpPr>
        <p:spPr/>
        <p:txBody>
          <a:bodyPr>
            <a:normAutofit/>
          </a:bodyPr>
          <a:lstStyle/>
          <a:p>
            <a:r>
              <a:rPr lang="en-GB" dirty="0"/>
              <a:t>Theory of Change</a:t>
            </a:r>
            <a:endParaRPr lang="en-US" dirty="0"/>
          </a:p>
        </p:txBody>
      </p:sp>
      <p:sp>
        <p:nvSpPr>
          <p:cNvPr id="3" name="Content Placeholder 2">
            <a:extLst>
              <a:ext uri="{FF2B5EF4-FFF2-40B4-BE49-F238E27FC236}">
                <a16:creationId xmlns:a16="http://schemas.microsoft.com/office/drawing/2014/main" id="{A436D2EA-113D-4F16-A779-4E38215B7390}"/>
              </a:ext>
            </a:extLst>
          </p:cNvPr>
          <p:cNvSpPr>
            <a:spLocks noGrp="1"/>
          </p:cNvSpPr>
          <p:nvPr>
            <p:ph idx="1"/>
          </p:nvPr>
        </p:nvSpPr>
        <p:spPr>
          <a:xfrm>
            <a:off x="498765" y="2057400"/>
            <a:ext cx="10855036" cy="4119565"/>
          </a:xfrm>
        </p:spPr>
        <p:txBody>
          <a:bodyPr>
            <a:normAutofit/>
          </a:bodyPr>
          <a:lstStyle/>
          <a:p>
            <a:pPr marL="514338" indent="-514338">
              <a:buFont typeface="+mj-lt"/>
              <a:buAutoNum type="arabicPeriod"/>
            </a:pPr>
            <a:r>
              <a:rPr lang="en-GB" sz="3733" dirty="0"/>
              <a:t>Reduction in Risk, Uncertainty</a:t>
            </a:r>
          </a:p>
          <a:p>
            <a:pPr marL="514338" indent="-514338">
              <a:buFont typeface="+mj-lt"/>
              <a:buAutoNum type="arabicPeriod"/>
            </a:pPr>
            <a:r>
              <a:rPr lang="en-GB" sz="3733" dirty="0"/>
              <a:t>Certainty reduces costs in itself</a:t>
            </a:r>
          </a:p>
          <a:p>
            <a:pPr marL="514338" indent="-514338">
              <a:buFont typeface="+mj-lt"/>
              <a:buAutoNum type="arabicPeriod"/>
            </a:pPr>
            <a:r>
              <a:rPr lang="en-GB" sz="3733" dirty="0"/>
              <a:t>Financial </a:t>
            </a:r>
            <a:r>
              <a:rPr lang="en-GB" sz="3733" b="1" dirty="0"/>
              <a:t>Profit -&gt; Scaling Dynamics</a:t>
            </a:r>
          </a:p>
          <a:p>
            <a:pPr marL="514338" indent="-514338">
              <a:buFont typeface="+mj-lt"/>
              <a:buAutoNum type="arabicPeriod"/>
            </a:pPr>
            <a:endParaRPr lang="en-GB" sz="3733" dirty="0"/>
          </a:p>
          <a:p>
            <a:pPr marL="514338" indent="-514338">
              <a:buFont typeface="+mj-lt"/>
              <a:buAutoNum type="arabicPeriod"/>
            </a:pPr>
            <a:endParaRPr lang="en-GB" dirty="0"/>
          </a:p>
          <a:p>
            <a:pPr marL="514338" indent="-514338">
              <a:buFont typeface="+mj-lt"/>
              <a:buAutoNum type="arabicPeriod"/>
            </a:pPr>
            <a:endParaRPr lang="en-GB" dirty="0"/>
          </a:p>
          <a:p>
            <a:pPr marL="514338" indent="-514338">
              <a:buFont typeface="+mj-lt"/>
              <a:buAutoNum type="arabicPeriod"/>
            </a:pPr>
            <a:endParaRPr lang="en-GB" dirty="0"/>
          </a:p>
          <a:p>
            <a:pPr marL="514338" indent="-514338">
              <a:buFont typeface="+mj-lt"/>
              <a:buAutoNum type="arabicPeriod"/>
            </a:pPr>
            <a:endParaRPr lang="en-GB" dirty="0"/>
          </a:p>
        </p:txBody>
      </p:sp>
    </p:spTree>
    <p:extLst>
      <p:ext uri="{BB962C8B-B14F-4D97-AF65-F5344CB8AC3E}">
        <p14:creationId xmlns:p14="http://schemas.microsoft.com/office/powerpoint/2010/main" val="26758032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7"/>
          <p:cNvSpPr txBox="1">
            <a:spLocks noGrp="1"/>
          </p:cNvSpPr>
          <p:nvPr>
            <p:ph type="title"/>
          </p:nvPr>
        </p:nvSpPr>
        <p:spPr>
          <a:prstGeom prst="rect">
            <a:avLst/>
          </a:prstGeom>
        </p:spPr>
        <p:txBody>
          <a:bodyPr spcFirstLastPara="1" vert="horz" wrap="square" lIns="121900" tIns="121900" rIns="121900" bIns="121900" rtlCol="0" anchor="t" anchorCtr="0">
            <a:normAutofit/>
          </a:bodyPr>
          <a:lstStyle/>
          <a:p>
            <a:r>
              <a:rPr lang="en"/>
              <a:t>Standard Financial Structure</a:t>
            </a:r>
            <a:endParaRPr/>
          </a:p>
        </p:txBody>
      </p:sp>
      <p:grpSp>
        <p:nvGrpSpPr>
          <p:cNvPr id="150" name="Google Shape;150;p17"/>
          <p:cNvGrpSpPr/>
          <p:nvPr/>
        </p:nvGrpSpPr>
        <p:grpSpPr>
          <a:xfrm>
            <a:off x="4182133" y="1758336"/>
            <a:ext cx="1373200" cy="4080769"/>
            <a:chOff x="1165625" y="712950"/>
            <a:chExt cx="1029900" cy="3039000"/>
          </a:xfrm>
        </p:grpSpPr>
        <p:sp>
          <p:nvSpPr>
            <p:cNvPr id="151" name="Google Shape;151;p17"/>
            <p:cNvSpPr txBox="1"/>
            <p:nvPr/>
          </p:nvSpPr>
          <p:spPr>
            <a:xfrm>
              <a:off x="1165625" y="712950"/>
              <a:ext cx="1029900" cy="2195400"/>
            </a:xfrm>
            <a:prstGeom prst="rect">
              <a:avLst/>
            </a:prstGeom>
            <a:solidFill>
              <a:srgbClr val="0000FF"/>
            </a:solidFill>
            <a:ln>
              <a:noFill/>
            </a:ln>
          </p:spPr>
          <p:txBody>
            <a:bodyPr spcFirstLastPara="1" wrap="square" lIns="121900" tIns="121900" rIns="121900" bIns="121900" anchor="ctr" anchorCtr="0">
              <a:noAutofit/>
            </a:bodyPr>
            <a:lstStyle/>
            <a:p>
              <a:pPr algn="ctr"/>
              <a:r>
                <a:rPr lang="en" sz="1600" dirty="0">
                  <a:solidFill>
                    <a:srgbClr val="FFFFFF"/>
                  </a:solidFill>
                </a:rPr>
                <a:t>Debt (not derisked)</a:t>
              </a:r>
              <a:endParaRPr sz="1600" dirty="0">
                <a:solidFill>
                  <a:srgbClr val="FFFFFF"/>
                </a:solidFill>
              </a:endParaRPr>
            </a:p>
            <a:p>
              <a:pPr algn="ctr"/>
              <a:r>
                <a:rPr lang="en" sz="1600" dirty="0">
                  <a:solidFill>
                    <a:srgbClr val="FFFFFF"/>
                  </a:solidFill>
                </a:rPr>
                <a:t>$900k</a:t>
              </a:r>
              <a:endParaRPr sz="1600" dirty="0">
                <a:solidFill>
                  <a:srgbClr val="FFFFFF"/>
                </a:solidFill>
              </a:endParaRPr>
            </a:p>
          </p:txBody>
        </p:sp>
        <p:sp>
          <p:nvSpPr>
            <p:cNvPr id="152" name="Google Shape;152;p17"/>
            <p:cNvSpPr txBox="1"/>
            <p:nvPr/>
          </p:nvSpPr>
          <p:spPr>
            <a:xfrm>
              <a:off x="1165625" y="2908350"/>
              <a:ext cx="1029900" cy="843600"/>
            </a:xfrm>
            <a:prstGeom prst="rect">
              <a:avLst/>
            </a:prstGeom>
            <a:solidFill>
              <a:srgbClr val="FF00FF"/>
            </a:solidFill>
            <a:ln>
              <a:noFill/>
            </a:ln>
          </p:spPr>
          <p:txBody>
            <a:bodyPr spcFirstLastPara="1" wrap="square" lIns="121900" tIns="121900" rIns="121900" bIns="121900" anchor="ctr" anchorCtr="0">
              <a:noAutofit/>
            </a:bodyPr>
            <a:lstStyle/>
            <a:p>
              <a:pPr algn="ctr"/>
              <a:r>
                <a:rPr lang="en" sz="1600" dirty="0">
                  <a:solidFill>
                    <a:srgbClr val="FFFFFF"/>
                  </a:solidFill>
                </a:rPr>
                <a:t>Equity</a:t>
              </a:r>
              <a:endParaRPr sz="1600" dirty="0">
                <a:solidFill>
                  <a:srgbClr val="FFFFFF"/>
                </a:solidFill>
              </a:endParaRPr>
            </a:p>
            <a:p>
              <a:pPr algn="ctr"/>
              <a:r>
                <a:rPr lang="en" sz="1600" dirty="0">
                  <a:solidFill>
                    <a:srgbClr val="FFFFFF"/>
                  </a:solidFill>
                </a:rPr>
                <a:t>$100k</a:t>
              </a:r>
              <a:endParaRPr sz="1600" dirty="0">
                <a:solidFill>
                  <a:srgbClr val="FFFFFF"/>
                </a:solidFill>
              </a:endParaRPr>
            </a:p>
          </p:txBody>
        </p:sp>
      </p:grpSp>
    </p:spTree>
    <p:extLst>
      <p:ext uri="{BB962C8B-B14F-4D97-AF65-F5344CB8AC3E}">
        <p14:creationId xmlns:p14="http://schemas.microsoft.com/office/powerpoint/2010/main" val="16069447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8"/>
          <p:cNvSpPr txBox="1">
            <a:spLocks noGrp="1"/>
          </p:cNvSpPr>
          <p:nvPr>
            <p:ph type="title"/>
          </p:nvPr>
        </p:nvSpPr>
        <p:spPr>
          <a:prstGeom prst="rect">
            <a:avLst/>
          </a:prstGeom>
        </p:spPr>
        <p:txBody>
          <a:bodyPr spcFirstLastPara="1" vert="horz" wrap="square" lIns="121900" tIns="121900" rIns="121900" bIns="121900" rtlCol="0" anchor="t" anchorCtr="0">
            <a:normAutofit/>
          </a:bodyPr>
          <a:lstStyle/>
          <a:p>
            <a:r>
              <a:rPr lang="en"/>
              <a:t>New Financial Structure</a:t>
            </a:r>
            <a:endParaRPr/>
          </a:p>
        </p:txBody>
      </p:sp>
      <p:grpSp>
        <p:nvGrpSpPr>
          <p:cNvPr id="158" name="Google Shape;158;p18"/>
          <p:cNvGrpSpPr/>
          <p:nvPr/>
        </p:nvGrpSpPr>
        <p:grpSpPr>
          <a:xfrm>
            <a:off x="4177933" y="1722497"/>
            <a:ext cx="1373200" cy="4462155"/>
            <a:chOff x="2819275" y="429041"/>
            <a:chExt cx="1029900" cy="3323023"/>
          </a:xfrm>
        </p:grpSpPr>
        <p:sp>
          <p:nvSpPr>
            <p:cNvPr id="159" name="Google Shape;159;p18"/>
            <p:cNvSpPr txBox="1"/>
            <p:nvPr/>
          </p:nvSpPr>
          <p:spPr>
            <a:xfrm>
              <a:off x="2819275" y="429041"/>
              <a:ext cx="1029900" cy="2195400"/>
            </a:xfrm>
            <a:prstGeom prst="rect">
              <a:avLst/>
            </a:prstGeom>
            <a:solidFill>
              <a:srgbClr val="0000FF"/>
            </a:solidFill>
            <a:ln>
              <a:noFill/>
            </a:ln>
          </p:spPr>
          <p:txBody>
            <a:bodyPr spcFirstLastPara="1" wrap="square" lIns="121900" tIns="121900" rIns="121900" bIns="121900" anchor="ctr" anchorCtr="0">
              <a:noAutofit/>
            </a:bodyPr>
            <a:lstStyle/>
            <a:p>
              <a:pPr algn="ctr"/>
              <a:r>
                <a:rPr lang="en" sz="1600" dirty="0">
                  <a:solidFill>
                    <a:srgbClr val="FFFFFF"/>
                  </a:solidFill>
                </a:rPr>
                <a:t>Derisked Debt $900k</a:t>
              </a:r>
              <a:endParaRPr sz="1600" dirty="0">
                <a:solidFill>
                  <a:srgbClr val="FFFFFF"/>
                </a:solidFill>
              </a:endParaRPr>
            </a:p>
          </p:txBody>
        </p:sp>
        <p:sp>
          <p:nvSpPr>
            <p:cNvPr id="160" name="Google Shape;160;p18"/>
            <p:cNvSpPr txBox="1"/>
            <p:nvPr/>
          </p:nvSpPr>
          <p:spPr>
            <a:xfrm>
              <a:off x="2819275" y="3163464"/>
              <a:ext cx="1029900" cy="588600"/>
            </a:xfrm>
            <a:prstGeom prst="rect">
              <a:avLst/>
            </a:prstGeom>
            <a:solidFill>
              <a:srgbClr val="9900FF"/>
            </a:solidFill>
            <a:ln>
              <a:noFill/>
            </a:ln>
          </p:spPr>
          <p:txBody>
            <a:bodyPr spcFirstLastPara="1" wrap="square" lIns="121900" tIns="121900" rIns="121900" bIns="121900" anchor="ctr" anchorCtr="0">
              <a:noAutofit/>
            </a:bodyPr>
            <a:lstStyle/>
            <a:p>
              <a:pPr algn="ctr"/>
              <a:r>
                <a:rPr lang="en" sz="1600" i="1" dirty="0">
                  <a:solidFill>
                    <a:srgbClr val="FFFFFF"/>
                  </a:solidFill>
                </a:rPr>
                <a:t>Shared</a:t>
              </a:r>
              <a:endParaRPr sz="1600" i="1" dirty="0">
                <a:solidFill>
                  <a:srgbClr val="FFFFFF"/>
                </a:solidFill>
              </a:endParaRPr>
            </a:p>
            <a:p>
              <a:pPr algn="ctr"/>
              <a:r>
                <a:rPr lang="en" sz="1600" i="1" dirty="0">
                  <a:solidFill>
                    <a:srgbClr val="FFFFFF"/>
                  </a:solidFill>
                </a:rPr>
                <a:t>Initial Equity </a:t>
              </a:r>
              <a:r>
                <a:rPr lang="en" sz="1600" dirty="0">
                  <a:solidFill>
                    <a:srgbClr val="FFFFFF"/>
                  </a:solidFill>
                </a:rPr>
                <a:t>$80k</a:t>
              </a:r>
              <a:endParaRPr sz="1600" dirty="0">
                <a:solidFill>
                  <a:srgbClr val="FFFFFF"/>
                </a:solidFill>
              </a:endParaRPr>
            </a:p>
          </p:txBody>
        </p:sp>
        <p:sp>
          <p:nvSpPr>
            <p:cNvPr id="161" name="Google Shape;161;p18"/>
            <p:cNvSpPr txBox="1"/>
            <p:nvPr/>
          </p:nvSpPr>
          <p:spPr>
            <a:xfrm>
              <a:off x="2819275" y="2908354"/>
              <a:ext cx="1029900" cy="255000"/>
            </a:xfrm>
            <a:prstGeom prst="rect">
              <a:avLst/>
            </a:prstGeom>
            <a:solidFill>
              <a:srgbClr val="FF00FF"/>
            </a:solidFill>
            <a:ln>
              <a:noFill/>
            </a:ln>
          </p:spPr>
          <p:txBody>
            <a:bodyPr spcFirstLastPara="1" wrap="square" lIns="121900" tIns="121900" rIns="121900" bIns="121900" anchor="ctr" anchorCtr="0">
              <a:noAutofit/>
            </a:bodyPr>
            <a:lstStyle/>
            <a:p>
              <a:pPr algn="ctr"/>
              <a:r>
                <a:rPr lang="en" sz="1600" dirty="0">
                  <a:solidFill>
                    <a:srgbClr val="FFFFFF"/>
                  </a:solidFill>
                </a:rPr>
                <a:t>Equity $20k</a:t>
              </a:r>
              <a:endParaRPr sz="1600" dirty="0">
                <a:solidFill>
                  <a:srgbClr val="FFFFFF"/>
                </a:solidFill>
              </a:endParaRPr>
            </a:p>
          </p:txBody>
        </p:sp>
      </p:grpSp>
    </p:spTree>
    <p:extLst>
      <p:ext uri="{BB962C8B-B14F-4D97-AF65-F5344CB8AC3E}">
        <p14:creationId xmlns:p14="http://schemas.microsoft.com/office/powerpoint/2010/main" val="10133111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9"/>
          <p:cNvSpPr txBox="1">
            <a:spLocks noGrp="1"/>
          </p:cNvSpPr>
          <p:nvPr>
            <p:ph type="title"/>
          </p:nvPr>
        </p:nvSpPr>
        <p:spPr>
          <a:prstGeom prst="rect">
            <a:avLst/>
          </a:prstGeom>
        </p:spPr>
        <p:txBody>
          <a:bodyPr spcFirstLastPara="1" vert="horz" wrap="square" lIns="121900" tIns="121900" rIns="121900" bIns="121900" rtlCol="0" anchor="t" anchorCtr="0">
            <a:normAutofit/>
          </a:bodyPr>
          <a:lstStyle/>
          <a:p>
            <a:r>
              <a:rPr lang="en"/>
              <a:t>New Financial Structure</a:t>
            </a:r>
            <a:endParaRPr/>
          </a:p>
        </p:txBody>
      </p:sp>
      <p:grpSp>
        <p:nvGrpSpPr>
          <p:cNvPr id="167" name="Google Shape;167;p19"/>
          <p:cNvGrpSpPr/>
          <p:nvPr/>
        </p:nvGrpSpPr>
        <p:grpSpPr>
          <a:xfrm>
            <a:off x="4177933" y="1722497"/>
            <a:ext cx="1373200" cy="4462155"/>
            <a:chOff x="2819275" y="429041"/>
            <a:chExt cx="1029900" cy="3323023"/>
          </a:xfrm>
        </p:grpSpPr>
        <p:sp>
          <p:nvSpPr>
            <p:cNvPr id="168" name="Google Shape;168;p19"/>
            <p:cNvSpPr txBox="1"/>
            <p:nvPr/>
          </p:nvSpPr>
          <p:spPr>
            <a:xfrm>
              <a:off x="2819275" y="429041"/>
              <a:ext cx="1029900" cy="2195400"/>
            </a:xfrm>
            <a:prstGeom prst="rect">
              <a:avLst/>
            </a:prstGeom>
            <a:solidFill>
              <a:srgbClr val="0000FF"/>
            </a:solidFill>
            <a:ln>
              <a:noFill/>
            </a:ln>
          </p:spPr>
          <p:txBody>
            <a:bodyPr spcFirstLastPara="1" wrap="square" lIns="121900" tIns="121900" rIns="121900" bIns="121900" anchor="ctr" anchorCtr="0">
              <a:noAutofit/>
            </a:bodyPr>
            <a:lstStyle/>
            <a:p>
              <a:pPr algn="ctr"/>
              <a:r>
                <a:rPr lang="en" sz="1600" b="1" i="1" dirty="0">
                  <a:solidFill>
                    <a:srgbClr val="FFFFFF"/>
                  </a:solidFill>
                </a:rPr>
                <a:t>Derisked </a:t>
              </a:r>
              <a:r>
                <a:rPr lang="en" sz="1600" dirty="0">
                  <a:solidFill>
                    <a:srgbClr val="FFFFFF"/>
                  </a:solidFill>
                </a:rPr>
                <a:t>Debt $900k</a:t>
              </a:r>
              <a:endParaRPr sz="1600" dirty="0">
                <a:solidFill>
                  <a:srgbClr val="FFFFFF"/>
                </a:solidFill>
              </a:endParaRPr>
            </a:p>
          </p:txBody>
        </p:sp>
        <p:sp>
          <p:nvSpPr>
            <p:cNvPr id="169" name="Google Shape;169;p19"/>
            <p:cNvSpPr txBox="1"/>
            <p:nvPr/>
          </p:nvSpPr>
          <p:spPr>
            <a:xfrm>
              <a:off x="2819275" y="3163464"/>
              <a:ext cx="1029900" cy="588600"/>
            </a:xfrm>
            <a:prstGeom prst="rect">
              <a:avLst/>
            </a:prstGeom>
            <a:solidFill>
              <a:srgbClr val="9900FF"/>
            </a:solidFill>
            <a:ln>
              <a:noFill/>
            </a:ln>
          </p:spPr>
          <p:txBody>
            <a:bodyPr spcFirstLastPara="1" wrap="square" lIns="121900" tIns="121900" rIns="121900" bIns="121900" anchor="ctr" anchorCtr="0">
              <a:noAutofit/>
            </a:bodyPr>
            <a:lstStyle/>
            <a:p>
              <a:pPr algn="ctr"/>
              <a:r>
                <a:rPr lang="en" sz="1600" b="1" i="1" dirty="0">
                  <a:solidFill>
                    <a:srgbClr val="FFFFFF"/>
                  </a:solidFill>
                </a:rPr>
                <a:t>Shared</a:t>
              </a:r>
              <a:endParaRPr sz="1600" b="1" i="1" dirty="0">
                <a:solidFill>
                  <a:srgbClr val="FFFFFF"/>
                </a:solidFill>
              </a:endParaRPr>
            </a:p>
            <a:p>
              <a:pPr algn="ctr"/>
              <a:r>
                <a:rPr lang="en" sz="1600" b="1" i="1" dirty="0">
                  <a:solidFill>
                    <a:srgbClr val="FFFFFF"/>
                  </a:solidFill>
                </a:rPr>
                <a:t>Initial </a:t>
              </a:r>
              <a:r>
                <a:rPr lang="en" sz="1600" dirty="0">
                  <a:solidFill>
                    <a:srgbClr val="FFFFFF"/>
                  </a:solidFill>
                </a:rPr>
                <a:t>Equity $80k</a:t>
              </a:r>
              <a:endParaRPr sz="1600" dirty="0">
                <a:solidFill>
                  <a:srgbClr val="FFFFFF"/>
                </a:solidFill>
              </a:endParaRPr>
            </a:p>
          </p:txBody>
        </p:sp>
        <p:sp>
          <p:nvSpPr>
            <p:cNvPr id="170" name="Google Shape;170;p19"/>
            <p:cNvSpPr txBox="1"/>
            <p:nvPr/>
          </p:nvSpPr>
          <p:spPr>
            <a:xfrm>
              <a:off x="2819275" y="2908354"/>
              <a:ext cx="1029900" cy="255000"/>
            </a:xfrm>
            <a:prstGeom prst="rect">
              <a:avLst/>
            </a:prstGeom>
            <a:solidFill>
              <a:srgbClr val="FF00FF"/>
            </a:solidFill>
            <a:ln>
              <a:noFill/>
            </a:ln>
          </p:spPr>
          <p:txBody>
            <a:bodyPr spcFirstLastPara="1" wrap="square" lIns="121900" tIns="121900" rIns="121900" bIns="121900" anchor="ctr" anchorCtr="0">
              <a:noAutofit/>
            </a:bodyPr>
            <a:lstStyle/>
            <a:p>
              <a:pPr algn="ctr"/>
              <a:r>
                <a:rPr lang="en" sz="1600" dirty="0">
                  <a:solidFill>
                    <a:srgbClr val="FFFFFF"/>
                  </a:solidFill>
                </a:rPr>
                <a:t>Equity $20k</a:t>
              </a:r>
              <a:endParaRPr sz="1600" dirty="0">
                <a:solidFill>
                  <a:srgbClr val="FFFFFF"/>
                </a:solidFill>
              </a:endParaRPr>
            </a:p>
          </p:txBody>
        </p:sp>
      </p:grpSp>
      <p:sp>
        <p:nvSpPr>
          <p:cNvPr id="171" name="Google Shape;171;p19"/>
          <p:cNvSpPr/>
          <p:nvPr/>
        </p:nvSpPr>
        <p:spPr>
          <a:xfrm>
            <a:off x="5617584" y="3905084"/>
            <a:ext cx="956800" cy="478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1600"/>
          </a:p>
        </p:txBody>
      </p:sp>
      <p:grpSp>
        <p:nvGrpSpPr>
          <p:cNvPr id="172" name="Google Shape;172;p19"/>
          <p:cNvGrpSpPr/>
          <p:nvPr/>
        </p:nvGrpSpPr>
        <p:grpSpPr>
          <a:xfrm>
            <a:off x="6711633" y="1722500"/>
            <a:ext cx="1373200" cy="5055885"/>
            <a:chOff x="2802625" y="457340"/>
            <a:chExt cx="1029900" cy="3765181"/>
          </a:xfrm>
        </p:grpSpPr>
        <p:sp>
          <p:nvSpPr>
            <p:cNvPr id="173" name="Google Shape;173;p19"/>
            <p:cNvSpPr txBox="1"/>
            <p:nvPr/>
          </p:nvSpPr>
          <p:spPr>
            <a:xfrm>
              <a:off x="2802625" y="457340"/>
              <a:ext cx="1029900" cy="2195400"/>
            </a:xfrm>
            <a:prstGeom prst="rect">
              <a:avLst/>
            </a:prstGeom>
            <a:solidFill>
              <a:srgbClr val="0000FF"/>
            </a:solidFill>
            <a:ln>
              <a:noFill/>
            </a:ln>
          </p:spPr>
          <p:txBody>
            <a:bodyPr spcFirstLastPara="1" wrap="square" lIns="121900" tIns="121900" rIns="121900" bIns="121900" anchor="ctr" anchorCtr="0">
              <a:noAutofit/>
            </a:bodyPr>
            <a:lstStyle/>
            <a:p>
              <a:pPr algn="ctr"/>
              <a:r>
                <a:rPr lang="en" sz="1600" b="1" i="1" dirty="0">
                  <a:solidFill>
                    <a:srgbClr val="FFFFFF"/>
                  </a:solidFill>
                </a:rPr>
                <a:t>Derisked </a:t>
              </a:r>
              <a:r>
                <a:rPr lang="en" sz="1600" dirty="0">
                  <a:solidFill>
                    <a:srgbClr val="FFFFFF"/>
                  </a:solidFill>
                </a:rPr>
                <a:t>Debt</a:t>
              </a:r>
              <a:endParaRPr sz="1600" dirty="0">
                <a:solidFill>
                  <a:srgbClr val="FFFFFF"/>
                </a:solidFill>
              </a:endParaRPr>
            </a:p>
            <a:p>
              <a:pPr algn="ctr"/>
              <a:r>
                <a:rPr lang="en" sz="1600" dirty="0">
                  <a:solidFill>
                    <a:srgbClr val="FFFFFF"/>
                  </a:solidFill>
                </a:rPr>
                <a:t>$900k</a:t>
              </a:r>
              <a:endParaRPr sz="1600" dirty="0">
                <a:solidFill>
                  <a:srgbClr val="FFFFFF"/>
                </a:solidFill>
              </a:endParaRPr>
            </a:p>
          </p:txBody>
        </p:sp>
        <p:sp>
          <p:nvSpPr>
            <p:cNvPr id="174" name="Google Shape;174;p19"/>
            <p:cNvSpPr txBox="1"/>
            <p:nvPr/>
          </p:nvSpPr>
          <p:spPr>
            <a:xfrm>
              <a:off x="2802625" y="3143121"/>
              <a:ext cx="1029900" cy="1079400"/>
            </a:xfrm>
            <a:prstGeom prst="rect">
              <a:avLst/>
            </a:prstGeom>
            <a:solidFill>
              <a:srgbClr val="9900FF"/>
            </a:solidFill>
            <a:ln>
              <a:noFill/>
            </a:ln>
          </p:spPr>
          <p:txBody>
            <a:bodyPr spcFirstLastPara="1" wrap="square" lIns="121900" tIns="121900" rIns="121900" bIns="121900" anchor="ctr" anchorCtr="0">
              <a:noAutofit/>
            </a:bodyPr>
            <a:lstStyle/>
            <a:p>
              <a:pPr algn="ctr"/>
              <a:r>
                <a:rPr lang="en" sz="1600" b="1" i="1" dirty="0">
                  <a:solidFill>
                    <a:srgbClr val="FFFFFF"/>
                  </a:solidFill>
                </a:rPr>
                <a:t>Shared</a:t>
              </a:r>
              <a:endParaRPr sz="1600" b="1" i="1" dirty="0">
                <a:solidFill>
                  <a:srgbClr val="FFFFFF"/>
                </a:solidFill>
              </a:endParaRPr>
            </a:p>
            <a:p>
              <a:pPr algn="ctr"/>
              <a:r>
                <a:rPr lang="en" sz="1600" b="1" i="1" dirty="0">
                  <a:solidFill>
                    <a:srgbClr val="FFFFFF"/>
                  </a:solidFill>
                </a:rPr>
                <a:t>Initial </a:t>
              </a:r>
              <a:r>
                <a:rPr lang="en" sz="1600" dirty="0">
                  <a:solidFill>
                    <a:srgbClr val="FFFFFF"/>
                  </a:solidFill>
                </a:rPr>
                <a:t>Equity $160k</a:t>
              </a:r>
              <a:endParaRPr sz="1600" dirty="0">
                <a:solidFill>
                  <a:srgbClr val="FFFFFF"/>
                </a:solidFill>
              </a:endParaRPr>
            </a:p>
          </p:txBody>
        </p:sp>
        <p:sp>
          <p:nvSpPr>
            <p:cNvPr id="175" name="Google Shape;175;p19"/>
            <p:cNvSpPr txBox="1"/>
            <p:nvPr/>
          </p:nvSpPr>
          <p:spPr>
            <a:xfrm>
              <a:off x="2802625" y="2652752"/>
              <a:ext cx="1029900" cy="504600"/>
            </a:xfrm>
            <a:prstGeom prst="rect">
              <a:avLst/>
            </a:prstGeom>
            <a:solidFill>
              <a:srgbClr val="FF00FF"/>
            </a:solidFill>
            <a:ln>
              <a:noFill/>
            </a:ln>
          </p:spPr>
          <p:txBody>
            <a:bodyPr spcFirstLastPara="1" wrap="square" lIns="121900" tIns="121900" rIns="121900" bIns="121900" anchor="ctr" anchorCtr="0">
              <a:noAutofit/>
            </a:bodyPr>
            <a:lstStyle/>
            <a:p>
              <a:pPr algn="ctr"/>
              <a:r>
                <a:rPr lang="en" sz="1600" dirty="0">
                  <a:solidFill>
                    <a:srgbClr val="FFFFFF"/>
                  </a:solidFill>
                </a:rPr>
                <a:t>Equity $40k</a:t>
              </a:r>
              <a:endParaRPr sz="1600" dirty="0">
                <a:solidFill>
                  <a:srgbClr val="FFFFFF"/>
                </a:solidFill>
              </a:endParaRPr>
            </a:p>
          </p:txBody>
        </p:sp>
      </p:grpSp>
    </p:spTree>
    <p:extLst>
      <p:ext uri="{BB962C8B-B14F-4D97-AF65-F5344CB8AC3E}">
        <p14:creationId xmlns:p14="http://schemas.microsoft.com/office/powerpoint/2010/main" val="22203162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0"/>
          <p:cNvSpPr txBox="1">
            <a:spLocks noGrp="1"/>
          </p:cNvSpPr>
          <p:nvPr>
            <p:ph type="title"/>
          </p:nvPr>
        </p:nvSpPr>
        <p:spPr>
          <a:prstGeom prst="rect">
            <a:avLst/>
          </a:prstGeom>
        </p:spPr>
        <p:txBody>
          <a:bodyPr spcFirstLastPara="1" vert="horz" wrap="square" lIns="121900" tIns="121900" rIns="121900" bIns="121900" rtlCol="0" anchor="t" anchorCtr="0">
            <a:normAutofit/>
          </a:bodyPr>
          <a:lstStyle/>
          <a:p>
            <a:r>
              <a:rPr lang="en"/>
              <a:t>New Financial Structure</a:t>
            </a:r>
            <a:endParaRPr/>
          </a:p>
        </p:txBody>
      </p:sp>
      <p:grpSp>
        <p:nvGrpSpPr>
          <p:cNvPr id="181" name="Google Shape;181;p20"/>
          <p:cNvGrpSpPr/>
          <p:nvPr/>
        </p:nvGrpSpPr>
        <p:grpSpPr>
          <a:xfrm>
            <a:off x="4177933" y="1722497"/>
            <a:ext cx="1373200" cy="4462155"/>
            <a:chOff x="2819275" y="429041"/>
            <a:chExt cx="1029900" cy="3323023"/>
          </a:xfrm>
        </p:grpSpPr>
        <p:sp>
          <p:nvSpPr>
            <p:cNvPr id="182" name="Google Shape;182;p20"/>
            <p:cNvSpPr txBox="1"/>
            <p:nvPr/>
          </p:nvSpPr>
          <p:spPr>
            <a:xfrm>
              <a:off x="2819275" y="429041"/>
              <a:ext cx="1029900" cy="2195400"/>
            </a:xfrm>
            <a:prstGeom prst="rect">
              <a:avLst/>
            </a:prstGeom>
            <a:solidFill>
              <a:srgbClr val="0000FF"/>
            </a:solidFill>
            <a:ln>
              <a:noFill/>
            </a:ln>
          </p:spPr>
          <p:txBody>
            <a:bodyPr spcFirstLastPara="1" wrap="square" lIns="121900" tIns="121900" rIns="121900" bIns="121900" anchor="ctr" anchorCtr="0">
              <a:noAutofit/>
            </a:bodyPr>
            <a:lstStyle/>
            <a:p>
              <a:pPr algn="ctr"/>
              <a:r>
                <a:rPr lang="en" sz="1600" b="1" i="1" dirty="0">
                  <a:solidFill>
                    <a:srgbClr val="FFFFFF"/>
                  </a:solidFill>
                </a:rPr>
                <a:t>Derisked </a:t>
              </a:r>
              <a:r>
                <a:rPr lang="en" sz="1600" dirty="0">
                  <a:solidFill>
                    <a:srgbClr val="FFFFFF"/>
                  </a:solidFill>
                </a:rPr>
                <a:t>Debt $900k</a:t>
              </a:r>
              <a:endParaRPr sz="1600" dirty="0">
                <a:solidFill>
                  <a:srgbClr val="FFFFFF"/>
                </a:solidFill>
              </a:endParaRPr>
            </a:p>
          </p:txBody>
        </p:sp>
        <p:sp>
          <p:nvSpPr>
            <p:cNvPr id="183" name="Google Shape;183;p20"/>
            <p:cNvSpPr txBox="1"/>
            <p:nvPr/>
          </p:nvSpPr>
          <p:spPr>
            <a:xfrm>
              <a:off x="2819275" y="3163464"/>
              <a:ext cx="1029900" cy="588600"/>
            </a:xfrm>
            <a:prstGeom prst="rect">
              <a:avLst/>
            </a:prstGeom>
            <a:solidFill>
              <a:srgbClr val="9900FF"/>
            </a:solidFill>
            <a:ln>
              <a:noFill/>
            </a:ln>
          </p:spPr>
          <p:txBody>
            <a:bodyPr spcFirstLastPara="1" wrap="square" lIns="121900" tIns="121900" rIns="121900" bIns="121900" anchor="ctr" anchorCtr="0">
              <a:noAutofit/>
            </a:bodyPr>
            <a:lstStyle/>
            <a:p>
              <a:pPr algn="ctr"/>
              <a:r>
                <a:rPr lang="en" sz="1600" b="1" i="1" dirty="0">
                  <a:solidFill>
                    <a:srgbClr val="FFFFFF"/>
                  </a:solidFill>
                </a:rPr>
                <a:t>Shared</a:t>
              </a:r>
              <a:endParaRPr sz="1600" b="1" i="1" dirty="0">
                <a:solidFill>
                  <a:srgbClr val="FFFFFF"/>
                </a:solidFill>
              </a:endParaRPr>
            </a:p>
            <a:p>
              <a:pPr algn="ctr"/>
              <a:r>
                <a:rPr lang="en" sz="1600" b="1" i="1" dirty="0">
                  <a:solidFill>
                    <a:srgbClr val="FFFFFF"/>
                  </a:solidFill>
                </a:rPr>
                <a:t>Initial </a:t>
              </a:r>
              <a:r>
                <a:rPr lang="en" sz="1600" dirty="0">
                  <a:solidFill>
                    <a:srgbClr val="FFFFFF"/>
                  </a:solidFill>
                </a:rPr>
                <a:t>Equity $80k</a:t>
              </a:r>
              <a:endParaRPr sz="1600" dirty="0">
                <a:solidFill>
                  <a:srgbClr val="FFFFFF"/>
                </a:solidFill>
              </a:endParaRPr>
            </a:p>
          </p:txBody>
        </p:sp>
        <p:sp>
          <p:nvSpPr>
            <p:cNvPr id="184" name="Google Shape;184;p20"/>
            <p:cNvSpPr txBox="1"/>
            <p:nvPr/>
          </p:nvSpPr>
          <p:spPr>
            <a:xfrm>
              <a:off x="2819275" y="2908354"/>
              <a:ext cx="1029900" cy="255000"/>
            </a:xfrm>
            <a:prstGeom prst="rect">
              <a:avLst/>
            </a:prstGeom>
            <a:solidFill>
              <a:srgbClr val="FF00FF"/>
            </a:solidFill>
            <a:ln>
              <a:noFill/>
            </a:ln>
          </p:spPr>
          <p:txBody>
            <a:bodyPr spcFirstLastPara="1" wrap="square" lIns="121900" tIns="121900" rIns="121900" bIns="121900" anchor="ctr" anchorCtr="0">
              <a:noAutofit/>
            </a:bodyPr>
            <a:lstStyle/>
            <a:p>
              <a:pPr algn="ctr"/>
              <a:r>
                <a:rPr lang="en" sz="1600" dirty="0">
                  <a:solidFill>
                    <a:srgbClr val="FFFFFF"/>
                  </a:solidFill>
                </a:rPr>
                <a:t>Equity $20k</a:t>
              </a:r>
              <a:endParaRPr sz="1600" dirty="0">
                <a:solidFill>
                  <a:srgbClr val="FFFFFF"/>
                </a:solidFill>
              </a:endParaRPr>
            </a:p>
          </p:txBody>
        </p:sp>
      </p:grpSp>
      <p:sp>
        <p:nvSpPr>
          <p:cNvPr id="185" name="Google Shape;185;p20"/>
          <p:cNvSpPr/>
          <p:nvPr/>
        </p:nvSpPr>
        <p:spPr>
          <a:xfrm>
            <a:off x="5652983" y="3945925"/>
            <a:ext cx="956800" cy="478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1600"/>
          </a:p>
        </p:txBody>
      </p:sp>
      <p:grpSp>
        <p:nvGrpSpPr>
          <p:cNvPr id="186" name="Google Shape;186;p20"/>
          <p:cNvGrpSpPr/>
          <p:nvPr/>
        </p:nvGrpSpPr>
        <p:grpSpPr>
          <a:xfrm>
            <a:off x="9554433" y="1722501"/>
            <a:ext cx="1373200" cy="4976268"/>
            <a:chOff x="2783750" y="712950"/>
            <a:chExt cx="1029900" cy="3705889"/>
          </a:xfrm>
        </p:grpSpPr>
        <p:sp>
          <p:nvSpPr>
            <p:cNvPr id="187" name="Google Shape;187;p20"/>
            <p:cNvSpPr txBox="1"/>
            <p:nvPr/>
          </p:nvSpPr>
          <p:spPr>
            <a:xfrm>
              <a:off x="2783750" y="712950"/>
              <a:ext cx="1029900" cy="2195400"/>
            </a:xfrm>
            <a:prstGeom prst="rect">
              <a:avLst/>
            </a:prstGeom>
            <a:solidFill>
              <a:srgbClr val="0000FF"/>
            </a:solidFill>
            <a:ln>
              <a:noFill/>
            </a:ln>
          </p:spPr>
          <p:txBody>
            <a:bodyPr spcFirstLastPara="1" wrap="square" lIns="121900" tIns="121900" rIns="121900" bIns="121900" anchor="ctr" anchorCtr="0">
              <a:noAutofit/>
            </a:bodyPr>
            <a:lstStyle/>
            <a:p>
              <a:pPr algn="ctr"/>
              <a:r>
                <a:rPr lang="en" sz="1600" b="1" i="1" dirty="0">
                  <a:solidFill>
                    <a:srgbClr val="FFFFFF"/>
                  </a:solidFill>
                </a:rPr>
                <a:t>Derisked </a:t>
              </a:r>
              <a:r>
                <a:rPr lang="en" sz="1600" dirty="0">
                  <a:solidFill>
                    <a:srgbClr val="FFFFFF"/>
                  </a:solidFill>
                </a:rPr>
                <a:t>Debt</a:t>
              </a:r>
            </a:p>
            <a:p>
              <a:pPr algn="ctr"/>
              <a:r>
                <a:rPr lang="en-US" sz="1600" dirty="0">
                  <a:solidFill>
                    <a:srgbClr val="FFFFFF"/>
                  </a:solidFill>
                </a:rPr>
                <a:t>$900k</a:t>
              </a:r>
            </a:p>
          </p:txBody>
        </p:sp>
        <p:sp>
          <p:nvSpPr>
            <p:cNvPr id="188" name="Google Shape;188;p20"/>
            <p:cNvSpPr txBox="1"/>
            <p:nvPr/>
          </p:nvSpPr>
          <p:spPr>
            <a:xfrm>
              <a:off x="2783750" y="2908339"/>
              <a:ext cx="1029900" cy="1510500"/>
            </a:xfrm>
            <a:prstGeom prst="rect">
              <a:avLst/>
            </a:prstGeom>
            <a:solidFill>
              <a:srgbClr val="FF00FF"/>
            </a:solidFill>
            <a:ln>
              <a:noFill/>
            </a:ln>
          </p:spPr>
          <p:txBody>
            <a:bodyPr spcFirstLastPara="1" wrap="square" lIns="121900" tIns="121900" rIns="121900" bIns="121900" anchor="ctr" anchorCtr="0">
              <a:noAutofit/>
            </a:bodyPr>
            <a:lstStyle/>
            <a:p>
              <a:pPr algn="ctr"/>
              <a:r>
                <a:rPr lang="en" sz="1600" dirty="0">
                  <a:solidFill>
                    <a:srgbClr val="FFFFFF"/>
                  </a:solidFill>
                </a:rPr>
                <a:t>Equity</a:t>
              </a:r>
              <a:endParaRPr sz="1600" dirty="0">
                <a:solidFill>
                  <a:srgbClr val="FFFFFF"/>
                </a:solidFill>
              </a:endParaRPr>
            </a:p>
            <a:p>
              <a:pPr algn="ctr"/>
              <a:r>
                <a:rPr lang="en" sz="1600" dirty="0">
                  <a:solidFill>
                    <a:srgbClr val="FFFFFF"/>
                  </a:solidFill>
                </a:rPr>
                <a:t>$200k</a:t>
              </a:r>
              <a:endParaRPr sz="1600" dirty="0">
                <a:solidFill>
                  <a:srgbClr val="FFFFFF"/>
                </a:solidFill>
              </a:endParaRPr>
            </a:p>
          </p:txBody>
        </p:sp>
      </p:grpSp>
      <p:grpSp>
        <p:nvGrpSpPr>
          <p:cNvPr id="189" name="Google Shape;189;p20"/>
          <p:cNvGrpSpPr/>
          <p:nvPr/>
        </p:nvGrpSpPr>
        <p:grpSpPr>
          <a:xfrm>
            <a:off x="6711633" y="1722500"/>
            <a:ext cx="1373200" cy="4976123"/>
            <a:chOff x="2802625" y="457340"/>
            <a:chExt cx="1029900" cy="3705781"/>
          </a:xfrm>
        </p:grpSpPr>
        <p:sp>
          <p:nvSpPr>
            <p:cNvPr id="190" name="Google Shape;190;p20"/>
            <p:cNvSpPr txBox="1"/>
            <p:nvPr/>
          </p:nvSpPr>
          <p:spPr>
            <a:xfrm>
              <a:off x="2802625" y="457340"/>
              <a:ext cx="1029900" cy="2195400"/>
            </a:xfrm>
            <a:prstGeom prst="rect">
              <a:avLst/>
            </a:prstGeom>
            <a:solidFill>
              <a:srgbClr val="0000FF"/>
            </a:solidFill>
            <a:ln>
              <a:noFill/>
            </a:ln>
          </p:spPr>
          <p:txBody>
            <a:bodyPr spcFirstLastPara="1" wrap="square" lIns="121900" tIns="121900" rIns="121900" bIns="121900" anchor="ctr" anchorCtr="0">
              <a:noAutofit/>
            </a:bodyPr>
            <a:lstStyle/>
            <a:p>
              <a:pPr algn="ctr"/>
              <a:r>
                <a:rPr lang="en" sz="1600" b="1" i="1" dirty="0">
                  <a:solidFill>
                    <a:srgbClr val="FFFFFF"/>
                  </a:solidFill>
                </a:rPr>
                <a:t>Derisked </a:t>
              </a:r>
              <a:r>
                <a:rPr lang="en" sz="1600" dirty="0">
                  <a:solidFill>
                    <a:srgbClr val="FFFFFF"/>
                  </a:solidFill>
                </a:rPr>
                <a:t>Debt</a:t>
              </a:r>
              <a:endParaRPr sz="1600" dirty="0">
                <a:solidFill>
                  <a:srgbClr val="FFFFFF"/>
                </a:solidFill>
              </a:endParaRPr>
            </a:p>
            <a:p>
              <a:pPr algn="ctr"/>
              <a:r>
                <a:rPr lang="en" sz="1600" dirty="0">
                  <a:solidFill>
                    <a:srgbClr val="FFFFFF"/>
                  </a:solidFill>
                </a:rPr>
                <a:t>$900k</a:t>
              </a:r>
              <a:endParaRPr sz="1600" dirty="0">
                <a:solidFill>
                  <a:srgbClr val="FFFFFF"/>
                </a:solidFill>
              </a:endParaRPr>
            </a:p>
          </p:txBody>
        </p:sp>
        <p:sp>
          <p:nvSpPr>
            <p:cNvPr id="191" name="Google Shape;191;p20"/>
            <p:cNvSpPr txBox="1"/>
            <p:nvPr/>
          </p:nvSpPr>
          <p:spPr>
            <a:xfrm>
              <a:off x="2802625" y="3143121"/>
              <a:ext cx="1029900" cy="1020000"/>
            </a:xfrm>
            <a:prstGeom prst="rect">
              <a:avLst/>
            </a:prstGeom>
            <a:solidFill>
              <a:srgbClr val="9900FF"/>
            </a:solidFill>
            <a:ln>
              <a:noFill/>
            </a:ln>
          </p:spPr>
          <p:txBody>
            <a:bodyPr spcFirstLastPara="1" wrap="square" lIns="121900" tIns="121900" rIns="121900" bIns="121900" anchor="ctr" anchorCtr="0">
              <a:noAutofit/>
            </a:bodyPr>
            <a:lstStyle/>
            <a:p>
              <a:pPr algn="ctr"/>
              <a:r>
                <a:rPr lang="en" sz="1600" b="1" i="1" dirty="0">
                  <a:solidFill>
                    <a:srgbClr val="FFFFFF"/>
                  </a:solidFill>
                </a:rPr>
                <a:t>Shared</a:t>
              </a:r>
              <a:endParaRPr sz="1600" b="1" i="1" dirty="0">
                <a:solidFill>
                  <a:srgbClr val="FFFFFF"/>
                </a:solidFill>
              </a:endParaRPr>
            </a:p>
            <a:p>
              <a:pPr algn="ctr"/>
              <a:r>
                <a:rPr lang="en" sz="1600" b="1" i="1" dirty="0">
                  <a:solidFill>
                    <a:srgbClr val="FFFFFF"/>
                  </a:solidFill>
                </a:rPr>
                <a:t>Initial </a:t>
              </a:r>
              <a:r>
                <a:rPr lang="en" sz="1600" dirty="0">
                  <a:solidFill>
                    <a:srgbClr val="FFFFFF"/>
                  </a:solidFill>
                </a:rPr>
                <a:t>Equity $160k</a:t>
              </a:r>
              <a:endParaRPr sz="1600" dirty="0">
                <a:solidFill>
                  <a:srgbClr val="FFFFFF"/>
                </a:solidFill>
              </a:endParaRPr>
            </a:p>
          </p:txBody>
        </p:sp>
        <p:sp>
          <p:nvSpPr>
            <p:cNvPr id="192" name="Google Shape;192;p20"/>
            <p:cNvSpPr txBox="1"/>
            <p:nvPr/>
          </p:nvSpPr>
          <p:spPr>
            <a:xfrm>
              <a:off x="2802625" y="2652752"/>
              <a:ext cx="1029900" cy="504600"/>
            </a:xfrm>
            <a:prstGeom prst="rect">
              <a:avLst/>
            </a:prstGeom>
            <a:solidFill>
              <a:srgbClr val="FF00FF"/>
            </a:solidFill>
            <a:ln>
              <a:noFill/>
            </a:ln>
          </p:spPr>
          <p:txBody>
            <a:bodyPr spcFirstLastPara="1" wrap="square" lIns="121900" tIns="121900" rIns="121900" bIns="121900" anchor="ctr" anchorCtr="0">
              <a:noAutofit/>
            </a:bodyPr>
            <a:lstStyle/>
            <a:p>
              <a:pPr algn="ctr"/>
              <a:r>
                <a:rPr lang="en" sz="1600" dirty="0">
                  <a:solidFill>
                    <a:srgbClr val="FFFFFF"/>
                  </a:solidFill>
                </a:rPr>
                <a:t>Equity $40k</a:t>
              </a:r>
              <a:endParaRPr sz="1600" dirty="0">
                <a:solidFill>
                  <a:srgbClr val="FFFFFF"/>
                </a:solidFill>
              </a:endParaRPr>
            </a:p>
          </p:txBody>
        </p:sp>
      </p:grpSp>
      <p:sp>
        <p:nvSpPr>
          <p:cNvPr id="193" name="Google Shape;193;p20"/>
          <p:cNvSpPr/>
          <p:nvPr/>
        </p:nvSpPr>
        <p:spPr>
          <a:xfrm>
            <a:off x="8288533" y="3987267"/>
            <a:ext cx="956800" cy="478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1600"/>
          </a:p>
        </p:txBody>
      </p:sp>
      <p:sp>
        <p:nvSpPr>
          <p:cNvPr id="194" name="Google Shape;194;p20"/>
          <p:cNvSpPr txBox="1"/>
          <p:nvPr/>
        </p:nvSpPr>
        <p:spPr>
          <a:xfrm>
            <a:off x="8080333" y="5908223"/>
            <a:ext cx="1373200" cy="790400"/>
          </a:xfrm>
          <a:prstGeom prst="rect">
            <a:avLst/>
          </a:prstGeom>
          <a:solidFill>
            <a:schemeClr val="lt1"/>
          </a:solidFill>
          <a:ln>
            <a:noFill/>
          </a:ln>
        </p:spPr>
        <p:txBody>
          <a:bodyPr spcFirstLastPara="1" wrap="square" lIns="121900" tIns="121900" rIns="121900" bIns="121900" anchor="ctr" anchorCtr="0">
            <a:noAutofit/>
          </a:bodyPr>
          <a:lstStyle/>
          <a:p>
            <a:pPr algn="ctr"/>
            <a:r>
              <a:rPr lang="en" sz="1600" b="1" i="1" dirty="0">
                <a:solidFill>
                  <a:schemeClr val="dk2"/>
                </a:solidFill>
              </a:rPr>
              <a:t>Shared</a:t>
            </a:r>
            <a:endParaRPr sz="1600" b="1" i="1" dirty="0">
              <a:solidFill>
                <a:schemeClr val="dk2"/>
              </a:solidFill>
            </a:endParaRPr>
          </a:p>
          <a:p>
            <a:pPr algn="ctr"/>
            <a:r>
              <a:rPr lang="en" sz="1600" b="1" i="1" dirty="0">
                <a:solidFill>
                  <a:schemeClr val="dk2"/>
                </a:solidFill>
              </a:rPr>
              <a:t>Profit</a:t>
            </a:r>
            <a:r>
              <a:rPr lang="en" sz="1600" dirty="0">
                <a:solidFill>
                  <a:schemeClr val="dk2"/>
                </a:solidFill>
              </a:rPr>
              <a:t> $80k</a:t>
            </a:r>
            <a:endParaRPr sz="1600" dirty="0">
              <a:solidFill>
                <a:schemeClr val="dk2"/>
              </a:solidFill>
            </a:endParaRPr>
          </a:p>
        </p:txBody>
      </p:sp>
    </p:spTree>
    <p:extLst>
      <p:ext uri="{BB962C8B-B14F-4D97-AF65-F5344CB8AC3E}">
        <p14:creationId xmlns:p14="http://schemas.microsoft.com/office/powerpoint/2010/main" val="24516703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BD40-DA89-4E9E-8FF4-B7C7CDB5655F}"/>
              </a:ext>
            </a:extLst>
          </p:cNvPr>
          <p:cNvSpPr>
            <a:spLocks noGrp="1"/>
          </p:cNvSpPr>
          <p:nvPr>
            <p:ph type="ctrTitle"/>
          </p:nvPr>
        </p:nvSpPr>
        <p:spPr/>
        <p:txBody>
          <a:bodyPr/>
          <a:lstStyle/>
          <a:p>
            <a:r>
              <a:rPr lang="en-GB" dirty="0"/>
              <a:t>Conclusions</a:t>
            </a:r>
            <a:endParaRPr lang="en-US" dirty="0"/>
          </a:p>
        </p:txBody>
      </p:sp>
      <p:sp>
        <p:nvSpPr>
          <p:cNvPr id="5" name="Subtitle 4">
            <a:extLst>
              <a:ext uri="{FF2B5EF4-FFF2-40B4-BE49-F238E27FC236}">
                <a16:creationId xmlns:a16="http://schemas.microsoft.com/office/drawing/2014/main" id="{DC7C202B-09CF-44D3-A989-0B3AC613B25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264132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B4A20A6-DDBB-480C-A58E-512989563091}"/>
              </a:ext>
            </a:extLst>
          </p:cNvPr>
          <p:cNvGraphicFramePr/>
          <p:nvPr>
            <p:extLst>
              <p:ext uri="{D42A27DB-BD31-4B8C-83A1-F6EECF244321}">
                <p14:modId xmlns:p14="http://schemas.microsoft.com/office/powerpoint/2010/main" val="1295763135"/>
              </p:ext>
            </p:extLst>
          </p:nvPr>
        </p:nvGraphicFramePr>
        <p:xfrm>
          <a:off x="1389414" y="118755"/>
          <a:ext cx="9678391" cy="65195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27542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BD40-DA89-4E9E-8FF4-B7C7CDB5655F}"/>
              </a:ext>
            </a:extLst>
          </p:cNvPr>
          <p:cNvSpPr>
            <a:spLocks noGrp="1"/>
          </p:cNvSpPr>
          <p:nvPr>
            <p:ph type="title"/>
          </p:nvPr>
        </p:nvSpPr>
        <p:spPr/>
        <p:txBody>
          <a:bodyPr>
            <a:normAutofit/>
          </a:bodyPr>
          <a:lstStyle/>
          <a:p>
            <a:r>
              <a:rPr lang="en-GB" dirty="0"/>
              <a:t>Other Applications</a:t>
            </a:r>
            <a:endParaRPr lang="en-US" dirty="0"/>
          </a:p>
        </p:txBody>
      </p:sp>
      <p:sp>
        <p:nvSpPr>
          <p:cNvPr id="3" name="Content Placeholder 2">
            <a:extLst>
              <a:ext uri="{FF2B5EF4-FFF2-40B4-BE49-F238E27FC236}">
                <a16:creationId xmlns:a16="http://schemas.microsoft.com/office/drawing/2014/main" id="{A436D2EA-113D-4F16-A779-4E38215B7390}"/>
              </a:ext>
            </a:extLst>
          </p:cNvPr>
          <p:cNvSpPr>
            <a:spLocks noGrp="1"/>
          </p:cNvSpPr>
          <p:nvPr>
            <p:ph idx="1"/>
          </p:nvPr>
        </p:nvSpPr>
        <p:spPr>
          <a:xfrm>
            <a:off x="498765" y="2102338"/>
            <a:ext cx="10855036" cy="4074627"/>
          </a:xfrm>
        </p:spPr>
        <p:txBody>
          <a:bodyPr>
            <a:normAutofit/>
          </a:bodyPr>
          <a:lstStyle/>
          <a:p>
            <a:pPr marL="514338" indent="-514338">
              <a:buFont typeface="+mj-lt"/>
              <a:buAutoNum type="arabicPeriod"/>
            </a:pPr>
            <a:r>
              <a:rPr lang="en-GB" sz="3000" dirty="0"/>
              <a:t>Reducing the financial cost of bank investments</a:t>
            </a:r>
          </a:p>
          <a:p>
            <a:pPr marL="514338" indent="-514338">
              <a:buFont typeface="+mj-lt"/>
              <a:buAutoNum type="arabicPeriod"/>
            </a:pPr>
            <a:r>
              <a:rPr lang="en-GB" sz="3000" dirty="0"/>
              <a:t>Green-macro policy (Central Banks)</a:t>
            </a:r>
          </a:p>
          <a:p>
            <a:pPr marL="514338" indent="-514338">
              <a:buFont typeface="+mj-lt"/>
              <a:buAutoNum type="arabicPeriod"/>
            </a:pPr>
            <a:r>
              <a:rPr lang="en-GB" sz="3000" dirty="0"/>
              <a:t>International Level (COP and WB): Concrete plans for derisking in exchange for financing</a:t>
            </a:r>
          </a:p>
          <a:p>
            <a:pPr marL="514338" indent="-514338">
              <a:buFont typeface="+mj-lt"/>
              <a:buAutoNum type="arabicPeriod"/>
            </a:pPr>
            <a:r>
              <a:rPr lang="en-GB" sz="3000" dirty="0"/>
              <a:t>Create the fund! Financial inclusion for people in </a:t>
            </a:r>
            <a:r>
              <a:rPr lang="en-GB" sz="3000"/>
              <a:t>developing countries.</a:t>
            </a:r>
            <a:endParaRPr lang="en-GB" sz="3000" dirty="0"/>
          </a:p>
          <a:p>
            <a:pPr marL="514338" indent="-514338">
              <a:buFont typeface="+mj-lt"/>
              <a:buAutoNum type="arabicPeriod"/>
            </a:pPr>
            <a:endParaRPr lang="en-GB" sz="3000" dirty="0"/>
          </a:p>
          <a:p>
            <a:pPr marL="514338" indent="-514338">
              <a:buFont typeface="+mj-lt"/>
              <a:buAutoNum type="arabicPeriod"/>
            </a:pPr>
            <a:endParaRPr lang="en-GB" dirty="0"/>
          </a:p>
          <a:p>
            <a:pPr marL="514338" indent="-514338">
              <a:buFont typeface="+mj-lt"/>
              <a:buAutoNum type="arabicPeriod"/>
            </a:pPr>
            <a:endParaRPr lang="en-GB" dirty="0"/>
          </a:p>
          <a:p>
            <a:pPr marL="514338" indent="-514338">
              <a:buFont typeface="+mj-lt"/>
              <a:buAutoNum type="arabicPeriod"/>
            </a:pPr>
            <a:endParaRPr lang="en-GB" dirty="0"/>
          </a:p>
        </p:txBody>
      </p:sp>
    </p:spTree>
    <p:extLst>
      <p:ext uri="{BB962C8B-B14F-4D97-AF65-F5344CB8AC3E}">
        <p14:creationId xmlns:p14="http://schemas.microsoft.com/office/powerpoint/2010/main" val="17936707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BD40-DA89-4E9E-8FF4-B7C7CDB5655F}"/>
              </a:ext>
            </a:extLst>
          </p:cNvPr>
          <p:cNvSpPr>
            <a:spLocks noGrp="1"/>
          </p:cNvSpPr>
          <p:nvPr>
            <p:ph type="title"/>
          </p:nvPr>
        </p:nvSpPr>
        <p:spPr/>
        <p:txBody>
          <a:bodyPr>
            <a:normAutofit/>
          </a:bodyPr>
          <a:lstStyle/>
          <a:p>
            <a:r>
              <a:rPr lang="en-GB" dirty="0"/>
              <a:t>Conclusion</a:t>
            </a:r>
            <a:endParaRPr lang="en-US" dirty="0"/>
          </a:p>
        </p:txBody>
      </p:sp>
      <p:sp>
        <p:nvSpPr>
          <p:cNvPr id="3" name="Content Placeholder 2">
            <a:extLst>
              <a:ext uri="{FF2B5EF4-FFF2-40B4-BE49-F238E27FC236}">
                <a16:creationId xmlns:a16="http://schemas.microsoft.com/office/drawing/2014/main" id="{A436D2EA-113D-4F16-A779-4E38215B7390}"/>
              </a:ext>
            </a:extLst>
          </p:cNvPr>
          <p:cNvSpPr>
            <a:spLocks noGrp="1"/>
          </p:cNvSpPr>
          <p:nvPr>
            <p:ph idx="1"/>
          </p:nvPr>
        </p:nvSpPr>
        <p:spPr>
          <a:xfrm>
            <a:off x="498765" y="1690688"/>
            <a:ext cx="10855036" cy="4486277"/>
          </a:xfrm>
        </p:spPr>
        <p:txBody>
          <a:bodyPr>
            <a:normAutofit fontScale="85000" lnSpcReduction="10000"/>
          </a:bodyPr>
          <a:lstStyle/>
          <a:p>
            <a:pPr marL="514338" indent="-514338">
              <a:buFont typeface="+mj-lt"/>
              <a:buAutoNum type="arabicPeriod"/>
            </a:pPr>
            <a:r>
              <a:rPr lang="en-GB" dirty="0"/>
              <a:t>A country would have a </a:t>
            </a:r>
            <a:r>
              <a:rPr lang="en-GB" b="1" i="1" dirty="0"/>
              <a:t>technical plan for decarbonisation </a:t>
            </a:r>
            <a:r>
              <a:rPr lang="en-GB" dirty="0"/>
              <a:t>always including </a:t>
            </a:r>
            <a:r>
              <a:rPr lang="en-GB" i="1" dirty="0"/>
              <a:t>expansion of renewables through reducing financial risk </a:t>
            </a:r>
            <a:r>
              <a:rPr lang="en-GB" i="1" dirty="0" err="1"/>
              <a:t>eg</a:t>
            </a:r>
            <a:r>
              <a:rPr lang="en-GB" i="1" dirty="0"/>
              <a:t> through auctions</a:t>
            </a:r>
          </a:p>
          <a:p>
            <a:pPr marL="514338" indent="-514338">
              <a:buFont typeface="+mj-lt"/>
              <a:buAutoNum type="arabicPeriod"/>
            </a:pPr>
            <a:r>
              <a:rPr lang="en-GB" dirty="0"/>
              <a:t>Renewables projects would be financed by debt and equity. The debt component of renewables projects would be </a:t>
            </a:r>
            <a:r>
              <a:rPr lang="en-GB" b="1" dirty="0" err="1"/>
              <a:t>derisked</a:t>
            </a:r>
            <a:r>
              <a:rPr lang="en-GB" dirty="0"/>
              <a:t> including </a:t>
            </a:r>
            <a:r>
              <a:rPr lang="en-GB" i="1" dirty="0"/>
              <a:t>guaranteeing the project bonds </a:t>
            </a:r>
            <a:r>
              <a:rPr lang="en-GB" dirty="0"/>
              <a:t>issued reducing project bond interest payments</a:t>
            </a:r>
          </a:p>
          <a:p>
            <a:pPr marL="514338" indent="-514338">
              <a:buFont typeface="+mj-lt"/>
              <a:buAutoNum type="arabicPeriod"/>
            </a:pPr>
            <a:r>
              <a:rPr lang="en-GB" dirty="0"/>
              <a:t>The </a:t>
            </a:r>
            <a:r>
              <a:rPr lang="en-GB" i="1" dirty="0"/>
              <a:t>equity financing </a:t>
            </a:r>
            <a:r>
              <a:rPr lang="en-GB" dirty="0"/>
              <a:t>shared ¼ private and ¾ by a public shared fund. The </a:t>
            </a:r>
            <a:r>
              <a:rPr lang="en-GB" b="1" dirty="0"/>
              <a:t>public for-profit fund </a:t>
            </a:r>
            <a:r>
              <a:rPr lang="en-GB" dirty="0"/>
              <a:t>would be provided by rich government or small investors. Those public equity shares would be sold on at a profit once project is completed and well established. The shared equity fund has multiple functions. </a:t>
            </a:r>
          </a:p>
          <a:p>
            <a:pPr marL="514338" indent="-514338">
              <a:buFont typeface="+mj-lt"/>
              <a:buAutoNum type="arabicPeriod"/>
            </a:pPr>
            <a:r>
              <a:rPr lang="en-GB" dirty="0"/>
              <a:t>The fund, would grow on behalf of individual investors (allocated to the population according to national participation). After it has retired, everyday people in developing countries could begin to access it.</a:t>
            </a:r>
          </a:p>
          <a:p>
            <a:pPr marL="514338" indent="-514338">
              <a:buFont typeface="+mj-lt"/>
              <a:buAutoNum type="arabicPeriod"/>
            </a:pPr>
            <a:r>
              <a:rPr lang="en-GB" dirty="0"/>
              <a:t>Assuming </a:t>
            </a:r>
            <a:r>
              <a:rPr lang="en-GB"/>
              <a:t>WB leadership, national </a:t>
            </a:r>
            <a:r>
              <a:rPr lang="en-GB" dirty="0"/>
              <a:t>participation in this scheme could be conditional on a) a decarbonisation technical plan, b) carbon price reforms including feebates and c) protecting nature. </a:t>
            </a:r>
          </a:p>
          <a:p>
            <a:pPr marL="514338" indent="-514338">
              <a:buFont typeface="+mj-lt"/>
              <a:buAutoNum type="arabicPeriod"/>
            </a:pPr>
            <a:r>
              <a:rPr lang="en-GB" dirty="0"/>
              <a:t>The project bonds, as they are safe assets, could also be bought by the central bank.</a:t>
            </a:r>
          </a:p>
          <a:p>
            <a:pPr marL="514338" indent="-514338">
              <a:buFont typeface="+mj-lt"/>
              <a:buAutoNum type="arabicPeriod"/>
            </a:pPr>
            <a:endParaRPr lang="en-GB" dirty="0"/>
          </a:p>
          <a:p>
            <a:pPr marL="514338" indent="-514338">
              <a:buFont typeface="+mj-lt"/>
              <a:buAutoNum type="arabicPeriod"/>
            </a:pPr>
            <a:endParaRPr lang="en-GB" dirty="0"/>
          </a:p>
          <a:p>
            <a:pPr marL="514338" indent="-514338">
              <a:buFont typeface="+mj-lt"/>
              <a:buAutoNum type="arabicPeriod"/>
            </a:pPr>
            <a:endParaRPr lang="en-GB" dirty="0"/>
          </a:p>
          <a:p>
            <a:pPr marL="514338" indent="-514338">
              <a:buFont typeface="+mj-lt"/>
              <a:buAutoNum type="arabicPeriod"/>
            </a:pPr>
            <a:endParaRPr lang="en-GB" dirty="0"/>
          </a:p>
        </p:txBody>
      </p:sp>
    </p:spTree>
    <p:extLst>
      <p:ext uri="{BB962C8B-B14F-4D97-AF65-F5344CB8AC3E}">
        <p14:creationId xmlns:p14="http://schemas.microsoft.com/office/powerpoint/2010/main" val="12728368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BD40-DA89-4E9E-8FF4-B7C7CDB5655F}"/>
              </a:ext>
            </a:extLst>
          </p:cNvPr>
          <p:cNvSpPr>
            <a:spLocks noGrp="1"/>
          </p:cNvSpPr>
          <p:nvPr>
            <p:ph type="title"/>
          </p:nvPr>
        </p:nvSpPr>
        <p:spPr/>
        <p:txBody>
          <a:bodyPr>
            <a:normAutofit/>
          </a:bodyPr>
          <a:lstStyle/>
          <a:p>
            <a:r>
              <a:rPr lang="en-GB" dirty="0"/>
              <a:t>Discussion</a:t>
            </a:r>
            <a:endParaRPr lang="en-US" dirty="0"/>
          </a:p>
        </p:txBody>
      </p:sp>
      <p:sp>
        <p:nvSpPr>
          <p:cNvPr id="3" name="Content Placeholder 2">
            <a:extLst>
              <a:ext uri="{FF2B5EF4-FFF2-40B4-BE49-F238E27FC236}">
                <a16:creationId xmlns:a16="http://schemas.microsoft.com/office/drawing/2014/main" id="{A436D2EA-113D-4F16-A779-4E38215B7390}"/>
              </a:ext>
            </a:extLst>
          </p:cNvPr>
          <p:cNvSpPr>
            <a:spLocks noGrp="1"/>
          </p:cNvSpPr>
          <p:nvPr>
            <p:ph idx="1"/>
          </p:nvPr>
        </p:nvSpPr>
        <p:spPr>
          <a:xfrm>
            <a:off x="498765" y="2461846"/>
            <a:ext cx="10855036" cy="3715119"/>
          </a:xfrm>
        </p:spPr>
        <p:txBody>
          <a:bodyPr>
            <a:normAutofit/>
          </a:bodyPr>
          <a:lstStyle/>
          <a:p>
            <a:pPr marL="342900" marR="0" lvl="0" indent="-342900">
              <a:spcBef>
                <a:spcPts val="0"/>
              </a:spcBef>
              <a:spcAft>
                <a:spcPts val="0"/>
              </a:spcAft>
              <a:buSzPts val="1000"/>
              <a:buFont typeface="Symbol" panose="05050102010706020507" pitchFamily="18" charset="2"/>
              <a:buChar char=""/>
              <a:tabLst>
                <a:tab pos="457200" algn="l"/>
              </a:tabLst>
            </a:pPr>
            <a:r>
              <a:rPr lang="en-US" sz="1800" dirty="0">
                <a:solidFill>
                  <a:srgbClr val="242424"/>
                </a:solidFill>
                <a:effectLst/>
                <a:latin typeface="Calibri" panose="020F0502020204030204" pitchFamily="34" charset="0"/>
                <a:ea typeface="Calibri" panose="020F0502020204030204" pitchFamily="34" charset="0"/>
              </a:rPr>
              <a:t>Is the analysis correct in terms of the missing features of the institutional landscape?</a:t>
            </a:r>
            <a:endParaRPr lang="en-US" sz="18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800" dirty="0">
                <a:solidFill>
                  <a:srgbClr val="242424"/>
                </a:solidFill>
                <a:effectLst/>
                <a:latin typeface="Calibri" panose="020F0502020204030204" pitchFamily="34" charset="0"/>
                <a:ea typeface="Calibri" panose="020F0502020204030204" pitchFamily="34" charset="0"/>
              </a:rPr>
              <a:t>Is the notion of ‘derisked AAA green bonds’ the correct one to mobilize trillions to developing countries and mobilize green investment for macroeconomic purposes?</a:t>
            </a:r>
            <a:endParaRPr lang="en-US" sz="18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800" dirty="0">
                <a:solidFill>
                  <a:srgbClr val="242424"/>
                </a:solidFill>
                <a:effectLst/>
                <a:latin typeface="Calibri" panose="020F0502020204030204" pitchFamily="34" charset="0"/>
                <a:ea typeface="Calibri" panose="020F0502020204030204" pitchFamily="34" charset="0"/>
              </a:rPr>
              <a:t>What is the correct operationalization of an organized equity fund that meets institutional constraints (</a:t>
            </a:r>
            <a:r>
              <a:rPr lang="en-US" sz="1800" dirty="0" err="1">
                <a:solidFill>
                  <a:srgbClr val="242424"/>
                </a:solidFill>
                <a:effectLst/>
                <a:latin typeface="Calibri" panose="020F0502020204030204" pitchFamily="34" charset="0"/>
                <a:ea typeface="Calibri" panose="020F0502020204030204" pitchFamily="34" charset="0"/>
              </a:rPr>
              <a:t>eg</a:t>
            </a:r>
            <a:r>
              <a:rPr lang="en-US" sz="1800" dirty="0">
                <a:solidFill>
                  <a:srgbClr val="242424"/>
                </a:solidFill>
                <a:effectLst/>
                <a:latin typeface="Calibri" panose="020F0502020204030204" pitchFamily="34" charset="0"/>
                <a:ea typeface="Calibri" panose="020F0502020204030204" pitchFamily="34" charset="0"/>
              </a:rPr>
              <a:t> of the WB)?</a:t>
            </a:r>
            <a:endParaRPr lang="en-US" sz="18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800" dirty="0">
                <a:solidFill>
                  <a:srgbClr val="242424"/>
                </a:solidFill>
                <a:effectLst/>
                <a:latin typeface="Calibri" panose="020F0502020204030204" pitchFamily="34" charset="0"/>
                <a:ea typeface="Calibri" panose="020F0502020204030204" pitchFamily="34" charset="0"/>
              </a:rPr>
              <a:t>How can this or similar ideas be taken forward?</a:t>
            </a:r>
            <a:endParaRPr lang="en-GB" dirty="0"/>
          </a:p>
          <a:p>
            <a:pPr marL="514338" indent="-514338">
              <a:buFont typeface="+mj-lt"/>
              <a:buAutoNum type="arabicPeriod"/>
            </a:pPr>
            <a:endParaRPr lang="en-GB" dirty="0"/>
          </a:p>
          <a:p>
            <a:pPr marL="514338" indent="-514338">
              <a:buFont typeface="+mj-lt"/>
              <a:buAutoNum type="arabicPeriod"/>
            </a:pPr>
            <a:endParaRPr lang="en-GB" dirty="0"/>
          </a:p>
          <a:p>
            <a:pPr marL="514338" indent="-514338">
              <a:buFont typeface="+mj-lt"/>
              <a:buAutoNum type="arabicPeriod"/>
            </a:pPr>
            <a:endParaRPr lang="en-GB" dirty="0"/>
          </a:p>
          <a:p>
            <a:pPr marL="514338" indent="-514338">
              <a:buFont typeface="+mj-lt"/>
              <a:buAutoNum type="arabicPeriod"/>
            </a:pPr>
            <a:endParaRPr lang="en-GB" dirty="0"/>
          </a:p>
        </p:txBody>
      </p:sp>
    </p:spTree>
    <p:extLst>
      <p:ext uri="{BB962C8B-B14F-4D97-AF65-F5344CB8AC3E}">
        <p14:creationId xmlns:p14="http://schemas.microsoft.com/office/powerpoint/2010/main" val="36119268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BD40-DA89-4E9E-8FF4-B7C7CDB5655F}"/>
              </a:ext>
            </a:extLst>
          </p:cNvPr>
          <p:cNvSpPr>
            <a:spLocks noGrp="1"/>
          </p:cNvSpPr>
          <p:nvPr>
            <p:ph type="ctrTitle"/>
          </p:nvPr>
        </p:nvSpPr>
        <p:spPr/>
        <p:txBody>
          <a:bodyPr/>
          <a:lstStyle/>
          <a:p>
            <a:r>
              <a:rPr lang="en-GB" dirty="0"/>
              <a:t>Appendix 1: Derisking Financial Structure</a:t>
            </a:r>
            <a:endParaRPr lang="en-US" dirty="0"/>
          </a:p>
        </p:txBody>
      </p:sp>
      <p:sp>
        <p:nvSpPr>
          <p:cNvPr id="5" name="Subtitle 4">
            <a:extLst>
              <a:ext uri="{FF2B5EF4-FFF2-40B4-BE49-F238E27FC236}">
                <a16:creationId xmlns:a16="http://schemas.microsoft.com/office/drawing/2014/main" id="{DC7C202B-09CF-44D3-A989-0B3AC613B25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824734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6FA255C-1C64-4584-B52D-96C02ECB16C7}"/>
              </a:ext>
            </a:extLst>
          </p:cNvPr>
          <p:cNvSpPr/>
          <p:nvPr/>
        </p:nvSpPr>
        <p:spPr>
          <a:xfrm>
            <a:off x="7856597" y="831683"/>
            <a:ext cx="1638795" cy="1603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Independent Power Project</a:t>
            </a:r>
            <a:endParaRPr lang="en-US" sz="1400" dirty="0"/>
          </a:p>
        </p:txBody>
      </p:sp>
      <p:sp>
        <p:nvSpPr>
          <p:cNvPr id="6" name="Rectangle 5">
            <a:extLst>
              <a:ext uri="{FF2B5EF4-FFF2-40B4-BE49-F238E27FC236}">
                <a16:creationId xmlns:a16="http://schemas.microsoft.com/office/drawing/2014/main" id="{4AE0AE3A-BF65-446E-8605-7BCB13F0B877}"/>
              </a:ext>
            </a:extLst>
          </p:cNvPr>
          <p:cNvSpPr/>
          <p:nvPr/>
        </p:nvSpPr>
        <p:spPr>
          <a:xfrm>
            <a:off x="3507407" y="831681"/>
            <a:ext cx="1638795" cy="1603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State </a:t>
            </a:r>
          </a:p>
          <a:p>
            <a:pPr algn="ctr"/>
            <a:r>
              <a:rPr lang="en-GB" sz="1400" dirty="0"/>
              <a:t>Power Utility</a:t>
            </a:r>
            <a:endParaRPr lang="en-US" sz="1400" dirty="0"/>
          </a:p>
        </p:txBody>
      </p:sp>
      <p:cxnSp>
        <p:nvCxnSpPr>
          <p:cNvPr id="14" name="Straight Arrow Connector 13">
            <a:extLst>
              <a:ext uri="{FF2B5EF4-FFF2-40B4-BE49-F238E27FC236}">
                <a16:creationId xmlns:a16="http://schemas.microsoft.com/office/drawing/2014/main" id="{4A0CFF8C-1210-433F-8F4A-F4F6C2A048E3}"/>
              </a:ext>
            </a:extLst>
          </p:cNvPr>
          <p:cNvCxnSpPr>
            <a:cxnSpLocks/>
          </p:cNvCxnSpPr>
          <p:nvPr/>
        </p:nvCxnSpPr>
        <p:spPr>
          <a:xfrm flipV="1">
            <a:off x="5146201" y="2434854"/>
            <a:ext cx="2710395" cy="29143"/>
          </a:xfrm>
          <a:prstGeom prst="straightConnector1">
            <a:avLst/>
          </a:prstGeom>
          <a:ln w="9525"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8" name="TextBox 17">
            <a:extLst>
              <a:ext uri="{FF2B5EF4-FFF2-40B4-BE49-F238E27FC236}">
                <a16:creationId xmlns:a16="http://schemas.microsoft.com/office/drawing/2014/main" id="{16E9AA73-166D-4F3D-B413-16CFCECC858C}"/>
              </a:ext>
            </a:extLst>
          </p:cNvPr>
          <p:cNvSpPr txBox="1"/>
          <p:nvPr/>
        </p:nvSpPr>
        <p:spPr>
          <a:xfrm>
            <a:off x="5807130" y="2113604"/>
            <a:ext cx="1328284" cy="307777"/>
          </a:xfrm>
          <a:prstGeom prst="rect">
            <a:avLst/>
          </a:prstGeom>
          <a:noFill/>
        </p:spPr>
        <p:txBody>
          <a:bodyPr wrap="square" rtlCol="0">
            <a:spAutoFit/>
          </a:bodyPr>
          <a:lstStyle/>
          <a:p>
            <a:r>
              <a:rPr lang="en-GB" sz="1400" dirty="0"/>
              <a:t>Revenues</a:t>
            </a:r>
            <a:endParaRPr lang="en-US" sz="1400" dirty="0"/>
          </a:p>
        </p:txBody>
      </p:sp>
      <p:cxnSp>
        <p:nvCxnSpPr>
          <p:cNvPr id="19" name="Straight Arrow Connector 18">
            <a:extLst>
              <a:ext uri="{FF2B5EF4-FFF2-40B4-BE49-F238E27FC236}">
                <a16:creationId xmlns:a16="http://schemas.microsoft.com/office/drawing/2014/main" id="{4F2B7BC9-90ED-41B7-BB3F-2C3ACAF3E4E1}"/>
              </a:ext>
            </a:extLst>
          </p:cNvPr>
          <p:cNvCxnSpPr>
            <a:cxnSpLocks/>
          </p:cNvCxnSpPr>
          <p:nvPr/>
        </p:nvCxnSpPr>
        <p:spPr>
          <a:xfrm flipH="1" flipV="1">
            <a:off x="5107021" y="1850012"/>
            <a:ext cx="2583076" cy="15096"/>
          </a:xfrm>
          <a:prstGeom prst="straightConnector1">
            <a:avLst/>
          </a:prstGeom>
          <a:ln w="9525"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C7CF7B81-68E9-404C-BB99-AAC3B63CFDA2}"/>
              </a:ext>
            </a:extLst>
          </p:cNvPr>
          <p:cNvSpPr txBox="1"/>
          <p:nvPr/>
        </p:nvSpPr>
        <p:spPr>
          <a:xfrm>
            <a:off x="5967546" y="1553436"/>
            <a:ext cx="1805049" cy="307777"/>
          </a:xfrm>
          <a:prstGeom prst="rect">
            <a:avLst/>
          </a:prstGeom>
          <a:noFill/>
        </p:spPr>
        <p:txBody>
          <a:bodyPr wrap="square" rtlCol="0">
            <a:spAutoFit/>
          </a:bodyPr>
          <a:lstStyle/>
          <a:p>
            <a:r>
              <a:rPr lang="en-GB" sz="1400" dirty="0"/>
              <a:t>Power</a:t>
            </a:r>
            <a:endParaRPr lang="en-US" sz="1400" dirty="0"/>
          </a:p>
        </p:txBody>
      </p:sp>
      <p:sp>
        <p:nvSpPr>
          <p:cNvPr id="8" name="Title 1">
            <a:extLst>
              <a:ext uri="{FF2B5EF4-FFF2-40B4-BE49-F238E27FC236}">
                <a16:creationId xmlns:a16="http://schemas.microsoft.com/office/drawing/2014/main" id="{D9795710-5697-4AFC-9CA6-F095663D75E6}"/>
              </a:ext>
            </a:extLst>
          </p:cNvPr>
          <p:cNvSpPr txBox="1">
            <a:spLocks/>
          </p:cNvSpPr>
          <p:nvPr/>
        </p:nvSpPr>
        <p:spPr>
          <a:xfrm>
            <a:off x="415600" y="593367"/>
            <a:ext cx="11360800" cy="763600"/>
          </a:xfrm>
          <a:prstGeom prst="rect">
            <a:avLst/>
          </a:prstGeom>
        </p:spPr>
        <p:txBody>
          <a:bodyPr>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1867" dirty="0"/>
          </a:p>
        </p:txBody>
      </p:sp>
      <p:sp>
        <p:nvSpPr>
          <p:cNvPr id="3" name="Text Placeholder 2">
            <a:extLst>
              <a:ext uri="{FF2B5EF4-FFF2-40B4-BE49-F238E27FC236}">
                <a16:creationId xmlns:a16="http://schemas.microsoft.com/office/drawing/2014/main" id="{322A4429-AF78-4D00-A83B-22DD56321472}"/>
              </a:ext>
            </a:extLst>
          </p:cNvPr>
          <p:cNvSpPr>
            <a:spLocks noGrp="1"/>
          </p:cNvSpPr>
          <p:nvPr>
            <p:ph type="body" idx="1"/>
          </p:nvPr>
        </p:nvSpPr>
        <p:spPr/>
        <p:txBody>
          <a:bodyPr/>
          <a:lstStyle/>
          <a:p>
            <a:r>
              <a:rPr lang="en-GB" dirty="0"/>
              <a:t>An Independent Power Producer Sells Power to a State Utility</a:t>
            </a:r>
            <a:endParaRPr lang="en-US" dirty="0"/>
          </a:p>
          <a:p>
            <a:endParaRPr lang="en-US" dirty="0"/>
          </a:p>
        </p:txBody>
      </p:sp>
    </p:spTree>
    <p:extLst>
      <p:ext uri="{BB962C8B-B14F-4D97-AF65-F5344CB8AC3E}">
        <p14:creationId xmlns:p14="http://schemas.microsoft.com/office/powerpoint/2010/main" val="35427554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6FA255C-1C64-4584-B52D-96C02ECB16C7}"/>
              </a:ext>
            </a:extLst>
          </p:cNvPr>
          <p:cNvSpPr/>
          <p:nvPr/>
        </p:nvSpPr>
        <p:spPr>
          <a:xfrm>
            <a:off x="7856597" y="831683"/>
            <a:ext cx="1638795" cy="1603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Independent Power Project</a:t>
            </a:r>
            <a:endParaRPr lang="en-US" sz="1400" dirty="0"/>
          </a:p>
        </p:txBody>
      </p:sp>
      <p:sp>
        <p:nvSpPr>
          <p:cNvPr id="6" name="Rectangle 5">
            <a:extLst>
              <a:ext uri="{FF2B5EF4-FFF2-40B4-BE49-F238E27FC236}">
                <a16:creationId xmlns:a16="http://schemas.microsoft.com/office/drawing/2014/main" id="{4AE0AE3A-BF65-446E-8605-7BCB13F0B877}"/>
              </a:ext>
            </a:extLst>
          </p:cNvPr>
          <p:cNvSpPr/>
          <p:nvPr/>
        </p:nvSpPr>
        <p:spPr>
          <a:xfrm>
            <a:off x="3507407" y="831681"/>
            <a:ext cx="1638795" cy="1603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State </a:t>
            </a:r>
          </a:p>
          <a:p>
            <a:pPr algn="ctr"/>
            <a:r>
              <a:rPr lang="en-GB" sz="1400" dirty="0"/>
              <a:t>Power Utility</a:t>
            </a:r>
            <a:endParaRPr lang="en-US" sz="1400" dirty="0"/>
          </a:p>
        </p:txBody>
      </p:sp>
      <p:cxnSp>
        <p:nvCxnSpPr>
          <p:cNvPr id="10" name="Straight Arrow Connector 9">
            <a:extLst>
              <a:ext uri="{FF2B5EF4-FFF2-40B4-BE49-F238E27FC236}">
                <a16:creationId xmlns:a16="http://schemas.microsoft.com/office/drawing/2014/main" id="{E1CB7476-76DD-4116-8D19-991A7B6B49BD}"/>
              </a:ext>
            </a:extLst>
          </p:cNvPr>
          <p:cNvCxnSpPr>
            <a:cxnSpLocks/>
          </p:cNvCxnSpPr>
          <p:nvPr/>
        </p:nvCxnSpPr>
        <p:spPr>
          <a:xfrm flipV="1">
            <a:off x="5159439" y="1047786"/>
            <a:ext cx="2613156" cy="61487"/>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1" name="TextBox 10">
            <a:extLst>
              <a:ext uri="{FF2B5EF4-FFF2-40B4-BE49-F238E27FC236}">
                <a16:creationId xmlns:a16="http://schemas.microsoft.com/office/drawing/2014/main" id="{F1B325A5-ADFA-4B6F-8ABB-6588CA680FBC}"/>
              </a:ext>
            </a:extLst>
          </p:cNvPr>
          <p:cNvSpPr txBox="1"/>
          <p:nvPr/>
        </p:nvSpPr>
        <p:spPr>
          <a:xfrm>
            <a:off x="5598876" y="465690"/>
            <a:ext cx="1805049" cy="523220"/>
          </a:xfrm>
          <a:prstGeom prst="rect">
            <a:avLst/>
          </a:prstGeom>
          <a:noFill/>
        </p:spPr>
        <p:txBody>
          <a:bodyPr wrap="square" rtlCol="0">
            <a:spAutoFit/>
          </a:bodyPr>
          <a:lstStyle/>
          <a:p>
            <a:r>
              <a:rPr lang="en-GB" sz="1400" dirty="0">
                <a:solidFill>
                  <a:srgbClr val="FF0000"/>
                </a:solidFill>
              </a:rPr>
              <a:t>Guarantee Price of Power (auctioned)</a:t>
            </a:r>
            <a:endParaRPr lang="en-US" sz="1400" dirty="0">
              <a:solidFill>
                <a:srgbClr val="FF0000"/>
              </a:solidFill>
            </a:endParaRPr>
          </a:p>
        </p:txBody>
      </p:sp>
      <p:cxnSp>
        <p:nvCxnSpPr>
          <p:cNvPr id="14" name="Straight Arrow Connector 13">
            <a:extLst>
              <a:ext uri="{FF2B5EF4-FFF2-40B4-BE49-F238E27FC236}">
                <a16:creationId xmlns:a16="http://schemas.microsoft.com/office/drawing/2014/main" id="{4A0CFF8C-1210-433F-8F4A-F4F6C2A048E3}"/>
              </a:ext>
            </a:extLst>
          </p:cNvPr>
          <p:cNvCxnSpPr>
            <a:cxnSpLocks/>
          </p:cNvCxnSpPr>
          <p:nvPr/>
        </p:nvCxnSpPr>
        <p:spPr>
          <a:xfrm flipV="1">
            <a:off x="5146201" y="2434854"/>
            <a:ext cx="2710395" cy="29143"/>
          </a:xfrm>
          <a:prstGeom prst="straightConnector1">
            <a:avLst/>
          </a:prstGeom>
          <a:ln w="9525"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8" name="TextBox 17">
            <a:extLst>
              <a:ext uri="{FF2B5EF4-FFF2-40B4-BE49-F238E27FC236}">
                <a16:creationId xmlns:a16="http://schemas.microsoft.com/office/drawing/2014/main" id="{16E9AA73-166D-4F3D-B413-16CFCECC858C}"/>
              </a:ext>
            </a:extLst>
          </p:cNvPr>
          <p:cNvSpPr txBox="1"/>
          <p:nvPr/>
        </p:nvSpPr>
        <p:spPr>
          <a:xfrm>
            <a:off x="5807130" y="2113604"/>
            <a:ext cx="1328284" cy="307777"/>
          </a:xfrm>
          <a:prstGeom prst="rect">
            <a:avLst/>
          </a:prstGeom>
          <a:noFill/>
        </p:spPr>
        <p:txBody>
          <a:bodyPr wrap="square" rtlCol="0">
            <a:spAutoFit/>
          </a:bodyPr>
          <a:lstStyle/>
          <a:p>
            <a:r>
              <a:rPr lang="en-GB" sz="1400" dirty="0"/>
              <a:t>Revenues</a:t>
            </a:r>
            <a:endParaRPr lang="en-US" sz="1400" dirty="0"/>
          </a:p>
        </p:txBody>
      </p:sp>
      <p:cxnSp>
        <p:nvCxnSpPr>
          <p:cNvPr id="19" name="Straight Arrow Connector 18">
            <a:extLst>
              <a:ext uri="{FF2B5EF4-FFF2-40B4-BE49-F238E27FC236}">
                <a16:creationId xmlns:a16="http://schemas.microsoft.com/office/drawing/2014/main" id="{4F2B7BC9-90ED-41B7-BB3F-2C3ACAF3E4E1}"/>
              </a:ext>
            </a:extLst>
          </p:cNvPr>
          <p:cNvCxnSpPr>
            <a:cxnSpLocks/>
          </p:cNvCxnSpPr>
          <p:nvPr/>
        </p:nvCxnSpPr>
        <p:spPr>
          <a:xfrm flipH="1" flipV="1">
            <a:off x="5107021" y="1850012"/>
            <a:ext cx="2583076" cy="15096"/>
          </a:xfrm>
          <a:prstGeom prst="straightConnector1">
            <a:avLst/>
          </a:prstGeom>
          <a:ln w="9525"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C7CF7B81-68E9-404C-BB99-AAC3B63CFDA2}"/>
              </a:ext>
            </a:extLst>
          </p:cNvPr>
          <p:cNvSpPr txBox="1"/>
          <p:nvPr/>
        </p:nvSpPr>
        <p:spPr>
          <a:xfrm>
            <a:off x="5967546" y="1553436"/>
            <a:ext cx="1805049" cy="307777"/>
          </a:xfrm>
          <a:prstGeom prst="rect">
            <a:avLst/>
          </a:prstGeom>
          <a:noFill/>
        </p:spPr>
        <p:txBody>
          <a:bodyPr wrap="square" rtlCol="0">
            <a:spAutoFit/>
          </a:bodyPr>
          <a:lstStyle/>
          <a:p>
            <a:r>
              <a:rPr lang="en-GB" sz="1400" dirty="0"/>
              <a:t>Power</a:t>
            </a:r>
            <a:endParaRPr lang="en-US" sz="1400" dirty="0"/>
          </a:p>
        </p:txBody>
      </p:sp>
      <p:sp>
        <p:nvSpPr>
          <p:cNvPr id="2" name="Text Placeholder 1">
            <a:extLst>
              <a:ext uri="{FF2B5EF4-FFF2-40B4-BE49-F238E27FC236}">
                <a16:creationId xmlns:a16="http://schemas.microsoft.com/office/drawing/2014/main" id="{65F38E42-9023-498A-934B-78805357FABA}"/>
              </a:ext>
            </a:extLst>
          </p:cNvPr>
          <p:cNvSpPr>
            <a:spLocks noGrp="1"/>
          </p:cNvSpPr>
          <p:nvPr>
            <p:ph type="body" idx="1"/>
          </p:nvPr>
        </p:nvSpPr>
        <p:spPr/>
        <p:txBody>
          <a:bodyPr>
            <a:normAutofit fontScale="92500"/>
          </a:bodyPr>
          <a:lstStyle/>
          <a:p>
            <a:r>
              <a:rPr lang="en-GB" dirty="0"/>
              <a:t>Now the power utility or government guarantees the price paid, in exchange for storage</a:t>
            </a:r>
            <a:endParaRPr lang="en-US" dirty="0"/>
          </a:p>
        </p:txBody>
      </p:sp>
    </p:spTree>
    <p:extLst>
      <p:ext uri="{BB962C8B-B14F-4D97-AF65-F5344CB8AC3E}">
        <p14:creationId xmlns:p14="http://schemas.microsoft.com/office/powerpoint/2010/main" val="23956345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6FA255C-1C64-4584-B52D-96C02ECB16C7}"/>
              </a:ext>
            </a:extLst>
          </p:cNvPr>
          <p:cNvSpPr/>
          <p:nvPr/>
        </p:nvSpPr>
        <p:spPr>
          <a:xfrm>
            <a:off x="7856597" y="831683"/>
            <a:ext cx="1638795" cy="1603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Independent Power Project</a:t>
            </a:r>
            <a:endParaRPr lang="en-US" sz="1400" dirty="0"/>
          </a:p>
        </p:txBody>
      </p:sp>
      <p:sp>
        <p:nvSpPr>
          <p:cNvPr id="6" name="Rectangle 5">
            <a:extLst>
              <a:ext uri="{FF2B5EF4-FFF2-40B4-BE49-F238E27FC236}">
                <a16:creationId xmlns:a16="http://schemas.microsoft.com/office/drawing/2014/main" id="{4AE0AE3A-BF65-446E-8605-7BCB13F0B877}"/>
              </a:ext>
            </a:extLst>
          </p:cNvPr>
          <p:cNvSpPr/>
          <p:nvPr/>
        </p:nvSpPr>
        <p:spPr>
          <a:xfrm>
            <a:off x="3507407" y="831681"/>
            <a:ext cx="1638795" cy="1603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State </a:t>
            </a:r>
          </a:p>
          <a:p>
            <a:pPr algn="ctr"/>
            <a:r>
              <a:rPr lang="en-GB" sz="1400" dirty="0"/>
              <a:t>Power Utility</a:t>
            </a:r>
            <a:endParaRPr lang="en-US" sz="1400" dirty="0"/>
          </a:p>
        </p:txBody>
      </p:sp>
      <p:cxnSp>
        <p:nvCxnSpPr>
          <p:cNvPr id="10" name="Straight Arrow Connector 9">
            <a:extLst>
              <a:ext uri="{FF2B5EF4-FFF2-40B4-BE49-F238E27FC236}">
                <a16:creationId xmlns:a16="http://schemas.microsoft.com/office/drawing/2014/main" id="{E1CB7476-76DD-4116-8D19-991A7B6B49BD}"/>
              </a:ext>
            </a:extLst>
          </p:cNvPr>
          <p:cNvCxnSpPr>
            <a:cxnSpLocks/>
          </p:cNvCxnSpPr>
          <p:nvPr/>
        </p:nvCxnSpPr>
        <p:spPr>
          <a:xfrm flipV="1">
            <a:off x="5159439" y="1047786"/>
            <a:ext cx="2613156" cy="61487"/>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1" name="TextBox 10">
            <a:extLst>
              <a:ext uri="{FF2B5EF4-FFF2-40B4-BE49-F238E27FC236}">
                <a16:creationId xmlns:a16="http://schemas.microsoft.com/office/drawing/2014/main" id="{F1B325A5-ADFA-4B6F-8ABB-6588CA680FBC}"/>
              </a:ext>
            </a:extLst>
          </p:cNvPr>
          <p:cNvSpPr txBox="1"/>
          <p:nvPr/>
        </p:nvSpPr>
        <p:spPr>
          <a:xfrm>
            <a:off x="5598876" y="465690"/>
            <a:ext cx="1805049" cy="523220"/>
          </a:xfrm>
          <a:prstGeom prst="rect">
            <a:avLst/>
          </a:prstGeom>
          <a:noFill/>
        </p:spPr>
        <p:txBody>
          <a:bodyPr wrap="square" rtlCol="0">
            <a:spAutoFit/>
          </a:bodyPr>
          <a:lstStyle/>
          <a:p>
            <a:r>
              <a:rPr lang="en-GB" sz="1400" dirty="0"/>
              <a:t>Guarantee Price of Power (auctioned)</a:t>
            </a:r>
            <a:endParaRPr lang="en-US" sz="1400" dirty="0"/>
          </a:p>
        </p:txBody>
      </p:sp>
      <p:cxnSp>
        <p:nvCxnSpPr>
          <p:cNvPr id="19" name="Straight Arrow Connector 18">
            <a:extLst>
              <a:ext uri="{FF2B5EF4-FFF2-40B4-BE49-F238E27FC236}">
                <a16:creationId xmlns:a16="http://schemas.microsoft.com/office/drawing/2014/main" id="{4F2B7BC9-90ED-41B7-BB3F-2C3ACAF3E4E1}"/>
              </a:ext>
            </a:extLst>
          </p:cNvPr>
          <p:cNvCxnSpPr>
            <a:cxnSpLocks/>
          </p:cNvCxnSpPr>
          <p:nvPr/>
        </p:nvCxnSpPr>
        <p:spPr>
          <a:xfrm flipH="1" flipV="1">
            <a:off x="5159439" y="1845843"/>
            <a:ext cx="2583076" cy="15096"/>
          </a:xfrm>
          <a:prstGeom prst="straightConnector1">
            <a:avLst/>
          </a:prstGeom>
          <a:ln w="9525"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C7CF7B81-68E9-404C-BB99-AAC3B63CFDA2}"/>
              </a:ext>
            </a:extLst>
          </p:cNvPr>
          <p:cNvSpPr txBox="1"/>
          <p:nvPr/>
        </p:nvSpPr>
        <p:spPr>
          <a:xfrm>
            <a:off x="5927732" y="1491608"/>
            <a:ext cx="1805049" cy="307777"/>
          </a:xfrm>
          <a:prstGeom prst="rect">
            <a:avLst/>
          </a:prstGeom>
          <a:noFill/>
        </p:spPr>
        <p:txBody>
          <a:bodyPr wrap="square" rtlCol="0">
            <a:spAutoFit/>
          </a:bodyPr>
          <a:lstStyle/>
          <a:p>
            <a:r>
              <a:rPr lang="en-GB" sz="1400" dirty="0"/>
              <a:t>Power</a:t>
            </a:r>
            <a:endParaRPr lang="en-US" sz="1400" dirty="0"/>
          </a:p>
        </p:txBody>
      </p:sp>
      <p:sp>
        <p:nvSpPr>
          <p:cNvPr id="34" name="Rectangle 33">
            <a:extLst>
              <a:ext uri="{FF2B5EF4-FFF2-40B4-BE49-F238E27FC236}">
                <a16:creationId xmlns:a16="http://schemas.microsoft.com/office/drawing/2014/main" id="{8FC6A184-7FE2-471C-A261-ABF55E502D99}"/>
              </a:ext>
            </a:extLst>
          </p:cNvPr>
          <p:cNvSpPr/>
          <p:nvPr/>
        </p:nvSpPr>
        <p:spPr>
          <a:xfrm>
            <a:off x="10078889" y="3269166"/>
            <a:ext cx="1721047" cy="160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Bond Investors</a:t>
            </a:r>
            <a:endParaRPr lang="en-US" sz="1400" dirty="0"/>
          </a:p>
        </p:txBody>
      </p:sp>
      <p:cxnSp>
        <p:nvCxnSpPr>
          <p:cNvPr id="41" name="Straight Arrow Connector 40">
            <a:extLst>
              <a:ext uri="{FF2B5EF4-FFF2-40B4-BE49-F238E27FC236}">
                <a16:creationId xmlns:a16="http://schemas.microsoft.com/office/drawing/2014/main" id="{795CB48F-9F9E-4D36-8BED-85EF10D3926B}"/>
              </a:ext>
            </a:extLst>
          </p:cNvPr>
          <p:cNvCxnSpPr>
            <a:cxnSpLocks/>
          </p:cNvCxnSpPr>
          <p:nvPr/>
        </p:nvCxnSpPr>
        <p:spPr>
          <a:xfrm>
            <a:off x="9522259" y="2462733"/>
            <a:ext cx="592060" cy="806432"/>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54" name="TextBox 53">
            <a:extLst>
              <a:ext uri="{FF2B5EF4-FFF2-40B4-BE49-F238E27FC236}">
                <a16:creationId xmlns:a16="http://schemas.microsoft.com/office/drawing/2014/main" id="{F059046D-9C85-45BC-910F-5E44E43911E0}"/>
              </a:ext>
            </a:extLst>
          </p:cNvPr>
          <p:cNvSpPr txBox="1"/>
          <p:nvPr/>
        </p:nvSpPr>
        <p:spPr>
          <a:xfrm>
            <a:off x="9109955" y="3219505"/>
            <a:ext cx="1328284" cy="307777"/>
          </a:xfrm>
          <a:prstGeom prst="rect">
            <a:avLst/>
          </a:prstGeom>
          <a:noFill/>
        </p:spPr>
        <p:txBody>
          <a:bodyPr wrap="square" rtlCol="0">
            <a:spAutoFit/>
          </a:bodyPr>
          <a:lstStyle/>
          <a:p>
            <a:r>
              <a:rPr lang="en-GB" sz="1400" b="1" dirty="0">
                <a:solidFill>
                  <a:srgbClr val="FF0000"/>
                </a:solidFill>
              </a:rPr>
              <a:t>Interest</a:t>
            </a:r>
            <a:endParaRPr lang="en-US" sz="1400" b="1" dirty="0">
              <a:solidFill>
                <a:srgbClr val="FF0000"/>
              </a:solidFill>
            </a:endParaRPr>
          </a:p>
        </p:txBody>
      </p:sp>
      <p:sp>
        <p:nvSpPr>
          <p:cNvPr id="56" name="TextBox 55">
            <a:extLst>
              <a:ext uri="{FF2B5EF4-FFF2-40B4-BE49-F238E27FC236}">
                <a16:creationId xmlns:a16="http://schemas.microsoft.com/office/drawing/2014/main" id="{E5A52B41-E33E-465D-8699-B19CF290BB53}"/>
              </a:ext>
            </a:extLst>
          </p:cNvPr>
          <p:cNvSpPr txBox="1"/>
          <p:nvPr/>
        </p:nvSpPr>
        <p:spPr>
          <a:xfrm>
            <a:off x="9368853" y="416088"/>
            <a:ext cx="1947967" cy="307777"/>
          </a:xfrm>
          <a:prstGeom prst="rect">
            <a:avLst/>
          </a:prstGeom>
          <a:noFill/>
        </p:spPr>
        <p:txBody>
          <a:bodyPr wrap="square" rtlCol="0">
            <a:spAutoFit/>
          </a:bodyPr>
          <a:lstStyle/>
          <a:p>
            <a:r>
              <a:rPr lang="en-GB" sz="1400" b="1" dirty="0">
                <a:solidFill>
                  <a:srgbClr val="FF0000"/>
                </a:solidFill>
              </a:rPr>
              <a:t>Profit</a:t>
            </a:r>
            <a:endParaRPr lang="en-US" sz="1400" b="1" dirty="0">
              <a:solidFill>
                <a:srgbClr val="FF0000"/>
              </a:solidFill>
            </a:endParaRPr>
          </a:p>
        </p:txBody>
      </p:sp>
      <p:sp>
        <p:nvSpPr>
          <p:cNvPr id="63" name="Rectangle 62">
            <a:extLst>
              <a:ext uri="{FF2B5EF4-FFF2-40B4-BE49-F238E27FC236}">
                <a16:creationId xmlns:a16="http://schemas.microsoft.com/office/drawing/2014/main" id="{EA601616-2F6F-4E3E-BA46-AE289E81E9AC}"/>
              </a:ext>
            </a:extLst>
          </p:cNvPr>
          <p:cNvSpPr/>
          <p:nvPr/>
        </p:nvSpPr>
        <p:spPr>
          <a:xfrm>
            <a:off x="10114318" y="845147"/>
            <a:ext cx="1721047" cy="160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Equity Investors</a:t>
            </a:r>
            <a:endParaRPr lang="en-US" sz="1400" dirty="0"/>
          </a:p>
        </p:txBody>
      </p:sp>
      <p:cxnSp>
        <p:nvCxnSpPr>
          <p:cNvPr id="64" name="Straight Arrow Connector 63">
            <a:extLst>
              <a:ext uri="{FF2B5EF4-FFF2-40B4-BE49-F238E27FC236}">
                <a16:creationId xmlns:a16="http://schemas.microsoft.com/office/drawing/2014/main" id="{DB04F01A-CCF2-48DE-94C3-73153BC2FE60}"/>
              </a:ext>
            </a:extLst>
          </p:cNvPr>
          <p:cNvCxnSpPr>
            <a:cxnSpLocks/>
          </p:cNvCxnSpPr>
          <p:nvPr/>
        </p:nvCxnSpPr>
        <p:spPr>
          <a:xfrm flipV="1">
            <a:off x="9522258" y="994917"/>
            <a:ext cx="556631" cy="1"/>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7" name="Straight Arrow Connector 26">
            <a:extLst>
              <a:ext uri="{FF2B5EF4-FFF2-40B4-BE49-F238E27FC236}">
                <a16:creationId xmlns:a16="http://schemas.microsoft.com/office/drawing/2014/main" id="{83F6D18F-43B9-4A2D-AE25-5EC7D01EA4B5}"/>
              </a:ext>
            </a:extLst>
          </p:cNvPr>
          <p:cNvCxnSpPr>
            <a:cxnSpLocks/>
          </p:cNvCxnSpPr>
          <p:nvPr/>
        </p:nvCxnSpPr>
        <p:spPr>
          <a:xfrm flipV="1">
            <a:off x="5146202" y="2434854"/>
            <a:ext cx="2626393" cy="29143"/>
          </a:xfrm>
          <a:prstGeom prst="straightConnector1">
            <a:avLst/>
          </a:prstGeom>
          <a:ln w="9525"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28" name="TextBox 27">
            <a:extLst>
              <a:ext uri="{FF2B5EF4-FFF2-40B4-BE49-F238E27FC236}">
                <a16:creationId xmlns:a16="http://schemas.microsoft.com/office/drawing/2014/main" id="{BAF15067-51AE-4DA5-A43F-F2C4F413E221}"/>
              </a:ext>
            </a:extLst>
          </p:cNvPr>
          <p:cNvSpPr txBox="1"/>
          <p:nvPr/>
        </p:nvSpPr>
        <p:spPr>
          <a:xfrm>
            <a:off x="5927731" y="2042389"/>
            <a:ext cx="2206863" cy="307777"/>
          </a:xfrm>
          <a:prstGeom prst="rect">
            <a:avLst/>
          </a:prstGeom>
          <a:noFill/>
        </p:spPr>
        <p:txBody>
          <a:bodyPr wrap="square" rtlCol="0">
            <a:spAutoFit/>
          </a:bodyPr>
          <a:lstStyle/>
          <a:p>
            <a:r>
              <a:rPr lang="en-GB" sz="1400" dirty="0"/>
              <a:t>Revenue</a:t>
            </a:r>
            <a:endParaRPr lang="en-US" sz="1400" dirty="0"/>
          </a:p>
        </p:txBody>
      </p:sp>
      <p:sp>
        <p:nvSpPr>
          <p:cNvPr id="2" name="Text Placeholder 1">
            <a:extLst>
              <a:ext uri="{FF2B5EF4-FFF2-40B4-BE49-F238E27FC236}">
                <a16:creationId xmlns:a16="http://schemas.microsoft.com/office/drawing/2014/main" id="{C9F61301-65B1-4C64-B661-1CB03EB9DD09}"/>
              </a:ext>
            </a:extLst>
          </p:cNvPr>
          <p:cNvSpPr>
            <a:spLocks noGrp="1"/>
          </p:cNvSpPr>
          <p:nvPr>
            <p:ph type="body" idx="1"/>
          </p:nvPr>
        </p:nvSpPr>
        <p:spPr/>
        <p:txBody>
          <a:bodyPr/>
          <a:lstStyle/>
          <a:p>
            <a:r>
              <a:rPr lang="en-GB" dirty="0"/>
              <a:t>The Power Project is financed both by bonds and equity investors</a:t>
            </a:r>
            <a:endParaRPr lang="en-US" dirty="0"/>
          </a:p>
        </p:txBody>
      </p:sp>
    </p:spTree>
    <p:extLst>
      <p:ext uri="{BB962C8B-B14F-4D97-AF65-F5344CB8AC3E}">
        <p14:creationId xmlns:p14="http://schemas.microsoft.com/office/powerpoint/2010/main" val="41908559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6FA255C-1C64-4584-B52D-96C02ECB16C7}"/>
              </a:ext>
            </a:extLst>
          </p:cNvPr>
          <p:cNvSpPr/>
          <p:nvPr/>
        </p:nvSpPr>
        <p:spPr>
          <a:xfrm>
            <a:off x="7856597" y="831683"/>
            <a:ext cx="1638795" cy="1603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Independent Power Project</a:t>
            </a:r>
            <a:endParaRPr lang="en-US" sz="1400" dirty="0"/>
          </a:p>
        </p:txBody>
      </p:sp>
      <p:sp>
        <p:nvSpPr>
          <p:cNvPr id="6" name="Rectangle 5">
            <a:extLst>
              <a:ext uri="{FF2B5EF4-FFF2-40B4-BE49-F238E27FC236}">
                <a16:creationId xmlns:a16="http://schemas.microsoft.com/office/drawing/2014/main" id="{4AE0AE3A-BF65-446E-8605-7BCB13F0B877}"/>
              </a:ext>
            </a:extLst>
          </p:cNvPr>
          <p:cNvSpPr/>
          <p:nvPr/>
        </p:nvSpPr>
        <p:spPr>
          <a:xfrm>
            <a:off x="3507407" y="831681"/>
            <a:ext cx="1638795" cy="1603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State </a:t>
            </a:r>
          </a:p>
          <a:p>
            <a:pPr algn="ctr"/>
            <a:r>
              <a:rPr lang="en-GB" sz="1400" dirty="0"/>
              <a:t>Power Utility</a:t>
            </a:r>
            <a:endParaRPr lang="en-US" sz="1400" dirty="0"/>
          </a:p>
        </p:txBody>
      </p:sp>
      <p:cxnSp>
        <p:nvCxnSpPr>
          <p:cNvPr id="10" name="Straight Arrow Connector 9">
            <a:extLst>
              <a:ext uri="{FF2B5EF4-FFF2-40B4-BE49-F238E27FC236}">
                <a16:creationId xmlns:a16="http://schemas.microsoft.com/office/drawing/2014/main" id="{E1CB7476-76DD-4116-8D19-991A7B6B49BD}"/>
              </a:ext>
            </a:extLst>
          </p:cNvPr>
          <p:cNvCxnSpPr>
            <a:cxnSpLocks/>
          </p:cNvCxnSpPr>
          <p:nvPr/>
        </p:nvCxnSpPr>
        <p:spPr>
          <a:xfrm flipV="1">
            <a:off x="5159439" y="1047786"/>
            <a:ext cx="2613156" cy="61487"/>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1" name="TextBox 10">
            <a:extLst>
              <a:ext uri="{FF2B5EF4-FFF2-40B4-BE49-F238E27FC236}">
                <a16:creationId xmlns:a16="http://schemas.microsoft.com/office/drawing/2014/main" id="{F1B325A5-ADFA-4B6F-8ABB-6588CA680FBC}"/>
              </a:ext>
            </a:extLst>
          </p:cNvPr>
          <p:cNvSpPr txBox="1"/>
          <p:nvPr/>
        </p:nvSpPr>
        <p:spPr>
          <a:xfrm>
            <a:off x="5598876" y="465690"/>
            <a:ext cx="1805049" cy="523220"/>
          </a:xfrm>
          <a:prstGeom prst="rect">
            <a:avLst/>
          </a:prstGeom>
          <a:noFill/>
        </p:spPr>
        <p:txBody>
          <a:bodyPr wrap="square" rtlCol="0">
            <a:spAutoFit/>
          </a:bodyPr>
          <a:lstStyle/>
          <a:p>
            <a:r>
              <a:rPr lang="en-GB" sz="1400" dirty="0"/>
              <a:t>Guarantee Price of Power (auctioned)</a:t>
            </a:r>
            <a:endParaRPr lang="en-US" sz="1400" dirty="0"/>
          </a:p>
        </p:txBody>
      </p:sp>
      <p:cxnSp>
        <p:nvCxnSpPr>
          <p:cNvPr id="19" name="Straight Arrow Connector 18">
            <a:extLst>
              <a:ext uri="{FF2B5EF4-FFF2-40B4-BE49-F238E27FC236}">
                <a16:creationId xmlns:a16="http://schemas.microsoft.com/office/drawing/2014/main" id="{4F2B7BC9-90ED-41B7-BB3F-2C3ACAF3E4E1}"/>
              </a:ext>
            </a:extLst>
          </p:cNvPr>
          <p:cNvCxnSpPr>
            <a:cxnSpLocks/>
          </p:cNvCxnSpPr>
          <p:nvPr/>
        </p:nvCxnSpPr>
        <p:spPr>
          <a:xfrm flipH="1" flipV="1">
            <a:off x="5146202" y="1798924"/>
            <a:ext cx="2583076" cy="15096"/>
          </a:xfrm>
          <a:prstGeom prst="straightConnector1">
            <a:avLst/>
          </a:prstGeom>
          <a:ln w="9525"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C7CF7B81-68E9-404C-BB99-AAC3B63CFDA2}"/>
              </a:ext>
            </a:extLst>
          </p:cNvPr>
          <p:cNvSpPr txBox="1"/>
          <p:nvPr/>
        </p:nvSpPr>
        <p:spPr>
          <a:xfrm>
            <a:off x="5825212" y="1495896"/>
            <a:ext cx="1805049" cy="307777"/>
          </a:xfrm>
          <a:prstGeom prst="rect">
            <a:avLst/>
          </a:prstGeom>
          <a:noFill/>
        </p:spPr>
        <p:txBody>
          <a:bodyPr wrap="square" rtlCol="0">
            <a:spAutoFit/>
          </a:bodyPr>
          <a:lstStyle/>
          <a:p>
            <a:r>
              <a:rPr lang="en-GB" sz="1400" dirty="0"/>
              <a:t>Power</a:t>
            </a:r>
            <a:endParaRPr lang="en-US" sz="1400" dirty="0"/>
          </a:p>
        </p:txBody>
      </p:sp>
      <p:sp>
        <p:nvSpPr>
          <p:cNvPr id="23" name="Rectangle 22">
            <a:extLst>
              <a:ext uri="{FF2B5EF4-FFF2-40B4-BE49-F238E27FC236}">
                <a16:creationId xmlns:a16="http://schemas.microsoft.com/office/drawing/2014/main" id="{161164B9-7266-4755-9AEC-E9990EFD2188}"/>
              </a:ext>
            </a:extLst>
          </p:cNvPr>
          <p:cNvSpPr/>
          <p:nvPr/>
        </p:nvSpPr>
        <p:spPr>
          <a:xfrm>
            <a:off x="2887258" y="3269166"/>
            <a:ext cx="1721047" cy="160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Government</a:t>
            </a:r>
            <a:endParaRPr lang="en-US" sz="1400" dirty="0"/>
          </a:p>
        </p:txBody>
      </p:sp>
      <p:cxnSp>
        <p:nvCxnSpPr>
          <p:cNvPr id="24" name="Straight Arrow Connector 23">
            <a:extLst>
              <a:ext uri="{FF2B5EF4-FFF2-40B4-BE49-F238E27FC236}">
                <a16:creationId xmlns:a16="http://schemas.microsoft.com/office/drawing/2014/main" id="{5E3CAA62-0D1F-42B5-9DAC-667E5BFB7185}"/>
              </a:ext>
            </a:extLst>
          </p:cNvPr>
          <p:cNvCxnSpPr>
            <a:cxnSpLocks/>
            <a:stCxn id="23" idx="3"/>
          </p:cNvCxnSpPr>
          <p:nvPr/>
        </p:nvCxnSpPr>
        <p:spPr>
          <a:xfrm flipV="1">
            <a:off x="4608303" y="2495314"/>
            <a:ext cx="4887088" cy="1575439"/>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346D0897-7B85-462E-831F-8FD525918C87}"/>
              </a:ext>
            </a:extLst>
          </p:cNvPr>
          <p:cNvSpPr txBox="1"/>
          <p:nvPr/>
        </p:nvSpPr>
        <p:spPr>
          <a:xfrm>
            <a:off x="6382641" y="3457956"/>
            <a:ext cx="1805049" cy="307777"/>
          </a:xfrm>
          <a:prstGeom prst="rect">
            <a:avLst/>
          </a:prstGeom>
          <a:noFill/>
        </p:spPr>
        <p:txBody>
          <a:bodyPr wrap="square" rtlCol="0">
            <a:spAutoFit/>
          </a:bodyPr>
          <a:lstStyle/>
          <a:p>
            <a:r>
              <a:rPr lang="en-GB" sz="1400" b="1" dirty="0">
                <a:solidFill>
                  <a:srgbClr val="FF0000"/>
                </a:solidFill>
              </a:rPr>
              <a:t>Guarantees</a:t>
            </a:r>
            <a:endParaRPr lang="en-US" sz="1400" b="1" dirty="0">
              <a:solidFill>
                <a:srgbClr val="FF0000"/>
              </a:solidFill>
            </a:endParaRPr>
          </a:p>
        </p:txBody>
      </p:sp>
      <p:sp>
        <p:nvSpPr>
          <p:cNvPr id="34" name="Rectangle 33">
            <a:extLst>
              <a:ext uri="{FF2B5EF4-FFF2-40B4-BE49-F238E27FC236}">
                <a16:creationId xmlns:a16="http://schemas.microsoft.com/office/drawing/2014/main" id="{8FC6A184-7FE2-471C-A261-ABF55E502D99}"/>
              </a:ext>
            </a:extLst>
          </p:cNvPr>
          <p:cNvSpPr/>
          <p:nvPr/>
        </p:nvSpPr>
        <p:spPr>
          <a:xfrm>
            <a:off x="10078889" y="3269166"/>
            <a:ext cx="1721047" cy="160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Bond Investors</a:t>
            </a:r>
            <a:endParaRPr lang="en-US" sz="1400" dirty="0"/>
          </a:p>
        </p:txBody>
      </p:sp>
      <p:cxnSp>
        <p:nvCxnSpPr>
          <p:cNvPr id="41" name="Straight Arrow Connector 40">
            <a:extLst>
              <a:ext uri="{FF2B5EF4-FFF2-40B4-BE49-F238E27FC236}">
                <a16:creationId xmlns:a16="http://schemas.microsoft.com/office/drawing/2014/main" id="{795CB48F-9F9E-4D36-8BED-85EF10D3926B}"/>
              </a:ext>
            </a:extLst>
          </p:cNvPr>
          <p:cNvCxnSpPr>
            <a:cxnSpLocks/>
          </p:cNvCxnSpPr>
          <p:nvPr/>
        </p:nvCxnSpPr>
        <p:spPr>
          <a:xfrm>
            <a:off x="9495393" y="2495314"/>
            <a:ext cx="583497" cy="773852"/>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54" name="TextBox 53">
            <a:extLst>
              <a:ext uri="{FF2B5EF4-FFF2-40B4-BE49-F238E27FC236}">
                <a16:creationId xmlns:a16="http://schemas.microsoft.com/office/drawing/2014/main" id="{F059046D-9C85-45BC-910F-5E44E43911E0}"/>
              </a:ext>
            </a:extLst>
          </p:cNvPr>
          <p:cNvSpPr txBox="1"/>
          <p:nvPr/>
        </p:nvSpPr>
        <p:spPr>
          <a:xfrm>
            <a:off x="9361455" y="2535576"/>
            <a:ext cx="1328284" cy="307777"/>
          </a:xfrm>
          <a:prstGeom prst="rect">
            <a:avLst/>
          </a:prstGeom>
          <a:noFill/>
        </p:spPr>
        <p:txBody>
          <a:bodyPr wrap="square" rtlCol="0">
            <a:spAutoFit/>
          </a:bodyPr>
          <a:lstStyle/>
          <a:p>
            <a:r>
              <a:rPr lang="en-GB" sz="1400" dirty="0">
                <a:solidFill>
                  <a:srgbClr val="FF0000"/>
                </a:solidFill>
              </a:rPr>
              <a:t>Lower Interest</a:t>
            </a:r>
            <a:endParaRPr lang="en-US" sz="1400" dirty="0">
              <a:solidFill>
                <a:srgbClr val="FF0000"/>
              </a:solidFill>
            </a:endParaRPr>
          </a:p>
        </p:txBody>
      </p:sp>
      <p:sp>
        <p:nvSpPr>
          <p:cNvPr id="56" name="TextBox 55">
            <a:extLst>
              <a:ext uri="{FF2B5EF4-FFF2-40B4-BE49-F238E27FC236}">
                <a16:creationId xmlns:a16="http://schemas.microsoft.com/office/drawing/2014/main" id="{E5A52B41-E33E-465D-8699-B19CF290BB53}"/>
              </a:ext>
            </a:extLst>
          </p:cNvPr>
          <p:cNvSpPr txBox="1"/>
          <p:nvPr/>
        </p:nvSpPr>
        <p:spPr>
          <a:xfrm>
            <a:off x="9437887" y="290072"/>
            <a:ext cx="2206863" cy="307777"/>
          </a:xfrm>
          <a:prstGeom prst="rect">
            <a:avLst/>
          </a:prstGeom>
          <a:noFill/>
        </p:spPr>
        <p:txBody>
          <a:bodyPr wrap="square" rtlCol="0">
            <a:spAutoFit/>
          </a:bodyPr>
          <a:lstStyle/>
          <a:p>
            <a:r>
              <a:rPr lang="en-GB" sz="1400" dirty="0"/>
              <a:t>Remaining Revenue</a:t>
            </a:r>
            <a:endParaRPr lang="en-US" sz="1400" dirty="0"/>
          </a:p>
        </p:txBody>
      </p:sp>
      <p:cxnSp>
        <p:nvCxnSpPr>
          <p:cNvPr id="61" name="Straight Connector 60">
            <a:extLst>
              <a:ext uri="{FF2B5EF4-FFF2-40B4-BE49-F238E27FC236}">
                <a16:creationId xmlns:a16="http://schemas.microsoft.com/office/drawing/2014/main" id="{48375FC2-61CE-4B29-82B6-5DC8C9FF8CC3}"/>
              </a:ext>
            </a:extLst>
          </p:cNvPr>
          <p:cNvCxnSpPr>
            <a:stCxn id="23" idx="0"/>
            <a:endCxn id="6" idx="2"/>
          </p:cNvCxnSpPr>
          <p:nvPr/>
        </p:nvCxnSpPr>
        <p:spPr>
          <a:xfrm flipV="1">
            <a:off x="3747780" y="2434853"/>
            <a:ext cx="579024" cy="834313"/>
          </a:xfrm>
          <a:prstGeom prst="line">
            <a:avLst/>
          </a:prstGeom>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376E20D-B3AC-40AC-A641-C3EA270357CC}"/>
              </a:ext>
            </a:extLst>
          </p:cNvPr>
          <p:cNvSpPr txBox="1"/>
          <p:nvPr/>
        </p:nvSpPr>
        <p:spPr>
          <a:xfrm>
            <a:off x="3341153" y="2603344"/>
            <a:ext cx="1805049" cy="307777"/>
          </a:xfrm>
          <a:prstGeom prst="rect">
            <a:avLst/>
          </a:prstGeom>
          <a:noFill/>
        </p:spPr>
        <p:txBody>
          <a:bodyPr wrap="square" rtlCol="0">
            <a:spAutoFit/>
          </a:bodyPr>
          <a:lstStyle/>
          <a:p>
            <a:r>
              <a:rPr lang="en-GB" sz="1400" dirty="0"/>
              <a:t>Owns</a:t>
            </a:r>
            <a:endParaRPr lang="en-US" sz="1400" dirty="0"/>
          </a:p>
        </p:txBody>
      </p:sp>
      <p:sp>
        <p:nvSpPr>
          <p:cNvPr id="63" name="Rectangle 62">
            <a:extLst>
              <a:ext uri="{FF2B5EF4-FFF2-40B4-BE49-F238E27FC236}">
                <a16:creationId xmlns:a16="http://schemas.microsoft.com/office/drawing/2014/main" id="{EA601616-2F6F-4E3E-BA46-AE289E81E9AC}"/>
              </a:ext>
            </a:extLst>
          </p:cNvPr>
          <p:cNvSpPr/>
          <p:nvPr/>
        </p:nvSpPr>
        <p:spPr>
          <a:xfrm>
            <a:off x="10114318" y="845147"/>
            <a:ext cx="1721047" cy="160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Equity Investors</a:t>
            </a:r>
            <a:endParaRPr lang="en-US" sz="1400" dirty="0"/>
          </a:p>
        </p:txBody>
      </p:sp>
      <p:cxnSp>
        <p:nvCxnSpPr>
          <p:cNvPr id="64" name="Straight Arrow Connector 63">
            <a:extLst>
              <a:ext uri="{FF2B5EF4-FFF2-40B4-BE49-F238E27FC236}">
                <a16:creationId xmlns:a16="http://schemas.microsoft.com/office/drawing/2014/main" id="{DB04F01A-CCF2-48DE-94C3-73153BC2FE60}"/>
              </a:ext>
            </a:extLst>
          </p:cNvPr>
          <p:cNvCxnSpPr>
            <a:cxnSpLocks/>
          </p:cNvCxnSpPr>
          <p:nvPr/>
        </p:nvCxnSpPr>
        <p:spPr>
          <a:xfrm flipV="1">
            <a:off x="9557689" y="887308"/>
            <a:ext cx="556631" cy="1"/>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73" name="Straight Arrow Connector 72">
            <a:extLst>
              <a:ext uri="{FF2B5EF4-FFF2-40B4-BE49-F238E27FC236}">
                <a16:creationId xmlns:a16="http://schemas.microsoft.com/office/drawing/2014/main" id="{01FF2AF4-1ABE-4ADD-9E9F-24D0EA608477}"/>
              </a:ext>
            </a:extLst>
          </p:cNvPr>
          <p:cNvCxnSpPr>
            <a:cxnSpLocks/>
          </p:cNvCxnSpPr>
          <p:nvPr/>
        </p:nvCxnSpPr>
        <p:spPr>
          <a:xfrm flipV="1">
            <a:off x="5146202" y="2434854"/>
            <a:ext cx="2626393" cy="29143"/>
          </a:xfrm>
          <a:prstGeom prst="straightConnector1">
            <a:avLst/>
          </a:prstGeom>
          <a:ln w="9525"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74" name="TextBox 73">
            <a:extLst>
              <a:ext uri="{FF2B5EF4-FFF2-40B4-BE49-F238E27FC236}">
                <a16:creationId xmlns:a16="http://schemas.microsoft.com/office/drawing/2014/main" id="{A1C09AA0-E4CA-45DA-88D2-A0B9A75C36EB}"/>
              </a:ext>
            </a:extLst>
          </p:cNvPr>
          <p:cNvSpPr txBox="1"/>
          <p:nvPr/>
        </p:nvSpPr>
        <p:spPr>
          <a:xfrm>
            <a:off x="5825211" y="2103233"/>
            <a:ext cx="2206863" cy="307777"/>
          </a:xfrm>
          <a:prstGeom prst="rect">
            <a:avLst/>
          </a:prstGeom>
          <a:noFill/>
        </p:spPr>
        <p:txBody>
          <a:bodyPr wrap="square" rtlCol="0">
            <a:spAutoFit/>
          </a:bodyPr>
          <a:lstStyle/>
          <a:p>
            <a:r>
              <a:rPr lang="en-GB" sz="1400" dirty="0"/>
              <a:t>Revenue</a:t>
            </a:r>
            <a:endParaRPr lang="en-US" sz="1400" dirty="0"/>
          </a:p>
        </p:txBody>
      </p:sp>
      <p:sp>
        <p:nvSpPr>
          <p:cNvPr id="2" name="Text Placeholder 1">
            <a:extLst>
              <a:ext uri="{FF2B5EF4-FFF2-40B4-BE49-F238E27FC236}">
                <a16:creationId xmlns:a16="http://schemas.microsoft.com/office/drawing/2014/main" id="{519FE377-8965-41CC-B25D-92AE73566854}"/>
              </a:ext>
            </a:extLst>
          </p:cNvPr>
          <p:cNvSpPr>
            <a:spLocks noGrp="1"/>
          </p:cNvSpPr>
          <p:nvPr>
            <p:ph type="body" idx="1"/>
          </p:nvPr>
        </p:nvSpPr>
        <p:spPr/>
        <p:txBody>
          <a:bodyPr>
            <a:normAutofit fontScale="85000" lnSpcReduction="20000"/>
          </a:bodyPr>
          <a:lstStyle/>
          <a:p>
            <a:r>
              <a:rPr lang="en-GB" dirty="0"/>
              <a:t>The government adds loan guarantees which lowers interest rates. Should the project default the government would </a:t>
            </a:r>
            <a:r>
              <a:rPr lang="en-GB" dirty="0" err="1"/>
              <a:t>reposess</a:t>
            </a:r>
            <a:r>
              <a:rPr lang="en-GB" dirty="0"/>
              <a:t> the asset.</a:t>
            </a:r>
            <a:endParaRPr lang="en-US" dirty="0"/>
          </a:p>
        </p:txBody>
      </p:sp>
    </p:spTree>
    <p:extLst>
      <p:ext uri="{BB962C8B-B14F-4D97-AF65-F5344CB8AC3E}">
        <p14:creationId xmlns:p14="http://schemas.microsoft.com/office/powerpoint/2010/main" val="19274010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6FA255C-1C64-4584-B52D-96C02ECB16C7}"/>
              </a:ext>
            </a:extLst>
          </p:cNvPr>
          <p:cNvSpPr/>
          <p:nvPr/>
        </p:nvSpPr>
        <p:spPr>
          <a:xfrm>
            <a:off x="7856597" y="831683"/>
            <a:ext cx="1638795" cy="1603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Independent Power Project</a:t>
            </a:r>
            <a:endParaRPr lang="en-US" sz="1400" dirty="0"/>
          </a:p>
        </p:txBody>
      </p:sp>
      <p:sp>
        <p:nvSpPr>
          <p:cNvPr id="6" name="Rectangle 5">
            <a:extLst>
              <a:ext uri="{FF2B5EF4-FFF2-40B4-BE49-F238E27FC236}">
                <a16:creationId xmlns:a16="http://schemas.microsoft.com/office/drawing/2014/main" id="{4AE0AE3A-BF65-446E-8605-7BCB13F0B877}"/>
              </a:ext>
            </a:extLst>
          </p:cNvPr>
          <p:cNvSpPr/>
          <p:nvPr/>
        </p:nvSpPr>
        <p:spPr>
          <a:xfrm>
            <a:off x="3507407" y="831681"/>
            <a:ext cx="1638795" cy="1603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State </a:t>
            </a:r>
          </a:p>
          <a:p>
            <a:pPr algn="ctr"/>
            <a:r>
              <a:rPr lang="en-GB" sz="1400" dirty="0"/>
              <a:t>Power Utility</a:t>
            </a:r>
            <a:endParaRPr lang="en-US" sz="1400" dirty="0"/>
          </a:p>
        </p:txBody>
      </p:sp>
      <p:cxnSp>
        <p:nvCxnSpPr>
          <p:cNvPr id="10" name="Straight Arrow Connector 9">
            <a:extLst>
              <a:ext uri="{FF2B5EF4-FFF2-40B4-BE49-F238E27FC236}">
                <a16:creationId xmlns:a16="http://schemas.microsoft.com/office/drawing/2014/main" id="{E1CB7476-76DD-4116-8D19-991A7B6B49BD}"/>
              </a:ext>
            </a:extLst>
          </p:cNvPr>
          <p:cNvCxnSpPr>
            <a:cxnSpLocks/>
          </p:cNvCxnSpPr>
          <p:nvPr/>
        </p:nvCxnSpPr>
        <p:spPr>
          <a:xfrm flipV="1">
            <a:off x="5159439" y="1047786"/>
            <a:ext cx="2613156" cy="61487"/>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1" name="TextBox 10">
            <a:extLst>
              <a:ext uri="{FF2B5EF4-FFF2-40B4-BE49-F238E27FC236}">
                <a16:creationId xmlns:a16="http://schemas.microsoft.com/office/drawing/2014/main" id="{F1B325A5-ADFA-4B6F-8ABB-6588CA680FBC}"/>
              </a:ext>
            </a:extLst>
          </p:cNvPr>
          <p:cNvSpPr txBox="1"/>
          <p:nvPr/>
        </p:nvSpPr>
        <p:spPr>
          <a:xfrm>
            <a:off x="5598876" y="465690"/>
            <a:ext cx="1805049" cy="523220"/>
          </a:xfrm>
          <a:prstGeom prst="rect">
            <a:avLst/>
          </a:prstGeom>
          <a:noFill/>
        </p:spPr>
        <p:txBody>
          <a:bodyPr wrap="square" rtlCol="0">
            <a:spAutoFit/>
          </a:bodyPr>
          <a:lstStyle/>
          <a:p>
            <a:r>
              <a:rPr lang="en-GB" sz="1400" dirty="0"/>
              <a:t>Guarantee Price of Power (auctioned)</a:t>
            </a:r>
            <a:endParaRPr lang="en-US" sz="1400" dirty="0"/>
          </a:p>
        </p:txBody>
      </p:sp>
      <p:cxnSp>
        <p:nvCxnSpPr>
          <p:cNvPr id="14" name="Straight Arrow Connector 13">
            <a:extLst>
              <a:ext uri="{FF2B5EF4-FFF2-40B4-BE49-F238E27FC236}">
                <a16:creationId xmlns:a16="http://schemas.microsoft.com/office/drawing/2014/main" id="{4A0CFF8C-1210-433F-8F4A-F4F6C2A048E3}"/>
              </a:ext>
            </a:extLst>
          </p:cNvPr>
          <p:cNvCxnSpPr>
            <a:cxnSpLocks/>
          </p:cNvCxnSpPr>
          <p:nvPr/>
        </p:nvCxnSpPr>
        <p:spPr>
          <a:xfrm>
            <a:off x="5146202" y="2463996"/>
            <a:ext cx="2128309" cy="1403467"/>
          </a:xfrm>
          <a:prstGeom prst="straightConnector1">
            <a:avLst/>
          </a:prstGeom>
          <a:ln w="9525"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6" name="Rectangle 15">
            <a:extLst>
              <a:ext uri="{FF2B5EF4-FFF2-40B4-BE49-F238E27FC236}">
                <a16:creationId xmlns:a16="http://schemas.microsoft.com/office/drawing/2014/main" id="{88C03BD4-3D78-4395-8C84-C8FE0F5BE54E}"/>
              </a:ext>
            </a:extLst>
          </p:cNvPr>
          <p:cNvSpPr/>
          <p:nvPr/>
        </p:nvSpPr>
        <p:spPr>
          <a:xfrm>
            <a:off x="7262005" y="3253683"/>
            <a:ext cx="1721047" cy="160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rgbClr val="FF0000"/>
                </a:solidFill>
              </a:rPr>
              <a:t>Special Purpose Vehicle</a:t>
            </a:r>
            <a:endParaRPr lang="en-US" sz="1400" b="1" dirty="0">
              <a:solidFill>
                <a:srgbClr val="FF0000"/>
              </a:solidFill>
            </a:endParaRPr>
          </a:p>
        </p:txBody>
      </p:sp>
      <p:sp>
        <p:nvSpPr>
          <p:cNvPr id="18" name="TextBox 17">
            <a:extLst>
              <a:ext uri="{FF2B5EF4-FFF2-40B4-BE49-F238E27FC236}">
                <a16:creationId xmlns:a16="http://schemas.microsoft.com/office/drawing/2014/main" id="{16E9AA73-166D-4F3D-B413-16CFCECC858C}"/>
              </a:ext>
            </a:extLst>
          </p:cNvPr>
          <p:cNvSpPr txBox="1"/>
          <p:nvPr/>
        </p:nvSpPr>
        <p:spPr>
          <a:xfrm>
            <a:off x="5468827" y="2899834"/>
            <a:ext cx="1328284" cy="307777"/>
          </a:xfrm>
          <a:prstGeom prst="rect">
            <a:avLst/>
          </a:prstGeom>
          <a:noFill/>
        </p:spPr>
        <p:txBody>
          <a:bodyPr wrap="square" rtlCol="0">
            <a:spAutoFit/>
          </a:bodyPr>
          <a:lstStyle/>
          <a:p>
            <a:r>
              <a:rPr lang="en-GB" sz="1400" dirty="0"/>
              <a:t>Revenues</a:t>
            </a:r>
            <a:endParaRPr lang="en-US" sz="1400" dirty="0"/>
          </a:p>
        </p:txBody>
      </p:sp>
      <p:cxnSp>
        <p:nvCxnSpPr>
          <p:cNvPr id="19" name="Straight Arrow Connector 18">
            <a:extLst>
              <a:ext uri="{FF2B5EF4-FFF2-40B4-BE49-F238E27FC236}">
                <a16:creationId xmlns:a16="http://schemas.microsoft.com/office/drawing/2014/main" id="{4F2B7BC9-90ED-41B7-BB3F-2C3ACAF3E4E1}"/>
              </a:ext>
            </a:extLst>
          </p:cNvPr>
          <p:cNvCxnSpPr>
            <a:cxnSpLocks/>
          </p:cNvCxnSpPr>
          <p:nvPr/>
        </p:nvCxnSpPr>
        <p:spPr>
          <a:xfrm flipH="1" flipV="1">
            <a:off x="5159439" y="1956020"/>
            <a:ext cx="2583076" cy="15096"/>
          </a:xfrm>
          <a:prstGeom prst="straightConnector1">
            <a:avLst/>
          </a:prstGeom>
          <a:ln w="9525"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C7CF7B81-68E9-404C-BB99-AAC3B63CFDA2}"/>
              </a:ext>
            </a:extLst>
          </p:cNvPr>
          <p:cNvSpPr txBox="1"/>
          <p:nvPr/>
        </p:nvSpPr>
        <p:spPr>
          <a:xfrm>
            <a:off x="5894588" y="1986408"/>
            <a:ext cx="1805049" cy="307777"/>
          </a:xfrm>
          <a:prstGeom prst="rect">
            <a:avLst/>
          </a:prstGeom>
          <a:noFill/>
        </p:spPr>
        <p:txBody>
          <a:bodyPr wrap="square" rtlCol="0">
            <a:spAutoFit/>
          </a:bodyPr>
          <a:lstStyle/>
          <a:p>
            <a:r>
              <a:rPr lang="en-GB" sz="1400" dirty="0"/>
              <a:t>Power</a:t>
            </a:r>
            <a:endParaRPr lang="en-US" sz="1400" dirty="0"/>
          </a:p>
        </p:txBody>
      </p:sp>
      <p:sp>
        <p:nvSpPr>
          <p:cNvPr id="23" name="Rectangle 22">
            <a:extLst>
              <a:ext uri="{FF2B5EF4-FFF2-40B4-BE49-F238E27FC236}">
                <a16:creationId xmlns:a16="http://schemas.microsoft.com/office/drawing/2014/main" id="{161164B9-7266-4755-9AEC-E9990EFD2188}"/>
              </a:ext>
            </a:extLst>
          </p:cNvPr>
          <p:cNvSpPr/>
          <p:nvPr/>
        </p:nvSpPr>
        <p:spPr>
          <a:xfrm>
            <a:off x="2887258" y="3269166"/>
            <a:ext cx="1721047" cy="160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Government</a:t>
            </a:r>
            <a:endParaRPr lang="en-US" sz="1400" dirty="0"/>
          </a:p>
        </p:txBody>
      </p:sp>
      <p:cxnSp>
        <p:nvCxnSpPr>
          <p:cNvPr id="24" name="Straight Arrow Connector 23">
            <a:extLst>
              <a:ext uri="{FF2B5EF4-FFF2-40B4-BE49-F238E27FC236}">
                <a16:creationId xmlns:a16="http://schemas.microsoft.com/office/drawing/2014/main" id="{5E3CAA62-0D1F-42B5-9DAC-667E5BFB7185}"/>
              </a:ext>
            </a:extLst>
          </p:cNvPr>
          <p:cNvCxnSpPr>
            <a:cxnSpLocks/>
          </p:cNvCxnSpPr>
          <p:nvPr/>
        </p:nvCxnSpPr>
        <p:spPr>
          <a:xfrm>
            <a:off x="4749497" y="4412351"/>
            <a:ext cx="2525015" cy="0"/>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346D0897-7B85-462E-831F-8FD525918C87}"/>
              </a:ext>
            </a:extLst>
          </p:cNvPr>
          <p:cNvSpPr txBox="1"/>
          <p:nvPr/>
        </p:nvSpPr>
        <p:spPr>
          <a:xfrm>
            <a:off x="4660969" y="4035953"/>
            <a:ext cx="1805049" cy="307777"/>
          </a:xfrm>
          <a:prstGeom prst="rect">
            <a:avLst/>
          </a:prstGeom>
          <a:noFill/>
        </p:spPr>
        <p:txBody>
          <a:bodyPr wrap="square" rtlCol="0">
            <a:spAutoFit/>
          </a:bodyPr>
          <a:lstStyle/>
          <a:p>
            <a:r>
              <a:rPr lang="en-GB" sz="1400" dirty="0">
                <a:solidFill>
                  <a:srgbClr val="FF0000"/>
                </a:solidFill>
              </a:rPr>
              <a:t>Guarantees</a:t>
            </a:r>
            <a:endParaRPr lang="en-US" sz="1400" dirty="0">
              <a:solidFill>
                <a:srgbClr val="FF0000"/>
              </a:solidFill>
            </a:endParaRPr>
          </a:p>
        </p:txBody>
      </p:sp>
      <p:sp>
        <p:nvSpPr>
          <p:cNvPr id="34" name="Rectangle 33">
            <a:extLst>
              <a:ext uri="{FF2B5EF4-FFF2-40B4-BE49-F238E27FC236}">
                <a16:creationId xmlns:a16="http://schemas.microsoft.com/office/drawing/2014/main" id="{8FC6A184-7FE2-471C-A261-ABF55E502D99}"/>
              </a:ext>
            </a:extLst>
          </p:cNvPr>
          <p:cNvSpPr/>
          <p:nvPr/>
        </p:nvSpPr>
        <p:spPr>
          <a:xfrm>
            <a:off x="10242025" y="3203961"/>
            <a:ext cx="1721047" cy="160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Bond Investors</a:t>
            </a:r>
            <a:endParaRPr lang="en-US" sz="1400" dirty="0"/>
          </a:p>
        </p:txBody>
      </p:sp>
      <p:cxnSp>
        <p:nvCxnSpPr>
          <p:cNvPr id="41" name="Straight Arrow Connector 40">
            <a:extLst>
              <a:ext uri="{FF2B5EF4-FFF2-40B4-BE49-F238E27FC236}">
                <a16:creationId xmlns:a16="http://schemas.microsoft.com/office/drawing/2014/main" id="{795CB48F-9F9E-4D36-8BED-85EF10D3926B}"/>
              </a:ext>
            </a:extLst>
          </p:cNvPr>
          <p:cNvCxnSpPr>
            <a:cxnSpLocks/>
            <a:endCxn id="34" idx="1"/>
          </p:cNvCxnSpPr>
          <p:nvPr/>
        </p:nvCxnSpPr>
        <p:spPr>
          <a:xfrm flipV="1">
            <a:off x="8983050" y="4005547"/>
            <a:ext cx="1258975" cy="37472"/>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B655430D-4EA4-4D6B-9C13-8801646D3E37}"/>
              </a:ext>
            </a:extLst>
          </p:cNvPr>
          <p:cNvCxnSpPr>
            <a:cxnSpLocks/>
          </p:cNvCxnSpPr>
          <p:nvPr/>
        </p:nvCxnSpPr>
        <p:spPr>
          <a:xfrm flipV="1">
            <a:off x="8446665" y="2484576"/>
            <a:ext cx="367553" cy="719384"/>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54" name="TextBox 53">
            <a:extLst>
              <a:ext uri="{FF2B5EF4-FFF2-40B4-BE49-F238E27FC236}">
                <a16:creationId xmlns:a16="http://schemas.microsoft.com/office/drawing/2014/main" id="{F059046D-9C85-45BC-910F-5E44E43911E0}"/>
              </a:ext>
            </a:extLst>
          </p:cNvPr>
          <p:cNvSpPr txBox="1"/>
          <p:nvPr/>
        </p:nvSpPr>
        <p:spPr>
          <a:xfrm>
            <a:off x="8948395" y="3346264"/>
            <a:ext cx="1328284" cy="523220"/>
          </a:xfrm>
          <a:prstGeom prst="rect">
            <a:avLst/>
          </a:prstGeom>
          <a:noFill/>
        </p:spPr>
        <p:txBody>
          <a:bodyPr wrap="square" rtlCol="0">
            <a:spAutoFit/>
          </a:bodyPr>
          <a:lstStyle/>
          <a:p>
            <a:r>
              <a:rPr lang="en-GB" sz="1400" dirty="0">
                <a:solidFill>
                  <a:srgbClr val="FF0000"/>
                </a:solidFill>
              </a:rPr>
              <a:t>Even Lower</a:t>
            </a:r>
          </a:p>
          <a:p>
            <a:r>
              <a:rPr lang="en-GB" sz="1400" dirty="0">
                <a:solidFill>
                  <a:srgbClr val="FF0000"/>
                </a:solidFill>
              </a:rPr>
              <a:t>Interest</a:t>
            </a:r>
            <a:endParaRPr lang="en-US" sz="1400" dirty="0">
              <a:solidFill>
                <a:srgbClr val="FF0000"/>
              </a:solidFill>
            </a:endParaRPr>
          </a:p>
        </p:txBody>
      </p:sp>
      <p:sp>
        <p:nvSpPr>
          <p:cNvPr id="56" name="TextBox 55">
            <a:extLst>
              <a:ext uri="{FF2B5EF4-FFF2-40B4-BE49-F238E27FC236}">
                <a16:creationId xmlns:a16="http://schemas.microsoft.com/office/drawing/2014/main" id="{E5A52B41-E33E-465D-8699-B19CF290BB53}"/>
              </a:ext>
            </a:extLst>
          </p:cNvPr>
          <p:cNvSpPr txBox="1"/>
          <p:nvPr/>
        </p:nvSpPr>
        <p:spPr>
          <a:xfrm>
            <a:off x="8459998" y="2552543"/>
            <a:ext cx="2206863" cy="307777"/>
          </a:xfrm>
          <a:prstGeom prst="rect">
            <a:avLst/>
          </a:prstGeom>
          <a:noFill/>
        </p:spPr>
        <p:txBody>
          <a:bodyPr wrap="square" rtlCol="0">
            <a:spAutoFit/>
          </a:bodyPr>
          <a:lstStyle/>
          <a:p>
            <a:r>
              <a:rPr lang="en-GB" sz="1400" dirty="0"/>
              <a:t>Remaining Revenue</a:t>
            </a:r>
            <a:endParaRPr lang="en-US" sz="1400" dirty="0"/>
          </a:p>
        </p:txBody>
      </p:sp>
      <p:cxnSp>
        <p:nvCxnSpPr>
          <p:cNvPr id="61" name="Straight Connector 60">
            <a:extLst>
              <a:ext uri="{FF2B5EF4-FFF2-40B4-BE49-F238E27FC236}">
                <a16:creationId xmlns:a16="http://schemas.microsoft.com/office/drawing/2014/main" id="{48375FC2-61CE-4B29-82B6-5DC8C9FF8CC3}"/>
              </a:ext>
            </a:extLst>
          </p:cNvPr>
          <p:cNvCxnSpPr>
            <a:stCxn id="23" idx="0"/>
            <a:endCxn id="6" idx="2"/>
          </p:cNvCxnSpPr>
          <p:nvPr/>
        </p:nvCxnSpPr>
        <p:spPr>
          <a:xfrm flipV="1">
            <a:off x="3747780" y="2434853"/>
            <a:ext cx="579024" cy="834313"/>
          </a:xfrm>
          <a:prstGeom prst="line">
            <a:avLst/>
          </a:prstGeom>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376E20D-B3AC-40AC-A641-C3EA270357CC}"/>
              </a:ext>
            </a:extLst>
          </p:cNvPr>
          <p:cNvSpPr txBox="1"/>
          <p:nvPr/>
        </p:nvSpPr>
        <p:spPr>
          <a:xfrm>
            <a:off x="3341153" y="2603344"/>
            <a:ext cx="1805049" cy="307777"/>
          </a:xfrm>
          <a:prstGeom prst="rect">
            <a:avLst/>
          </a:prstGeom>
          <a:noFill/>
        </p:spPr>
        <p:txBody>
          <a:bodyPr wrap="square" rtlCol="0">
            <a:spAutoFit/>
          </a:bodyPr>
          <a:lstStyle/>
          <a:p>
            <a:r>
              <a:rPr lang="en-GB" sz="1400" dirty="0"/>
              <a:t>Owns</a:t>
            </a:r>
            <a:endParaRPr lang="en-US" sz="1400" dirty="0"/>
          </a:p>
        </p:txBody>
      </p:sp>
      <p:sp>
        <p:nvSpPr>
          <p:cNvPr id="63" name="Rectangle 62">
            <a:extLst>
              <a:ext uri="{FF2B5EF4-FFF2-40B4-BE49-F238E27FC236}">
                <a16:creationId xmlns:a16="http://schemas.microsoft.com/office/drawing/2014/main" id="{EA601616-2F6F-4E3E-BA46-AE289E81E9AC}"/>
              </a:ext>
            </a:extLst>
          </p:cNvPr>
          <p:cNvSpPr/>
          <p:nvPr/>
        </p:nvSpPr>
        <p:spPr>
          <a:xfrm>
            <a:off x="10114318" y="845147"/>
            <a:ext cx="1721047" cy="160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Equity Investors</a:t>
            </a:r>
            <a:endParaRPr lang="en-US" sz="1400" dirty="0"/>
          </a:p>
        </p:txBody>
      </p:sp>
      <p:cxnSp>
        <p:nvCxnSpPr>
          <p:cNvPr id="64" name="Straight Arrow Connector 63">
            <a:extLst>
              <a:ext uri="{FF2B5EF4-FFF2-40B4-BE49-F238E27FC236}">
                <a16:creationId xmlns:a16="http://schemas.microsoft.com/office/drawing/2014/main" id="{DB04F01A-CCF2-48DE-94C3-73153BC2FE60}"/>
              </a:ext>
            </a:extLst>
          </p:cNvPr>
          <p:cNvCxnSpPr>
            <a:cxnSpLocks/>
          </p:cNvCxnSpPr>
          <p:nvPr/>
        </p:nvCxnSpPr>
        <p:spPr>
          <a:xfrm flipV="1">
            <a:off x="9557689" y="2392650"/>
            <a:ext cx="556631" cy="1"/>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2" name="Text Placeholder 1">
            <a:extLst>
              <a:ext uri="{FF2B5EF4-FFF2-40B4-BE49-F238E27FC236}">
                <a16:creationId xmlns:a16="http://schemas.microsoft.com/office/drawing/2014/main" id="{771C534A-71CA-45EA-97B4-1DEC18FC6032}"/>
              </a:ext>
            </a:extLst>
          </p:cNvPr>
          <p:cNvSpPr>
            <a:spLocks noGrp="1"/>
          </p:cNvSpPr>
          <p:nvPr>
            <p:ph type="body" idx="1"/>
          </p:nvPr>
        </p:nvSpPr>
        <p:spPr/>
        <p:txBody>
          <a:bodyPr/>
          <a:lstStyle/>
          <a:p>
            <a:r>
              <a:rPr lang="en-GB" dirty="0"/>
              <a:t>Securitisation of the revenues allows further reduction in risk for bond investors</a:t>
            </a:r>
            <a:endParaRPr lang="en-US" dirty="0"/>
          </a:p>
        </p:txBody>
      </p:sp>
    </p:spTree>
    <p:extLst>
      <p:ext uri="{BB962C8B-B14F-4D97-AF65-F5344CB8AC3E}">
        <p14:creationId xmlns:p14="http://schemas.microsoft.com/office/powerpoint/2010/main" val="6956261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6FA255C-1C64-4584-B52D-96C02ECB16C7}"/>
              </a:ext>
            </a:extLst>
          </p:cNvPr>
          <p:cNvSpPr/>
          <p:nvPr/>
        </p:nvSpPr>
        <p:spPr>
          <a:xfrm>
            <a:off x="7856597" y="831683"/>
            <a:ext cx="1638795" cy="1603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Independent Power Project</a:t>
            </a:r>
            <a:endParaRPr lang="en-US" sz="1400" dirty="0"/>
          </a:p>
        </p:txBody>
      </p:sp>
      <p:sp>
        <p:nvSpPr>
          <p:cNvPr id="6" name="Rectangle 5">
            <a:extLst>
              <a:ext uri="{FF2B5EF4-FFF2-40B4-BE49-F238E27FC236}">
                <a16:creationId xmlns:a16="http://schemas.microsoft.com/office/drawing/2014/main" id="{4AE0AE3A-BF65-446E-8605-7BCB13F0B877}"/>
              </a:ext>
            </a:extLst>
          </p:cNvPr>
          <p:cNvSpPr/>
          <p:nvPr/>
        </p:nvSpPr>
        <p:spPr>
          <a:xfrm>
            <a:off x="3507407" y="831681"/>
            <a:ext cx="1638795" cy="1603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State </a:t>
            </a:r>
          </a:p>
          <a:p>
            <a:pPr algn="ctr"/>
            <a:r>
              <a:rPr lang="en-GB" sz="1400" dirty="0"/>
              <a:t>Power Utility</a:t>
            </a:r>
            <a:endParaRPr lang="en-US" sz="1400" dirty="0"/>
          </a:p>
        </p:txBody>
      </p:sp>
      <p:cxnSp>
        <p:nvCxnSpPr>
          <p:cNvPr id="10" name="Straight Arrow Connector 9">
            <a:extLst>
              <a:ext uri="{FF2B5EF4-FFF2-40B4-BE49-F238E27FC236}">
                <a16:creationId xmlns:a16="http://schemas.microsoft.com/office/drawing/2014/main" id="{E1CB7476-76DD-4116-8D19-991A7B6B49BD}"/>
              </a:ext>
            </a:extLst>
          </p:cNvPr>
          <p:cNvCxnSpPr>
            <a:cxnSpLocks/>
          </p:cNvCxnSpPr>
          <p:nvPr/>
        </p:nvCxnSpPr>
        <p:spPr>
          <a:xfrm flipV="1">
            <a:off x="5159439" y="1047786"/>
            <a:ext cx="2613156" cy="61487"/>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1" name="TextBox 10">
            <a:extLst>
              <a:ext uri="{FF2B5EF4-FFF2-40B4-BE49-F238E27FC236}">
                <a16:creationId xmlns:a16="http://schemas.microsoft.com/office/drawing/2014/main" id="{F1B325A5-ADFA-4B6F-8ABB-6588CA680FBC}"/>
              </a:ext>
            </a:extLst>
          </p:cNvPr>
          <p:cNvSpPr txBox="1"/>
          <p:nvPr/>
        </p:nvSpPr>
        <p:spPr>
          <a:xfrm>
            <a:off x="5598876" y="465690"/>
            <a:ext cx="1805049" cy="523220"/>
          </a:xfrm>
          <a:prstGeom prst="rect">
            <a:avLst/>
          </a:prstGeom>
          <a:noFill/>
        </p:spPr>
        <p:txBody>
          <a:bodyPr wrap="square" rtlCol="0">
            <a:spAutoFit/>
          </a:bodyPr>
          <a:lstStyle/>
          <a:p>
            <a:r>
              <a:rPr lang="en-GB" sz="1400" dirty="0"/>
              <a:t>Guarantee Price of Power (auctioned)</a:t>
            </a:r>
            <a:endParaRPr lang="en-US" sz="1400" dirty="0"/>
          </a:p>
        </p:txBody>
      </p:sp>
      <p:cxnSp>
        <p:nvCxnSpPr>
          <p:cNvPr id="14" name="Straight Arrow Connector 13">
            <a:extLst>
              <a:ext uri="{FF2B5EF4-FFF2-40B4-BE49-F238E27FC236}">
                <a16:creationId xmlns:a16="http://schemas.microsoft.com/office/drawing/2014/main" id="{4A0CFF8C-1210-433F-8F4A-F4F6C2A048E3}"/>
              </a:ext>
            </a:extLst>
          </p:cNvPr>
          <p:cNvCxnSpPr>
            <a:cxnSpLocks/>
          </p:cNvCxnSpPr>
          <p:nvPr/>
        </p:nvCxnSpPr>
        <p:spPr>
          <a:xfrm>
            <a:off x="5146202" y="2463996"/>
            <a:ext cx="2128309" cy="1403467"/>
          </a:xfrm>
          <a:prstGeom prst="straightConnector1">
            <a:avLst/>
          </a:prstGeom>
          <a:ln w="9525"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6" name="Rectangle 15">
            <a:extLst>
              <a:ext uri="{FF2B5EF4-FFF2-40B4-BE49-F238E27FC236}">
                <a16:creationId xmlns:a16="http://schemas.microsoft.com/office/drawing/2014/main" id="{88C03BD4-3D78-4395-8C84-C8FE0F5BE54E}"/>
              </a:ext>
            </a:extLst>
          </p:cNvPr>
          <p:cNvSpPr/>
          <p:nvPr/>
        </p:nvSpPr>
        <p:spPr>
          <a:xfrm>
            <a:off x="7262005" y="3253683"/>
            <a:ext cx="1721047" cy="160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Special Purpose Vehicle</a:t>
            </a:r>
            <a:endParaRPr lang="en-US" sz="1400" dirty="0"/>
          </a:p>
        </p:txBody>
      </p:sp>
      <p:sp>
        <p:nvSpPr>
          <p:cNvPr id="18" name="TextBox 17">
            <a:extLst>
              <a:ext uri="{FF2B5EF4-FFF2-40B4-BE49-F238E27FC236}">
                <a16:creationId xmlns:a16="http://schemas.microsoft.com/office/drawing/2014/main" id="{16E9AA73-166D-4F3D-B413-16CFCECC858C}"/>
              </a:ext>
            </a:extLst>
          </p:cNvPr>
          <p:cNvSpPr txBox="1"/>
          <p:nvPr/>
        </p:nvSpPr>
        <p:spPr>
          <a:xfrm>
            <a:off x="5468827" y="2899834"/>
            <a:ext cx="1328284" cy="307777"/>
          </a:xfrm>
          <a:prstGeom prst="rect">
            <a:avLst/>
          </a:prstGeom>
          <a:noFill/>
        </p:spPr>
        <p:txBody>
          <a:bodyPr wrap="square" rtlCol="0">
            <a:spAutoFit/>
          </a:bodyPr>
          <a:lstStyle/>
          <a:p>
            <a:r>
              <a:rPr lang="en-GB" sz="1400" dirty="0"/>
              <a:t>Revenues</a:t>
            </a:r>
            <a:endParaRPr lang="en-US" sz="1400" dirty="0"/>
          </a:p>
        </p:txBody>
      </p:sp>
      <p:cxnSp>
        <p:nvCxnSpPr>
          <p:cNvPr id="19" name="Straight Arrow Connector 18">
            <a:extLst>
              <a:ext uri="{FF2B5EF4-FFF2-40B4-BE49-F238E27FC236}">
                <a16:creationId xmlns:a16="http://schemas.microsoft.com/office/drawing/2014/main" id="{4F2B7BC9-90ED-41B7-BB3F-2C3ACAF3E4E1}"/>
              </a:ext>
            </a:extLst>
          </p:cNvPr>
          <p:cNvCxnSpPr>
            <a:cxnSpLocks/>
          </p:cNvCxnSpPr>
          <p:nvPr/>
        </p:nvCxnSpPr>
        <p:spPr>
          <a:xfrm flipH="1" flipV="1">
            <a:off x="5159439" y="1956020"/>
            <a:ext cx="2583076" cy="15096"/>
          </a:xfrm>
          <a:prstGeom prst="straightConnector1">
            <a:avLst/>
          </a:prstGeom>
          <a:ln w="9525"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C7CF7B81-68E9-404C-BB99-AAC3B63CFDA2}"/>
              </a:ext>
            </a:extLst>
          </p:cNvPr>
          <p:cNvSpPr txBox="1"/>
          <p:nvPr/>
        </p:nvSpPr>
        <p:spPr>
          <a:xfrm>
            <a:off x="5894588" y="1986408"/>
            <a:ext cx="1805049" cy="307777"/>
          </a:xfrm>
          <a:prstGeom prst="rect">
            <a:avLst/>
          </a:prstGeom>
          <a:noFill/>
        </p:spPr>
        <p:txBody>
          <a:bodyPr wrap="square" rtlCol="0">
            <a:spAutoFit/>
          </a:bodyPr>
          <a:lstStyle/>
          <a:p>
            <a:r>
              <a:rPr lang="en-GB" sz="1400" dirty="0"/>
              <a:t>Power</a:t>
            </a:r>
            <a:endParaRPr lang="en-US" sz="1400" dirty="0"/>
          </a:p>
        </p:txBody>
      </p:sp>
      <p:sp>
        <p:nvSpPr>
          <p:cNvPr id="23" name="Rectangle 22">
            <a:extLst>
              <a:ext uri="{FF2B5EF4-FFF2-40B4-BE49-F238E27FC236}">
                <a16:creationId xmlns:a16="http://schemas.microsoft.com/office/drawing/2014/main" id="{161164B9-7266-4755-9AEC-E9990EFD2188}"/>
              </a:ext>
            </a:extLst>
          </p:cNvPr>
          <p:cNvSpPr/>
          <p:nvPr/>
        </p:nvSpPr>
        <p:spPr>
          <a:xfrm>
            <a:off x="2887258" y="3269166"/>
            <a:ext cx="1721047" cy="160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Government</a:t>
            </a:r>
            <a:endParaRPr lang="en-US" sz="1400" dirty="0"/>
          </a:p>
        </p:txBody>
      </p:sp>
      <p:cxnSp>
        <p:nvCxnSpPr>
          <p:cNvPr id="24" name="Straight Arrow Connector 23">
            <a:extLst>
              <a:ext uri="{FF2B5EF4-FFF2-40B4-BE49-F238E27FC236}">
                <a16:creationId xmlns:a16="http://schemas.microsoft.com/office/drawing/2014/main" id="{5E3CAA62-0D1F-42B5-9DAC-667E5BFB7185}"/>
              </a:ext>
            </a:extLst>
          </p:cNvPr>
          <p:cNvCxnSpPr>
            <a:cxnSpLocks/>
          </p:cNvCxnSpPr>
          <p:nvPr/>
        </p:nvCxnSpPr>
        <p:spPr>
          <a:xfrm>
            <a:off x="4749497" y="4412351"/>
            <a:ext cx="2525015" cy="0"/>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346D0897-7B85-462E-831F-8FD525918C87}"/>
              </a:ext>
            </a:extLst>
          </p:cNvPr>
          <p:cNvSpPr txBox="1"/>
          <p:nvPr/>
        </p:nvSpPr>
        <p:spPr>
          <a:xfrm>
            <a:off x="4660969" y="4035953"/>
            <a:ext cx="1805049" cy="307777"/>
          </a:xfrm>
          <a:prstGeom prst="rect">
            <a:avLst/>
          </a:prstGeom>
          <a:noFill/>
        </p:spPr>
        <p:txBody>
          <a:bodyPr wrap="square" rtlCol="0">
            <a:spAutoFit/>
          </a:bodyPr>
          <a:lstStyle/>
          <a:p>
            <a:r>
              <a:rPr lang="en-GB" sz="1400" dirty="0"/>
              <a:t>Guarantees</a:t>
            </a:r>
            <a:endParaRPr lang="en-US" sz="1400" dirty="0"/>
          </a:p>
        </p:txBody>
      </p:sp>
      <p:sp>
        <p:nvSpPr>
          <p:cNvPr id="34" name="Rectangle 33">
            <a:extLst>
              <a:ext uri="{FF2B5EF4-FFF2-40B4-BE49-F238E27FC236}">
                <a16:creationId xmlns:a16="http://schemas.microsoft.com/office/drawing/2014/main" id="{8FC6A184-7FE2-471C-A261-ABF55E502D99}"/>
              </a:ext>
            </a:extLst>
          </p:cNvPr>
          <p:cNvSpPr/>
          <p:nvPr/>
        </p:nvSpPr>
        <p:spPr>
          <a:xfrm>
            <a:off x="10272938" y="3253683"/>
            <a:ext cx="1721047" cy="160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Bond Investors</a:t>
            </a:r>
            <a:endParaRPr lang="en-US" sz="1400" dirty="0"/>
          </a:p>
        </p:txBody>
      </p:sp>
      <p:cxnSp>
        <p:nvCxnSpPr>
          <p:cNvPr id="41" name="Straight Arrow Connector 40">
            <a:extLst>
              <a:ext uri="{FF2B5EF4-FFF2-40B4-BE49-F238E27FC236}">
                <a16:creationId xmlns:a16="http://schemas.microsoft.com/office/drawing/2014/main" id="{795CB48F-9F9E-4D36-8BED-85EF10D3926B}"/>
              </a:ext>
            </a:extLst>
          </p:cNvPr>
          <p:cNvCxnSpPr>
            <a:cxnSpLocks/>
          </p:cNvCxnSpPr>
          <p:nvPr/>
        </p:nvCxnSpPr>
        <p:spPr>
          <a:xfrm>
            <a:off x="8983050" y="4043018"/>
            <a:ext cx="1095839" cy="27735"/>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B655430D-4EA4-4D6B-9C13-8801646D3E37}"/>
              </a:ext>
            </a:extLst>
          </p:cNvPr>
          <p:cNvCxnSpPr>
            <a:cxnSpLocks/>
          </p:cNvCxnSpPr>
          <p:nvPr/>
        </p:nvCxnSpPr>
        <p:spPr>
          <a:xfrm flipV="1">
            <a:off x="8446665" y="2484576"/>
            <a:ext cx="367553" cy="719384"/>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54" name="TextBox 53">
            <a:extLst>
              <a:ext uri="{FF2B5EF4-FFF2-40B4-BE49-F238E27FC236}">
                <a16:creationId xmlns:a16="http://schemas.microsoft.com/office/drawing/2014/main" id="{F059046D-9C85-45BC-910F-5E44E43911E0}"/>
              </a:ext>
            </a:extLst>
          </p:cNvPr>
          <p:cNvSpPr txBox="1"/>
          <p:nvPr/>
        </p:nvSpPr>
        <p:spPr>
          <a:xfrm>
            <a:off x="8948395" y="3346264"/>
            <a:ext cx="1328284" cy="523220"/>
          </a:xfrm>
          <a:prstGeom prst="rect">
            <a:avLst/>
          </a:prstGeom>
          <a:noFill/>
        </p:spPr>
        <p:txBody>
          <a:bodyPr wrap="square" rtlCol="0">
            <a:spAutoFit/>
          </a:bodyPr>
          <a:lstStyle/>
          <a:p>
            <a:r>
              <a:rPr lang="en-GB" sz="1400" dirty="0">
                <a:solidFill>
                  <a:srgbClr val="FF0000"/>
                </a:solidFill>
              </a:rPr>
              <a:t>Even</a:t>
            </a:r>
            <a:r>
              <a:rPr lang="en-GB" sz="1400" dirty="0"/>
              <a:t> Lower</a:t>
            </a:r>
          </a:p>
          <a:p>
            <a:r>
              <a:rPr lang="en-GB" sz="1400" dirty="0"/>
              <a:t>Interest</a:t>
            </a:r>
            <a:endParaRPr lang="en-US" sz="1400" dirty="0"/>
          </a:p>
        </p:txBody>
      </p:sp>
      <p:sp>
        <p:nvSpPr>
          <p:cNvPr id="56" name="TextBox 55">
            <a:extLst>
              <a:ext uri="{FF2B5EF4-FFF2-40B4-BE49-F238E27FC236}">
                <a16:creationId xmlns:a16="http://schemas.microsoft.com/office/drawing/2014/main" id="{E5A52B41-E33E-465D-8699-B19CF290BB53}"/>
              </a:ext>
            </a:extLst>
          </p:cNvPr>
          <p:cNvSpPr txBox="1"/>
          <p:nvPr/>
        </p:nvSpPr>
        <p:spPr>
          <a:xfrm>
            <a:off x="8459998" y="2552543"/>
            <a:ext cx="2206863" cy="307777"/>
          </a:xfrm>
          <a:prstGeom prst="rect">
            <a:avLst/>
          </a:prstGeom>
          <a:noFill/>
        </p:spPr>
        <p:txBody>
          <a:bodyPr wrap="square" rtlCol="0">
            <a:spAutoFit/>
          </a:bodyPr>
          <a:lstStyle/>
          <a:p>
            <a:r>
              <a:rPr lang="en-GB" sz="1400" dirty="0"/>
              <a:t>Remaining Revenue</a:t>
            </a:r>
            <a:endParaRPr lang="en-US" sz="1400" dirty="0"/>
          </a:p>
        </p:txBody>
      </p:sp>
      <p:cxnSp>
        <p:nvCxnSpPr>
          <p:cNvPr id="61" name="Straight Connector 60">
            <a:extLst>
              <a:ext uri="{FF2B5EF4-FFF2-40B4-BE49-F238E27FC236}">
                <a16:creationId xmlns:a16="http://schemas.microsoft.com/office/drawing/2014/main" id="{48375FC2-61CE-4B29-82B6-5DC8C9FF8CC3}"/>
              </a:ext>
            </a:extLst>
          </p:cNvPr>
          <p:cNvCxnSpPr>
            <a:stCxn id="23" idx="0"/>
            <a:endCxn id="6" idx="2"/>
          </p:cNvCxnSpPr>
          <p:nvPr/>
        </p:nvCxnSpPr>
        <p:spPr>
          <a:xfrm flipV="1">
            <a:off x="3747780" y="2434853"/>
            <a:ext cx="579024" cy="834313"/>
          </a:xfrm>
          <a:prstGeom prst="line">
            <a:avLst/>
          </a:prstGeom>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376E20D-B3AC-40AC-A641-C3EA270357CC}"/>
              </a:ext>
            </a:extLst>
          </p:cNvPr>
          <p:cNvSpPr txBox="1"/>
          <p:nvPr/>
        </p:nvSpPr>
        <p:spPr>
          <a:xfrm>
            <a:off x="3341153" y="2603344"/>
            <a:ext cx="1805049" cy="307777"/>
          </a:xfrm>
          <a:prstGeom prst="rect">
            <a:avLst/>
          </a:prstGeom>
          <a:noFill/>
        </p:spPr>
        <p:txBody>
          <a:bodyPr wrap="square" rtlCol="0">
            <a:spAutoFit/>
          </a:bodyPr>
          <a:lstStyle/>
          <a:p>
            <a:r>
              <a:rPr lang="en-GB" sz="1400" dirty="0"/>
              <a:t>Owns</a:t>
            </a:r>
            <a:endParaRPr lang="en-US" sz="1400" dirty="0"/>
          </a:p>
        </p:txBody>
      </p:sp>
      <p:sp>
        <p:nvSpPr>
          <p:cNvPr id="63" name="Rectangle 62">
            <a:extLst>
              <a:ext uri="{FF2B5EF4-FFF2-40B4-BE49-F238E27FC236}">
                <a16:creationId xmlns:a16="http://schemas.microsoft.com/office/drawing/2014/main" id="{EA601616-2F6F-4E3E-BA46-AE289E81E9AC}"/>
              </a:ext>
            </a:extLst>
          </p:cNvPr>
          <p:cNvSpPr/>
          <p:nvPr/>
        </p:nvSpPr>
        <p:spPr>
          <a:xfrm>
            <a:off x="10114318" y="845147"/>
            <a:ext cx="1721047" cy="160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Equity Investors</a:t>
            </a:r>
            <a:endParaRPr lang="en-US" sz="1400" dirty="0"/>
          </a:p>
        </p:txBody>
      </p:sp>
      <p:cxnSp>
        <p:nvCxnSpPr>
          <p:cNvPr id="64" name="Straight Arrow Connector 63">
            <a:extLst>
              <a:ext uri="{FF2B5EF4-FFF2-40B4-BE49-F238E27FC236}">
                <a16:creationId xmlns:a16="http://schemas.microsoft.com/office/drawing/2014/main" id="{DB04F01A-CCF2-48DE-94C3-73153BC2FE60}"/>
              </a:ext>
            </a:extLst>
          </p:cNvPr>
          <p:cNvCxnSpPr>
            <a:cxnSpLocks/>
          </p:cNvCxnSpPr>
          <p:nvPr/>
        </p:nvCxnSpPr>
        <p:spPr>
          <a:xfrm flipV="1">
            <a:off x="9557689" y="2392650"/>
            <a:ext cx="556631" cy="1"/>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25" name="Rectangle 24">
            <a:extLst>
              <a:ext uri="{FF2B5EF4-FFF2-40B4-BE49-F238E27FC236}">
                <a16:creationId xmlns:a16="http://schemas.microsoft.com/office/drawing/2014/main" id="{8DEABAC1-AB98-49BF-AE63-6F1E430D64BC}"/>
              </a:ext>
            </a:extLst>
          </p:cNvPr>
          <p:cNvSpPr/>
          <p:nvPr/>
        </p:nvSpPr>
        <p:spPr>
          <a:xfrm>
            <a:off x="5808546" y="5076985"/>
            <a:ext cx="1721047" cy="1466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rPr>
              <a:t>WB Group (WB, </a:t>
            </a:r>
            <a:r>
              <a:rPr lang="en-GB" sz="1400" b="1" dirty="0"/>
              <a:t>IFC, MIGA)</a:t>
            </a:r>
            <a:endParaRPr lang="en-US" sz="1400" b="1" dirty="0">
              <a:solidFill>
                <a:srgbClr val="FF0000"/>
              </a:solidFill>
            </a:endParaRPr>
          </a:p>
        </p:txBody>
      </p:sp>
      <p:cxnSp>
        <p:nvCxnSpPr>
          <p:cNvPr id="27" name="Straight Arrow Connector 26">
            <a:extLst>
              <a:ext uri="{FF2B5EF4-FFF2-40B4-BE49-F238E27FC236}">
                <a16:creationId xmlns:a16="http://schemas.microsoft.com/office/drawing/2014/main" id="{358365EE-A4F2-4954-94BE-A6840E4C1BC5}"/>
              </a:ext>
            </a:extLst>
          </p:cNvPr>
          <p:cNvCxnSpPr>
            <a:cxnSpLocks/>
            <a:stCxn id="25" idx="0"/>
          </p:cNvCxnSpPr>
          <p:nvPr/>
        </p:nvCxnSpPr>
        <p:spPr>
          <a:xfrm flipV="1">
            <a:off x="6669070" y="1018512"/>
            <a:ext cx="1049639" cy="4058472"/>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8" name="Straight Arrow Connector 27">
            <a:extLst>
              <a:ext uri="{FF2B5EF4-FFF2-40B4-BE49-F238E27FC236}">
                <a16:creationId xmlns:a16="http://schemas.microsoft.com/office/drawing/2014/main" id="{BAB8332A-8054-4240-A306-D5075F93EB0A}"/>
              </a:ext>
            </a:extLst>
          </p:cNvPr>
          <p:cNvCxnSpPr>
            <a:cxnSpLocks/>
          </p:cNvCxnSpPr>
          <p:nvPr/>
        </p:nvCxnSpPr>
        <p:spPr>
          <a:xfrm flipV="1">
            <a:off x="6863629" y="4872337"/>
            <a:ext cx="372919" cy="434883"/>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30" name="TextBox 29">
            <a:extLst>
              <a:ext uri="{FF2B5EF4-FFF2-40B4-BE49-F238E27FC236}">
                <a16:creationId xmlns:a16="http://schemas.microsoft.com/office/drawing/2014/main" id="{DD48FA9F-BE28-401A-BE05-95281CAF4298}"/>
              </a:ext>
            </a:extLst>
          </p:cNvPr>
          <p:cNvSpPr txBox="1"/>
          <p:nvPr/>
        </p:nvSpPr>
        <p:spPr>
          <a:xfrm>
            <a:off x="4892669" y="4656013"/>
            <a:ext cx="2808427" cy="307777"/>
          </a:xfrm>
          <a:prstGeom prst="rect">
            <a:avLst/>
          </a:prstGeom>
          <a:noFill/>
        </p:spPr>
        <p:txBody>
          <a:bodyPr wrap="square" rtlCol="0">
            <a:spAutoFit/>
          </a:bodyPr>
          <a:lstStyle/>
          <a:p>
            <a:r>
              <a:rPr lang="en-GB" sz="1400" b="1" dirty="0">
                <a:solidFill>
                  <a:srgbClr val="FF0000"/>
                </a:solidFill>
              </a:rPr>
              <a:t>Secondary Guarantees</a:t>
            </a:r>
            <a:endParaRPr lang="en-US" sz="1400" b="1" dirty="0">
              <a:solidFill>
                <a:srgbClr val="FF0000"/>
              </a:solidFill>
            </a:endParaRPr>
          </a:p>
        </p:txBody>
      </p:sp>
      <p:sp>
        <p:nvSpPr>
          <p:cNvPr id="2" name="Text Placeholder 1">
            <a:extLst>
              <a:ext uri="{FF2B5EF4-FFF2-40B4-BE49-F238E27FC236}">
                <a16:creationId xmlns:a16="http://schemas.microsoft.com/office/drawing/2014/main" id="{330B354A-2BAF-438D-BC1D-9E54FD9566FD}"/>
              </a:ext>
            </a:extLst>
          </p:cNvPr>
          <p:cNvSpPr>
            <a:spLocks noGrp="1"/>
          </p:cNvSpPr>
          <p:nvPr>
            <p:ph type="body" idx="1"/>
          </p:nvPr>
        </p:nvSpPr>
        <p:spPr/>
        <p:txBody>
          <a:bodyPr/>
          <a:lstStyle/>
          <a:p>
            <a:r>
              <a:rPr lang="en-GB" dirty="0"/>
              <a:t>WB Guarantees reduce risk further</a:t>
            </a:r>
            <a:endParaRPr lang="en-US" dirty="0"/>
          </a:p>
        </p:txBody>
      </p:sp>
    </p:spTree>
    <p:extLst>
      <p:ext uri="{BB962C8B-B14F-4D97-AF65-F5344CB8AC3E}">
        <p14:creationId xmlns:p14="http://schemas.microsoft.com/office/powerpoint/2010/main" val="36493702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6FA255C-1C64-4584-B52D-96C02ECB16C7}"/>
              </a:ext>
            </a:extLst>
          </p:cNvPr>
          <p:cNvSpPr/>
          <p:nvPr/>
        </p:nvSpPr>
        <p:spPr>
          <a:xfrm>
            <a:off x="7856597" y="831683"/>
            <a:ext cx="1638795" cy="1603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Independent Power Project</a:t>
            </a:r>
            <a:endParaRPr lang="en-US" sz="1400" dirty="0"/>
          </a:p>
        </p:txBody>
      </p:sp>
      <p:sp>
        <p:nvSpPr>
          <p:cNvPr id="6" name="Rectangle 5">
            <a:extLst>
              <a:ext uri="{FF2B5EF4-FFF2-40B4-BE49-F238E27FC236}">
                <a16:creationId xmlns:a16="http://schemas.microsoft.com/office/drawing/2014/main" id="{4AE0AE3A-BF65-446E-8605-7BCB13F0B877}"/>
              </a:ext>
            </a:extLst>
          </p:cNvPr>
          <p:cNvSpPr/>
          <p:nvPr/>
        </p:nvSpPr>
        <p:spPr>
          <a:xfrm>
            <a:off x="3507407" y="831681"/>
            <a:ext cx="1638795" cy="1603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State </a:t>
            </a:r>
          </a:p>
          <a:p>
            <a:pPr algn="ctr"/>
            <a:r>
              <a:rPr lang="en-GB" sz="1400" dirty="0"/>
              <a:t>Power Utility</a:t>
            </a:r>
            <a:endParaRPr lang="en-US" sz="1400" dirty="0"/>
          </a:p>
        </p:txBody>
      </p:sp>
      <p:cxnSp>
        <p:nvCxnSpPr>
          <p:cNvPr id="10" name="Straight Arrow Connector 9">
            <a:extLst>
              <a:ext uri="{FF2B5EF4-FFF2-40B4-BE49-F238E27FC236}">
                <a16:creationId xmlns:a16="http://schemas.microsoft.com/office/drawing/2014/main" id="{E1CB7476-76DD-4116-8D19-991A7B6B49BD}"/>
              </a:ext>
            </a:extLst>
          </p:cNvPr>
          <p:cNvCxnSpPr>
            <a:cxnSpLocks/>
          </p:cNvCxnSpPr>
          <p:nvPr/>
        </p:nvCxnSpPr>
        <p:spPr>
          <a:xfrm flipV="1">
            <a:off x="5159439" y="1047786"/>
            <a:ext cx="2613156" cy="61487"/>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1" name="TextBox 10">
            <a:extLst>
              <a:ext uri="{FF2B5EF4-FFF2-40B4-BE49-F238E27FC236}">
                <a16:creationId xmlns:a16="http://schemas.microsoft.com/office/drawing/2014/main" id="{F1B325A5-ADFA-4B6F-8ABB-6588CA680FBC}"/>
              </a:ext>
            </a:extLst>
          </p:cNvPr>
          <p:cNvSpPr txBox="1"/>
          <p:nvPr/>
        </p:nvSpPr>
        <p:spPr>
          <a:xfrm>
            <a:off x="5598876" y="465690"/>
            <a:ext cx="1805049" cy="523220"/>
          </a:xfrm>
          <a:prstGeom prst="rect">
            <a:avLst/>
          </a:prstGeom>
          <a:noFill/>
        </p:spPr>
        <p:txBody>
          <a:bodyPr wrap="square" rtlCol="0">
            <a:spAutoFit/>
          </a:bodyPr>
          <a:lstStyle/>
          <a:p>
            <a:r>
              <a:rPr lang="en-GB" sz="1400" dirty="0"/>
              <a:t>Guarantee Price of Power (auctioned)</a:t>
            </a:r>
            <a:endParaRPr lang="en-US" sz="1400" dirty="0"/>
          </a:p>
        </p:txBody>
      </p:sp>
      <p:cxnSp>
        <p:nvCxnSpPr>
          <p:cNvPr id="14" name="Straight Arrow Connector 13">
            <a:extLst>
              <a:ext uri="{FF2B5EF4-FFF2-40B4-BE49-F238E27FC236}">
                <a16:creationId xmlns:a16="http://schemas.microsoft.com/office/drawing/2014/main" id="{4A0CFF8C-1210-433F-8F4A-F4F6C2A048E3}"/>
              </a:ext>
            </a:extLst>
          </p:cNvPr>
          <p:cNvCxnSpPr>
            <a:cxnSpLocks/>
          </p:cNvCxnSpPr>
          <p:nvPr/>
        </p:nvCxnSpPr>
        <p:spPr>
          <a:xfrm>
            <a:off x="5146202" y="2463996"/>
            <a:ext cx="2128309" cy="1403467"/>
          </a:xfrm>
          <a:prstGeom prst="straightConnector1">
            <a:avLst/>
          </a:prstGeom>
          <a:ln w="9525"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6" name="Rectangle 15">
            <a:extLst>
              <a:ext uri="{FF2B5EF4-FFF2-40B4-BE49-F238E27FC236}">
                <a16:creationId xmlns:a16="http://schemas.microsoft.com/office/drawing/2014/main" id="{88C03BD4-3D78-4395-8C84-C8FE0F5BE54E}"/>
              </a:ext>
            </a:extLst>
          </p:cNvPr>
          <p:cNvSpPr/>
          <p:nvPr/>
        </p:nvSpPr>
        <p:spPr>
          <a:xfrm>
            <a:off x="7262005" y="3253683"/>
            <a:ext cx="1721047" cy="160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Special Purpose Vehicle</a:t>
            </a:r>
            <a:endParaRPr lang="en-US" sz="1400" dirty="0"/>
          </a:p>
        </p:txBody>
      </p:sp>
      <p:sp>
        <p:nvSpPr>
          <p:cNvPr id="18" name="TextBox 17">
            <a:extLst>
              <a:ext uri="{FF2B5EF4-FFF2-40B4-BE49-F238E27FC236}">
                <a16:creationId xmlns:a16="http://schemas.microsoft.com/office/drawing/2014/main" id="{16E9AA73-166D-4F3D-B413-16CFCECC858C}"/>
              </a:ext>
            </a:extLst>
          </p:cNvPr>
          <p:cNvSpPr txBox="1"/>
          <p:nvPr/>
        </p:nvSpPr>
        <p:spPr>
          <a:xfrm>
            <a:off x="5468827" y="2899834"/>
            <a:ext cx="1328284" cy="307777"/>
          </a:xfrm>
          <a:prstGeom prst="rect">
            <a:avLst/>
          </a:prstGeom>
          <a:noFill/>
        </p:spPr>
        <p:txBody>
          <a:bodyPr wrap="square" rtlCol="0">
            <a:spAutoFit/>
          </a:bodyPr>
          <a:lstStyle/>
          <a:p>
            <a:r>
              <a:rPr lang="en-GB" sz="1400" dirty="0"/>
              <a:t>Revenues</a:t>
            </a:r>
            <a:endParaRPr lang="en-US" sz="1400" dirty="0"/>
          </a:p>
        </p:txBody>
      </p:sp>
      <p:cxnSp>
        <p:nvCxnSpPr>
          <p:cNvPr id="19" name="Straight Arrow Connector 18">
            <a:extLst>
              <a:ext uri="{FF2B5EF4-FFF2-40B4-BE49-F238E27FC236}">
                <a16:creationId xmlns:a16="http://schemas.microsoft.com/office/drawing/2014/main" id="{4F2B7BC9-90ED-41B7-BB3F-2C3ACAF3E4E1}"/>
              </a:ext>
            </a:extLst>
          </p:cNvPr>
          <p:cNvCxnSpPr>
            <a:cxnSpLocks/>
          </p:cNvCxnSpPr>
          <p:nvPr/>
        </p:nvCxnSpPr>
        <p:spPr>
          <a:xfrm flipH="1" flipV="1">
            <a:off x="5159439" y="1956020"/>
            <a:ext cx="2583076" cy="15096"/>
          </a:xfrm>
          <a:prstGeom prst="straightConnector1">
            <a:avLst/>
          </a:prstGeom>
          <a:ln w="9525"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C7CF7B81-68E9-404C-BB99-AAC3B63CFDA2}"/>
              </a:ext>
            </a:extLst>
          </p:cNvPr>
          <p:cNvSpPr txBox="1"/>
          <p:nvPr/>
        </p:nvSpPr>
        <p:spPr>
          <a:xfrm>
            <a:off x="5894588" y="1986408"/>
            <a:ext cx="1805049" cy="307777"/>
          </a:xfrm>
          <a:prstGeom prst="rect">
            <a:avLst/>
          </a:prstGeom>
          <a:noFill/>
        </p:spPr>
        <p:txBody>
          <a:bodyPr wrap="square" rtlCol="0">
            <a:spAutoFit/>
          </a:bodyPr>
          <a:lstStyle/>
          <a:p>
            <a:r>
              <a:rPr lang="en-GB" sz="1400" dirty="0"/>
              <a:t>Power</a:t>
            </a:r>
            <a:endParaRPr lang="en-US" sz="1400" dirty="0"/>
          </a:p>
        </p:txBody>
      </p:sp>
      <p:sp>
        <p:nvSpPr>
          <p:cNvPr id="23" name="Rectangle 22">
            <a:extLst>
              <a:ext uri="{FF2B5EF4-FFF2-40B4-BE49-F238E27FC236}">
                <a16:creationId xmlns:a16="http://schemas.microsoft.com/office/drawing/2014/main" id="{161164B9-7266-4755-9AEC-E9990EFD2188}"/>
              </a:ext>
            </a:extLst>
          </p:cNvPr>
          <p:cNvSpPr/>
          <p:nvPr/>
        </p:nvSpPr>
        <p:spPr>
          <a:xfrm>
            <a:off x="2887258" y="3269166"/>
            <a:ext cx="1721047" cy="160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Government</a:t>
            </a:r>
            <a:endParaRPr lang="en-US" sz="1400" dirty="0"/>
          </a:p>
        </p:txBody>
      </p:sp>
      <p:cxnSp>
        <p:nvCxnSpPr>
          <p:cNvPr id="24" name="Straight Arrow Connector 23">
            <a:extLst>
              <a:ext uri="{FF2B5EF4-FFF2-40B4-BE49-F238E27FC236}">
                <a16:creationId xmlns:a16="http://schemas.microsoft.com/office/drawing/2014/main" id="{5E3CAA62-0D1F-42B5-9DAC-667E5BFB7185}"/>
              </a:ext>
            </a:extLst>
          </p:cNvPr>
          <p:cNvCxnSpPr>
            <a:cxnSpLocks/>
          </p:cNvCxnSpPr>
          <p:nvPr/>
        </p:nvCxnSpPr>
        <p:spPr>
          <a:xfrm>
            <a:off x="4749497" y="4412351"/>
            <a:ext cx="2525015" cy="0"/>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346D0897-7B85-462E-831F-8FD525918C87}"/>
              </a:ext>
            </a:extLst>
          </p:cNvPr>
          <p:cNvSpPr txBox="1"/>
          <p:nvPr/>
        </p:nvSpPr>
        <p:spPr>
          <a:xfrm>
            <a:off x="4660969" y="4035953"/>
            <a:ext cx="1805049" cy="307777"/>
          </a:xfrm>
          <a:prstGeom prst="rect">
            <a:avLst/>
          </a:prstGeom>
          <a:noFill/>
        </p:spPr>
        <p:txBody>
          <a:bodyPr wrap="square" rtlCol="0">
            <a:spAutoFit/>
          </a:bodyPr>
          <a:lstStyle/>
          <a:p>
            <a:r>
              <a:rPr lang="en-GB" sz="1400" dirty="0"/>
              <a:t>Guarantees</a:t>
            </a:r>
            <a:endParaRPr lang="en-US" sz="1400" dirty="0"/>
          </a:p>
        </p:txBody>
      </p:sp>
      <p:sp>
        <p:nvSpPr>
          <p:cNvPr id="34" name="Rectangle 33">
            <a:extLst>
              <a:ext uri="{FF2B5EF4-FFF2-40B4-BE49-F238E27FC236}">
                <a16:creationId xmlns:a16="http://schemas.microsoft.com/office/drawing/2014/main" id="{8FC6A184-7FE2-471C-A261-ABF55E502D99}"/>
              </a:ext>
            </a:extLst>
          </p:cNvPr>
          <p:cNvSpPr/>
          <p:nvPr/>
        </p:nvSpPr>
        <p:spPr>
          <a:xfrm>
            <a:off x="10272938" y="3253683"/>
            <a:ext cx="1721047" cy="160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Bond Investors</a:t>
            </a:r>
            <a:endParaRPr lang="en-US" sz="1400" dirty="0"/>
          </a:p>
        </p:txBody>
      </p:sp>
      <p:cxnSp>
        <p:nvCxnSpPr>
          <p:cNvPr id="41" name="Straight Arrow Connector 40">
            <a:extLst>
              <a:ext uri="{FF2B5EF4-FFF2-40B4-BE49-F238E27FC236}">
                <a16:creationId xmlns:a16="http://schemas.microsoft.com/office/drawing/2014/main" id="{795CB48F-9F9E-4D36-8BED-85EF10D3926B}"/>
              </a:ext>
            </a:extLst>
          </p:cNvPr>
          <p:cNvCxnSpPr>
            <a:cxnSpLocks/>
          </p:cNvCxnSpPr>
          <p:nvPr/>
        </p:nvCxnSpPr>
        <p:spPr>
          <a:xfrm>
            <a:off x="8983050" y="4043018"/>
            <a:ext cx="1095839" cy="27735"/>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B655430D-4EA4-4D6B-9C13-8801646D3E37}"/>
              </a:ext>
            </a:extLst>
          </p:cNvPr>
          <p:cNvCxnSpPr>
            <a:cxnSpLocks/>
          </p:cNvCxnSpPr>
          <p:nvPr/>
        </p:nvCxnSpPr>
        <p:spPr>
          <a:xfrm flipV="1">
            <a:off x="8446665" y="2484576"/>
            <a:ext cx="367553" cy="719384"/>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54" name="TextBox 53">
            <a:extLst>
              <a:ext uri="{FF2B5EF4-FFF2-40B4-BE49-F238E27FC236}">
                <a16:creationId xmlns:a16="http://schemas.microsoft.com/office/drawing/2014/main" id="{F059046D-9C85-45BC-910F-5E44E43911E0}"/>
              </a:ext>
            </a:extLst>
          </p:cNvPr>
          <p:cNvSpPr txBox="1"/>
          <p:nvPr/>
        </p:nvSpPr>
        <p:spPr>
          <a:xfrm>
            <a:off x="8948395" y="3346264"/>
            <a:ext cx="1328284" cy="523220"/>
          </a:xfrm>
          <a:prstGeom prst="rect">
            <a:avLst/>
          </a:prstGeom>
          <a:noFill/>
        </p:spPr>
        <p:txBody>
          <a:bodyPr wrap="square" rtlCol="0">
            <a:spAutoFit/>
          </a:bodyPr>
          <a:lstStyle/>
          <a:p>
            <a:r>
              <a:rPr lang="en-GB" sz="1400" i="1" dirty="0">
                <a:solidFill>
                  <a:srgbClr val="FF0000"/>
                </a:solidFill>
              </a:rPr>
              <a:t>Even</a:t>
            </a:r>
            <a:r>
              <a:rPr lang="en-GB" sz="1400" dirty="0"/>
              <a:t> Lower</a:t>
            </a:r>
          </a:p>
          <a:p>
            <a:r>
              <a:rPr lang="en-GB" sz="1400" dirty="0"/>
              <a:t>Interest</a:t>
            </a:r>
            <a:endParaRPr lang="en-US" sz="1400" dirty="0"/>
          </a:p>
        </p:txBody>
      </p:sp>
      <p:sp>
        <p:nvSpPr>
          <p:cNvPr id="56" name="TextBox 55">
            <a:extLst>
              <a:ext uri="{FF2B5EF4-FFF2-40B4-BE49-F238E27FC236}">
                <a16:creationId xmlns:a16="http://schemas.microsoft.com/office/drawing/2014/main" id="{E5A52B41-E33E-465D-8699-B19CF290BB53}"/>
              </a:ext>
            </a:extLst>
          </p:cNvPr>
          <p:cNvSpPr txBox="1"/>
          <p:nvPr/>
        </p:nvSpPr>
        <p:spPr>
          <a:xfrm>
            <a:off x="8459998" y="2552543"/>
            <a:ext cx="2206863" cy="307777"/>
          </a:xfrm>
          <a:prstGeom prst="rect">
            <a:avLst/>
          </a:prstGeom>
          <a:noFill/>
        </p:spPr>
        <p:txBody>
          <a:bodyPr wrap="square" rtlCol="0">
            <a:spAutoFit/>
          </a:bodyPr>
          <a:lstStyle/>
          <a:p>
            <a:r>
              <a:rPr lang="en-GB" sz="1400" dirty="0"/>
              <a:t>Remaining Revenue</a:t>
            </a:r>
            <a:endParaRPr lang="en-US" sz="1400" dirty="0"/>
          </a:p>
        </p:txBody>
      </p:sp>
      <p:cxnSp>
        <p:nvCxnSpPr>
          <p:cNvPr id="61" name="Straight Connector 60">
            <a:extLst>
              <a:ext uri="{FF2B5EF4-FFF2-40B4-BE49-F238E27FC236}">
                <a16:creationId xmlns:a16="http://schemas.microsoft.com/office/drawing/2014/main" id="{48375FC2-61CE-4B29-82B6-5DC8C9FF8CC3}"/>
              </a:ext>
            </a:extLst>
          </p:cNvPr>
          <p:cNvCxnSpPr>
            <a:stCxn id="23" idx="0"/>
            <a:endCxn id="6" idx="2"/>
          </p:cNvCxnSpPr>
          <p:nvPr/>
        </p:nvCxnSpPr>
        <p:spPr>
          <a:xfrm flipV="1">
            <a:off x="3747780" y="2434853"/>
            <a:ext cx="579024" cy="834313"/>
          </a:xfrm>
          <a:prstGeom prst="line">
            <a:avLst/>
          </a:prstGeom>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376E20D-B3AC-40AC-A641-C3EA270357CC}"/>
              </a:ext>
            </a:extLst>
          </p:cNvPr>
          <p:cNvSpPr txBox="1"/>
          <p:nvPr/>
        </p:nvSpPr>
        <p:spPr>
          <a:xfrm>
            <a:off x="3341153" y="2603344"/>
            <a:ext cx="1805049" cy="307777"/>
          </a:xfrm>
          <a:prstGeom prst="rect">
            <a:avLst/>
          </a:prstGeom>
          <a:noFill/>
        </p:spPr>
        <p:txBody>
          <a:bodyPr wrap="square" rtlCol="0">
            <a:spAutoFit/>
          </a:bodyPr>
          <a:lstStyle/>
          <a:p>
            <a:r>
              <a:rPr lang="en-GB" sz="1400" dirty="0"/>
              <a:t>Owns</a:t>
            </a:r>
            <a:endParaRPr lang="en-US" sz="1400" dirty="0"/>
          </a:p>
        </p:txBody>
      </p:sp>
      <p:sp>
        <p:nvSpPr>
          <p:cNvPr id="63" name="Rectangle 62">
            <a:extLst>
              <a:ext uri="{FF2B5EF4-FFF2-40B4-BE49-F238E27FC236}">
                <a16:creationId xmlns:a16="http://schemas.microsoft.com/office/drawing/2014/main" id="{EA601616-2F6F-4E3E-BA46-AE289E81E9AC}"/>
              </a:ext>
            </a:extLst>
          </p:cNvPr>
          <p:cNvSpPr/>
          <p:nvPr/>
        </p:nvSpPr>
        <p:spPr>
          <a:xfrm>
            <a:off x="10114318" y="845147"/>
            <a:ext cx="1721047" cy="160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Equity Investors</a:t>
            </a:r>
            <a:endParaRPr lang="en-US" sz="1400" dirty="0"/>
          </a:p>
        </p:txBody>
      </p:sp>
      <p:cxnSp>
        <p:nvCxnSpPr>
          <p:cNvPr id="64" name="Straight Arrow Connector 63">
            <a:extLst>
              <a:ext uri="{FF2B5EF4-FFF2-40B4-BE49-F238E27FC236}">
                <a16:creationId xmlns:a16="http://schemas.microsoft.com/office/drawing/2014/main" id="{DB04F01A-CCF2-48DE-94C3-73153BC2FE60}"/>
              </a:ext>
            </a:extLst>
          </p:cNvPr>
          <p:cNvCxnSpPr>
            <a:cxnSpLocks/>
          </p:cNvCxnSpPr>
          <p:nvPr/>
        </p:nvCxnSpPr>
        <p:spPr>
          <a:xfrm flipV="1">
            <a:off x="9557689" y="2392650"/>
            <a:ext cx="556631" cy="1"/>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25" name="Rectangle 24">
            <a:extLst>
              <a:ext uri="{FF2B5EF4-FFF2-40B4-BE49-F238E27FC236}">
                <a16:creationId xmlns:a16="http://schemas.microsoft.com/office/drawing/2014/main" id="{8DEABAC1-AB98-49BF-AE63-6F1E430D64BC}"/>
              </a:ext>
            </a:extLst>
          </p:cNvPr>
          <p:cNvSpPr/>
          <p:nvPr/>
        </p:nvSpPr>
        <p:spPr>
          <a:xfrm>
            <a:off x="5808546" y="5076985"/>
            <a:ext cx="1721047" cy="1466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rPr>
              <a:t>WB Group (WB, </a:t>
            </a:r>
            <a:r>
              <a:rPr lang="en-GB" sz="1400" b="1" dirty="0"/>
              <a:t>IFC, MIGA)</a:t>
            </a:r>
            <a:endParaRPr lang="en-US" sz="1400" b="1" dirty="0">
              <a:solidFill>
                <a:srgbClr val="FF0000"/>
              </a:solidFill>
            </a:endParaRPr>
          </a:p>
        </p:txBody>
      </p:sp>
      <p:cxnSp>
        <p:nvCxnSpPr>
          <p:cNvPr id="27" name="Straight Arrow Connector 26">
            <a:extLst>
              <a:ext uri="{FF2B5EF4-FFF2-40B4-BE49-F238E27FC236}">
                <a16:creationId xmlns:a16="http://schemas.microsoft.com/office/drawing/2014/main" id="{358365EE-A4F2-4954-94BE-A6840E4C1BC5}"/>
              </a:ext>
            </a:extLst>
          </p:cNvPr>
          <p:cNvCxnSpPr>
            <a:cxnSpLocks/>
            <a:stCxn id="25" idx="0"/>
          </p:cNvCxnSpPr>
          <p:nvPr/>
        </p:nvCxnSpPr>
        <p:spPr>
          <a:xfrm flipV="1">
            <a:off x="6669070" y="1018512"/>
            <a:ext cx="1049639" cy="4058472"/>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8" name="Straight Arrow Connector 27">
            <a:extLst>
              <a:ext uri="{FF2B5EF4-FFF2-40B4-BE49-F238E27FC236}">
                <a16:creationId xmlns:a16="http://schemas.microsoft.com/office/drawing/2014/main" id="{BAB8332A-8054-4240-A306-D5075F93EB0A}"/>
              </a:ext>
            </a:extLst>
          </p:cNvPr>
          <p:cNvCxnSpPr>
            <a:cxnSpLocks/>
          </p:cNvCxnSpPr>
          <p:nvPr/>
        </p:nvCxnSpPr>
        <p:spPr>
          <a:xfrm flipV="1">
            <a:off x="6863629" y="4872337"/>
            <a:ext cx="372919" cy="434883"/>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30" name="TextBox 29">
            <a:extLst>
              <a:ext uri="{FF2B5EF4-FFF2-40B4-BE49-F238E27FC236}">
                <a16:creationId xmlns:a16="http://schemas.microsoft.com/office/drawing/2014/main" id="{DD48FA9F-BE28-401A-BE05-95281CAF4298}"/>
              </a:ext>
            </a:extLst>
          </p:cNvPr>
          <p:cNvSpPr txBox="1"/>
          <p:nvPr/>
        </p:nvSpPr>
        <p:spPr>
          <a:xfrm>
            <a:off x="4892669" y="4656013"/>
            <a:ext cx="2808427" cy="307777"/>
          </a:xfrm>
          <a:prstGeom prst="rect">
            <a:avLst/>
          </a:prstGeom>
          <a:noFill/>
        </p:spPr>
        <p:txBody>
          <a:bodyPr wrap="square" rtlCol="0">
            <a:spAutoFit/>
          </a:bodyPr>
          <a:lstStyle/>
          <a:p>
            <a:r>
              <a:rPr lang="en-GB" sz="1400" b="1" dirty="0">
                <a:solidFill>
                  <a:schemeClr val="bg2"/>
                </a:solidFill>
              </a:rPr>
              <a:t>Secondary Guarantees</a:t>
            </a:r>
            <a:endParaRPr lang="en-US" sz="1400" b="1" dirty="0">
              <a:solidFill>
                <a:schemeClr val="bg2"/>
              </a:solidFill>
            </a:endParaRPr>
          </a:p>
        </p:txBody>
      </p:sp>
      <p:sp>
        <p:nvSpPr>
          <p:cNvPr id="2" name="Text Placeholder 1">
            <a:extLst>
              <a:ext uri="{FF2B5EF4-FFF2-40B4-BE49-F238E27FC236}">
                <a16:creationId xmlns:a16="http://schemas.microsoft.com/office/drawing/2014/main" id="{B2240518-2E3A-42A4-BE77-8719781E456D}"/>
              </a:ext>
            </a:extLst>
          </p:cNvPr>
          <p:cNvSpPr>
            <a:spLocks noGrp="1"/>
          </p:cNvSpPr>
          <p:nvPr>
            <p:ph type="body" idx="1"/>
          </p:nvPr>
        </p:nvSpPr>
        <p:spPr/>
        <p:txBody>
          <a:bodyPr/>
          <a:lstStyle/>
          <a:p>
            <a:r>
              <a:rPr lang="en-GB" dirty="0"/>
              <a:t>CB Bond Purchases Reduce Rates Further</a:t>
            </a:r>
            <a:endParaRPr lang="en-US" dirty="0"/>
          </a:p>
        </p:txBody>
      </p:sp>
      <p:sp>
        <p:nvSpPr>
          <p:cNvPr id="29" name="Rectangle 28">
            <a:extLst>
              <a:ext uri="{FF2B5EF4-FFF2-40B4-BE49-F238E27FC236}">
                <a16:creationId xmlns:a16="http://schemas.microsoft.com/office/drawing/2014/main" id="{C72AD840-A616-4D44-8111-573E75F7F476}"/>
              </a:ext>
            </a:extLst>
          </p:cNvPr>
          <p:cNvSpPr/>
          <p:nvPr/>
        </p:nvSpPr>
        <p:spPr>
          <a:xfrm>
            <a:off x="8794754" y="5089779"/>
            <a:ext cx="1721047" cy="160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Central Bank</a:t>
            </a:r>
            <a:endParaRPr lang="en-US" sz="1400" dirty="0"/>
          </a:p>
        </p:txBody>
      </p:sp>
      <p:cxnSp>
        <p:nvCxnSpPr>
          <p:cNvPr id="31" name="Straight Arrow Connector 30">
            <a:extLst>
              <a:ext uri="{FF2B5EF4-FFF2-40B4-BE49-F238E27FC236}">
                <a16:creationId xmlns:a16="http://schemas.microsoft.com/office/drawing/2014/main" id="{83C108F0-ED7B-4AA9-9043-0F4FFF0E3768}"/>
              </a:ext>
            </a:extLst>
          </p:cNvPr>
          <p:cNvCxnSpPr>
            <a:cxnSpLocks/>
            <a:endCxn id="34" idx="2"/>
          </p:cNvCxnSpPr>
          <p:nvPr/>
        </p:nvCxnSpPr>
        <p:spPr>
          <a:xfrm flipV="1">
            <a:off x="10515800" y="4856855"/>
            <a:ext cx="617661" cy="1019029"/>
          </a:xfrm>
          <a:prstGeom prst="straightConnector1">
            <a:avLst/>
          </a:prstGeom>
          <a:ln w="9525" cap="flat" cmpd="sng" algn="ctr">
            <a:solidFill>
              <a:schemeClr val="dk1"/>
            </a:solidFill>
            <a:prstDash val="dash"/>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32" name="TextBox 31">
            <a:extLst>
              <a:ext uri="{FF2B5EF4-FFF2-40B4-BE49-F238E27FC236}">
                <a16:creationId xmlns:a16="http://schemas.microsoft.com/office/drawing/2014/main" id="{168C5279-994B-428D-BB9A-9503299604A7}"/>
              </a:ext>
            </a:extLst>
          </p:cNvPr>
          <p:cNvSpPr txBox="1"/>
          <p:nvPr/>
        </p:nvSpPr>
        <p:spPr>
          <a:xfrm>
            <a:off x="10758663" y="5566799"/>
            <a:ext cx="1328284" cy="523220"/>
          </a:xfrm>
          <a:prstGeom prst="rect">
            <a:avLst/>
          </a:prstGeom>
          <a:noFill/>
        </p:spPr>
        <p:txBody>
          <a:bodyPr wrap="square" rtlCol="0">
            <a:spAutoFit/>
          </a:bodyPr>
          <a:lstStyle/>
          <a:p>
            <a:r>
              <a:rPr lang="en-GB" sz="1400" dirty="0">
                <a:solidFill>
                  <a:srgbClr val="FF0000"/>
                </a:solidFill>
              </a:rPr>
              <a:t>Central Bank Purchases</a:t>
            </a:r>
            <a:endParaRPr lang="en-US" sz="1400" dirty="0"/>
          </a:p>
        </p:txBody>
      </p:sp>
    </p:spTree>
    <p:extLst>
      <p:ext uri="{BB962C8B-B14F-4D97-AF65-F5344CB8AC3E}">
        <p14:creationId xmlns:p14="http://schemas.microsoft.com/office/powerpoint/2010/main" val="25220782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AD567AFE-F5AD-413E-AA20-95D670E03352}"/>
              </a:ext>
            </a:extLst>
          </p:cNvPr>
          <p:cNvSpPr/>
          <p:nvPr/>
        </p:nvSpPr>
        <p:spPr>
          <a:xfrm>
            <a:off x="7592375" y="2724463"/>
            <a:ext cx="1721047" cy="1466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rPr>
              <a:t>WB Group (WB, IFC, MIGA</a:t>
            </a:r>
            <a:r>
              <a:rPr lang="en-GB" sz="1400" dirty="0">
                <a:solidFill>
                  <a:schemeClr val="bg1"/>
                </a:solidFill>
              </a:rPr>
              <a:t>)</a:t>
            </a:r>
            <a:endParaRPr lang="en-US" sz="1400" dirty="0">
              <a:solidFill>
                <a:schemeClr val="bg1"/>
              </a:solidFill>
            </a:endParaRPr>
          </a:p>
        </p:txBody>
      </p:sp>
      <p:sp>
        <p:nvSpPr>
          <p:cNvPr id="31" name="Rectangle 30">
            <a:extLst>
              <a:ext uri="{FF2B5EF4-FFF2-40B4-BE49-F238E27FC236}">
                <a16:creationId xmlns:a16="http://schemas.microsoft.com/office/drawing/2014/main" id="{1B8D53A8-7227-4775-81C9-46336C6300AC}"/>
              </a:ext>
            </a:extLst>
          </p:cNvPr>
          <p:cNvSpPr/>
          <p:nvPr/>
        </p:nvSpPr>
        <p:spPr>
          <a:xfrm>
            <a:off x="3409795" y="1698809"/>
            <a:ext cx="1721047" cy="1466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Donor Government (20y loan</a:t>
            </a:r>
            <a:r>
              <a:rPr lang="en-GB" sz="1400" b="1" dirty="0">
                <a:solidFill>
                  <a:schemeClr val="bg1"/>
                </a:solidFill>
              </a:rPr>
              <a:t>)</a:t>
            </a:r>
            <a:endParaRPr lang="en-US" sz="1400" dirty="0">
              <a:solidFill>
                <a:schemeClr val="bg1"/>
              </a:solidFill>
            </a:endParaRPr>
          </a:p>
        </p:txBody>
      </p:sp>
      <p:sp>
        <p:nvSpPr>
          <p:cNvPr id="32" name="Rectangle 31">
            <a:extLst>
              <a:ext uri="{FF2B5EF4-FFF2-40B4-BE49-F238E27FC236}">
                <a16:creationId xmlns:a16="http://schemas.microsoft.com/office/drawing/2014/main" id="{4D84C46D-13AD-4374-BBF7-AA120EA5C817}"/>
              </a:ext>
            </a:extLst>
          </p:cNvPr>
          <p:cNvSpPr/>
          <p:nvPr/>
        </p:nvSpPr>
        <p:spPr>
          <a:xfrm>
            <a:off x="1883622" y="3850013"/>
            <a:ext cx="1721047" cy="1466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Recipient Government</a:t>
            </a:r>
            <a:endParaRPr lang="en-US" sz="1400" dirty="0">
              <a:solidFill>
                <a:schemeClr val="bg1"/>
              </a:solidFill>
            </a:endParaRPr>
          </a:p>
        </p:txBody>
      </p:sp>
      <p:sp>
        <p:nvSpPr>
          <p:cNvPr id="33" name="Rectangle 32">
            <a:extLst>
              <a:ext uri="{FF2B5EF4-FFF2-40B4-BE49-F238E27FC236}">
                <a16:creationId xmlns:a16="http://schemas.microsoft.com/office/drawing/2014/main" id="{AF8FB6BD-79B0-457F-A1F2-40636B5CA059}"/>
              </a:ext>
            </a:extLst>
          </p:cNvPr>
          <p:cNvSpPr/>
          <p:nvPr/>
        </p:nvSpPr>
        <p:spPr>
          <a:xfrm>
            <a:off x="799082" y="1698809"/>
            <a:ext cx="1721047" cy="1466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Shared Equity Fund</a:t>
            </a:r>
            <a:endParaRPr lang="en-US" sz="1400" dirty="0">
              <a:solidFill>
                <a:schemeClr val="bg1"/>
              </a:solidFill>
            </a:endParaRPr>
          </a:p>
        </p:txBody>
      </p:sp>
      <p:cxnSp>
        <p:nvCxnSpPr>
          <p:cNvPr id="3" name="Straight Arrow Connector 2">
            <a:extLst>
              <a:ext uri="{FF2B5EF4-FFF2-40B4-BE49-F238E27FC236}">
                <a16:creationId xmlns:a16="http://schemas.microsoft.com/office/drawing/2014/main" id="{927E63D1-1665-4753-B77F-8AA8BBC72986}"/>
              </a:ext>
            </a:extLst>
          </p:cNvPr>
          <p:cNvCxnSpPr>
            <a:stCxn id="32" idx="3"/>
            <a:endCxn id="29" idx="1"/>
          </p:cNvCxnSpPr>
          <p:nvPr/>
        </p:nvCxnSpPr>
        <p:spPr>
          <a:xfrm flipV="1">
            <a:off x="3604667" y="3457693"/>
            <a:ext cx="3987708" cy="11255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8952CE2-7755-4817-8712-9F61834272DC}"/>
              </a:ext>
            </a:extLst>
          </p:cNvPr>
          <p:cNvCxnSpPr>
            <a:cxnSpLocks/>
          </p:cNvCxnSpPr>
          <p:nvPr/>
        </p:nvCxnSpPr>
        <p:spPr>
          <a:xfrm>
            <a:off x="4961098" y="2279638"/>
            <a:ext cx="2613935" cy="1178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F0165B1-6E0B-4F0C-9251-DC341B686F46}"/>
              </a:ext>
            </a:extLst>
          </p:cNvPr>
          <p:cNvSpPr txBox="1"/>
          <p:nvPr/>
        </p:nvSpPr>
        <p:spPr>
          <a:xfrm>
            <a:off x="4407109" y="3850012"/>
            <a:ext cx="2188564" cy="307777"/>
          </a:xfrm>
          <a:prstGeom prst="rect">
            <a:avLst/>
          </a:prstGeom>
          <a:noFill/>
        </p:spPr>
        <p:txBody>
          <a:bodyPr wrap="square" rtlCol="0">
            <a:spAutoFit/>
          </a:bodyPr>
          <a:lstStyle/>
          <a:p>
            <a:r>
              <a:rPr lang="en-GB" sz="1400" dirty="0"/>
              <a:t>Primary Indemnity</a:t>
            </a:r>
            <a:endParaRPr lang="en-US" sz="1400" dirty="0"/>
          </a:p>
        </p:txBody>
      </p:sp>
      <p:sp>
        <p:nvSpPr>
          <p:cNvPr id="36" name="TextBox 35">
            <a:extLst>
              <a:ext uri="{FF2B5EF4-FFF2-40B4-BE49-F238E27FC236}">
                <a16:creationId xmlns:a16="http://schemas.microsoft.com/office/drawing/2014/main" id="{C9AF6F2B-06A7-4C3B-BEB3-D1C3B57F627F}"/>
              </a:ext>
            </a:extLst>
          </p:cNvPr>
          <p:cNvSpPr txBox="1"/>
          <p:nvPr/>
        </p:nvSpPr>
        <p:spPr>
          <a:xfrm>
            <a:off x="5258655" y="2484381"/>
            <a:ext cx="2188564" cy="307777"/>
          </a:xfrm>
          <a:prstGeom prst="rect">
            <a:avLst/>
          </a:prstGeom>
          <a:noFill/>
        </p:spPr>
        <p:txBody>
          <a:bodyPr wrap="square" rtlCol="0">
            <a:spAutoFit/>
          </a:bodyPr>
          <a:lstStyle/>
          <a:p>
            <a:r>
              <a:rPr lang="en-GB" sz="1400" dirty="0"/>
              <a:t>Secondary Indemnity</a:t>
            </a:r>
            <a:endParaRPr lang="en-US" sz="1400" dirty="0"/>
          </a:p>
        </p:txBody>
      </p:sp>
      <p:cxnSp>
        <p:nvCxnSpPr>
          <p:cNvPr id="10" name="Straight Arrow Connector 9">
            <a:extLst>
              <a:ext uri="{FF2B5EF4-FFF2-40B4-BE49-F238E27FC236}">
                <a16:creationId xmlns:a16="http://schemas.microsoft.com/office/drawing/2014/main" id="{DD7EB4EF-4B5F-4FC1-9B5A-DEC8708A7967}"/>
              </a:ext>
            </a:extLst>
          </p:cNvPr>
          <p:cNvCxnSpPr>
            <a:cxnSpLocks/>
            <a:stCxn id="33" idx="3"/>
            <a:endCxn id="31" idx="1"/>
          </p:cNvCxnSpPr>
          <p:nvPr/>
        </p:nvCxnSpPr>
        <p:spPr>
          <a:xfrm>
            <a:off x="2520129" y="2432039"/>
            <a:ext cx="8896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89690612-BFE1-4EDE-AF20-668899E65B55}"/>
              </a:ext>
            </a:extLst>
          </p:cNvPr>
          <p:cNvSpPr>
            <a:spLocks noGrp="1"/>
          </p:cNvSpPr>
          <p:nvPr>
            <p:ph type="body" idx="1"/>
          </p:nvPr>
        </p:nvSpPr>
        <p:spPr/>
        <p:txBody>
          <a:bodyPr>
            <a:normAutofit fontScale="85000" lnSpcReduction="20000"/>
          </a:bodyPr>
          <a:lstStyle/>
          <a:p>
            <a:r>
              <a:rPr lang="en-GB" dirty="0"/>
              <a:t>WB is only initial holder of risk; recipient governments indemnify them with donor governments and the shared fund acting as secondary guarantors to ensure the WB holds no risk.</a:t>
            </a:r>
            <a:endParaRPr lang="en-US" dirty="0"/>
          </a:p>
        </p:txBody>
      </p:sp>
      <p:sp>
        <p:nvSpPr>
          <p:cNvPr id="12" name="TextBox 11">
            <a:extLst>
              <a:ext uri="{FF2B5EF4-FFF2-40B4-BE49-F238E27FC236}">
                <a16:creationId xmlns:a16="http://schemas.microsoft.com/office/drawing/2014/main" id="{B3CBB787-9F78-4E69-A0E8-4A9A07770239}"/>
              </a:ext>
            </a:extLst>
          </p:cNvPr>
          <p:cNvSpPr txBox="1"/>
          <p:nvPr/>
        </p:nvSpPr>
        <p:spPr>
          <a:xfrm>
            <a:off x="2446854" y="1834197"/>
            <a:ext cx="1138327" cy="523220"/>
          </a:xfrm>
          <a:prstGeom prst="rect">
            <a:avLst/>
          </a:prstGeom>
          <a:noFill/>
        </p:spPr>
        <p:txBody>
          <a:bodyPr wrap="square" rtlCol="0">
            <a:spAutoFit/>
          </a:bodyPr>
          <a:lstStyle/>
          <a:p>
            <a:r>
              <a:rPr lang="en-GB" sz="1400" dirty="0"/>
              <a:t>Long term Indemnity</a:t>
            </a:r>
            <a:endParaRPr lang="en-US" sz="1400" dirty="0"/>
          </a:p>
        </p:txBody>
      </p:sp>
    </p:spTree>
    <p:extLst>
      <p:ext uri="{BB962C8B-B14F-4D97-AF65-F5344CB8AC3E}">
        <p14:creationId xmlns:p14="http://schemas.microsoft.com/office/powerpoint/2010/main" val="38544972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AD567AFE-F5AD-413E-AA20-95D670E03352}"/>
              </a:ext>
            </a:extLst>
          </p:cNvPr>
          <p:cNvSpPr/>
          <p:nvPr/>
        </p:nvSpPr>
        <p:spPr>
          <a:xfrm>
            <a:off x="1757401" y="935187"/>
            <a:ext cx="1721047" cy="1466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rPr>
              <a:t>WB Group (WB, IFC, MIGA</a:t>
            </a:r>
            <a:r>
              <a:rPr lang="en-GB" sz="1400" dirty="0">
                <a:solidFill>
                  <a:schemeClr val="bg1"/>
                </a:solidFill>
              </a:rPr>
              <a:t>)</a:t>
            </a:r>
            <a:endParaRPr lang="en-US" sz="1400" dirty="0">
              <a:solidFill>
                <a:schemeClr val="bg1"/>
              </a:solidFill>
            </a:endParaRPr>
          </a:p>
        </p:txBody>
      </p:sp>
      <p:sp>
        <p:nvSpPr>
          <p:cNvPr id="37" name="Rectangle 36">
            <a:extLst>
              <a:ext uri="{FF2B5EF4-FFF2-40B4-BE49-F238E27FC236}">
                <a16:creationId xmlns:a16="http://schemas.microsoft.com/office/drawing/2014/main" id="{30BF6356-96A7-4EAB-AF91-6B8CC5AE842C}"/>
              </a:ext>
            </a:extLst>
          </p:cNvPr>
          <p:cNvSpPr/>
          <p:nvPr/>
        </p:nvSpPr>
        <p:spPr>
          <a:xfrm>
            <a:off x="5117041" y="2785415"/>
            <a:ext cx="1721047" cy="14664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400" b="1" dirty="0">
                <a:solidFill>
                  <a:schemeClr val="tx1"/>
                </a:solidFill>
              </a:rPr>
              <a:t>Renewables</a:t>
            </a:r>
            <a:endParaRPr lang="en-US" sz="1400" dirty="0">
              <a:solidFill>
                <a:schemeClr val="tx1"/>
              </a:solidFill>
            </a:endParaRPr>
          </a:p>
        </p:txBody>
      </p:sp>
      <p:sp>
        <p:nvSpPr>
          <p:cNvPr id="8" name="Arrow: Right 7">
            <a:extLst>
              <a:ext uri="{FF2B5EF4-FFF2-40B4-BE49-F238E27FC236}">
                <a16:creationId xmlns:a16="http://schemas.microsoft.com/office/drawing/2014/main" id="{C048C3B1-2066-4EAE-B191-4D769B6EEDA1}"/>
              </a:ext>
            </a:extLst>
          </p:cNvPr>
          <p:cNvSpPr/>
          <p:nvPr/>
        </p:nvSpPr>
        <p:spPr>
          <a:xfrm>
            <a:off x="3537841" y="3284424"/>
            <a:ext cx="1539459" cy="468443"/>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a:p>
        </p:txBody>
      </p:sp>
      <p:sp>
        <p:nvSpPr>
          <p:cNvPr id="39" name="Rectangle 38">
            <a:extLst>
              <a:ext uri="{FF2B5EF4-FFF2-40B4-BE49-F238E27FC236}">
                <a16:creationId xmlns:a16="http://schemas.microsoft.com/office/drawing/2014/main" id="{65A18ED4-7080-4164-BA69-E7A0A1397EC0}"/>
              </a:ext>
            </a:extLst>
          </p:cNvPr>
          <p:cNvSpPr/>
          <p:nvPr/>
        </p:nvSpPr>
        <p:spPr>
          <a:xfrm>
            <a:off x="1757401" y="2455285"/>
            <a:ext cx="1721047" cy="1466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rPr>
              <a:t>Governments</a:t>
            </a:r>
            <a:endParaRPr lang="en-US" sz="1400" dirty="0">
              <a:solidFill>
                <a:schemeClr val="bg1"/>
              </a:solidFill>
            </a:endParaRPr>
          </a:p>
        </p:txBody>
      </p:sp>
      <p:sp>
        <p:nvSpPr>
          <p:cNvPr id="40" name="Arrow: Right 39">
            <a:extLst>
              <a:ext uri="{FF2B5EF4-FFF2-40B4-BE49-F238E27FC236}">
                <a16:creationId xmlns:a16="http://schemas.microsoft.com/office/drawing/2014/main" id="{9C1C462D-14A1-4495-9297-3C09AC02642D}"/>
              </a:ext>
            </a:extLst>
          </p:cNvPr>
          <p:cNvSpPr/>
          <p:nvPr/>
        </p:nvSpPr>
        <p:spPr>
          <a:xfrm>
            <a:off x="6838085" y="3284423"/>
            <a:ext cx="1539459" cy="468443"/>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a:p>
        </p:txBody>
      </p:sp>
      <p:sp>
        <p:nvSpPr>
          <p:cNvPr id="42" name="Rectangle 41">
            <a:extLst>
              <a:ext uri="{FF2B5EF4-FFF2-40B4-BE49-F238E27FC236}">
                <a16:creationId xmlns:a16="http://schemas.microsoft.com/office/drawing/2014/main" id="{982F8430-29D0-4DD5-89E0-2CD1FBFE59C4}"/>
              </a:ext>
            </a:extLst>
          </p:cNvPr>
          <p:cNvSpPr/>
          <p:nvPr/>
        </p:nvSpPr>
        <p:spPr>
          <a:xfrm>
            <a:off x="8377545" y="2052187"/>
            <a:ext cx="1721047" cy="146646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r>
              <a:rPr lang="en-GB" sz="1400" b="1" dirty="0">
                <a:solidFill>
                  <a:schemeClr val="tx1"/>
                </a:solidFill>
              </a:rPr>
              <a:t>Lower Interest Costs</a:t>
            </a:r>
            <a:endParaRPr lang="en-US" sz="1400" dirty="0">
              <a:solidFill>
                <a:schemeClr val="tx1"/>
              </a:solidFill>
            </a:endParaRPr>
          </a:p>
        </p:txBody>
      </p:sp>
      <p:sp>
        <p:nvSpPr>
          <p:cNvPr id="43" name="Rectangle 42">
            <a:extLst>
              <a:ext uri="{FF2B5EF4-FFF2-40B4-BE49-F238E27FC236}">
                <a16:creationId xmlns:a16="http://schemas.microsoft.com/office/drawing/2014/main" id="{3A8D1DC4-64AF-4AF9-B95A-2970656A9F70}"/>
              </a:ext>
            </a:extLst>
          </p:cNvPr>
          <p:cNvSpPr/>
          <p:nvPr/>
        </p:nvSpPr>
        <p:spPr>
          <a:xfrm>
            <a:off x="8377545" y="3511615"/>
            <a:ext cx="1721047" cy="14664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400" b="1" dirty="0">
                <a:solidFill>
                  <a:schemeClr val="tx1"/>
                </a:solidFill>
              </a:rPr>
              <a:t>More Profit</a:t>
            </a:r>
            <a:endParaRPr lang="en-US" sz="1400" dirty="0">
              <a:solidFill>
                <a:schemeClr val="tx1"/>
              </a:solidFill>
            </a:endParaRPr>
          </a:p>
        </p:txBody>
      </p:sp>
      <p:sp>
        <p:nvSpPr>
          <p:cNvPr id="12" name="TextBox 11">
            <a:extLst>
              <a:ext uri="{FF2B5EF4-FFF2-40B4-BE49-F238E27FC236}">
                <a16:creationId xmlns:a16="http://schemas.microsoft.com/office/drawing/2014/main" id="{9FA7215B-8209-4F98-9328-075B8DCBE900}"/>
              </a:ext>
            </a:extLst>
          </p:cNvPr>
          <p:cNvSpPr txBox="1"/>
          <p:nvPr/>
        </p:nvSpPr>
        <p:spPr>
          <a:xfrm>
            <a:off x="3577582" y="2911343"/>
            <a:ext cx="1064303" cy="307777"/>
          </a:xfrm>
          <a:prstGeom prst="rect">
            <a:avLst/>
          </a:prstGeom>
          <a:noFill/>
        </p:spPr>
        <p:txBody>
          <a:bodyPr wrap="square" rtlCol="0">
            <a:spAutoFit/>
          </a:bodyPr>
          <a:lstStyle/>
          <a:p>
            <a:r>
              <a:rPr lang="en-GB" sz="1400" dirty="0"/>
              <a:t>Derisking</a:t>
            </a:r>
            <a:endParaRPr lang="en-US" sz="1400" dirty="0"/>
          </a:p>
        </p:txBody>
      </p:sp>
      <p:sp>
        <p:nvSpPr>
          <p:cNvPr id="45" name="TextBox 44">
            <a:extLst>
              <a:ext uri="{FF2B5EF4-FFF2-40B4-BE49-F238E27FC236}">
                <a16:creationId xmlns:a16="http://schemas.microsoft.com/office/drawing/2014/main" id="{072EA18E-8CEF-4DD3-BD77-D2042D4E4AC0}"/>
              </a:ext>
            </a:extLst>
          </p:cNvPr>
          <p:cNvSpPr txBox="1"/>
          <p:nvPr/>
        </p:nvSpPr>
        <p:spPr>
          <a:xfrm>
            <a:off x="6956875" y="2850253"/>
            <a:ext cx="1301880" cy="307777"/>
          </a:xfrm>
          <a:prstGeom prst="rect">
            <a:avLst/>
          </a:prstGeom>
          <a:noFill/>
        </p:spPr>
        <p:txBody>
          <a:bodyPr wrap="square" rtlCol="0">
            <a:spAutoFit/>
          </a:bodyPr>
          <a:lstStyle/>
          <a:p>
            <a:r>
              <a:rPr lang="en-GB" sz="1400" dirty="0"/>
              <a:t>Leading To</a:t>
            </a:r>
            <a:endParaRPr lang="en-US" sz="1400" dirty="0"/>
          </a:p>
        </p:txBody>
      </p:sp>
      <p:sp>
        <p:nvSpPr>
          <p:cNvPr id="11" name="Rectangle 10">
            <a:extLst>
              <a:ext uri="{FF2B5EF4-FFF2-40B4-BE49-F238E27FC236}">
                <a16:creationId xmlns:a16="http://schemas.microsoft.com/office/drawing/2014/main" id="{F418D9DE-256E-45F8-880B-72EE86CCA407}"/>
              </a:ext>
            </a:extLst>
          </p:cNvPr>
          <p:cNvSpPr/>
          <p:nvPr/>
        </p:nvSpPr>
        <p:spPr>
          <a:xfrm>
            <a:off x="1757401" y="3975382"/>
            <a:ext cx="1721047" cy="1466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rPr>
              <a:t>Central </a:t>
            </a:r>
          </a:p>
          <a:p>
            <a:pPr algn="ctr"/>
            <a:r>
              <a:rPr lang="en-GB" sz="1400" b="1" dirty="0">
                <a:solidFill>
                  <a:schemeClr val="bg1"/>
                </a:solidFill>
              </a:rPr>
              <a:t>Banks</a:t>
            </a:r>
            <a:endParaRPr lang="en-US" sz="1400" dirty="0">
              <a:solidFill>
                <a:schemeClr val="bg1"/>
              </a:solidFill>
            </a:endParaRPr>
          </a:p>
        </p:txBody>
      </p:sp>
      <p:sp>
        <p:nvSpPr>
          <p:cNvPr id="2" name="Text Placeholder 1">
            <a:extLst>
              <a:ext uri="{FF2B5EF4-FFF2-40B4-BE49-F238E27FC236}">
                <a16:creationId xmlns:a16="http://schemas.microsoft.com/office/drawing/2014/main" id="{9DFCEFD4-9663-4BE1-882E-A4DA215D93B0}"/>
              </a:ext>
            </a:extLst>
          </p:cNvPr>
          <p:cNvSpPr>
            <a:spLocks noGrp="1"/>
          </p:cNvSpPr>
          <p:nvPr>
            <p:ph type="body" idx="1"/>
          </p:nvPr>
        </p:nvSpPr>
        <p:spPr/>
        <p:txBody>
          <a:bodyPr/>
          <a:lstStyle/>
          <a:p>
            <a:r>
              <a:rPr lang="en-GB" dirty="0"/>
              <a:t>Summary</a:t>
            </a:r>
            <a:endParaRPr lang="en-US" dirty="0"/>
          </a:p>
        </p:txBody>
      </p:sp>
    </p:spTree>
    <p:extLst>
      <p:ext uri="{BB962C8B-B14F-4D97-AF65-F5344CB8AC3E}">
        <p14:creationId xmlns:p14="http://schemas.microsoft.com/office/powerpoint/2010/main" val="18856039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BD40-DA89-4E9E-8FF4-B7C7CDB5655F}"/>
              </a:ext>
            </a:extLst>
          </p:cNvPr>
          <p:cNvSpPr>
            <a:spLocks noGrp="1"/>
          </p:cNvSpPr>
          <p:nvPr>
            <p:ph type="ctrTitle"/>
          </p:nvPr>
        </p:nvSpPr>
        <p:spPr/>
        <p:txBody>
          <a:bodyPr/>
          <a:lstStyle/>
          <a:p>
            <a:r>
              <a:rPr lang="en-GB" dirty="0"/>
              <a:t>Appendix 2: Financial Modelling</a:t>
            </a:r>
            <a:endParaRPr lang="en-US" dirty="0"/>
          </a:p>
        </p:txBody>
      </p:sp>
      <p:sp>
        <p:nvSpPr>
          <p:cNvPr id="5" name="Subtitle 4">
            <a:extLst>
              <a:ext uri="{FF2B5EF4-FFF2-40B4-BE49-F238E27FC236}">
                <a16:creationId xmlns:a16="http://schemas.microsoft.com/office/drawing/2014/main" id="{DC7C202B-09CF-44D3-A989-0B3AC613B25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607665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FA5828A3-B0C0-448E-A5E9-23161690B81A}"/>
              </a:ext>
            </a:extLst>
          </p:cNvPr>
          <p:cNvGraphicFramePr>
            <a:graphicFrameLocks noGrp="1"/>
          </p:cNvGraphicFramePr>
          <p:nvPr/>
        </p:nvGraphicFramePr>
        <p:xfrm>
          <a:off x="5653958" y="1758201"/>
          <a:ext cx="5027533" cy="4599384"/>
        </p:xfrm>
        <a:graphic>
          <a:graphicData uri="http://schemas.openxmlformats.org/drawingml/2006/table">
            <a:tbl>
              <a:tblPr/>
              <a:tblGrid>
                <a:gridCol w="1918135">
                  <a:extLst>
                    <a:ext uri="{9D8B030D-6E8A-4147-A177-3AD203B41FA5}">
                      <a16:colId xmlns:a16="http://schemas.microsoft.com/office/drawing/2014/main" val="1274838808"/>
                    </a:ext>
                  </a:extLst>
                </a:gridCol>
                <a:gridCol w="1554699">
                  <a:extLst>
                    <a:ext uri="{9D8B030D-6E8A-4147-A177-3AD203B41FA5}">
                      <a16:colId xmlns:a16="http://schemas.microsoft.com/office/drawing/2014/main" val="3606653383"/>
                    </a:ext>
                  </a:extLst>
                </a:gridCol>
                <a:gridCol w="1554699">
                  <a:extLst>
                    <a:ext uri="{9D8B030D-6E8A-4147-A177-3AD203B41FA5}">
                      <a16:colId xmlns:a16="http://schemas.microsoft.com/office/drawing/2014/main" val="3396986"/>
                    </a:ext>
                  </a:extLst>
                </a:gridCol>
              </a:tblGrid>
              <a:tr h="718796">
                <a:tc>
                  <a:txBody>
                    <a:bodyPr/>
                    <a:lstStyle/>
                    <a:p>
                      <a:pPr rtl="0" fontAlgn="b"/>
                      <a:endParaRPr lang="en-US" sz="1500">
                        <a:effectLst/>
                      </a:endParaRP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1500" b="1" dirty="0" err="1">
                          <a:solidFill>
                            <a:schemeClr val="accent2">
                              <a:lumMod val="75000"/>
                            </a:schemeClr>
                          </a:solidFill>
                          <a:effectLst/>
                        </a:rPr>
                        <a:t>Solar+Battery</a:t>
                      </a:r>
                      <a:r>
                        <a:rPr lang="en-US" sz="1500" b="1" dirty="0">
                          <a:solidFill>
                            <a:schemeClr val="accent2">
                              <a:lumMod val="75000"/>
                            </a:schemeClr>
                          </a:solidFill>
                          <a:effectLst/>
                        </a:rPr>
                        <a:t> without Derisking</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1500" b="1" dirty="0" err="1">
                          <a:effectLst/>
                        </a:rPr>
                        <a:t>Solar+Battery</a:t>
                      </a:r>
                      <a:r>
                        <a:rPr lang="en-US" sz="1500" b="1" dirty="0">
                          <a:effectLst/>
                        </a:rPr>
                        <a:t> with Derisking</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985703435"/>
                  </a:ext>
                </a:extLst>
              </a:tr>
              <a:tr h="492657">
                <a:tc>
                  <a:txBody>
                    <a:bodyPr/>
                    <a:lstStyle/>
                    <a:p>
                      <a:pPr rtl="0" fontAlgn="b"/>
                      <a:r>
                        <a:rPr lang="en-US" sz="1500">
                          <a:effectLst/>
                        </a:rPr>
                        <a:t>Asset</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1500" dirty="0">
                          <a:solidFill>
                            <a:schemeClr val="accent2">
                              <a:lumMod val="75000"/>
                            </a:schemeClr>
                          </a:solidFill>
                          <a:effectLst/>
                        </a:rPr>
                        <a:t>Solar PV Utility Scale </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1500" dirty="0">
                          <a:effectLst/>
                        </a:rPr>
                        <a:t>Solar PV Utility Scale </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857662908"/>
                  </a:ext>
                </a:extLst>
              </a:tr>
              <a:tr h="266520">
                <a:tc>
                  <a:txBody>
                    <a:bodyPr/>
                    <a:lstStyle/>
                    <a:p>
                      <a:pPr rtl="0" fontAlgn="b"/>
                      <a:r>
                        <a:rPr lang="en-US" sz="1500">
                          <a:effectLst/>
                        </a:rPr>
                        <a:t>Size</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1500" dirty="0">
                          <a:solidFill>
                            <a:schemeClr val="accent2">
                              <a:lumMod val="75000"/>
                            </a:schemeClr>
                          </a:solidFill>
                          <a:effectLst/>
                        </a:rPr>
                        <a:t>1MW </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1500" dirty="0">
                          <a:effectLst/>
                        </a:rPr>
                        <a:t>1MW </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405903975"/>
                  </a:ext>
                </a:extLst>
              </a:tr>
              <a:tr h="266520">
                <a:tc>
                  <a:txBody>
                    <a:bodyPr/>
                    <a:lstStyle/>
                    <a:p>
                      <a:pPr rtl="0" fontAlgn="b"/>
                      <a:r>
                        <a:rPr lang="en-US" sz="1500" dirty="0">
                          <a:effectLst/>
                        </a:rPr>
                        <a:t>Capital cost $/MW</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$1,000,000</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rPr>
                        <a:t>$1,000,000</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861543052"/>
                  </a:ext>
                </a:extLst>
              </a:tr>
              <a:tr h="266520">
                <a:tc>
                  <a:txBody>
                    <a:bodyPr/>
                    <a:lstStyle/>
                    <a:p>
                      <a:pPr rtl="0" fontAlgn="b"/>
                      <a:r>
                        <a:rPr lang="en-US" sz="1500">
                          <a:effectLst/>
                        </a:rPr>
                        <a:t>Lifetime</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25</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rPr>
                        <a:t>25</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36947544"/>
                  </a:ext>
                </a:extLst>
              </a:tr>
              <a:tr h="266520">
                <a:tc>
                  <a:txBody>
                    <a:bodyPr/>
                    <a:lstStyle/>
                    <a:p>
                      <a:pPr rtl="0" fontAlgn="b"/>
                      <a:r>
                        <a:rPr lang="en-US" sz="1500">
                          <a:effectLst/>
                        </a:rPr>
                        <a:t>Capacity %</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20%</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rPr>
                        <a:t>20%</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6524244"/>
                  </a:ext>
                </a:extLst>
              </a:tr>
              <a:tr h="492657">
                <a:tc>
                  <a:txBody>
                    <a:bodyPr/>
                    <a:lstStyle/>
                    <a:p>
                      <a:pPr rtl="0" fontAlgn="b"/>
                      <a:r>
                        <a:rPr lang="en-US" sz="1500">
                          <a:effectLst/>
                        </a:rPr>
                        <a:t>Power Produced Per Year</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1752</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rPr>
                        <a:t>1752</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3419007237"/>
                  </a:ext>
                </a:extLst>
              </a:tr>
              <a:tr h="492657">
                <a:tc>
                  <a:txBody>
                    <a:bodyPr/>
                    <a:lstStyle/>
                    <a:p>
                      <a:pPr rtl="0" fontAlgn="b"/>
                      <a:r>
                        <a:rPr lang="en-US" sz="1500">
                          <a:effectLst/>
                        </a:rPr>
                        <a:t>Power Price USD/MWh</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$ 51 </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rPr>
                        <a:t>$ 51 </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530073211"/>
                  </a:ext>
                </a:extLst>
              </a:tr>
              <a:tr h="492657">
                <a:tc>
                  <a:txBody>
                    <a:bodyPr/>
                    <a:lstStyle/>
                    <a:p>
                      <a:pPr rtl="0" fontAlgn="b"/>
                      <a:r>
                        <a:rPr lang="en-US" sz="1500">
                          <a:effectLst/>
                        </a:rPr>
                        <a:t>Power Price USD/kWh</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$ 0.05 </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rPr>
                        <a:t>$ 0.05 </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963833676"/>
                  </a:ext>
                </a:extLst>
              </a:tr>
              <a:tr h="266520">
                <a:tc>
                  <a:txBody>
                    <a:bodyPr/>
                    <a:lstStyle/>
                    <a:p>
                      <a:pPr rtl="0" fontAlgn="b"/>
                      <a:r>
                        <a:rPr lang="en-US" sz="1500" b="1">
                          <a:effectLst/>
                        </a:rPr>
                        <a:t>Revenues</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b="1" dirty="0">
                          <a:solidFill>
                            <a:schemeClr val="accent2">
                              <a:lumMod val="75000"/>
                            </a:schemeClr>
                          </a:solidFill>
                          <a:effectLst/>
                        </a:rPr>
                        <a:t>$ 90,000 </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b="1" dirty="0">
                          <a:effectLst/>
                        </a:rPr>
                        <a:t>$ 90,000 </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3343829955"/>
                  </a:ext>
                </a:extLst>
              </a:tr>
              <a:tr h="266520">
                <a:tc>
                  <a:txBody>
                    <a:bodyPr/>
                    <a:lstStyle/>
                    <a:p>
                      <a:pPr rtl="0" fontAlgn="b"/>
                      <a:r>
                        <a:rPr lang="en-US" sz="1500">
                          <a:effectLst/>
                        </a:rPr>
                        <a:t>Proportion of Debt</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80%</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rPr>
                        <a:t>80%</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4096690496"/>
                  </a:ext>
                </a:extLst>
              </a:tr>
              <a:tr h="266520">
                <a:tc>
                  <a:txBody>
                    <a:bodyPr/>
                    <a:lstStyle/>
                    <a:p>
                      <a:pPr rtl="0" fontAlgn="b"/>
                      <a:r>
                        <a:rPr lang="en-US" sz="1500">
                          <a:effectLst/>
                        </a:rPr>
                        <a:t>Proportion of Equity</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20%</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rPr>
                        <a:t>20%</a:t>
                      </a:r>
                    </a:p>
                  </a:txBody>
                  <a:tcPr marL="30287" marR="30287" marT="20191" marB="2019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3161338101"/>
                  </a:ext>
                </a:extLst>
              </a:tr>
            </a:tbl>
          </a:graphicData>
        </a:graphic>
      </p:graphicFrame>
      <p:sp>
        <p:nvSpPr>
          <p:cNvPr id="7" name="Title 6">
            <a:extLst>
              <a:ext uri="{FF2B5EF4-FFF2-40B4-BE49-F238E27FC236}">
                <a16:creationId xmlns:a16="http://schemas.microsoft.com/office/drawing/2014/main" id="{3DCCCE16-DE87-4BF2-B349-5DD805C7C7BF}"/>
              </a:ext>
            </a:extLst>
          </p:cNvPr>
          <p:cNvSpPr>
            <a:spLocks noGrp="1"/>
          </p:cNvSpPr>
          <p:nvPr>
            <p:ph type="title"/>
          </p:nvPr>
        </p:nvSpPr>
        <p:spPr/>
        <p:txBody>
          <a:bodyPr>
            <a:normAutofit/>
          </a:bodyPr>
          <a:lstStyle/>
          <a:p>
            <a:r>
              <a:rPr lang="en-GB" dirty="0"/>
              <a:t>A Basic Project</a:t>
            </a:r>
            <a:endParaRPr lang="en-US" dirty="0"/>
          </a:p>
        </p:txBody>
      </p:sp>
    </p:spTree>
    <p:extLst>
      <p:ext uri="{BB962C8B-B14F-4D97-AF65-F5344CB8AC3E}">
        <p14:creationId xmlns:p14="http://schemas.microsoft.com/office/powerpoint/2010/main" val="28694988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DCCCE16-DE87-4BF2-B349-5DD805C7C7BF}"/>
              </a:ext>
            </a:extLst>
          </p:cNvPr>
          <p:cNvSpPr>
            <a:spLocks noGrp="1"/>
          </p:cNvSpPr>
          <p:nvPr>
            <p:ph type="title"/>
          </p:nvPr>
        </p:nvSpPr>
        <p:spPr/>
        <p:txBody>
          <a:bodyPr>
            <a:normAutofit/>
          </a:bodyPr>
          <a:lstStyle/>
          <a:p>
            <a:r>
              <a:rPr lang="en-GB" dirty="0"/>
              <a:t>A Basic Project</a:t>
            </a:r>
            <a:endParaRPr lang="en-US" dirty="0"/>
          </a:p>
        </p:txBody>
      </p:sp>
      <p:graphicFrame>
        <p:nvGraphicFramePr>
          <p:cNvPr id="2" name="Table 1">
            <a:extLst>
              <a:ext uri="{FF2B5EF4-FFF2-40B4-BE49-F238E27FC236}">
                <a16:creationId xmlns:a16="http://schemas.microsoft.com/office/drawing/2014/main" id="{EE8A6289-2837-4274-BA39-082893704736}"/>
              </a:ext>
            </a:extLst>
          </p:cNvPr>
          <p:cNvGraphicFramePr>
            <a:graphicFrameLocks noGrp="1"/>
          </p:cNvGraphicFramePr>
          <p:nvPr/>
        </p:nvGraphicFramePr>
        <p:xfrm>
          <a:off x="5767099" y="937857"/>
          <a:ext cx="5827778" cy="5410721"/>
        </p:xfrm>
        <a:graphic>
          <a:graphicData uri="http://schemas.openxmlformats.org/drawingml/2006/table">
            <a:tbl>
              <a:tblPr/>
              <a:tblGrid>
                <a:gridCol w="2069564">
                  <a:extLst>
                    <a:ext uri="{9D8B030D-6E8A-4147-A177-3AD203B41FA5}">
                      <a16:colId xmlns:a16="http://schemas.microsoft.com/office/drawing/2014/main" val="1255299461"/>
                    </a:ext>
                  </a:extLst>
                </a:gridCol>
                <a:gridCol w="1906497">
                  <a:extLst>
                    <a:ext uri="{9D8B030D-6E8A-4147-A177-3AD203B41FA5}">
                      <a16:colId xmlns:a16="http://schemas.microsoft.com/office/drawing/2014/main" val="2675633983"/>
                    </a:ext>
                  </a:extLst>
                </a:gridCol>
                <a:gridCol w="1851717">
                  <a:extLst>
                    <a:ext uri="{9D8B030D-6E8A-4147-A177-3AD203B41FA5}">
                      <a16:colId xmlns:a16="http://schemas.microsoft.com/office/drawing/2014/main" val="3551823269"/>
                    </a:ext>
                  </a:extLst>
                </a:gridCol>
              </a:tblGrid>
              <a:tr h="615297">
                <a:tc>
                  <a:txBody>
                    <a:bodyPr/>
                    <a:lstStyle/>
                    <a:p>
                      <a:pPr rtl="0" fontAlgn="b"/>
                      <a:endParaRPr lang="en-US" sz="1500" dirty="0">
                        <a:effectLst/>
                      </a:endParaRP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1500" b="1" dirty="0">
                          <a:solidFill>
                            <a:schemeClr val="accent2">
                              <a:lumMod val="75000"/>
                            </a:schemeClr>
                          </a:solidFill>
                          <a:effectLst/>
                        </a:rPr>
                        <a:t>Renewables without Derisking</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sz="1500" b="1" dirty="0">
                          <a:effectLst/>
                        </a:rPr>
                        <a:t>Renewables with Derisking</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416687450"/>
                  </a:ext>
                </a:extLst>
              </a:tr>
              <a:tr h="250283">
                <a:tc>
                  <a:txBody>
                    <a:bodyPr/>
                    <a:lstStyle/>
                    <a:p>
                      <a:pPr rtl="0" fontAlgn="b"/>
                      <a:r>
                        <a:rPr lang="en-US" sz="1500" dirty="0">
                          <a:effectLst/>
                        </a:rPr>
                        <a:t>Debt Interest Rate</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7.5%</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highlight>
                            <a:srgbClr val="FFFF00"/>
                          </a:highlight>
                        </a:rPr>
                        <a:t>2.5%</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634485543"/>
                  </a:ext>
                </a:extLst>
              </a:tr>
              <a:tr h="421721">
                <a:tc>
                  <a:txBody>
                    <a:bodyPr/>
                    <a:lstStyle/>
                    <a:p>
                      <a:pPr rtl="0" fontAlgn="b"/>
                      <a:r>
                        <a:rPr lang="en-US" sz="1500" dirty="0">
                          <a:effectLst/>
                        </a:rPr>
                        <a:t>Equity Required Return</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15%</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rPr>
                        <a:t>15%</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131498034"/>
                  </a:ext>
                </a:extLst>
              </a:tr>
              <a:tr h="250283">
                <a:tc>
                  <a:txBody>
                    <a:bodyPr/>
                    <a:lstStyle/>
                    <a:p>
                      <a:pPr rtl="0" fontAlgn="b"/>
                      <a:r>
                        <a:rPr lang="en-US" sz="1500" dirty="0">
                          <a:effectLst/>
                        </a:rPr>
                        <a:t>Cost of Capital</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9%</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rPr>
                        <a:t>5%</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4268195726"/>
                  </a:ext>
                </a:extLst>
              </a:tr>
              <a:tr h="250283">
                <a:tc>
                  <a:txBody>
                    <a:bodyPr/>
                    <a:lstStyle/>
                    <a:p>
                      <a:pPr rtl="0" fontAlgn="b"/>
                      <a:r>
                        <a:rPr lang="en-US" sz="1500">
                          <a:effectLst/>
                        </a:rPr>
                        <a:t>Required Revenues</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$ 90,000 </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rPr>
                        <a:t>$ 90,000 </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36540110"/>
                  </a:ext>
                </a:extLst>
              </a:tr>
              <a:tr h="250283">
                <a:tc>
                  <a:txBody>
                    <a:bodyPr/>
                    <a:lstStyle/>
                    <a:p>
                      <a:pPr rtl="0" fontAlgn="b"/>
                      <a:r>
                        <a:rPr lang="en-US" sz="1500" dirty="0">
                          <a:effectLst/>
                        </a:rPr>
                        <a:t>Price Earnings ratio</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6.7</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rPr>
                        <a:t>6.7</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45183461"/>
                  </a:ext>
                </a:extLst>
              </a:tr>
              <a:tr h="250283">
                <a:tc>
                  <a:txBody>
                    <a:bodyPr/>
                    <a:lstStyle/>
                    <a:p>
                      <a:pPr rtl="0" fontAlgn="b"/>
                      <a:r>
                        <a:rPr lang="en-US" sz="1500">
                          <a:effectLst/>
                        </a:rPr>
                        <a:t>Revenues </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$ 90,000 </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rPr>
                        <a:t>$ 90,000 </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4099727438"/>
                  </a:ext>
                </a:extLst>
              </a:tr>
              <a:tr h="421721">
                <a:tc>
                  <a:txBody>
                    <a:bodyPr/>
                    <a:lstStyle/>
                    <a:p>
                      <a:pPr rtl="0" fontAlgn="b"/>
                      <a:r>
                        <a:rPr lang="en-US" sz="1500">
                          <a:effectLst/>
                        </a:rPr>
                        <a:t>Interest Costs per Year</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$ 60,000 </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highlight>
                            <a:srgbClr val="FFFF00"/>
                          </a:highlight>
                        </a:rPr>
                        <a:t>$ 20,000 </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660455550"/>
                  </a:ext>
                </a:extLst>
              </a:tr>
              <a:tr h="250283">
                <a:tc>
                  <a:txBody>
                    <a:bodyPr/>
                    <a:lstStyle/>
                    <a:p>
                      <a:pPr rtl="0" fontAlgn="b"/>
                      <a:r>
                        <a:rPr lang="en-US" sz="1500">
                          <a:effectLst/>
                        </a:rPr>
                        <a:t>Profit per year</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$ 30,000 </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highlight>
                            <a:srgbClr val="FFFF00"/>
                          </a:highlight>
                        </a:rPr>
                        <a:t>$ 70,000 </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250943606"/>
                  </a:ext>
                </a:extLst>
              </a:tr>
              <a:tr h="421721">
                <a:tc>
                  <a:txBody>
                    <a:bodyPr/>
                    <a:lstStyle/>
                    <a:p>
                      <a:pPr rtl="0" fontAlgn="b"/>
                      <a:r>
                        <a:rPr lang="en-US" sz="1500">
                          <a:effectLst/>
                        </a:rPr>
                        <a:t>Initial Equity Investment</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$ 200,000 </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rPr>
                        <a:t>$ 200,000 </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3244394270"/>
                  </a:ext>
                </a:extLst>
              </a:tr>
              <a:tr h="473803">
                <a:tc>
                  <a:txBody>
                    <a:bodyPr/>
                    <a:lstStyle/>
                    <a:p>
                      <a:pPr rtl="0" fontAlgn="b"/>
                      <a:r>
                        <a:rPr lang="en-US" sz="1500" dirty="0">
                          <a:effectLst/>
                        </a:rPr>
                        <a:t>Equity Stake after appreciation (no risk)</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$ 200,000 </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highlight>
                            <a:srgbClr val="FFFF00"/>
                          </a:highlight>
                        </a:rPr>
                        <a:t>$ 466,667 </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803149396"/>
                  </a:ext>
                </a:extLst>
              </a:tr>
              <a:tr h="250283">
                <a:tc>
                  <a:txBody>
                    <a:bodyPr/>
                    <a:lstStyle/>
                    <a:p>
                      <a:pPr rtl="0" fontAlgn="b"/>
                      <a:r>
                        <a:rPr lang="en-US" sz="1500">
                          <a:effectLst/>
                        </a:rPr>
                        <a:t>Equity Appreciation</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E0CEB0"/>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0%</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rPr>
                        <a:t>133%</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386768946"/>
                  </a:ext>
                </a:extLst>
              </a:tr>
              <a:tr h="697323">
                <a:tc>
                  <a:txBody>
                    <a:bodyPr/>
                    <a:lstStyle/>
                    <a:p>
                      <a:pPr rtl="0" fontAlgn="b"/>
                      <a:r>
                        <a:rPr lang="en-US" sz="1500" dirty="0">
                          <a:effectLst/>
                        </a:rPr>
                        <a:t>Yearly Return after 25% provisions for default/costs</a:t>
                      </a:r>
                    </a:p>
                  </a:txBody>
                  <a:tcPr marL="20072" marR="20072" marT="13381" marB="13381" anchor="b">
                    <a:lnL w="9525" cap="flat" cmpd="sng" algn="ctr">
                      <a:solidFill>
                        <a:srgbClr val="E0CEB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E0CEB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endParaRPr lang="en-US" sz="1500" dirty="0">
                        <a:solidFill>
                          <a:schemeClr val="accent2">
                            <a:lumMod val="75000"/>
                          </a:schemeClr>
                        </a:solidFill>
                        <a:effectLst/>
                      </a:endParaRP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rPr>
                        <a:t>100%</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723313455"/>
                  </a:ext>
                </a:extLst>
              </a:tr>
              <a:tr h="250283">
                <a:tc>
                  <a:txBody>
                    <a:bodyPr/>
                    <a:lstStyle/>
                    <a:p>
                      <a:pPr rtl="0" fontAlgn="b"/>
                      <a:r>
                        <a:rPr lang="en-US" sz="1500" dirty="0">
                          <a:effectLst/>
                        </a:rPr>
                        <a:t>Equity Stake after appreciation</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solidFill>
                            <a:schemeClr val="accent2">
                              <a:lumMod val="75000"/>
                            </a:schemeClr>
                          </a:solidFill>
                          <a:effectLst/>
                        </a:rPr>
                        <a:t>$ 200,000 </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r" rtl="0" fontAlgn="b"/>
                      <a:r>
                        <a:rPr lang="en-US" sz="1500" dirty="0">
                          <a:effectLst/>
                          <a:highlight>
                            <a:srgbClr val="FFFF00"/>
                          </a:highlight>
                        </a:rPr>
                        <a:t>$ 400,000</a:t>
                      </a:r>
                    </a:p>
                  </a:txBody>
                  <a:tcPr marL="20072" marR="20072" marT="13381" marB="13381"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66665030"/>
                  </a:ext>
                </a:extLst>
              </a:tr>
            </a:tbl>
          </a:graphicData>
        </a:graphic>
      </p:graphicFrame>
    </p:spTree>
    <p:extLst>
      <p:ext uri="{BB962C8B-B14F-4D97-AF65-F5344CB8AC3E}">
        <p14:creationId xmlns:p14="http://schemas.microsoft.com/office/powerpoint/2010/main" val="4252503023"/>
      </p:ext>
    </p:extLst>
  </p:cSld>
  <p:clrMapOvr>
    <a:masterClrMapping/>
  </p:clrMapOvr>
</p:sld>
</file>

<file path=ppt/theme/theme1.xml><?xml version="1.0" encoding="utf-8"?>
<a:theme xmlns:a="http://schemas.openxmlformats.org/drawingml/2006/main" name="FadeVTI">
  <a:themeElements>
    <a:clrScheme name="gradient">
      <a:dk1>
        <a:sysClr val="windowText" lastClr="000000"/>
      </a:dk1>
      <a:lt1>
        <a:sysClr val="window" lastClr="FFFFFF"/>
      </a:lt1>
      <a:dk2>
        <a:srgbClr val="203040"/>
      </a:dk2>
      <a:lt2>
        <a:srgbClr val="ECF0F0"/>
      </a:lt2>
      <a:accent1>
        <a:srgbClr val="00BAC8"/>
      </a:accent1>
      <a:accent2>
        <a:srgbClr val="794DFF"/>
      </a:accent2>
      <a:accent3>
        <a:srgbClr val="00D17D"/>
      </a:accent3>
      <a:accent4>
        <a:srgbClr val="E69500"/>
      </a:accent4>
      <a:accent5>
        <a:srgbClr val="FE5D21"/>
      </a:accent5>
      <a:accent6>
        <a:srgbClr val="DA2A69"/>
      </a:accent6>
      <a:hlink>
        <a:srgbClr val="3E8FF1"/>
      </a:hlink>
      <a:folHlink>
        <a:srgbClr val="939393"/>
      </a:folHlink>
    </a:clrScheme>
    <a:fontScheme name="Custom 49">
      <a:majorFont>
        <a:latin typeface="Aharon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adeVTI" id="{1194088A-B135-4437-9FD8-7466BBC13A13}" vid="{B787DE2F-1995-45D8-A8E2-6B5CC521AC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TotalTime>
  <Words>3443</Words>
  <Application>Microsoft Office PowerPoint</Application>
  <PresentationFormat>Widescreen</PresentationFormat>
  <Paragraphs>493</Paragraphs>
  <Slides>62</Slides>
  <Notes>10</Notes>
  <HiddenSlides>6</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62</vt:i4>
      </vt:variant>
    </vt:vector>
  </HeadingPairs>
  <TitlesOfParts>
    <vt:vector size="73" baseType="lpstr">
      <vt:lpstr>Aharoni</vt:lpstr>
      <vt:lpstr>-apple-system</vt:lpstr>
      <vt:lpstr>Arial</vt:lpstr>
      <vt:lpstr>Avenir Next LT Pro</vt:lpstr>
      <vt:lpstr>Calibri</vt:lpstr>
      <vt:lpstr>Poppins</vt:lpstr>
      <vt:lpstr>Roboto</vt:lpstr>
      <vt:lpstr>Roboto Medium</vt:lpstr>
      <vt:lpstr>Roboto Thin</vt:lpstr>
      <vt:lpstr>Symbol</vt:lpstr>
      <vt:lpstr>FadeVTI</vt:lpstr>
      <vt:lpstr>The Elements of Scale How to Overcome WB and Nation-State Balance Sheet and Risk Constraints for low-cost (IBRD rate) lending to developing countries for green investment </vt:lpstr>
      <vt:lpstr>Contents</vt:lpstr>
      <vt:lpstr>Research Question &amp; Scope</vt:lpstr>
      <vt:lpstr>The Question: An Overview</vt:lpstr>
      <vt:lpstr>Scope Today</vt:lpstr>
      <vt:lpstr>Wider Objectives (beyond this talk)</vt:lpstr>
      <vt:lpstr>How to do it?</vt:lpstr>
      <vt:lpstr>Context</vt:lpstr>
      <vt:lpstr>Context</vt:lpstr>
      <vt:lpstr>More Context: The problem with national targets</vt:lpstr>
      <vt:lpstr>More Context: Pension Funds</vt:lpstr>
      <vt:lpstr>More Context: A Better Way to Do Macro-Growth Policy?</vt:lpstr>
      <vt:lpstr>Q: Why can’t lending to renewables be more like a mortgage?</vt:lpstr>
      <vt:lpstr>Investment Needs</vt:lpstr>
      <vt:lpstr>Bridgetown Five!</vt:lpstr>
      <vt:lpstr>Bridgetown Five!</vt:lpstr>
      <vt:lpstr>Clean Energy Investment (Global)</vt:lpstr>
      <vt:lpstr>Emerging Market and Developing Economy (Excluding China) Only</vt:lpstr>
      <vt:lpstr>The ‘Big Push’</vt:lpstr>
      <vt:lpstr>A big push can improve developing country credit ratings…</vt:lpstr>
      <vt:lpstr>.. But only if at IBRD rates: not at market rates</vt:lpstr>
      <vt:lpstr>PowerPoint Presentation</vt:lpstr>
      <vt:lpstr>PowerPoint Presentation</vt:lpstr>
      <vt:lpstr>Financial Model</vt:lpstr>
      <vt:lpstr>Financing Models</vt:lpstr>
      <vt:lpstr>Basic model:  Expand balances sheet of financial and risk intermediaries</vt:lpstr>
      <vt:lpstr>Financial Models for Public &amp; Power</vt:lpstr>
      <vt:lpstr>1 IBRD model</vt:lpstr>
      <vt:lpstr>2 IBRD model (with Syndication)</vt:lpstr>
      <vt:lpstr>3 MIGA Reinsurance Model</vt:lpstr>
      <vt:lpstr>4 Issue derisked debt off PPA              (a sort of payment ‘securitization’)</vt:lpstr>
      <vt:lpstr>5 Add Coinvesting + Guarantee Fund</vt:lpstr>
      <vt:lpstr>Risk and FX risk in particular</vt:lpstr>
      <vt:lpstr>Risk and FX Risk: Problem</vt:lpstr>
      <vt:lpstr>Risk and FX Risk: Options</vt:lpstr>
      <vt:lpstr>Policy Derisking and Barrier Elimination can return 14x what it costs</vt:lpstr>
      <vt:lpstr>Risk: Where is the ‘financial profit’</vt:lpstr>
      <vt:lpstr>Discussion, Key Points</vt:lpstr>
      <vt:lpstr>Blended Shared Equity Financial Model</vt:lpstr>
      <vt:lpstr>Theory of Change</vt:lpstr>
      <vt:lpstr>Standard Financial Structure</vt:lpstr>
      <vt:lpstr>New Financial Structure</vt:lpstr>
      <vt:lpstr>New Financial Structure</vt:lpstr>
      <vt:lpstr>New Financial Structure</vt:lpstr>
      <vt:lpstr>Conclusions</vt:lpstr>
      <vt:lpstr>PowerPoint Presentation</vt:lpstr>
      <vt:lpstr>Other Applications</vt:lpstr>
      <vt:lpstr>Conclusion</vt:lpstr>
      <vt:lpstr>Discussion</vt:lpstr>
      <vt:lpstr>Appendix 1: Derisking Financial Structure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 2: Financial Modelling</vt:lpstr>
      <vt:lpstr>A Basic Project</vt:lpstr>
      <vt:lpstr>A Basic Project</vt:lpstr>
    </vt:vector>
  </TitlesOfParts>
  <Company>WBG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Climate Finance and Financial Risk under Fiscal Constraints</dc:title>
  <dc:creator>Stephen John Stretton</dc:creator>
  <cp:lastModifiedBy>Stephen John Stretton</cp:lastModifiedBy>
  <cp:revision>3</cp:revision>
  <dcterms:created xsi:type="dcterms:W3CDTF">2023-01-27T19:28:19Z</dcterms:created>
  <dcterms:modified xsi:type="dcterms:W3CDTF">2023-02-12T19:15:09Z</dcterms:modified>
</cp:coreProperties>
</file>